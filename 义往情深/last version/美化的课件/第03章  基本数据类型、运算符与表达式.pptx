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media/audio4.wav" ContentType="audio/x-wav"/>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818" r:id="rId2"/>
    <p:sldId id="593" r:id="rId3"/>
    <p:sldId id="763" r:id="rId4"/>
    <p:sldId id="764" r:id="rId5"/>
    <p:sldId id="765" r:id="rId6"/>
    <p:sldId id="766" r:id="rId7"/>
    <p:sldId id="767" r:id="rId8"/>
    <p:sldId id="768" r:id="rId9"/>
    <p:sldId id="769" r:id="rId10"/>
    <p:sldId id="770" r:id="rId11"/>
    <p:sldId id="771" r:id="rId12"/>
    <p:sldId id="823" r:id="rId13"/>
    <p:sldId id="824" r:id="rId14"/>
    <p:sldId id="825" r:id="rId15"/>
    <p:sldId id="826" r:id="rId16"/>
    <p:sldId id="827" r:id="rId17"/>
    <p:sldId id="828" r:id="rId18"/>
    <p:sldId id="782" r:id="rId19"/>
    <p:sldId id="830" r:id="rId20"/>
    <p:sldId id="783" r:id="rId21"/>
    <p:sldId id="784" r:id="rId22"/>
    <p:sldId id="785" r:id="rId23"/>
    <p:sldId id="786" r:id="rId24"/>
    <p:sldId id="787" r:id="rId25"/>
    <p:sldId id="788" r:id="rId26"/>
    <p:sldId id="789" r:id="rId27"/>
    <p:sldId id="790" r:id="rId28"/>
    <p:sldId id="791" r:id="rId29"/>
    <p:sldId id="792" r:id="rId30"/>
    <p:sldId id="793" r:id="rId31"/>
    <p:sldId id="794" r:id="rId32"/>
    <p:sldId id="795" r:id="rId33"/>
    <p:sldId id="796" r:id="rId34"/>
    <p:sldId id="797" r:id="rId35"/>
    <p:sldId id="798" r:id="rId36"/>
    <p:sldId id="799" r:id="rId37"/>
    <p:sldId id="800" r:id="rId38"/>
    <p:sldId id="801" r:id="rId39"/>
    <p:sldId id="802" r:id="rId40"/>
    <p:sldId id="803" r:id="rId41"/>
    <p:sldId id="804" r:id="rId42"/>
    <p:sldId id="805" r:id="rId43"/>
    <p:sldId id="806" r:id="rId44"/>
    <p:sldId id="807" r:id="rId45"/>
    <p:sldId id="808" r:id="rId46"/>
    <p:sldId id="809" r:id="rId47"/>
    <p:sldId id="810" r:id="rId48"/>
    <p:sldId id="811" r:id="rId49"/>
    <p:sldId id="812" r:id="rId50"/>
    <p:sldId id="815" r:id="rId51"/>
    <p:sldId id="816" r:id="rId52"/>
    <p:sldId id="817" r:id="rId53"/>
    <p:sldId id="829" r:id="rId54"/>
    <p:sldId id="814" r:id="rId55"/>
    <p:sldId id="813" r:id="rId56"/>
    <p:sldId id="819" r:id="rId57"/>
  </p:sldIdLst>
  <p:sldSz cx="12192000" cy="6858000"/>
  <p:notesSz cx="6858000" cy="9144000"/>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529" userDrawn="1">
          <p15:clr>
            <a:srgbClr val="A4A3A4"/>
          </p15:clr>
        </p15:guide>
        <p15:guide id="4" pos="982" userDrawn="1">
          <p15:clr>
            <a:srgbClr val="A4A3A4"/>
          </p15:clr>
        </p15:guide>
        <p15:guide id="5" pos="724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FCFD1"/>
    <a:srgbClr val="C01920"/>
    <a:srgbClr val="F0E5B7"/>
    <a:srgbClr val="BD6368"/>
    <a:srgbClr val="BAA1B9"/>
    <a:srgbClr val="BEDFC4"/>
    <a:srgbClr val="0000FF"/>
    <a:srgbClr val="C2967F"/>
    <a:srgbClr val="CCCCCC"/>
    <a:srgbClr val="D7000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00" autoAdjust="0"/>
    <p:restoredTop sz="94933" autoAdjust="0"/>
  </p:normalViewPr>
  <p:slideViewPr>
    <p:cSldViewPr>
      <p:cViewPr varScale="1">
        <p:scale>
          <a:sx n="79" d="100"/>
          <a:sy n="79" d="100"/>
        </p:scale>
        <p:origin x="955" y="53"/>
      </p:cViewPr>
      <p:guideLst>
        <p:guide orient="horz" pos="2160"/>
        <p:guide pos="3840"/>
        <p:guide pos="529"/>
        <p:guide pos="982"/>
        <p:guide pos="724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39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25395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25395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25395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5395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ltLang="zh-CN"/>
          </a:p>
        </p:txBody>
      </p:sp>
      <p:sp>
        <p:nvSpPr>
          <p:cNvPr id="25395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776E37FF-4EAF-470E-BD31-3D917444AAAA}"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73D8839-C5AB-4018-B67A-8BAE0943C859}" type="slidenum">
              <a:rPr lang="en-US" altLang="zh-CN"/>
              <a:pPr/>
              <a:t>5</a:t>
            </a:fld>
            <a:endParaRPr lang="en-US" altLang="zh-CN"/>
          </a:p>
        </p:txBody>
      </p:sp>
      <p:sp>
        <p:nvSpPr>
          <p:cNvPr id="744450" name="Rectangle 2"/>
          <p:cNvSpPr>
            <a:spLocks noGrp="1" noRot="1" noChangeAspect="1" noChangeArrowheads="1" noTextEdit="1"/>
          </p:cNvSpPr>
          <p:nvPr>
            <p:ph type="sldImg"/>
          </p:nvPr>
        </p:nvSpPr>
        <p:spPr>
          <a:xfrm>
            <a:off x="381000" y="685800"/>
            <a:ext cx="6096000" cy="3429000"/>
          </a:xfrm>
          <a:ln/>
        </p:spPr>
      </p:sp>
      <p:sp>
        <p:nvSpPr>
          <p:cNvPr id="744451"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88F2C69-047C-40F2-AFA1-EBA77E131C8F}" type="slidenum">
              <a:rPr lang="en-US" altLang="zh-CN"/>
              <a:pPr/>
              <a:t>6</a:t>
            </a:fld>
            <a:endParaRPr lang="en-US" altLang="zh-CN"/>
          </a:p>
        </p:txBody>
      </p:sp>
      <p:sp>
        <p:nvSpPr>
          <p:cNvPr id="746498" name="Rectangle 2"/>
          <p:cNvSpPr>
            <a:spLocks noGrp="1" noRot="1" noChangeAspect="1" noChangeArrowheads="1" noTextEdit="1"/>
          </p:cNvSpPr>
          <p:nvPr>
            <p:ph type="sldImg"/>
          </p:nvPr>
        </p:nvSpPr>
        <p:spPr>
          <a:xfrm>
            <a:off x="381000" y="685800"/>
            <a:ext cx="6096000" cy="3429000"/>
          </a:xfrm>
          <a:ln/>
        </p:spPr>
      </p:sp>
      <p:sp>
        <p:nvSpPr>
          <p:cNvPr id="746499"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40D2B74-726C-4F23-B94B-1855169EB074}" type="slidenum">
              <a:rPr lang="en-US" altLang="zh-CN"/>
              <a:pPr/>
              <a:t>7</a:t>
            </a:fld>
            <a:endParaRPr lang="en-US" altLang="zh-CN"/>
          </a:p>
        </p:txBody>
      </p:sp>
      <p:sp>
        <p:nvSpPr>
          <p:cNvPr id="748546" name="Rectangle 2"/>
          <p:cNvSpPr>
            <a:spLocks noGrp="1" noRot="1" noChangeAspect="1" noChangeArrowheads="1" noTextEdit="1"/>
          </p:cNvSpPr>
          <p:nvPr>
            <p:ph type="sldImg"/>
          </p:nvPr>
        </p:nvSpPr>
        <p:spPr>
          <a:xfrm>
            <a:off x="381000" y="685800"/>
            <a:ext cx="6096000" cy="3429000"/>
          </a:xfrm>
          <a:ln/>
        </p:spPr>
      </p:sp>
      <p:sp>
        <p:nvSpPr>
          <p:cNvPr id="748547"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E56F05D-3C28-4D35-8924-50A16D853652}" type="slidenum">
              <a:rPr lang="en-US" altLang="zh-CN"/>
              <a:pPr/>
              <a:t>8</a:t>
            </a:fld>
            <a:endParaRPr lang="en-US" altLang="zh-CN"/>
          </a:p>
        </p:txBody>
      </p:sp>
      <p:sp>
        <p:nvSpPr>
          <p:cNvPr id="750594" name="Rectangle 2"/>
          <p:cNvSpPr>
            <a:spLocks noGrp="1" noRot="1" noChangeAspect="1" noChangeArrowheads="1" noTextEdit="1"/>
          </p:cNvSpPr>
          <p:nvPr>
            <p:ph type="sldImg"/>
          </p:nvPr>
        </p:nvSpPr>
        <p:spPr>
          <a:xfrm>
            <a:off x="381000" y="685800"/>
            <a:ext cx="6096000" cy="3429000"/>
          </a:xfrm>
          <a:ln/>
        </p:spPr>
      </p:sp>
      <p:sp>
        <p:nvSpPr>
          <p:cNvPr id="750595"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28C561C-147E-4328-8E77-226E49F21243}" type="slidenum">
              <a:rPr lang="en-US" altLang="zh-CN"/>
              <a:pPr/>
              <a:t>9</a:t>
            </a:fld>
            <a:endParaRPr lang="en-US" altLang="zh-CN"/>
          </a:p>
        </p:txBody>
      </p:sp>
      <p:sp>
        <p:nvSpPr>
          <p:cNvPr id="755714" name="Rectangle 2"/>
          <p:cNvSpPr>
            <a:spLocks noGrp="1" noRot="1" noChangeAspect="1" noChangeArrowheads="1" noTextEdit="1"/>
          </p:cNvSpPr>
          <p:nvPr>
            <p:ph type="sldImg"/>
          </p:nvPr>
        </p:nvSpPr>
        <p:spPr>
          <a:xfrm>
            <a:off x="381000" y="685800"/>
            <a:ext cx="6096000" cy="3429000"/>
          </a:xfrm>
          <a:ln/>
        </p:spPr>
      </p:sp>
      <p:sp>
        <p:nvSpPr>
          <p:cNvPr id="75571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89128DB-6240-49E0-A254-291D6140AE27}" type="slidenum">
              <a:rPr lang="en-US" altLang="zh-CN"/>
              <a:pPr/>
              <a:t>10</a:t>
            </a:fld>
            <a:endParaRPr lang="en-US" altLang="zh-CN"/>
          </a:p>
        </p:txBody>
      </p:sp>
      <p:sp>
        <p:nvSpPr>
          <p:cNvPr id="757762" name="Rectangle 2"/>
          <p:cNvSpPr>
            <a:spLocks noGrp="1" noRot="1" noChangeAspect="1" noChangeArrowheads="1" noTextEdit="1"/>
          </p:cNvSpPr>
          <p:nvPr>
            <p:ph type="sldImg"/>
          </p:nvPr>
        </p:nvSpPr>
        <p:spPr>
          <a:xfrm>
            <a:off x="381000" y="685800"/>
            <a:ext cx="6096000" cy="3429000"/>
          </a:xfrm>
          <a:ln/>
        </p:spPr>
      </p:sp>
      <p:sp>
        <p:nvSpPr>
          <p:cNvPr id="75776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1F6152D-BFBA-4E28-9514-C1E9D023CDE9}" type="slidenum">
              <a:rPr lang="en-US" altLang="zh-CN"/>
              <a:pPr/>
              <a:t>11</a:t>
            </a:fld>
            <a:endParaRPr lang="en-US" altLang="zh-CN"/>
          </a:p>
        </p:txBody>
      </p:sp>
      <p:sp>
        <p:nvSpPr>
          <p:cNvPr id="759810" name="Rectangle 2"/>
          <p:cNvSpPr>
            <a:spLocks noGrp="1" noRot="1" noChangeAspect="1" noChangeArrowheads="1" noTextEdit="1"/>
          </p:cNvSpPr>
          <p:nvPr>
            <p:ph type="sldImg"/>
          </p:nvPr>
        </p:nvSpPr>
        <p:spPr>
          <a:xfrm>
            <a:off x="381000" y="685800"/>
            <a:ext cx="6096000" cy="3429000"/>
          </a:xfrm>
          <a:ln/>
        </p:spPr>
      </p:sp>
      <p:sp>
        <p:nvSpPr>
          <p:cNvPr id="75981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1F6152D-BFBA-4E28-9514-C1E9D023CDE9}" type="slidenum">
              <a:rPr lang="en-US" altLang="zh-CN"/>
              <a:pPr/>
              <a:t>12</a:t>
            </a:fld>
            <a:endParaRPr lang="en-US" altLang="zh-CN"/>
          </a:p>
        </p:txBody>
      </p:sp>
      <p:sp>
        <p:nvSpPr>
          <p:cNvPr id="759810" name="Rectangle 2"/>
          <p:cNvSpPr>
            <a:spLocks noGrp="1" noRot="1" noChangeAspect="1" noChangeArrowheads="1" noTextEdit="1"/>
          </p:cNvSpPr>
          <p:nvPr>
            <p:ph type="sldImg"/>
          </p:nvPr>
        </p:nvSpPr>
        <p:spPr>
          <a:xfrm>
            <a:off x="381000" y="685800"/>
            <a:ext cx="6096000" cy="3429000"/>
          </a:xfrm>
          <a:ln/>
        </p:spPr>
      </p:sp>
      <p:sp>
        <p:nvSpPr>
          <p:cNvPr id="75981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extLst>
      <p:ext uri="{BB962C8B-B14F-4D97-AF65-F5344CB8AC3E}">
        <p14:creationId xmlns:p14="http://schemas.microsoft.com/office/powerpoint/2010/main" val="35218832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1F6152D-BFBA-4E28-9514-C1E9D023CDE9}" type="slidenum">
              <a:rPr lang="en-US" altLang="zh-CN"/>
              <a:pPr/>
              <a:t>13</a:t>
            </a:fld>
            <a:endParaRPr lang="en-US" altLang="zh-CN"/>
          </a:p>
        </p:txBody>
      </p:sp>
      <p:sp>
        <p:nvSpPr>
          <p:cNvPr id="759810" name="Rectangle 2"/>
          <p:cNvSpPr>
            <a:spLocks noGrp="1" noRot="1" noChangeAspect="1" noChangeArrowheads="1" noTextEdit="1"/>
          </p:cNvSpPr>
          <p:nvPr>
            <p:ph type="sldImg"/>
          </p:nvPr>
        </p:nvSpPr>
        <p:spPr>
          <a:xfrm>
            <a:off x="381000" y="685800"/>
            <a:ext cx="6096000" cy="3429000"/>
          </a:xfrm>
          <a:ln/>
        </p:spPr>
      </p:sp>
      <p:sp>
        <p:nvSpPr>
          <p:cNvPr id="75981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extLst>
      <p:ext uri="{BB962C8B-B14F-4D97-AF65-F5344CB8AC3E}">
        <p14:creationId xmlns:p14="http://schemas.microsoft.com/office/powerpoint/2010/main" val="5556057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1F6152D-BFBA-4E28-9514-C1E9D023CDE9}" type="slidenum">
              <a:rPr lang="en-US" altLang="zh-CN"/>
              <a:pPr/>
              <a:t>14</a:t>
            </a:fld>
            <a:endParaRPr lang="en-US" altLang="zh-CN"/>
          </a:p>
        </p:txBody>
      </p:sp>
      <p:sp>
        <p:nvSpPr>
          <p:cNvPr id="759810" name="Rectangle 2"/>
          <p:cNvSpPr>
            <a:spLocks noGrp="1" noRot="1" noChangeAspect="1" noChangeArrowheads="1" noTextEdit="1"/>
          </p:cNvSpPr>
          <p:nvPr>
            <p:ph type="sldImg"/>
          </p:nvPr>
        </p:nvSpPr>
        <p:spPr>
          <a:xfrm>
            <a:off x="381000" y="685800"/>
            <a:ext cx="6096000" cy="3429000"/>
          </a:xfrm>
          <a:ln/>
        </p:spPr>
      </p:sp>
      <p:sp>
        <p:nvSpPr>
          <p:cNvPr id="75981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extLst>
      <p:ext uri="{BB962C8B-B14F-4D97-AF65-F5344CB8AC3E}">
        <p14:creationId xmlns:p14="http://schemas.microsoft.com/office/powerpoint/2010/main" val="18040906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1F6152D-BFBA-4E28-9514-C1E9D023CDE9}" type="slidenum">
              <a:rPr lang="en-US" altLang="zh-CN"/>
              <a:pPr/>
              <a:t>15</a:t>
            </a:fld>
            <a:endParaRPr lang="en-US" altLang="zh-CN"/>
          </a:p>
        </p:txBody>
      </p:sp>
      <p:sp>
        <p:nvSpPr>
          <p:cNvPr id="759810" name="Rectangle 2"/>
          <p:cNvSpPr>
            <a:spLocks noGrp="1" noRot="1" noChangeAspect="1" noChangeArrowheads="1" noTextEdit="1"/>
          </p:cNvSpPr>
          <p:nvPr>
            <p:ph type="sldImg"/>
          </p:nvPr>
        </p:nvSpPr>
        <p:spPr>
          <a:xfrm>
            <a:off x="381000" y="685800"/>
            <a:ext cx="6096000" cy="3429000"/>
          </a:xfrm>
          <a:ln/>
        </p:spPr>
      </p:sp>
      <p:sp>
        <p:nvSpPr>
          <p:cNvPr id="75981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extLst>
      <p:ext uri="{BB962C8B-B14F-4D97-AF65-F5344CB8AC3E}">
        <p14:creationId xmlns:p14="http://schemas.microsoft.com/office/powerpoint/2010/main" val="37634053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1F6152D-BFBA-4E28-9514-C1E9D023CDE9}" type="slidenum">
              <a:rPr lang="en-US" altLang="zh-CN"/>
              <a:pPr/>
              <a:t>16</a:t>
            </a:fld>
            <a:endParaRPr lang="en-US" altLang="zh-CN"/>
          </a:p>
        </p:txBody>
      </p:sp>
      <p:sp>
        <p:nvSpPr>
          <p:cNvPr id="759810" name="Rectangle 2"/>
          <p:cNvSpPr>
            <a:spLocks noGrp="1" noRot="1" noChangeAspect="1" noChangeArrowheads="1" noTextEdit="1"/>
          </p:cNvSpPr>
          <p:nvPr>
            <p:ph type="sldImg"/>
          </p:nvPr>
        </p:nvSpPr>
        <p:spPr>
          <a:xfrm>
            <a:off x="381000" y="685800"/>
            <a:ext cx="6096000" cy="3429000"/>
          </a:xfrm>
          <a:ln/>
        </p:spPr>
      </p:sp>
      <p:sp>
        <p:nvSpPr>
          <p:cNvPr id="75981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extLst>
      <p:ext uri="{BB962C8B-B14F-4D97-AF65-F5344CB8AC3E}">
        <p14:creationId xmlns:p14="http://schemas.microsoft.com/office/powerpoint/2010/main" val="10254373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1F6152D-BFBA-4E28-9514-C1E9D023CDE9}" type="slidenum">
              <a:rPr lang="en-US" altLang="zh-CN"/>
              <a:pPr/>
              <a:t>17</a:t>
            </a:fld>
            <a:endParaRPr lang="en-US" altLang="zh-CN"/>
          </a:p>
        </p:txBody>
      </p:sp>
      <p:sp>
        <p:nvSpPr>
          <p:cNvPr id="759810" name="Rectangle 2"/>
          <p:cNvSpPr>
            <a:spLocks noGrp="1" noRot="1" noChangeAspect="1" noChangeArrowheads="1" noTextEdit="1"/>
          </p:cNvSpPr>
          <p:nvPr>
            <p:ph type="sldImg"/>
          </p:nvPr>
        </p:nvSpPr>
        <p:spPr>
          <a:xfrm>
            <a:off x="381000" y="685800"/>
            <a:ext cx="6096000" cy="3429000"/>
          </a:xfrm>
          <a:ln/>
        </p:spPr>
      </p:sp>
      <p:sp>
        <p:nvSpPr>
          <p:cNvPr id="75981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extLst>
      <p:ext uri="{BB962C8B-B14F-4D97-AF65-F5344CB8AC3E}">
        <p14:creationId xmlns:p14="http://schemas.microsoft.com/office/powerpoint/2010/main" val="36855498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7D9576-0167-49BC-8340-01DCA9450061}" type="slidenum">
              <a:rPr lang="en-US" altLang="zh-CN"/>
              <a:pPr/>
              <a:t>18</a:t>
            </a:fld>
            <a:endParaRPr lang="en-US" altLang="zh-CN"/>
          </a:p>
        </p:txBody>
      </p:sp>
      <p:sp>
        <p:nvSpPr>
          <p:cNvPr id="782338" name="Rectangle 2"/>
          <p:cNvSpPr>
            <a:spLocks noGrp="1" noRot="1" noChangeAspect="1" noChangeArrowheads="1" noTextEdit="1"/>
          </p:cNvSpPr>
          <p:nvPr>
            <p:ph type="sldImg"/>
          </p:nvPr>
        </p:nvSpPr>
        <p:spPr>
          <a:xfrm>
            <a:off x="381000" y="685800"/>
            <a:ext cx="6096000" cy="3429000"/>
          </a:xfrm>
          <a:ln/>
        </p:spPr>
      </p:sp>
      <p:sp>
        <p:nvSpPr>
          <p:cNvPr id="78233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7D9576-0167-49BC-8340-01DCA9450061}" type="slidenum">
              <a:rPr lang="en-US" altLang="zh-CN"/>
              <a:pPr/>
              <a:t>19</a:t>
            </a:fld>
            <a:endParaRPr lang="en-US" altLang="zh-CN"/>
          </a:p>
        </p:txBody>
      </p:sp>
      <p:sp>
        <p:nvSpPr>
          <p:cNvPr id="782338" name="Rectangle 2"/>
          <p:cNvSpPr>
            <a:spLocks noGrp="1" noRot="1" noChangeAspect="1" noChangeArrowheads="1" noTextEdit="1"/>
          </p:cNvSpPr>
          <p:nvPr>
            <p:ph type="sldImg"/>
          </p:nvPr>
        </p:nvSpPr>
        <p:spPr>
          <a:xfrm>
            <a:off x="381000" y="685800"/>
            <a:ext cx="6096000" cy="3429000"/>
          </a:xfrm>
          <a:ln/>
        </p:spPr>
      </p:sp>
      <p:sp>
        <p:nvSpPr>
          <p:cNvPr id="78233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extLst>
      <p:ext uri="{BB962C8B-B14F-4D97-AF65-F5344CB8AC3E}">
        <p14:creationId xmlns:p14="http://schemas.microsoft.com/office/powerpoint/2010/main" val="3432433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C713CC-67C1-4A77-B7B1-A28CCDB08DAF}" type="slidenum">
              <a:rPr lang="en-US" altLang="zh-CN"/>
              <a:pPr/>
              <a:t>20</a:t>
            </a:fld>
            <a:endParaRPr lang="en-US" altLang="zh-CN"/>
          </a:p>
        </p:txBody>
      </p:sp>
      <p:sp>
        <p:nvSpPr>
          <p:cNvPr id="784386" name="Rectangle 2"/>
          <p:cNvSpPr>
            <a:spLocks noGrp="1" noRot="1" noChangeAspect="1" noChangeArrowheads="1" noTextEdit="1"/>
          </p:cNvSpPr>
          <p:nvPr>
            <p:ph type="sldImg"/>
          </p:nvPr>
        </p:nvSpPr>
        <p:spPr>
          <a:xfrm>
            <a:off x="381000" y="685800"/>
            <a:ext cx="6096000" cy="3429000"/>
          </a:xfrm>
          <a:ln/>
        </p:spPr>
      </p:sp>
      <p:sp>
        <p:nvSpPr>
          <p:cNvPr id="78438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E6878FB-60D4-4910-B212-BCED011A7EEE}" type="slidenum">
              <a:rPr lang="en-US" altLang="zh-CN"/>
              <a:pPr/>
              <a:t>21</a:t>
            </a:fld>
            <a:endParaRPr lang="en-US" altLang="zh-CN"/>
          </a:p>
        </p:txBody>
      </p:sp>
      <p:sp>
        <p:nvSpPr>
          <p:cNvPr id="786434" name="Rectangle 2"/>
          <p:cNvSpPr>
            <a:spLocks noGrp="1" noRot="1" noChangeAspect="1" noChangeArrowheads="1" noTextEdit="1"/>
          </p:cNvSpPr>
          <p:nvPr>
            <p:ph type="sldImg"/>
          </p:nvPr>
        </p:nvSpPr>
        <p:spPr>
          <a:xfrm>
            <a:off x="381000" y="685800"/>
            <a:ext cx="6096000" cy="3429000"/>
          </a:xfrm>
          <a:ln/>
        </p:spPr>
      </p:sp>
      <p:sp>
        <p:nvSpPr>
          <p:cNvPr id="78643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7D12C17-B100-4C2A-AEE8-E62EE8E3DEC3}" type="slidenum">
              <a:rPr lang="en-US" altLang="zh-CN"/>
              <a:pPr/>
              <a:t>22</a:t>
            </a:fld>
            <a:endParaRPr lang="en-US" altLang="zh-CN"/>
          </a:p>
        </p:txBody>
      </p:sp>
      <p:sp>
        <p:nvSpPr>
          <p:cNvPr id="788482" name="Rectangle 2"/>
          <p:cNvSpPr>
            <a:spLocks noGrp="1" noRot="1" noChangeAspect="1" noChangeArrowheads="1" noTextEdit="1"/>
          </p:cNvSpPr>
          <p:nvPr>
            <p:ph type="sldImg"/>
          </p:nvPr>
        </p:nvSpPr>
        <p:spPr>
          <a:xfrm>
            <a:off x="381000" y="685800"/>
            <a:ext cx="6096000" cy="3429000"/>
          </a:xfrm>
          <a:ln/>
        </p:spPr>
      </p:sp>
      <p:sp>
        <p:nvSpPr>
          <p:cNvPr id="78848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788BD6B-EF91-446A-83F7-4DDAD939C287}" type="slidenum">
              <a:rPr lang="en-US" altLang="zh-CN"/>
              <a:pPr/>
              <a:t>23</a:t>
            </a:fld>
            <a:endParaRPr lang="en-US" altLang="zh-CN"/>
          </a:p>
        </p:txBody>
      </p:sp>
      <p:sp>
        <p:nvSpPr>
          <p:cNvPr id="790530" name="Rectangle 2"/>
          <p:cNvSpPr>
            <a:spLocks noGrp="1" noRot="1" noChangeAspect="1" noChangeArrowheads="1" noTextEdit="1"/>
          </p:cNvSpPr>
          <p:nvPr>
            <p:ph type="sldImg"/>
          </p:nvPr>
        </p:nvSpPr>
        <p:spPr>
          <a:xfrm>
            <a:off x="381000" y="685800"/>
            <a:ext cx="6096000" cy="3429000"/>
          </a:xfrm>
          <a:ln/>
        </p:spPr>
      </p:sp>
      <p:sp>
        <p:nvSpPr>
          <p:cNvPr id="79053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3903BF7-BBEC-4514-9586-08A3986481B5}" type="slidenum">
              <a:rPr lang="en-US" altLang="zh-CN"/>
              <a:pPr/>
              <a:t>24</a:t>
            </a:fld>
            <a:endParaRPr lang="en-US" altLang="zh-CN"/>
          </a:p>
        </p:txBody>
      </p:sp>
      <p:sp>
        <p:nvSpPr>
          <p:cNvPr id="792578" name="Rectangle 2"/>
          <p:cNvSpPr>
            <a:spLocks noGrp="1" noRot="1" noChangeAspect="1" noChangeArrowheads="1" noTextEdit="1"/>
          </p:cNvSpPr>
          <p:nvPr>
            <p:ph type="sldImg"/>
          </p:nvPr>
        </p:nvSpPr>
        <p:spPr>
          <a:xfrm>
            <a:off x="381000" y="685800"/>
            <a:ext cx="6096000" cy="3429000"/>
          </a:xfrm>
          <a:ln/>
        </p:spPr>
      </p:sp>
      <p:sp>
        <p:nvSpPr>
          <p:cNvPr id="79257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9E48D53-9A3D-47D2-A5DA-0FFA7507A636}" type="slidenum">
              <a:rPr lang="en-US" altLang="zh-CN"/>
              <a:pPr/>
              <a:t>25</a:t>
            </a:fld>
            <a:endParaRPr lang="en-US" altLang="zh-CN"/>
          </a:p>
        </p:txBody>
      </p:sp>
      <p:sp>
        <p:nvSpPr>
          <p:cNvPr id="794626" name="Rectangle 2"/>
          <p:cNvSpPr>
            <a:spLocks noGrp="1" noRot="1" noChangeAspect="1" noChangeArrowheads="1" noTextEdit="1"/>
          </p:cNvSpPr>
          <p:nvPr>
            <p:ph type="sldImg"/>
          </p:nvPr>
        </p:nvSpPr>
        <p:spPr>
          <a:xfrm>
            <a:off x="381000" y="685800"/>
            <a:ext cx="6096000" cy="3429000"/>
          </a:xfrm>
          <a:ln/>
        </p:spPr>
      </p:sp>
      <p:sp>
        <p:nvSpPr>
          <p:cNvPr id="79462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69F089C-26A1-4E42-9E78-5618AE791232}" type="slidenum">
              <a:rPr lang="en-US" altLang="zh-CN"/>
              <a:pPr/>
              <a:t>26</a:t>
            </a:fld>
            <a:endParaRPr lang="en-US" altLang="zh-CN"/>
          </a:p>
        </p:txBody>
      </p:sp>
      <p:sp>
        <p:nvSpPr>
          <p:cNvPr id="796674" name="Rectangle 2"/>
          <p:cNvSpPr>
            <a:spLocks noGrp="1" noRot="1" noChangeAspect="1" noChangeArrowheads="1" noTextEdit="1"/>
          </p:cNvSpPr>
          <p:nvPr>
            <p:ph type="sldImg"/>
          </p:nvPr>
        </p:nvSpPr>
        <p:spPr>
          <a:xfrm>
            <a:off x="381000" y="685800"/>
            <a:ext cx="6096000" cy="3429000"/>
          </a:xfrm>
          <a:ln/>
        </p:spPr>
      </p:sp>
      <p:sp>
        <p:nvSpPr>
          <p:cNvPr id="79667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FDD38A1-AEC3-4FF8-B90F-4D6E0BC0D6DB}" type="slidenum">
              <a:rPr lang="en-US" altLang="zh-CN"/>
              <a:pPr/>
              <a:t>27</a:t>
            </a:fld>
            <a:endParaRPr lang="en-US" altLang="zh-CN"/>
          </a:p>
        </p:txBody>
      </p:sp>
      <p:sp>
        <p:nvSpPr>
          <p:cNvPr id="798722" name="Rectangle 2"/>
          <p:cNvSpPr>
            <a:spLocks noGrp="1" noRot="1" noChangeAspect="1" noChangeArrowheads="1" noTextEdit="1"/>
          </p:cNvSpPr>
          <p:nvPr>
            <p:ph type="sldImg"/>
          </p:nvPr>
        </p:nvSpPr>
        <p:spPr>
          <a:xfrm>
            <a:off x="381000" y="685800"/>
            <a:ext cx="6096000" cy="3429000"/>
          </a:xfrm>
          <a:ln/>
        </p:spPr>
      </p:sp>
      <p:sp>
        <p:nvSpPr>
          <p:cNvPr id="79872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E2D23EC-363F-4CF2-85AC-DFD29A14F180}" type="slidenum">
              <a:rPr lang="en-US" altLang="zh-CN"/>
              <a:pPr/>
              <a:t>30</a:t>
            </a:fld>
            <a:endParaRPr lang="en-US" altLang="zh-CN"/>
          </a:p>
        </p:txBody>
      </p:sp>
      <p:sp>
        <p:nvSpPr>
          <p:cNvPr id="804866" name="Rectangle 2"/>
          <p:cNvSpPr>
            <a:spLocks noGrp="1" noRot="1" noChangeAspect="1" noChangeArrowheads="1" noTextEdit="1"/>
          </p:cNvSpPr>
          <p:nvPr>
            <p:ph type="sldImg"/>
          </p:nvPr>
        </p:nvSpPr>
        <p:spPr>
          <a:xfrm>
            <a:off x="381000" y="685800"/>
            <a:ext cx="6096000" cy="3429000"/>
          </a:xfrm>
          <a:ln/>
        </p:spPr>
      </p:sp>
      <p:sp>
        <p:nvSpPr>
          <p:cNvPr id="80486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37FF60F-BCD1-4E6B-A86B-3409DAAB4EEF}" type="slidenum">
              <a:rPr lang="en-US" altLang="zh-CN"/>
              <a:pPr/>
              <a:t>31</a:t>
            </a:fld>
            <a:endParaRPr lang="en-US" altLang="zh-CN"/>
          </a:p>
        </p:txBody>
      </p:sp>
      <p:sp>
        <p:nvSpPr>
          <p:cNvPr id="806914" name="Rectangle 2"/>
          <p:cNvSpPr>
            <a:spLocks noGrp="1" noRot="1" noChangeAspect="1" noChangeArrowheads="1" noTextEdit="1"/>
          </p:cNvSpPr>
          <p:nvPr>
            <p:ph type="sldImg"/>
          </p:nvPr>
        </p:nvSpPr>
        <p:spPr>
          <a:xfrm>
            <a:off x="381000" y="685800"/>
            <a:ext cx="6096000" cy="3429000"/>
          </a:xfrm>
          <a:ln/>
        </p:spPr>
      </p:sp>
      <p:sp>
        <p:nvSpPr>
          <p:cNvPr id="80691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0895E7D-5FB5-46A9-8688-D84BCDE3378C}" type="slidenum">
              <a:rPr lang="en-US" altLang="zh-CN"/>
              <a:pPr/>
              <a:t>34</a:t>
            </a:fld>
            <a:endParaRPr lang="en-US" altLang="zh-CN"/>
          </a:p>
        </p:txBody>
      </p:sp>
      <p:sp>
        <p:nvSpPr>
          <p:cNvPr id="811010" name="Rectangle 2"/>
          <p:cNvSpPr>
            <a:spLocks noGrp="1" noRot="1" noChangeAspect="1" noChangeArrowheads="1" noTextEdit="1"/>
          </p:cNvSpPr>
          <p:nvPr>
            <p:ph type="sldImg"/>
          </p:nvPr>
        </p:nvSpPr>
        <p:spPr>
          <a:xfrm>
            <a:off x="381000" y="685800"/>
            <a:ext cx="6096000" cy="3429000"/>
          </a:xfrm>
          <a:ln/>
        </p:spPr>
      </p:sp>
      <p:sp>
        <p:nvSpPr>
          <p:cNvPr id="81101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143FE6-788B-413F-86D6-5A0FF72FDFAB}" type="slidenum">
              <a:rPr lang="en-US" altLang="zh-CN"/>
              <a:pPr/>
              <a:t>35</a:t>
            </a:fld>
            <a:endParaRPr lang="en-US" altLang="zh-CN"/>
          </a:p>
        </p:txBody>
      </p:sp>
      <p:sp>
        <p:nvSpPr>
          <p:cNvPr id="813058" name="Rectangle 2"/>
          <p:cNvSpPr>
            <a:spLocks noGrp="1" noRot="1" noChangeAspect="1" noChangeArrowheads="1" noTextEdit="1"/>
          </p:cNvSpPr>
          <p:nvPr>
            <p:ph type="sldImg"/>
          </p:nvPr>
        </p:nvSpPr>
        <p:spPr>
          <a:xfrm>
            <a:off x="381000" y="685800"/>
            <a:ext cx="6096000" cy="3429000"/>
          </a:xfrm>
          <a:ln/>
        </p:spPr>
      </p:sp>
      <p:sp>
        <p:nvSpPr>
          <p:cNvPr id="81305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F561A4-579F-49DF-92C8-DA850259B727}" type="slidenum">
              <a:rPr lang="en-US" altLang="zh-CN"/>
              <a:pPr/>
              <a:t>36</a:t>
            </a:fld>
            <a:endParaRPr lang="en-US" altLang="zh-CN"/>
          </a:p>
        </p:txBody>
      </p:sp>
      <p:sp>
        <p:nvSpPr>
          <p:cNvPr id="815106" name="Rectangle 2"/>
          <p:cNvSpPr>
            <a:spLocks noGrp="1" noRot="1" noChangeAspect="1" noChangeArrowheads="1" noTextEdit="1"/>
          </p:cNvSpPr>
          <p:nvPr>
            <p:ph type="sldImg"/>
          </p:nvPr>
        </p:nvSpPr>
        <p:spPr>
          <a:xfrm>
            <a:off x="381000" y="685800"/>
            <a:ext cx="6096000" cy="3429000"/>
          </a:xfrm>
          <a:ln/>
        </p:spPr>
      </p:sp>
      <p:sp>
        <p:nvSpPr>
          <p:cNvPr id="81510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F5FC08-7156-4DBB-A0BF-2127144BA7D9}" type="slidenum">
              <a:rPr lang="en-US" altLang="zh-CN"/>
              <a:pPr/>
              <a:t>37</a:t>
            </a:fld>
            <a:endParaRPr lang="en-US" altLang="zh-CN"/>
          </a:p>
        </p:txBody>
      </p:sp>
      <p:sp>
        <p:nvSpPr>
          <p:cNvPr id="817154" name="Rectangle 2"/>
          <p:cNvSpPr>
            <a:spLocks noGrp="1" noRot="1" noChangeAspect="1" noChangeArrowheads="1" noTextEdit="1"/>
          </p:cNvSpPr>
          <p:nvPr>
            <p:ph type="sldImg"/>
          </p:nvPr>
        </p:nvSpPr>
        <p:spPr>
          <a:xfrm>
            <a:off x="381000" y="685800"/>
            <a:ext cx="6096000" cy="3429000"/>
          </a:xfrm>
          <a:ln/>
        </p:spPr>
      </p:sp>
      <p:sp>
        <p:nvSpPr>
          <p:cNvPr id="81715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F299E4C-BFF9-476C-9254-839A69CFB40E}" type="slidenum">
              <a:rPr lang="en-US" altLang="zh-CN"/>
              <a:pPr/>
              <a:t>38</a:t>
            </a:fld>
            <a:endParaRPr lang="en-US" altLang="zh-CN"/>
          </a:p>
        </p:txBody>
      </p:sp>
      <p:sp>
        <p:nvSpPr>
          <p:cNvPr id="819202" name="Rectangle 2"/>
          <p:cNvSpPr>
            <a:spLocks noGrp="1" noRot="1" noChangeAspect="1" noChangeArrowheads="1" noTextEdit="1"/>
          </p:cNvSpPr>
          <p:nvPr>
            <p:ph type="sldImg"/>
          </p:nvPr>
        </p:nvSpPr>
        <p:spPr>
          <a:xfrm>
            <a:off x="381000" y="685800"/>
            <a:ext cx="6096000" cy="3429000"/>
          </a:xfrm>
          <a:ln/>
        </p:spPr>
      </p:sp>
      <p:sp>
        <p:nvSpPr>
          <p:cNvPr id="81920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FC2AF6C-ECA6-41EC-B051-DCA472172843}" type="slidenum">
              <a:rPr lang="en-US" altLang="zh-CN"/>
              <a:pPr/>
              <a:t>39</a:t>
            </a:fld>
            <a:endParaRPr lang="en-US" altLang="zh-CN"/>
          </a:p>
        </p:txBody>
      </p:sp>
      <p:sp>
        <p:nvSpPr>
          <p:cNvPr id="821250" name="Rectangle 2"/>
          <p:cNvSpPr>
            <a:spLocks noGrp="1" noRot="1" noChangeAspect="1" noChangeArrowheads="1" noTextEdit="1"/>
          </p:cNvSpPr>
          <p:nvPr>
            <p:ph type="sldImg"/>
          </p:nvPr>
        </p:nvSpPr>
        <p:spPr>
          <a:xfrm>
            <a:off x="381000" y="685800"/>
            <a:ext cx="6096000" cy="3429000"/>
          </a:xfrm>
          <a:ln/>
        </p:spPr>
      </p:sp>
      <p:sp>
        <p:nvSpPr>
          <p:cNvPr id="82125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446DCF-8414-4A99-AA84-0AA02ECCC1B8}" type="slidenum">
              <a:rPr lang="en-US" altLang="zh-CN"/>
              <a:pPr/>
              <a:t>40</a:t>
            </a:fld>
            <a:endParaRPr lang="en-US" altLang="zh-CN"/>
          </a:p>
        </p:txBody>
      </p:sp>
      <p:sp>
        <p:nvSpPr>
          <p:cNvPr id="823298" name="Rectangle 2"/>
          <p:cNvSpPr>
            <a:spLocks noGrp="1" noRot="1" noChangeAspect="1" noChangeArrowheads="1" noTextEdit="1"/>
          </p:cNvSpPr>
          <p:nvPr>
            <p:ph type="sldImg"/>
          </p:nvPr>
        </p:nvSpPr>
        <p:spPr>
          <a:xfrm>
            <a:off x="381000" y="685800"/>
            <a:ext cx="6096000" cy="3429000"/>
          </a:xfrm>
          <a:ln/>
        </p:spPr>
      </p:sp>
      <p:sp>
        <p:nvSpPr>
          <p:cNvPr id="82329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75AC719-7318-4636-9CB9-95C5197EEB54}" type="slidenum">
              <a:rPr lang="en-US" altLang="zh-CN"/>
              <a:pPr/>
              <a:t>49</a:t>
            </a:fld>
            <a:endParaRPr lang="en-US" altLang="zh-CN"/>
          </a:p>
        </p:txBody>
      </p:sp>
      <p:sp>
        <p:nvSpPr>
          <p:cNvPr id="833538" name="Rectangle 2"/>
          <p:cNvSpPr>
            <a:spLocks noGrp="1" noRot="1" noChangeAspect="1" noChangeArrowheads="1" noTextEdit="1"/>
          </p:cNvSpPr>
          <p:nvPr>
            <p:ph type="sldImg"/>
          </p:nvPr>
        </p:nvSpPr>
        <p:spPr>
          <a:xfrm>
            <a:off x="381000" y="685800"/>
            <a:ext cx="6096000" cy="3429000"/>
          </a:xfrm>
          <a:ln/>
        </p:spPr>
      </p:sp>
      <p:sp>
        <p:nvSpPr>
          <p:cNvPr id="83353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D6010DD-7A39-446F-BBF9-B141DAEF1AE7}" type="slidenum">
              <a:rPr lang="en-US" altLang="zh-CN"/>
              <a:pPr/>
              <a:t>50</a:t>
            </a:fld>
            <a:endParaRPr lang="en-US" altLang="zh-CN"/>
          </a:p>
        </p:txBody>
      </p:sp>
      <p:sp>
        <p:nvSpPr>
          <p:cNvPr id="837634" name="Rectangle 2"/>
          <p:cNvSpPr>
            <a:spLocks noGrp="1" noRot="1" noChangeAspect="1" noChangeArrowheads="1" noTextEdit="1"/>
          </p:cNvSpPr>
          <p:nvPr>
            <p:ph type="sldImg"/>
          </p:nvPr>
        </p:nvSpPr>
        <p:spPr>
          <a:xfrm>
            <a:off x="381000" y="685800"/>
            <a:ext cx="6096000" cy="3429000"/>
          </a:xfrm>
          <a:ln/>
        </p:spPr>
      </p:sp>
      <p:sp>
        <p:nvSpPr>
          <p:cNvPr id="83763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FA44FE8-3D29-4D84-A793-0D9AC8CFDF7C}" type="slidenum">
              <a:rPr lang="en-US" altLang="zh-CN"/>
              <a:pPr/>
              <a:t>51</a:t>
            </a:fld>
            <a:endParaRPr lang="en-US" altLang="zh-CN"/>
          </a:p>
        </p:txBody>
      </p:sp>
      <p:sp>
        <p:nvSpPr>
          <p:cNvPr id="839682" name="Rectangle 2"/>
          <p:cNvSpPr>
            <a:spLocks noGrp="1" noRot="1" noChangeAspect="1" noChangeArrowheads="1" noTextEdit="1"/>
          </p:cNvSpPr>
          <p:nvPr>
            <p:ph type="sldImg"/>
          </p:nvPr>
        </p:nvSpPr>
        <p:spPr>
          <a:xfrm>
            <a:off x="381000" y="685800"/>
            <a:ext cx="6096000" cy="3429000"/>
          </a:xfrm>
          <a:ln/>
        </p:spPr>
      </p:sp>
      <p:sp>
        <p:nvSpPr>
          <p:cNvPr id="83968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93998F2-72FD-4917-9FD0-CD512BE06E73}" type="slidenum">
              <a:rPr lang="en-US" altLang="zh-CN"/>
              <a:pPr/>
              <a:t>52</a:t>
            </a:fld>
            <a:endParaRPr lang="en-US" altLang="zh-CN"/>
          </a:p>
        </p:txBody>
      </p:sp>
      <p:sp>
        <p:nvSpPr>
          <p:cNvPr id="841730" name="Rectangle 2"/>
          <p:cNvSpPr>
            <a:spLocks noGrp="1" noRot="1" noChangeAspect="1" noChangeArrowheads="1" noTextEdit="1"/>
          </p:cNvSpPr>
          <p:nvPr>
            <p:ph type="sldImg"/>
          </p:nvPr>
        </p:nvSpPr>
        <p:spPr>
          <a:xfrm>
            <a:off x="381000" y="685800"/>
            <a:ext cx="6096000" cy="3429000"/>
          </a:xfrm>
          <a:ln/>
        </p:spPr>
      </p:sp>
      <p:sp>
        <p:nvSpPr>
          <p:cNvPr id="84173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487DC3F-733D-40DA-80F9-B6E1FE72BA04}" type="slidenum">
              <a:rPr lang="en-US" altLang="zh-CN"/>
              <a:pPr/>
              <a:t>53</a:t>
            </a:fld>
            <a:endParaRPr lang="en-US" altLang="zh-CN"/>
          </a:p>
        </p:txBody>
      </p:sp>
      <p:sp>
        <p:nvSpPr>
          <p:cNvPr id="843778" name="Rectangle 2"/>
          <p:cNvSpPr>
            <a:spLocks noGrp="1" noRot="1" noChangeAspect="1" noChangeArrowheads="1" noTextEdit="1"/>
          </p:cNvSpPr>
          <p:nvPr>
            <p:ph type="sldImg"/>
          </p:nvPr>
        </p:nvSpPr>
        <p:spPr>
          <a:xfrm>
            <a:off x="381000" y="685800"/>
            <a:ext cx="6096000" cy="3429000"/>
          </a:xfrm>
          <a:ln/>
        </p:spPr>
      </p:sp>
      <p:sp>
        <p:nvSpPr>
          <p:cNvPr id="84377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6E37FF-4EAF-470E-BD31-3D917444AAAA}" type="slidenum">
              <a:rPr lang="en-US" altLang="zh-CN" smtClean="0"/>
              <a:pPr/>
              <a:t>56</a:t>
            </a:fld>
            <a:endParaRPr lang="en-US" altLang="zh-CN"/>
          </a:p>
        </p:txBody>
      </p:sp>
    </p:spTree>
    <p:extLst>
      <p:ext uri="{BB962C8B-B14F-4D97-AF65-F5344CB8AC3E}">
        <p14:creationId xmlns:p14="http://schemas.microsoft.com/office/powerpoint/2010/main" val="8369973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C1EF2924-3E1E-4CB4-8EF2-15D5D1C0B5A9}"/>
              </a:ext>
            </a:extLst>
          </p:cNvPr>
          <p:cNvSpPr/>
          <p:nvPr userDrawn="1"/>
        </p:nvSpPr>
        <p:spPr>
          <a:xfrm>
            <a:off x="1136072" y="295564"/>
            <a:ext cx="11055928" cy="550402"/>
          </a:xfrm>
          <a:prstGeom prst="rect">
            <a:avLst/>
          </a:prstGeom>
          <a:gradFill>
            <a:gsLst>
              <a:gs pos="100000">
                <a:srgbClr val="D7000F"/>
              </a:gs>
              <a:gs pos="0">
                <a:srgbClr val="D7000F"/>
              </a:gs>
            </a:gsLst>
            <a:lin ang="2400000" scaled="0"/>
          </a:gra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nvGrpSpPr>
          <p:cNvPr id="8" name="组合 7">
            <a:extLst>
              <a:ext uri="{FF2B5EF4-FFF2-40B4-BE49-F238E27FC236}">
                <a16:creationId xmlns:a16="http://schemas.microsoft.com/office/drawing/2014/main" id="{4B418866-4D2D-43B4-A4C7-A19B50828F83}"/>
              </a:ext>
            </a:extLst>
          </p:cNvPr>
          <p:cNvGrpSpPr/>
          <p:nvPr userDrawn="1"/>
        </p:nvGrpSpPr>
        <p:grpSpPr>
          <a:xfrm>
            <a:off x="0" y="-18269"/>
            <a:ext cx="1136073" cy="864235"/>
            <a:chOff x="0" y="-18269"/>
            <a:chExt cx="1136073" cy="864235"/>
          </a:xfrm>
        </p:grpSpPr>
        <p:sp>
          <p:nvSpPr>
            <p:cNvPr id="9" name="矩形 8">
              <a:extLst>
                <a:ext uri="{FF2B5EF4-FFF2-40B4-BE49-F238E27FC236}">
                  <a16:creationId xmlns:a16="http://schemas.microsoft.com/office/drawing/2014/main" id="{B57A01DE-1CE0-473F-BFBC-953845BD515E}"/>
                </a:ext>
              </a:extLst>
            </p:cNvPr>
            <p:cNvSpPr/>
            <p:nvPr/>
          </p:nvSpPr>
          <p:spPr>
            <a:xfrm>
              <a:off x="0" y="551919"/>
              <a:ext cx="1136072" cy="294047"/>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0" name="矩形 9">
              <a:extLst>
                <a:ext uri="{FF2B5EF4-FFF2-40B4-BE49-F238E27FC236}">
                  <a16:creationId xmlns:a16="http://schemas.microsoft.com/office/drawing/2014/main" id="{96E742AE-2026-40D4-B7D4-325185E7DA57}"/>
                </a:ext>
              </a:extLst>
            </p:cNvPr>
            <p:cNvSpPr/>
            <p:nvPr/>
          </p:nvSpPr>
          <p:spPr>
            <a:xfrm>
              <a:off x="323274" y="300434"/>
              <a:ext cx="364736" cy="545532"/>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1" name="矩形 10">
              <a:extLst>
                <a:ext uri="{FF2B5EF4-FFF2-40B4-BE49-F238E27FC236}">
                  <a16:creationId xmlns:a16="http://schemas.microsoft.com/office/drawing/2014/main" id="{645C1E27-5297-46D4-8389-5A37CA1DD237}"/>
                </a:ext>
              </a:extLst>
            </p:cNvPr>
            <p:cNvSpPr/>
            <p:nvPr/>
          </p:nvSpPr>
          <p:spPr>
            <a:xfrm>
              <a:off x="688011" y="-18269"/>
              <a:ext cx="448062" cy="570187"/>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2" name="矩形 11">
              <a:extLst>
                <a:ext uri="{FF2B5EF4-FFF2-40B4-BE49-F238E27FC236}">
                  <a16:creationId xmlns:a16="http://schemas.microsoft.com/office/drawing/2014/main" id="{9E82ED21-678D-45D4-8A9D-D1F391FA6F5F}"/>
                </a:ext>
              </a:extLst>
            </p:cNvPr>
            <p:cNvSpPr/>
            <p:nvPr/>
          </p:nvSpPr>
          <p:spPr>
            <a:xfrm>
              <a:off x="688010" y="295565"/>
              <a:ext cx="448062" cy="256354"/>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3" name="矩形 12">
              <a:extLst>
                <a:ext uri="{FF2B5EF4-FFF2-40B4-BE49-F238E27FC236}">
                  <a16:creationId xmlns:a16="http://schemas.microsoft.com/office/drawing/2014/main" id="{71B67A05-980D-4B85-BFA9-BB6839BE7D54}"/>
                </a:ext>
              </a:extLst>
            </p:cNvPr>
            <p:cNvSpPr/>
            <p:nvPr/>
          </p:nvSpPr>
          <p:spPr>
            <a:xfrm>
              <a:off x="688010" y="551918"/>
              <a:ext cx="448061" cy="294047"/>
            </a:xfrm>
            <a:prstGeom prst="rect">
              <a:avLst/>
            </a:prstGeom>
            <a:solidFill>
              <a:srgbClr val="D7000F"/>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sp>
        <p:nvSpPr>
          <p:cNvPr id="14" name="矩形 13">
            <a:extLst>
              <a:ext uri="{FF2B5EF4-FFF2-40B4-BE49-F238E27FC236}">
                <a16:creationId xmlns:a16="http://schemas.microsoft.com/office/drawing/2014/main" id="{A07852E5-18ED-4342-8617-434AF51E6693}"/>
              </a:ext>
            </a:extLst>
          </p:cNvPr>
          <p:cNvSpPr/>
          <p:nvPr userDrawn="1"/>
        </p:nvSpPr>
        <p:spPr>
          <a:xfrm>
            <a:off x="-14483" y="6631260"/>
            <a:ext cx="9112302" cy="70030"/>
          </a:xfrm>
          <a:prstGeom prst="rect">
            <a:avLst/>
          </a:prstGeom>
          <a:gradFill>
            <a:gsLst>
              <a:gs pos="100000">
                <a:srgbClr val="D7000F">
                  <a:alpha val="20000"/>
                </a:srgbClr>
              </a:gs>
              <a:gs pos="64000">
                <a:srgbClr val="D7000F">
                  <a:alpha val="50000"/>
                </a:srgbClr>
              </a:gs>
              <a:gs pos="31000">
                <a:srgbClr val="D7000F">
                  <a:alpha val="60000"/>
                </a:srgbClr>
              </a:gs>
              <a:gs pos="0">
                <a:srgbClr val="D7000F"/>
              </a:gs>
            </a:gsLst>
            <a:lin ang="2400000" scaled="0"/>
          </a:gra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pic>
        <p:nvPicPr>
          <p:cNvPr id="16" name="图片 15" descr="文本&#10;&#10;描述已自动生成">
            <a:extLst>
              <a:ext uri="{FF2B5EF4-FFF2-40B4-BE49-F238E27FC236}">
                <a16:creationId xmlns:a16="http://schemas.microsoft.com/office/drawing/2014/main" id="{FE70EF5C-ACA0-4A13-89C1-BD7D5AB87BC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264352" y="6144751"/>
            <a:ext cx="2641353" cy="973017"/>
          </a:xfrm>
          <a:prstGeom prst="rect">
            <a:avLst/>
          </a:prstGeom>
        </p:spPr>
      </p:pic>
    </p:spTree>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914400" y="115888"/>
            <a:ext cx="10363200"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914400" y="6248400"/>
            <a:ext cx="2540000" cy="45720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8737600" y="6248400"/>
            <a:ext cx="2540000" cy="457200"/>
          </a:xfrm>
          <a:prstGeom prst="rect">
            <a:avLst/>
          </a:prstGeom>
        </p:spPr>
        <p:txBody>
          <a:bodyPr/>
          <a:lstStyle>
            <a:lvl1pPr>
              <a:defRPr/>
            </a:lvl1pPr>
          </a:lstStyle>
          <a:p>
            <a:fld id="{C4CA0FDB-3C96-4F80-8C31-ADBD4276175E}" type="slidenum">
              <a:rPr lang="en-US" altLang="zh-CN"/>
              <a:pPr/>
              <a:t>‹#›</a:t>
            </a:fld>
            <a:endParaRPr lang="en-US" altLang="zh-CN"/>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284EC08-A8D8-44C4-8645-6C1DB1686FFF}"/>
              </a:ext>
            </a:extLst>
          </p:cNvPr>
          <p:cNvPicPr>
            <a:picLocks noChangeAspect="1"/>
          </p:cNvPicPr>
          <p:nvPr userDrawn="1"/>
        </p:nvPicPr>
        <p:blipFill>
          <a:blip r:embed="rId2"/>
          <a:stretch>
            <a:fillRect/>
          </a:stretch>
        </p:blipFill>
        <p:spPr>
          <a:xfrm>
            <a:off x="-1032792" y="3021330"/>
            <a:ext cx="371475" cy="342900"/>
          </a:xfrm>
          <a:prstGeom prst="rect">
            <a:avLst/>
          </a:prstGeom>
        </p:spPr>
      </p:pic>
      <p:sp>
        <p:nvSpPr>
          <p:cNvPr id="7" name="矩形 6">
            <a:extLst>
              <a:ext uri="{FF2B5EF4-FFF2-40B4-BE49-F238E27FC236}">
                <a16:creationId xmlns:a16="http://schemas.microsoft.com/office/drawing/2014/main" id="{03B68388-6482-47AA-B23D-54697538AC93}"/>
              </a:ext>
            </a:extLst>
          </p:cNvPr>
          <p:cNvSpPr/>
          <p:nvPr userDrawn="1"/>
        </p:nvSpPr>
        <p:spPr bwMode="auto">
          <a:xfrm>
            <a:off x="0" y="0"/>
            <a:ext cx="12192000" cy="6858000"/>
          </a:xfrm>
          <a:prstGeom prst="rect">
            <a:avLst/>
          </a:prstGeom>
          <a:solidFill>
            <a:srgbClr val="C0192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垂直排列标题与文本">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721234118"/>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B56CF960-5613-4363-9E14-14A8BF1EBB1E}"/>
              </a:ext>
            </a:extLst>
          </p:cNvPr>
          <p:cNvSpPr/>
          <p:nvPr userDrawn="1"/>
        </p:nvSpPr>
        <p:spPr>
          <a:xfrm>
            <a:off x="1136072" y="295564"/>
            <a:ext cx="11055928" cy="550402"/>
          </a:xfrm>
          <a:prstGeom prst="rect">
            <a:avLst/>
          </a:prstGeom>
          <a:gradFill>
            <a:gsLst>
              <a:gs pos="100000">
                <a:srgbClr val="D7000F"/>
              </a:gs>
              <a:gs pos="0">
                <a:srgbClr val="D7000F"/>
              </a:gs>
            </a:gsLst>
            <a:lin ang="2400000" scaled="0"/>
          </a:gra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nvGrpSpPr>
          <p:cNvPr id="22" name="组合 21">
            <a:extLst>
              <a:ext uri="{FF2B5EF4-FFF2-40B4-BE49-F238E27FC236}">
                <a16:creationId xmlns:a16="http://schemas.microsoft.com/office/drawing/2014/main" id="{7B1461C2-7D0D-4E3C-8B47-25DCF9B20DC6}"/>
              </a:ext>
            </a:extLst>
          </p:cNvPr>
          <p:cNvGrpSpPr/>
          <p:nvPr userDrawn="1"/>
        </p:nvGrpSpPr>
        <p:grpSpPr>
          <a:xfrm>
            <a:off x="0" y="-18269"/>
            <a:ext cx="1136073" cy="864235"/>
            <a:chOff x="0" y="-18269"/>
            <a:chExt cx="1136073" cy="864235"/>
          </a:xfrm>
        </p:grpSpPr>
        <p:sp>
          <p:nvSpPr>
            <p:cNvPr id="23" name="矩形 22">
              <a:extLst>
                <a:ext uri="{FF2B5EF4-FFF2-40B4-BE49-F238E27FC236}">
                  <a16:creationId xmlns:a16="http://schemas.microsoft.com/office/drawing/2014/main" id="{968FD0F2-33A1-43B7-94AC-D1A0FC81FA0B}"/>
                </a:ext>
              </a:extLst>
            </p:cNvPr>
            <p:cNvSpPr/>
            <p:nvPr/>
          </p:nvSpPr>
          <p:spPr>
            <a:xfrm>
              <a:off x="0" y="551919"/>
              <a:ext cx="1136072" cy="294047"/>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24" name="矩形 23">
              <a:extLst>
                <a:ext uri="{FF2B5EF4-FFF2-40B4-BE49-F238E27FC236}">
                  <a16:creationId xmlns:a16="http://schemas.microsoft.com/office/drawing/2014/main" id="{63006E15-5CC6-4E2B-974F-5505320A49A0}"/>
                </a:ext>
              </a:extLst>
            </p:cNvPr>
            <p:cNvSpPr/>
            <p:nvPr/>
          </p:nvSpPr>
          <p:spPr>
            <a:xfrm>
              <a:off x="323274" y="300434"/>
              <a:ext cx="364736" cy="545532"/>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25" name="矩形 24">
              <a:extLst>
                <a:ext uri="{FF2B5EF4-FFF2-40B4-BE49-F238E27FC236}">
                  <a16:creationId xmlns:a16="http://schemas.microsoft.com/office/drawing/2014/main" id="{E4DFBFD1-EA9E-4E6B-BEDE-0C3408961645}"/>
                </a:ext>
              </a:extLst>
            </p:cNvPr>
            <p:cNvSpPr/>
            <p:nvPr/>
          </p:nvSpPr>
          <p:spPr>
            <a:xfrm>
              <a:off x="688011" y="-18269"/>
              <a:ext cx="448062" cy="570187"/>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26" name="矩形 25">
              <a:extLst>
                <a:ext uri="{FF2B5EF4-FFF2-40B4-BE49-F238E27FC236}">
                  <a16:creationId xmlns:a16="http://schemas.microsoft.com/office/drawing/2014/main" id="{0F4E1A74-684B-41DA-B988-56C6439CBC73}"/>
                </a:ext>
              </a:extLst>
            </p:cNvPr>
            <p:cNvSpPr/>
            <p:nvPr/>
          </p:nvSpPr>
          <p:spPr>
            <a:xfrm>
              <a:off x="688010" y="295565"/>
              <a:ext cx="448062" cy="256354"/>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27" name="矩形 26">
              <a:extLst>
                <a:ext uri="{FF2B5EF4-FFF2-40B4-BE49-F238E27FC236}">
                  <a16:creationId xmlns:a16="http://schemas.microsoft.com/office/drawing/2014/main" id="{17248F34-2C9B-45E0-A8F0-6337A327BFF4}"/>
                </a:ext>
              </a:extLst>
            </p:cNvPr>
            <p:cNvSpPr/>
            <p:nvPr/>
          </p:nvSpPr>
          <p:spPr>
            <a:xfrm>
              <a:off x="688010" y="551918"/>
              <a:ext cx="448061" cy="294047"/>
            </a:xfrm>
            <a:prstGeom prst="rect">
              <a:avLst/>
            </a:prstGeom>
            <a:solidFill>
              <a:srgbClr val="D7000F"/>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sp>
        <p:nvSpPr>
          <p:cNvPr id="28" name="矩形 27">
            <a:extLst>
              <a:ext uri="{FF2B5EF4-FFF2-40B4-BE49-F238E27FC236}">
                <a16:creationId xmlns:a16="http://schemas.microsoft.com/office/drawing/2014/main" id="{968F4294-188D-4257-9B6F-6E7514261A97}"/>
              </a:ext>
            </a:extLst>
          </p:cNvPr>
          <p:cNvSpPr/>
          <p:nvPr userDrawn="1"/>
        </p:nvSpPr>
        <p:spPr>
          <a:xfrm>
            <a:off x="-14483" y="6631260"/>
            <a:ext cx="9112302" cy="70030"/>
          </a:xfrm>
          <a:prstGeom prst="rect">
            <a:avLst/>
          </a:prstGeom>
          <a:gradFill>
            <a:gsLst>
              <a:gs pos="100000">
                <a:srgbClr val="D7000F">
                  <a:alpha val="20000"/>
                </a:srgbClr>
              </a:gs>
              <a:gs pos="64000">
                <a:srgbClr val="D7000F">
                  <a:alpha val="50000"/>
                </a:srgbClr>
              </a:gs>
              <a:gs pos="31000">
                <a:srgbClr val="D7000F">
                  <a:alpha val="60000"/>
                </a:srgbClr>
              </a:gs>
              <a:gs pos="0">
                <a:srgbClr val="D7000F"/>
              </a:gs>
            </a:gsLst>
            <a:lin ang="2400000" scaled="0"/>
          </a:gra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pic>
        <p:nvPicPr>
          <p:cNvPr id="29" name="图片 28" descr="文本&#10;&#10;描述已自动生成">
            <a:extLst>
              <a:ext uri="{FF2B5EF4-FFF2-40B4-BE49-F238E27FC236}">
                <a16:creationId xmlns:a16="http://schemas.microsoft.com/office/drawing/2014/main" id="{BC7FD4F5-F6C5-40DA-A03E-06C55AE51873}"/>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9264352" y="6144751"/>
            <a:ext cx="2641353" cy="97301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zoom/>
  </p:transition>
  <p:txStyles>
    <p:titleStyle>
      <a:lvl1pPr algn="ctr" rtl="0" fontAlgn="base">
        <a:spcBef>
          <a:spcPct val="0"/>
        </a:spcBef>
        <a:spcAft>
          <a:spcPct val="0"/>
        </a:spcAft>
        <a:defRPr kumimoji="1" sz="4400" b="1">
          <a:solidFill>
            <a:schemeClr val="tx2"/>
          </a:solidFill>
          <a:effectLst>
            <a:outerShdw blurRad="38100" dist="38100" dir="2700000" algn="tl">
              <a:srgbClr val="FFFFFF"/>
            </a:outerShdw>
          </a:effectLst>
          <a:latin typeface="+mj-lt"/>
          <a:ea typeface="+mj-ea"/>
          <a:cs typeface="+mj-cs"/>
        </a:defRPr>
      </a:lvl1pPr>
      <a:lvl2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2pPr>
      <a:lvl3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3pPr>
      <a:lvl4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4pPr>
      <a:lvl5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5pPr>
      <a:lvl6pPr marL="4572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6pPr>
      <a:lvl7pPr marL="9144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7pPr>
      <a:lvl8pPr marL="13716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8pPr>
      <a:lvl9pPr marL="18288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9pPr>
    </p:titleStyle>
    <p:body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audio" Target="../media/audio2.wav"/></Relationships>
</file>

<file path=ppt/slides/_rels/slide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1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audio" Target="../media/audio3.wav"/><Relationship Id="rId4" Type="http://schemas.openxmlformats.org/officeDocument/2006/relationships/audio" Target="../media/audio2.wav"/></Relationships>
</file>

<file path=ppt/slides/_rels/slide1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1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audio" Target="../media/audio3.wav"/><Relationship Id="rId4" Type="http://schemas.openxmlformats.org/officeDocument/2006/relationships/audio" Target="../media/audio2.wav"/></Relationships>
</file>

<file path=ppt/slides/_rels/slide1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audio" Target="../media/audio3.wav"/><Relationship Id="rId4" Type="http://schemas.openxmlformats.org/officeDocument/2006/relationships/audio" Target="../media/audio2.wav"/></Relationships>
</file>

<file path=ppt/slides/_rels/slide1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audio" Target="../media/audio3.wav"/><Relationship Id="rId4" Type="http://schemas.openxmlformats.org/officeDocument/2006/relationships/audio" Target="../media/audio2.wav"/></Relationships>
</file>

<file path=ppt/slides/_rels/slide1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audio" Target="../media/audio3.wav"/><Relationship Id="rId4" Type="http://schemas.openxmlformats.org/officeDocument/2006/relationships/audio" Target="../media/audio2.wav"/></Relationships>
</file>

<file path=ppt/slides/_rels/slide2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2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2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audio" Target="../media/audio3.wav"/><Relationship Id="rId4" Type="http://schemas.openxmlformats.org/officeDocument/2006/relationships/audio" Target="../media/audio2.wav"/></Relationships>
</file>

<file path=ppt/slides/_rels/slide2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2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2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slide" Target="slide13.xml"/><Relationship Id="rId5" Type="http://schemas.openxmlformats.org/officeDocument/2006/relationships/audio" Target="../media/audio2.wav"/><Relationship Id="rId4" Type="http://schemas.openxmlformats.org/officeDocument/2006/relationships/audio" Target="../media/audio4.wav"/></Relationships>
</file>

<file path=ppt/slides/_rels/slide28.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2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3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audio" Target="../media/audio3.wav"/><Relationship Id="rId4" Type="http://schemas.openxmlformats.org/officeDocument/2006/relationships/audio" Target="../media/audio2.wav"/></Relationships>
</file>

<file path=ppt/slides/_rels/slide3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3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3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3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3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audio" Target="../media/audio3.wav"/><Relationship Id="rId5" Type="http://schemas.openxmlformats.org/officeDocument/2006/relationships/audio" Target="../media/audio5.wav"/><Relationship Id="rId4" Type="http://schemas.openxmlformats.org/officeDocument/2006/relationships/audio" Target="../media/audio2.wav"/></Relationships>
</file>

<file path=ppt/slides/_rels/slide3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audio" Target="../media/audio5.wav"/><Relationship Id="rId5" Type="http://schemas.openxmlformats.org/officeDocument/2006/relationships/audio" Target="../media/audio3.wav"/><Relationship Id="rId4" Type="http://schemas.openxmlformats.org/officeDocument/2006/relationships/audio" Target="../media/audio2.wav"/></Relationships>
</file>

<file path=ppt/slides/_rels/slide3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4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41.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4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audio" Target="../media/audio2.wav"/><Relationship Id="rId4" Type="http://schemas.openxmlformats.org/officeDocument/2006/relationships/audio" Target="../media/audio3.wav"/></Relationships>
</file>

<file path=ppt/slides/_rels/slide5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audio" Target="../media/audio2.wav"/><Relationship Id="rId4" Type="http://schemas.openxmlformats.org/officeDocument/2006/relationships/audio" Target="../media/audio3.wav"/></Relationships>
</file>

<file path=ppt/slides/_rels/slide5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5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audio" Target="../media/audio3.wav"/><Relationship Id="rId4" Type="http://schemas.openxmlformats.org/officeDocument/2006/relationships/audio" Target="../media/audio2.wav"/></Relationships>
</file>

<file path=ppt/slides/_rels/slide5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5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audio" Target="../media/audio6.wav"/><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audio" Target="../media/audio3.wav"/></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01920"/>
        </a:solidFill>
        <a:effectLst/>
      </p:bgPr>
    </p:bg>
    <p:spTree>
      <p:nvGrpSpPr>
        <p:cNvPr id="1" name=""/>
        <p:cNvGrpSpPr/>
        <p:nvPr/>
      </p:nvGrpSpPr>
      <p:grpSpPr>
        <a:xfrm>
          <a:off x="0" y="0"/>
          <a:ext cx="0" cy="0"/>
          <a:chOff x="0" y="0"/>
          <a:chExt cx="0" cy="0"/>
        </a:xfrm>
      </p:grpSpPr>
      <p:grpSp>
        <p:nvGrpSpPr>
          <p:cNvPr id="466990" name="组合 466989">
            <a:extLst>
              <a:ext uri="{FF2B5EF4-FFF2-40B4-BE49-F238E27FC236}">
                <a16:creationId xmlns:a16="http://schemas.microsoft.com/office/drawing/2014/main" id="{90DA2393-20F0-4F22-A673-37EFCBE3CBB7}"/>
              </a:ext>
            </a:extLst>
          </p:cNvPr>
          <p:cNvGrpSpPr/>
          <p:nvPr/>
        </p:nvGrpSpPr>
        <p:grpSpPr>
          <a:xfrm>
            <a:off x="2734933" y="1239143"/>
            <a:ext cx="5668582" cy="6031728"/>
            <a:chOff x="1319586" y="1051455"/>
            <a:chExt cx="5668582" cy="5256585"/>
          </a:xfrm>
          <a:noFill/>
        </p:grpSpPr>
        <p:grpSp>
          <p:nvGrpSpPr>
            <p:cNvPr id="466988" name="组合 466987">
              <a:extLst>
                <a:ext uri="{FF2B5EF4-FFF2-40B4-BE49-F238E27FC236}">
                  <a16:creationId xmlns:a16="http://schemas.microsoft.com/office/drawing/2014/main" id="{47849CA3-A394-49F2-AD5A-D3DDF8E5D932}"/>
                </a:ext>
              </a:extLst>
            </p:cNvPr>
            <p:cNvGrpSpPr/>
            <p:nvPr/>
          </p:nvGrpSpPr>
          <p:grpSpPr>
            <a:xfrm>
              <a:off x="1319586" y="1232940"/>
              <a:ext cx="4837921" cy="4232797"/>
              <a:chOff x="4426431" y="860338"/>
              <a:chExt cx="4837921" cy="4232797"/>
            </a:xfrm>
            <a:grpFill/>
          </p:grpSpPr>
          <p:sp>
            <p:nvSpPr>
              <p:cNvPr id="56" name="矩形: 圆顶角 55">
                <a:extLst>
                  <a:ext uri="{FF2B5EF4-FFF2-40B4-BE49-F238E27FC236}">
                    <a16:creationId xmlns:a16="http://schemas.microsoft.com/office/drawing/2014/main" id="{34E73DA9-BC8D-436A-A664-0989F146C2E5}"/>
                  </a:ext>
                </a:extLst>
              </p:cNvPr>
              <p:cNvSpPr/>
              <p:nvPr/>
            </p:nvSpPr>
            <p:spPr bwMode="auto">
              <a:xfrm rot="16200000">
                <a:off x="6101055" y="1929838"/>
                <a:ext cx="2867104" cy="3459490"/>
              </a:xfrm>
              <a:custGeom>
                <a:avLst/>
                <a:gdLst>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 name="connsiteX0" fmla="*/ 6578915 w 8968159"/>
                  <a:gd name="connsiteY0" fmla="*/ 1929838 h 5389328"/>
                  <a:gd name="connsiteX1" fmla="*/ 0 w 8968159"/>
                  <a:gd name="connsiteY1" fmla="*/ 0 h 5389328"/>
                  <a:gd name="connsiteX2" fmla="*/ 8490299 w 8968159"/>
                  <a:gd name="connsiteY2" fmla="*/ 1929838 h 5389328"/>
                  <a:gd name="connsiteX3" fmla="*/ 8968159 w 8968159"/>
                  <a:gd name="connsiteY3" fmla="*/ 2407698 h 5389328"/>
                  <a:gd name="connsiteX4" fmla="*/ 8968159 w 8968159"/>
                  <a:gd name="connsiteY4" fmla="*/ 5389328 h 5389328"/>
                  <a:gd name="connsiteX5" fmla="*/ 8968159 w 8968159"/>
                  <a:gd name="connsiteY5" fmla="*/ 5389328 h 5389328"/>
                  <a:gd name="connsiteX6" fmla="*/ 6101055 w 8968159"/>
                  <a:gd name="connsiteY6" fmla="*/ 5389328 h 5389328"/>
                  <a:gd name="connsiteX7" fmla="*/ 6101055 w 8968159"/>
                  <a:gd name="connsiteY7" fmla="*/ 5389328 h 5389328"/>
                  <a:gd name="connsiteX8" fmla="*/ 6101055 w 8968159"/>
                  <a:gd name="connsiteY8" fmla="*/ 2407698 h 5389328"/>
                  <a:gd name="connsiteX9" fmla="*/ 6578915 w 8968159"/>
                  <a:gd name="connsiteY9" fmla="*/ 1929838 h 5389328"/>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67104" h="3459490">
                    <a:moveTo>
                      <a:pt x="477860" y="0"/>
                    </a:moveTo>
                    <a:lnTo>
                      <a:pt x="2389244" y="0"/>
                    </a:lnTo>
                    <a:cubicBezTo>
                      <a:pt x="2653159" y="0"/>
                      <a:pt x="2867104" y="213945"/>
                      <a:pt x="2867104" y="477860"/>
                    </a:cubicBezTo>
                    <a:lnTo>
                      <a:pt x="2867104" y="3459490"/>
                    </a:lnTo>
                    <a:lnTo>
                      <a:pt x="2867104" y="3459490"/>
                    </a:lnTo>
                    <a:lnTo>
                      <a:pt x="0" y="3459490"/>
                    </a:lnTo>
                    <a:lnTo>
                      <a:pt x="0" y="3459490"/>
                    </a:lnTo>
                    <a:lnTo>
                      <a:pt x="0" y="477860"/>
                    </a:lnTo>
                    <a:cubicBezTo>
                      <a:pt x="0" y="213945"/>
                      <a:pt x="213945" y="0"/>
                      <a:pt x="477860" y="0"/>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466958" name="任意多边形: 形状 466957">
                <a:extLst>
                  <a:ext uri="{FF2B5EF4-FFF2-40B4-BE49-F238E27FC236}">
                    <a16:creationId xmlns:a16="http://schemas.microsoft.com/office/drawing/2014/main" id="{62D9AFFB-BF60-4B90-91C5-D6F2AB5FA62F}"/>
                  </a:ext>
                </a:extLst>
              </p:cNvPr>
              <p:cNvSpPr/>
              <p:nvPr/>
            </p:nvSpPr>
            <p:spPr bwMode="auto">
              <a:xfrm>
                <a:off x="5760395" y="2181976"/>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59" name="任意多边形: 形状 466958">
                <a:extLst>
                  <a:ext uri="{FF2B5EF4-FFF2-40B4-BE49-F238E27FC236}">
                    <a16:creationId xmlns:a16="http://schemas.microsoft.com/office/drawing/2014/main" id="{494EA9CB-8869-4422-B197-F5480FE45B0A}"/>
                  </a:ext>
                </a:extLst>
              </p:cNvPr>
              <p:cNvSpPr/>
              <p:nvPr/>
            </p:nvSpPr>
            <p:spPr bwMode="auto">
              <a:xfrm>
                <a:off x="5715931" y="2137922"/>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0" name="任意多边形: 形状 466959">
                <a:extLst>
                  <a:ext uri="{FF2B5EF4-FFF2-40B4-BE49-F238E27FC236}">
                    <a16:creationId xmlns:a16="http://schemas.microsoft.com/office/drawing/2014/main" id="{B042FD86-A0B7-4149-8398-29E8B2039CA8}"/>
                  </a:ext>
                </a:extLst>
              </p:cNvPr>
              <p:cNvSpPr/>
              <p:nvPr/>
            </p:nvSpPr>
            <p:spPr bwMode="auto">
              <a:xfrm>
                <a:off x="5671464" y="2093867"/>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1" name="任意多边形: 形状 466960">
                <a:extLst>
                  <a:ext uri="{FF2B5EF4-FFF2-40B4-BE49-F238E27FC236}">
                    <a16:creationId xmlns:a16="http://schemas.microsoft.com/office/drawing/2014/main" id="{33E40499-0A00-469C-B532-5C731717B7DC}"/>
                  </a:ext>
                </a:extLst>
              </p:cNvPr>
              <p:cNvSpPr/>
              <p:nvPr/>
            </p:nvSpPr>
            <p:spPr bwMode="auto">
              <a:xfrm>
                <a:off x="5627000" y="2049811"/>
                <a:ext cx="3459490" cy="2867105"/>
              </a:xfrm>
              <a:custGeom>
                <a:avLst/>
                <a:gdLst>
                  <a:gd name="connsiteX0" fmla="*/ 0 w 3459490"/>
                  <a:gd name="connsiteY0" fmla="*/ 2389245 h 2867105"/>
                  <a:gd name="connsiteX1" fmla="*/ 13 w 3459490"/>
                  <a:gd name="connsiteY1" fmla="*/ 477860 h 2867105"/>
                  <a:gd name="connsiteX2" fmla="*/ 477860 w 3459490"/>
                  <a:gd name="connsiteY2" fmla="*/ 0 h 2867105"/>
                  <a:gd name="connsiteX3" fmla="*/ 3459490 w 3459490"/>
                  <a:gd name="connsiteY3" fmla="*/ 0 h 2867105"/>
                  <a:gd name="connsiteX4" fmla="*/ 3459490 w 3459490"/>
                  <a:gd name="connsiteY4" fmla="*/ 0 h 2867105"/>
                  <a:gd name="connsiteX5" fmla="*/ 3459490 w 3459490"/>
                  <a:gd name="connsiteY5" fmla="*/ 2867105 h 2867105"/>
                  <a:gd name="connsiteX6" fmla="*/ 3459490 w 3459490"/>
                  <a:gd name="connsiteY6" fmla="*/ 2867105 h 2867105"/>
                  <a:gd name="connsiteX7" fmla="*/ 477860 w 3459490"/>
                  <a:gd name="connsiteY7" fmla="*/ 2867105 h 2867105"/>
                  <a:gd name="connsiteX8" fmla="*/ 0 w 3459490"/>
                  <a:gd name="connsiteY8" fmla="*/ 2389245 h 2867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5">
                    <a:moveTo>
                      <a:pt x="0" y="2389245"/>
                    </a:moveTo>
                    <a:lnTo>
                      <a:pt x="13" y="477860"/>
                    </a:lnTo>
                    <a:cubicBezTo>
                      <a:pt x="0" y="213946"/>
                      <a:pt x="213945" y="0"/>
                      <a:pt x="477860" y="0"/>
                    </a:cubicBezTo>
                    <a:lnTo>
                      <a:pt x="3459490" y="0"/>
                    </a:lnTo>
                    <a:lnTo>
                      <a:pt x="3459490" y="0"/>
                    </a:lnTo>
                    <a:lnTo>
                      <a:pt x="3459490" y="2867105"/>
                    </a:lnTo>
                    <a:lnTo>
                      <a:pt x="3459490" y="2867105"/>
                    </a:lnTo>
                    <a:lnTo>
                      <a:pt x="477860" y="2867105"/>
                    </a:lnTo>
                    <a:cubicBezTo>
                      <a:pt x="213945" y="2867105"/>
                      <a:pt x="0" y="2653160"/>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2" name="任意多边形: 形状 466961">
                <a:extLst>
                  <a:ext uri="{FF2B5EF4-FFF2-40B4-BE49-F238E27FC236}">
                    <a16:creationId xmlns:a16="http://schemas.microsoft.com/office/drawing/2014/main" id="{D083F042-0879-45F3-A207-BF0D2EC1AD9C}"/>
                  </a:ext>
                </a:extLst>
              </p:cNvPr>
              <p:cNvSpPr/>
              <p:nvPr/>
            </p:nvSpPr>
            <p:spPr bwMode="auto">
              <a:xfrm>
                <a:off x="5582533" y="2005758"/>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3" name="任意多边形: 形状 466962">
                <a:extLst>
                  <a:ext uri="{FF2B5EF4-FFF2-40B4-BE49-F238E27FC236}">
                    <a16:creationId xmlns:a16="http://schemas.microsoft.com/office/drawing/2014/main" id="{CA88892A-146D-4C2E-B891-97B3AF4A4C42}"/>
                  </a:ext>
                </a:extLst>
              </p:cNvPr>
              <p:cNvSpPr/>
              <p:nvPr/>
            </p:nvSpPr>
            <p:spPr bwMode="auto">
              <a:xfrm>
                <a:off x="5538069" y="196170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4" name="任意多边形: 形状 466963">
                <a:extLst>
                  <a:ext uri="{FF2B5EF4-FFF2-40B4-BE49-F238E27FC236}">
                    <a16:creationId xmlns:a16="http://schemas.microsoft.com/office/drawing/2014/main" id="{FB28D25E-670E-47ED-8799-2BB2C1A45443}"/>
                  </a:ext>
                </a:extLst>
              </p:cNvPr>
              <p:cNvSpPr/>
              <p:nvPr/>
            </p:nvSpPr>
            <p:spPr bwMode="auto">
              <a:xfrm>
                <a:off x="5493602" y="1917649"/>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5" name="任意多边形: 形状 466964">
                <a:extLst>
                  <a:ext uri="{FF2B5EF4-FFF2-40B4-BE49-F238E27FC236}">
                    <a16:creationId xmlns:a16="http://schemas.microsoft.com/office/drawing/2014/main" id="{1FD4C06D-70F0-4FF2-BEAD-6E88DD6FDC13}"/>
                  </a:ext>
                </a:extLst>
              </p:cNvPr>
              <p:cNvSpPr/>
              <p:nvPr/>
            </p:nvSpPr>
            <p:spPr bwMode="auto">
              <a:xfrm>
                <a:off x="5449138" y="1873594"/>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6" name="任意多边形: 形状 466965">
                <a:extLst>
                  <a:ext uri="{FF2B5EF4-FFF2-40B4-BE49-F238E27FC236}">
                    <a16:creationId xmlns:a16="http://schemas.microsoft.com/office/drawing/2014/main" id="{9EE30DBB-6592-4438-82EB-D778B287E33D}"/>
                  </a:ext>
                </a:extLst>
              </p:cNvPr>
              <p:cNvSpPr/>
              <p:nvPr/>
            </p:nvSpPr>
            <p:spPr bwMode="auto">
              <a:xfrm>
                <a:off x="5404671" y="1829539"/>
                <a:ext cx="3459491" cy="2867104"/>
              </a:xfrm>
              <a:custGeom>
                <a:avLst/>
                <a:gdLst>
                  <a:gd name="connsiteX0" fmla="*/ 0 w 3459491"/>
                  <a:gd name="connsiteY0" fmla="*/ 2389245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5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5"/>
                    </a:moveTo>
                    <a:lnTo>
                      <a:pt x="13" y="477860"/>
                    </a:lnTo>
                    <a:cubicBezTo>
                      <a:pt x="0" y="213946"/>
                      <a:pt x="213946" y="0"/>
                      <a:pt x="477860" y="0"/>
                    </a:cubicBezTo>
                    <a:lnTo>
                      <a:pt x="3459491" y="0"/>
                    </a:lnTo>
                    <a:lnTo>
                      <a:pt x="3459491" y="0"/>
                    </a:lnTo>
                    <a:lnTo>
                      <a:pt x="3459491" y="2867104"/>
                    </a:lnTo>
                    <a:lnTo>
                      <a:pt x="3459491" y="2867104"/>
                    </a:lnTo>
                    <a:lnTo>
                      <a:pt x="477860" y="2867104"/>
                    </a:lnTo>
                    <a:cubicBezTo>
                      <a:pt x="213946" y="2867104"/>
                      <a:pt x="0" y="2653159"/>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7" name="任意多边形: 形状 466966">
                <a:extLst>
                  <a:ext uri="{FF2B5EF4-FFF2-40B4-BE49-F238E27FC236}">
                    <a16:creationId xmlns:a16="http://schemas.microsoft.com/office/drawing/2014/main" id="{0EA352E2-0DF8-42FC-9D07-EB8EE1456A5A}"/>
                  </a:ext>
                </a:extLst>
              </p:cNvPr>
              <p:cNvSpPr/>
              <p:nvPr/>
            </p:nvSpPr>
            <p:spPr bwMode="auto">
              <a:xfrm>
                <a:off x="5360207" y="1785485"/>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8" name="任意多边形: 形状 466967">
                <a:extLst>
                  <a:ext uri="{FF2B5EF4-FFF2-40B4-BE49-F238E27FC236}">
                    <a16:creationId xmlns:a16="http://schemas.microsoft.com/office/drawing/2014/main" id="{54588078-9E32-4766-A8B8-140045943AA9}"/>
                  </a:ext>
                </a:extLst>
              </p:cNvPr>
              <p:cNvSpPr/>
              <p:nvPr/>
            </p:nvSpPr>
            <p:spPr bwMode="auto">
              <a:xfrm>
                <a:off x="5315740" y="1741430"/>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9" name="任意多边形: 形状 466968">
                <a:extLst>
                  <a:ext uri="{FF2B5EF4-FFF2-40B4-BE49-F238E27FC236}">
                    <a16:creationId xmlns:a16="http://schemas.microsoft.com/office/drawing/2014/main" id="{FA514FA6-74F9-48BB-980B-7B8312E21653}"/>
                  </a:ext>
                </a:extLst>
              </p:cNvPr>
              <p:cNvSpPr/>
              <p:nvPr/>
            </p:nvSpPr>
            <p:spPr bwMode="auto">
              <a:xfrm>
                <a:off x="5271276" y="1697376"/>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0" name="任意多边形: 形状 466969">
                <a:extLst>
                  <a:ext uri="{FF2B5EF4-FFF2-40B4-BE49-F238E27FC236}">
                    <a16:creationId xmlns:a16="http://schemas.microsoft.com/office/drawing/2014/main" id="{88F1D9B7-AF83-4DDD-A889-D50E3162BDDC}"/>
                  </a:ext>
                </a:extLst>
              </p:cNvPr>
              <p:cNvSpPr/>
              <p:nvPr/>
            </p:nvSpPr>
            <p:spPr bwMode="auto">
              <a:xfrm>
                <a:off x="5226809" y="1653321"/>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5" y="0"/>
                      <a:pt x="477860" y="0"/>
                    </a:cubicBezTo>
                    <a:lnTo>
                      <a:pt x="3459491" y="0"/>
                    </a:lnTo>
                    <a:lnTo>
                      <a:pt x="3459491" y="0"/>
                    </a:lnTo>
                    <a:lnTo>
                      <a:pt x="3459491" y="2867104"/>
                    </a:lnTo>
                    <a:lnTo>
                      <a:pt x="3459491"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1" name="任意多边形: 形状 466970">
                <a:extLst>
                  <a:ext uri="{FF2B5EF4-FFF2-40B4-BE49-F238E27FC236}">
                    <a16:creationId xmlns:a16="http://schemas.microsoft.com/office/drawing/2014/main" id="{DF343671-04EE-41F9-A774-7D9F2E1E3811}"/>
                  </a:ext>
                </a:extLst>
              </p:cNvPr>
              <p:cNvSpPr/>
              <p:nvPr/>
            </p:nvSpPr>
            <p:spPr bwMode="auto">
              <a:xfrm>
                <a:off x="5182345" y="1609266"/>
                <a:ext cx="3459490" cy="2867104"/>
              </a:xfrm>
              <a:custGeom>
                <a:avLst/>
                <a:gdLst>
                  <a:gd name="connsiteX0" fmla="*/ 0 w 3459490"/>
                  <a:gd name="connsiteY0" fmla="*/ 2389245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5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5"/>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2" name="任意多边形: 形状 466971">
                <a:extLst>
                  <a:ext uri="{FF2B5EF4-FFF2-40B4-BE49-F238E27FC236}">
                    <a16:creationId xmlns:a16="http://schemas.microsoft.com/office/drawing/2014/main" id="{41D25F15-C331-4651-A2D6-E86049B272DB}"/>
                  </a:ext>
                </a:extLst>
              </p:cNvPr>
              <p:cNvSpPr/>
              <p:nvPr/>
            </p:nvSpPr>
            <p:spPr bwMode="auto">
              <a:xfrm>
                <a:off x="5137878" y="1565212"/>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5" y="0"/>
                      <a:pt x="477860" y="0"/>
                    </a:cubicBezTo>
                    <a:lnTo>
                      <a:pt x="3459491" y="0"/>
                    </a:lnTo>
                    <a:lnTo>
                      <a:pt x="3459491" y="0"/>
                    </a:lnTo>
                    <a:lnTo>
                      <a:pt x="3459491" y="2867104"/>
                    </a:lnTo>
                    <a:lnTo>
                      <a:pt x="3459491"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3" name="任意多边形: 形状 466972">
                <a:extLst>
                  <a:ext uri="{FF2B5EF4-FFF2-40B4-BE49-F238E27FC236}">
                    <a16:creationId xmlns:a16="http://schemas.microsoft.com/office/drawing/2014/main" id="{CD9EBE19-3D53-4D07-9B5F-0CF948C1BCB1}"/>
                  </a:ext>
                </a:extLst>
              </p:cNvPr>
              <p:cNvSpPr/>
              <p:nvPr/>
            </p:nvSpPr>
            <p:spPr bwMode="auto">
              <a:xfrm>
                <a:off x="5093414" y="1521157"/>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4" name="任意多边形: 形状 466973">
                <a:extLst>
                  <a:ext uri="{FF2B5EF4-FFF2-40B4-BE49-F238E27FC236}">
                    <a16:creationId xmlns:a16="http://schemas.microsoft.com/office/drawing/2014/main" id="{B7DF68E3-54CC-455F-A067-6F4658E8A900}"/>
                  </a:ext>
                </a:extLst>
              </p:cNvPr>
              <p:cNvSpPr/>
              <p:nvPr/>
            </p:nvSpPr>
            <p:spPr bwMode="auto">
              <a:xfrm>
                <a:off x="5048948" y="147710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5" name="任意多边形: 形状 466974">
                <a:extLst>
                  <a:ext uri="{FF2B5EF4-FFF2-40B4-BE49-F238E27FC236}">
                    <a16:creationId xmlns:a16="http://schemas.microsoft.com/office/drawing/2014/main" id="{54BB5C2B-8F60-4B1F-A5D7-444F44D5EB80}"/>
                  </a:ext>
                </a:extLst>
              </p:cNvPr>
              <p:cNvSpPr/>
              <p:nvPr/>
            </p:nvSpPr>
            <p:spPr bwMode="auto">
              <a:xfrm>
                <a:off x="5004483" y="1433048"/>
                <a:ext cx="3459490" cy="2867104"/>
              </a:xfrm>
              <a:custGeom>
                <a:avLst/>
                <a:gdLst>
                  <a:gd name="connsiteX0" fmla="*/ 0 w 3459490"/>
                  <a:gd name="connsiteY0" fmla="*/ 2389244 h 2867104"/>
                  <a:gd name="connsiteX1" fmla="*/ 13 w 3459490"/>
                  <a:gd name="connsiteY1" fmla="*/ 477860 h 2867104"/>
                  <a:gd name="connsiteX2" fmla="*/ 477859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59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59" y="0"/>
                    </a:cubicBezTo>
                    <a:lnTo>
                      <a:pt x="3459490" y="0"/>
                    </a:lnTo>
                    <a:lnTo>
                      <a:pt x="3459490" y="0"/>
                    </a:lnTo>
                    <a:lnTo>
                      <a:pt x="3459490" y="2867104"/>
                    </a:lnTo>
                    <a:lnTo>
                      <a:pt x="3459490" y="2867104"/>
                    </a:lnTo>
                    <a:lnTo>
                      <a:pt x="477859"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6" name="任意多边形: 形状 466975">
                <a:extLst>
                  <a:ext uri="{FF2B5EF4-FFF2-40B4-BE49-F238E27FC236}">
                    <a16:creationId xmlns:a16="http://schemas.microsoft.com/office/drawing/2014/main" id="{217B73B5-1C97-4293-8FB1-7F526507A90A}"/>
                  </a:ext>
                </a:extLst>
              </p:cNvPr>
              <p:cNvSpPr/>
              <p:nvPr/>
            </p:nvSpPr>
            <p:spPr bwMode="auto">
              <a:xfrm>
                <a:off x="4960017" y="138899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7" name="任意多边形: 形状 466976">
                <a:extLst>
                  <a:ext uri="{FF2B5EF4-FFF2-40B4-BE49-F238E27FC236}">
                    <a16:creationId xmlns:a16="http://schemas.microsoft.com/office/drawing/2014/main" id="{C984FC97-6EC5-4A31-BB5E-5DC882D064D5}"/>
                  </a:ext>
                </a:extLst>
              </p:cNvPr>
              <p:cNvSpPr/>
              <p:nvPr/>
            </p:nvSpPr>
            <p:spPr bwMode="auto">
              <a:xfrm>
                <a:off x="4915552" y="1344939"/>
                <a:ext cx="3459490" cy="2867104"/>
              </a:xfrm>
              <a:custGeom>
                <a:avLst/>
                <a:gdLst>
                  <a:gd name="connsiteX0" fmla="*/ 0 w 3459490"/>
                  <a:gd name="connsiteY0" fmla="*/ 2389244 h 2867104"/>
                  <a:gd name="connsiteX1" fmla="*/ 13 w 3459490"/>
                  <a:gd name="connsiteY1" fmla="*/ 477860 h 2867104"/>
                  <a:gd name="connsiteX2" fmla="*/ 477859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59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59" y="0"/>
                    </a:cubicBezTo>
                    <a:lnTo>
                      <a:pt x="3459490" y="0"/>
                    </a:lnTo>
                    <a:lnTo>
                      <a:pt x="3459490" y="0"/>
                    </a:lnTo>
                    <a:lnTo>
                      <a:pt x="3459490" y="2867104"/>
                    </a:lnTo>
                    <a:lnTo>
                      <a:pt x="3459490" y="2867104"/>
                    </a:lnTo>
                    <a:lnTo>
                      <a:pt x="477859"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8" name="任意多边形: 形状 466977">
                <a:extLst>
                  <a:ext uri="{FF2B5EF4-FFF2-40B4-BE49-F238E27FC236}">
                    <a16:creationId xmlns:a16="http://schemas.microsoft.com/office/drawing/2014/main" id="{9D5B62FE-4C38-49BA-96B9-F2F2C6C5195B}"/>
                  </a:ext>
                </a:extLst>
              </p:cNvPr>
              <p:cNvSpPr/>
              <p:nvPr/>
            </p:nvSpPr>
            <p:spPr bwMode="auto">
              <a:xfrm>
                <a:off x="4871086" y="1300884"/>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9" name="任意多边形: 形状 466978">
                <a:extLst>
                  <a:ext uri="{FF2B5EF4-FFF2-40B4-BE49-F238E27FC236}">
                    <a16:creationId xmlns:a16="http://schemas.microsoft.com/office/drawing/2014/main" id="{43FB0229-74A2-4B10-A1C8-9D916F26FC12}"/>
                  </a:ext>
                </a:extLst>
              </p:cNvPr>
              <p:cNvSpPr/>
              <p:nvPr/>
            </p:nvSpPr>
            <p:spPr bwMode="auto">
              <a:xfrm>
                <a:off x="4826621" y="1256828"/>
                <a:ext cx="3459490" cy="2867105"/>
              </a:xfrm>
              <a:custGeom>
                <a:avLst/>
                <a:gdLst>
                  <a:gd name="connsiteX0" fmla="*/ 0 w 3459490"/>
                  <a:gd name="connsiteY0" fmla="*/ 2389245 h 2867105"/>
                  <a:gd name="connsiteX1" fmla="*/ 13 w 3459490"/>
                  <a:gd name="connsiteY1" fmla="*/ 477860 h 2867105"/>
                  <a:gd name="connsiteX2" fmla="*/ 477859 w 3459490"/>
                  <a:gd name="connsiteY2" fmla="*/ 0 h 2867105"/>
                  <a:gd name="connsiteX3" fmla="*/ 3459490 w 3459490"/>
                  <a:gd name="connsiteY3" fmla="*/ 0 h 2867105"/>
                  <a:gd name="connsiteX4" fmla="*/ 3459490 w 3459490"/>
                  <a:gd name="connsiteY4" fmla="*/ 0 h 2867105"/>
                  <a:gd name="connsiteX5" fmla="*/ 3459490 w 3459490"/>
                  <a:gd name="connsiteY5" fmla="*/ 2867105 h 2867105"/>
                  <a:gd name="connsiteX6" fmla="*/ 3459490 w 3459490"/>
                  <a:gd name="connsiteY6" fmla="*/ 2867105 h 2867105"/>
                  <a:gd name="connsiteX7" fmla="*/ 477859 w 3459490"/>
                  <a:gd name="connsiteY7" fmla="*/ 2867105 h 2867105"/>
                  <a:gd name="connsiteX8" fmla="*/ 0 w 3459490"/>
                  <a:gd name="connsiteY8" fmla="*/ 2389245 h 2867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5">
                    <a:moveTo>
                      <a:pt x="0" y="2389245"/>
                    </a:moveTo>
                    <a:lnTo>
                      <a:pt x="13" y="477860"/>
                    </a:lnTo>
                    <a:cubicBezTo>
                      <a:pt x="0" y="213946"/>
                      <a:pt x="213945" y="0"/>
                      <a:pt x="477859" y="0"/>
                    </a:cubicBezTo>
                    <a:lnTo>
                      <a:pt x="3459490" y="0"/>
                    </a:lnTo>
                    <a:lnTo>
                      <a:pt x="3459490" y="0"/>
                    </a:lnTo>
                    <a:lnTo>
                      <a:pt x="3459490" y="2867105"/>
                    </a:lnTo>
                    <a:lnTo>
                      <a:pt x="3459490" y="2867105"/>
                    </a:lnTo>
                    <a:lnTo>
                      <a:pt x="477859" y="2867105"/>
                    </a:lnTo>
                    <a:cubicBezTo>
                      <a:pt x="213945" y="2867105"/>
                      <a:pt x="0" y="2653160"/>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0" name="任意多边形: 形状 466979">
                <a:extLst>
                  <a:ext uri="{FF2B5EF4-FFF2-40B4-BE49-F238E27FC236}">
                    <a16:creationId xmlns:a16="http://schemas.microsoft.com/office/drawing/2014/main" id="{74B8460D-B7FE-49A3-8239-29C31B3A2EEA}"/>
                  </a:ext>
                </a:extLst>
              </p:cNvPr>
              <p:cNvSpPr/>
              <p:nvPr/>
            </p:nvSpPr>
            <p:spPr bwMode="auto">
              <a:xfrm>
                <a:off x="4782155" y="1212775"/>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1" name="任意多边形: 形状 466980">
                <a:extLst>
                  <a:ext uri="{FF2B5EF4-FFF2-40B4-BE49-F238E27FC236}">
                    <a16:creationId xmlns:a16="http://schemas.microsoft.com/office/drawing/2014/main" id="{D9A89519-E16F-43C0-B72E-D6C34AD80221}"/>
                  </a:ext>
                </a:extLst>
              </p:cNvPr>
              <p:cNvSpPr/>
              <p:nvPr/>
            </p:nvSpPr>
            <p:spPr bwMode="auto">
              <a:xfrm>
                <a:off x="4737689" y="1168720"/>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2" name="任意多边形: 形状 466981">
                <a:extLst>
                  <a:ext uri="{FF2B5EF4-FFF2-40B4-BE49-F238E27FC236}">
                    <a16:creationId xmlns:a16="http://schemas.microsoft.com/office/drawing/2014/main" id="{18A2A0EB-78C6-45EA-93B2-7A2AC5915417}"/>
                  </a:ext>
                </a:extLst>
              </p:cNvPr>
              <p:cNvSpPr/>
              <p:nvPr/>
            </p:nvSpPr>
            <p:spPr bwMode="auto">
              <a:xfrm>
                <a:off x="4693224" y="1124666"/>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3" name="任意多边形: 形状 466982">
                <a:extLst>
                  <a:ext uri="{FF2B5EF4-FFF2-40B4-BE49-F238E27FC236}">
                    <a16:creationId xmlns:a16="http://schemas.microsoft.com/office/drawing/2014/main" id="{06E5EC0C-4EE8-4A28-9FCA-6356264408B1}"/>
                  </a:ext>
                </a:extLst>
              </p:cNvPr>
              <p:cNvSpPr/>
              <p:nvPr/>
            </p:nvSpPr>
            <p:spPr bwMode="auto">
              <a:xfrm>
                <a:off x="4648758" y="1080611"/>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4" name="任意多边形: 形状 466983">
                <a:extLst>
                  <a:ext uri="{FF2B5EF4-FFF2-40B4-BE49-F238E27FC236}">
                    <a16:creationId xmlns:a16="http://schemas.microsoft.com/office/drawing/2014/main" id="{AB0FA968-42CB-494C-91E6-B313DCDF189D}"/>
                  </a:ext>
                </a:extLst>
              </p:cNvPr>
              <p:cNvSpPr/>
              <p:nvPr/>
            </p:nvSpPr>
            <p:spPr bwMode="auto">
              <a:xfrm>
                <a:off x="4604293" y="1036556"/>
                <a:ext cx="3459490" cy="2867104"/>
              </a:xfrm>
              <a:custGeom>
                <a:avLst/>
                <a:gdLst>
                  <a:gd name="connsiteX0" fmla="*/ 0 w 3459490"/>
                  <a:gd name="connsiteY0" fmla="*/ 2389245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5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5"/>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5" name="任意多边形: 形状 466984">
                <a:extLst>
                  <a:ext uri="{FF2B5EF4-FFF2-40B4-BE49-F238E27FC236}">
                    <a16:creationId xmlns:a16="http://schemas.microsoft.com/office/drawing/2014/main" id="{10BBF3E6-C74F-4CBB-B883-1E7A1C20184B}"/>
                  </a:ext>
                </a:extLst>
              </p:cNvPr>
              <p:cNvSpPr/>
              <p:nvPr/>
            </p:nvSpPr>
            <p:spPr bwMode="auto">
              <a:xfrm>
                <a:off x="4559827" y="992502"/>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6" name="任意多边形: 形状 466985">
                <a:extLst>
                  <a:ext uri="{FF2B5EF4-FFF2-40B4-BE49-F238E27FC236}">
                    <a16:creationId xmlns:a16="http://schemas.microsoft.com/office/drawing/2014/main" id="{E8951B63-EE6B-43B4-B8F3-9211148B64D9}"/>
                  </a:ext>
                </a:extLst>
              </p:cNvPr>
              <p:cNvSpPr/>
              <p:nvPr/>
            </p:nvSpPr>
            <p:spPr bwMode="auto">
              <a:xfrm>
                <a:off x="4515362" y="948447"/>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7" name="任意多边形: 形状 466986">
                <a:extLst>
                  <a:ext uri="{FF2B5EF4-FFF2-40B4-BE49-F238E27FC236}">
                    <a16:creationId xmlns:a16="http://schemas.microsoft.com/office/drawing/2014/main" id="{BA473FBB-4A3A-4D61-966F-B1BD2B2157EB}"/>
                  </a:ext>
                </a:extLst>
              </p:cNvPr>
              <p:cNvSpPr/>
              <p:nvPr/>
            </p:nvSpPr>
            <p:spPr bwMode="auto">
              <a:xfrm>
                <a:off x="4470896" y="90439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21" name="矩形: 圆顶角 20">
                <a:extLst>
                  <a:ext uri="{FF2B5EF4-FFF2-40B4-BE49-F238E27FC236}">
                    <a16:creationId xmlns:a16="http://schemas.microsoft.com/office/drawing/2014/main" id="{12987477-6EDB-49EE-B6FF-2369D8E2EDAC}"/>
                  </a:ext>
                </a:extLst>
              </p:cNvPr>
              <p:cNvSpPr/>
              <p:nvPr/>
            </p:nvSpPr>
            <p:spPr bwMode="auto">
              <a:xfrm rot="16200000">
                <a:off x="4722624" y="564145"/>
                <a:ext cx="2867104" cy="3459490"/>
              </a:xfrm>
              <a:custGeom>
                <a:avLst/>
                <a:gdLst>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 name="connsiteX0" fmla="*/ 5200483 w 7589727"/>
                  <a:gd name="connsiteY0" fmla="*/ 564145 h 4023635"/>
                  <a:gd name="connsiteX1" fmla="*/ 0 w 7589727"/>
                  <a:gd name="connsiteY1" fmla="*/ 0 h 4023635"/>
                  <a:gd name="connsiteX2" fmla="*/ 7111867 w 7589727"/>
                  <a:gd name="connsiteY2" fmla="*/ 564145 h 4023635"/>
                  <a:gd name="connsiteX3" fmla="*/ 7589727 w 7589727"/>
                  <a:gd name="connsiteY3" fmla="*/ 1042005 h 4023635"/>
                  <a:gd name="connsiteX4" fmla="*/ 7589727 w 7589727"/>
                  <a:gd name="connsiteY4" fmla="*/ 4023635 h 4023635"/>
                  <a:gd name="connsiteX5" fmla="*/ 7589727 w 7589727"/>
                  <a:gd name="connsiteY5" fmla="*/ 4023635 h 4023635"/>
                  <a:gd name="connsiteX6" fmla="*/ 4722623 w 7589727"/>
                  <a:gd name="connsiteY6" fmla="*/ 4023635 h 4023635"/>
                  <a:gd name="connsiteX7" fmla="*/ 4722623 w 7589727"/>
                  <a:gd name="connsiteY7" fmla="*/ 4023635 h 4023635"/>
                  <a:gd name="connsiteX8" fmla="*/ 4722623 w 7589727"/>
                  <a:gd name="connsiteY8" fmla="*/ 1042005 h 4023635"/>
                  <a:gd name="connsiteX9" fmla="*/ 5200483 w 7589727"/>
                  <a:gd name="connsiteY9" fmla="*/ 564145 h 4023635"/>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67104" h="3459490">
                    <a:moveTo>
                      <a:pt x="477860" y="0"/>
                    </a:moveTo>
                    <a:lnTo>
                      <a:pt x="2389244" y="0"/>
                    </a:lnTo>
                    <a:cubicBezTo>
                      <a:pt x="2653159" y="0"/>
                      <a:pt x="2867104" y="213945"/>
                      <a:pt x="2867104" y="477860"/>
                    </a:cubicBezTo>
                    <a:lnTo>
                      <a:pt x="2867104" y="3459490"/>
                    </a:lnTo>
                    <a:lnTo>
                      <a:pt x="2867104" y="3459490"/>
                    </a:lnTo>
                    <a:lnTo>
                      <a:pt x="0" y="3459490"/>
                    </a:lnTo>
                    <a:lnTo>
                      <a:pt x="0" y="3459490"/>
                    </a:lnTo>
                    <a:lnTo>
                      <a:pt x="0" y="477860"/>
                    </a:lnTo>
                    <a:cubicBezTo>
                      <a:pt x="0" y="213945"/>
                      <a:pt x="213945" y="0"/>
                      <a:pt x="477860" y="0"/>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466989" name="平行四边形 466988">
              <a:extLst>
                <a:ext uri="{FF2B5EF4-FFF2-40B4-BE49-F238E27FC236}">
                  <a16:creationId xmlns:a16="http://schemas.microsoft.com/office/drawing/2014/main" id="{F9B55C15-0562-4D84-BA64-F86954A0BEF2}"/>
                </a:ext>
              </a:extLst>
            </p:cNvPr>
            <p:cNvSpPr/>
            <p:nvPr/>
          </p:nvSpPr>
          <p:spPr bwMode="auto">
            <a:xfrm rot="5400000">
              <a:off x="3245809" y="2565681"/>
              <a:ext cx="5256585" cy="2228133"/>
            </a:xfrm>
            <a:prstGeom prst="parallelogram">
              <a:avLst>
                <a:gd name="adj" fmla="val 96622"/>
              </a:avLst>
            </a:prstGeom>
            <a:solidFill>
              <a:srgbClr val="C0192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dirty="0">
                <a:ln>
                  <a:noFill/>
                </a:ln>
                <a:solidFill>
                  <a:schemeClr val="tx1"/>
                </a:solidFill>
                <a:effectLst/>
                <a:latin typeface="Times New Roman" pitchFamily="18" charset="0"/>
                <a:ea typeface="宋体" pitchFamily="2" charset="-122"/>
              </a:endParaRPr>
            </a:p>
          </p:txBody>
        </p:sp>
      </p:grpSp>
      <p:sp>
        <p:nvSpPr>
          <p:cNvPr id="466949" name="Rectangle 5"/>
          <p:cNvSpPr>
            <a:spLocks noChangeArrowheads="1"/>
          </p:cNvSpPr>
          <p:nvPr/>
        </p:nvSpPr>
        <p:spPr bwMode="auto">
          <a:xfrm>
            <a:off x="3938093" y="3004278"/>
            <a:ext cx="5758307" cy="923330"/>
          </a:xfrm>
          <a:prstGeom prst="rect">
            <a:avLst/>
          </a:prstGeom>
          <a:noFill/>
          <a:ln w="12700">
            <a:noFill/>
            <a:miter lim="800000"/>
            <a:headEnd/>
            <a:tailEnd/>
          </a:ln>
          <a:effectLst>
            <a:outerShdw dist="35921" dir="2700000" algn="ctr" rotWithShape="0">
              <a:schemeClr val="bg2">
                <a:alpha val="50000"/>
              </a:schemeClr>
            </a:outerShdw>
          </a:effectLst>
        </p:spPr>
        <p:txBody>
          <a:bodyPr wrap="none" anchor="ctr">
            <a:spAutoFit/>
          </a:bodyPr>
          <a:lstStyle/>
          <a:p>
            <a:pPr algn="ctr"/>
            <a:r>
              <a:rPr lang="zh-CN" altLang="en-US" sz="5400" b="1" dirty="0">
                <a:solidFill>
                  <a:schemeClr val="bg1"/>
                </a:solidFill>
                <a:latin typeface="思源黑体 CN Heavy" panose="020B0A00000000000000" pitchFamily="34" charset="-122"/>
                <a:ea typeface="思源黑体 CN Heavy" panose="020B0A00000000000000" pitchFamily="34" charset="-122"/>
              </a:rPr>
              <a:t>程序设计教程</a:t>
            </a:r>
            <a:r>
              <a:rPr lang="zh-CN" altLang="en-US" b="1" dirty="0">
                <a:solidFill>
                  <a:schemeClr val="bg1"/>
                </a:solidFill>
                <a:latin typeface="思源黑体 CN Heavy" panose="020B0A00000000000000" pitchFamily="34" charset="-122"/>
                <a:ea typeface="思源黑体 CN Heavy" panose="020B0A00000000000000" pitchFamily="34" charset="-122"/>
              </a:rPr>
              <a:t>（第</a:t>
            </a:r>
            <a:r>
              <a:rPr lang="en-US" altLang="zh-CN" b="1" dirty="0">
                <a:solidFill>
                  <a:schemeClr val="bg1"/>
                </a:solidFill>
                <a:latin typeface="思源黑体 CN Heavy" panose="020B0A00000000000000" pitchFamily="34" charset="-122"/>
                <a:ea typeface="思源黑体 CN Heavy" panose="020B0A00000000000000" pitchFamily="34" charset="-122"/>
              </a:rPr>
              <a:t>3</a:t>
            </a:r>
            <a:r>
              <a:rPr lang="zh-CN" altLang="en-US" b="1" dirty="0">
                <a:solidFill>
                  <a:schemeClr val="bg1"/>
                </a:solidFill>
                <a:latin typeface="思源黑体 CN Heavy" panose="020B0A00000000000000" pitchFamily="34" charset="-122"/>
                <a:ea typeface="思源黑体 CN Heavy" panose="020B0A00000000000000" pitchFamily="34" charset="-122"/>
              </a:rPr>
              <a:t>版）</a:t>
            </a:r>
          </a:p>
        </p:txBody>
      </p:sp>
      <p:sp>
        <p:nvSpPr>
          <p:cNvPr id="24" name="Rectangle 5">
            <a:extLst>
              <a:ext uri="{FF2B5EF4-FFF2-40B4-BE49-F238E27FC236}">
                <a16:creationId xmlns:a16="http://schemas.microsoft.com/office/drawing/2014/main" id="{B5E1C75A-58F7-488D-A75F-78F2A3EA65CE}"/>
              </a:ext>
            </a:extLst>
          </p:cNvPr>
          <p:cNvSpPr>
            <a:spLocks noChangeArrowheads="1"/>
          </p:cNvSpPr>
          <p:nvPr/>
        </p:nvSpPr>
        <p:spPr bwMode="auto">
          <a:xfrm>
            <a:off x="4578322" y="1412776"/>
            <a:ext cx="2989921" cy="1446550"/>
          </a:xfrm>
          <a:prstGeom prst="rect">
            <a:avLst/>
          </a:prstGeom>
          <a:noFill/>
          <a:ln w="12700">
            <a:noFill/>
            <a:miter lim="800000"/>
            <a:headEnd/>
            <a:tailEnd/>
          </a:ln>
          <a:effectLst>
            <a:outerShdw dist="35921" dir="2700000" algn="ctr" rotWithShape="0">
              <a:schemeClr val="bg2">
                <a:alpha val="50000"/>
              </a:schemeClr>
            </a:outerShdw>
          </a:effectLst>
        </p:spPr>
        <p:txBody>
          <a:bodyPr wrap="none" anchor="ctr">
            <a:spAutoFit/>
          </a:bodyPr>
          <a:lstStyle/>
          <a:p>
            <a:pPr algn="ctr"/>
            <a:r>
              <a:rPr lang="en-US" altLang="zh-CN" sz="8800" b="1" dirty="0">
                <a:solidFill>
                  <a:schemeClr val="bg1"/>
                </a:solidFill>
                <a:latin typeface="思源黑体 CN Heavy" panose="020B0A00000000000000" pitchFamily="34" charset="-122"/>
                <a:ea typeface="思源黑体 CN Heavy" panose="020B0A00000000000000" pitchFamily="34" charset="-122"/>
              </a:rPr>
              <a:t>C</a:t>
            </a:r>
            <a:r>
              <a:rPr lang="zh-CN" altLang="en-US" sz="8000" b="1" dirty="0">
                <a:solidFill>
                  <a:schemeClr val="bg1"/>
                </a:solidFill>
                <a:latin typeface="思源黑体 CN Heavy" panose="020B0A00000000000000" pitchFamily="34" charset="-122"/>
                <a:ea typeface="思源黑体 CN Heavy" panose="020B0A00000000000000" pitchFamily="34" charset="-122"/>
              </a:rPr>
              <a:t>语言</a:t>
            </a:r>
          </a:p>
        </p:txBody>
      </p:sp>
      <p:pic>
        <p:nvPicPr>
          <p:cNvPr id="15" name="图片 14" descr="图片包含 游戏机&#10;&#10;描述已自动生成">
            <a:extLst>
              <a:ext uri="{FF2B5EF4-FFF2-40B4-BE49-F238E27FC236}">
                <a16:creationId xmlns:a16="http://schemas.microsoft.com/office/drawing/2014/main" id="{88B313E9-A6E8-4A29-8FCB-633A40EB26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656" y="2637203"/>
            <a:ext cx="1415626" cy="4200157"/>
          </a:xfrm>
          <a:prstGeom prst="rect">
            <a:avLst/>
          </a:prstGeom>
        </p:spPr>
      </p:pic>
      <p:sp>
        <p:nvSpPr>
          <p:cNvPr id="18" name="Rectangle 5">
            <a:extLst>
              <a:ext uri="{FF2B5EF4-FFF2-40B4-BE49-F238E27FC236}">
                <a16:creationId xmlns:a16="http://schemas.microsoft.com/office/drawing/2014/main" id="{2F7A13F8-9190-4D44-8ACC-DC3AF3AE4724}"/>
              </a:ext>
            </a:extLst>
          </p:cNvPr>
          <p:cNvSpPr>
            <a:spLocks noChangeArrowheads="1"/>
          </p:cNvSpPr>
          <p:nvPr/>
        </p:nvSpPr>
        <p:spPr bwMode="auto">
          <a:xfrm>
            <a:off x="2590917" y="4072560"/>
            <a:ext cx="7105483" cy="584775"/>
          </a:xfrm>
          <a:prstGeom prst="rect">
            <a:avLst/>
          </a:prstGeom>
          <a:noFill/>
          <a:ln w="12700">
            <a:noFill/>
            <a:miter lim="800000"/>
            <a:headEnd/>
            <a:tailEnd/>
          </a:ln>
          <a:effectLst>
            <a:outerShdw dist="35921" dir="2700000" algn="ctr" rotWithShape="0">
              <a:schemeClr val="bg2">
                <a:alpha val="50000"/>
              </a:schemeClr>
            </a:outerShdw>
          </a:effectLst>
        </p:spPr>
        <p:txBody>
          <a:bodyPr wrap="square" anchor="ctr">
            <a:spAutoFit/>
          </a:bodyPr>
          <a:lstStyle/>
          <a:p>
            <a:pPr algn="ctr"/>
            <a:r>
              <a:rPr lang="zh-CN" altLang="en-US" sz="3200" b="1" dirty="0">
                <a:solidFill>
                  <a:schemeClr val="bg1"/>
                </a:solidFill>
                <a:latin typeface="思源黑体 CN Heavy" panose="020B0A00000000000000" pitchFamily="34" charset="-122"/>
                <a:ea typeface="思源黑体 CN Heavy" panose="020B0A00000000000000" pitchFamily="34" charset="-122"/>
              </a:rPr>
              <a:t>第</a:t>
            </a:r>
            <a:r>
              <a:rPr lang="en-US" altLang="zh-CN" sz="3200" b="1" dirty="0">
                <a:solidFill>
                  <a:schemeClr val="bg1"/>
                </a:solidFill>
                <a:latin typeface="思源黑体 CN Heavy" panose="020B0A00000000000000" pitchFamily="34" charset="-122"/>
                <a:ea typeface="思源黑体 CN Heavy" panose="020B0A00000000000000" pitchFamily="34" charset="-122"/>
              </a:rPr>
              <a:t>3</a:t>
            </a:r>
            <a:r>
              <a:rPr lang="zh-CN" altLang="en-US" sz="3200" b="1" dirty="0">
                <a:solidFill>
                  <a:schemeClr val="bg1"/>
                </a:solidFill>
                <a:latin typeface="思源黑体 CN Heavy" panose="020B0A00000000000000" pitchFamily="34" charset="-122"/>
                <a:ea typeface="思源黑体 CN Heavy" panose="020B0A00000000000000" pitchFamily="34" charset="-122"/>
              </a:rPr>
              <a:t>章 基本数据类型、运算符与表达式</a:t>
            </a:r>
          </a:p>
        </p:txBody>
      </p:sp>
      <p:sp>
        <p:nvSpPr>
          <p:cNvPr id="145" name="文本框 144">
            <a:extLst>
              <a:ext uri="{FF2B5EF4-FFF2-40B4-BE49-F238E27FC236}">
                <a16:creationId xmlns:a16="http://schemas.microsoft.com/office/drawing/2014/main" id="{1E13812E-B2A6-4F2D-AC3F-19B02AAE7E42}"/>
              </a:ext>
            </a:extLst>
          </p:cNvPr>
          <p:cNvSpPr txBox="1"/>
          <p:nvPr/>
        </p:nvSpPr>
        <p:spPr>
          <a:xfrm>
            <a:off x="4748092" y="5157192"/>
            <a:ext cx="2650379" cy="461665"/>
          </a:xfrm>
          <a:prstGeom prst="rect">
            <a:avLst/>
          </a:prstGeom>
          <a:noFill/>
        </p:spPr>
        <p:txBody>
          <a:bodyPr wrap="square">
            <a:spAutoFit/>
          </a:bodyPr>
          <a:lstStyle/>
          <a:p>
            <a:pPr algn="r"/>
            <a:r>
              <a:rPr lang="zh-CN" altLang="en-US" sz="2400" b="1" dirty="0">
                <a:solidFill>
                  <a:schemeClr val="bg1"/>
                </a:solidFill>
                <a:latin typeface="思源黑体 CN Heavy" panose="020B0A00000000000000" pitchFamily="34" charset="-122"/>
                <a:ea typeface="思源黑体 CN Heavy" panose="020B0A00000000000000" pitchFamily="34" charset="-122"/>
              </a:rPr>
              <a:t>制作人：王敬华</a:t>
            </a:r>
          </a:p>
        </p:txBody>
      </p:sp>
      <p:pic>
        <p:nvPicPr>
          <p:cNvPr id="42" name="图片 41">
            <a:extLst>
              <a:ext uri="{FF2B5EF4-FFF2-40B4-BE49-F238E27FC236}">
                <a16:creationId xmlns:a16="http://schemas.microsoft.com/office/drawing/2014/main" id="{FF53AE8E-D4DE-4758-B4F7-FEA2ED29420D}"/>
              </a:ext>
            </a:extLst>
          </p:cNvPr>
          <p:cNvPicPr>
            <a:picLocks noChangeAspect="1"/>
          </p:cNvPicPr>
          <p:nvPr/>
        </p:nvPicPr>
        <p:blipFill>
          <a:blip r:embed="rId4"/>
          <a:stretch>
            <a:fillRect/>
          </a:stretch>
        </p:blipFill>
        <p:spPr>
          <a:xfrm>
            <a:off x="11272104" y="5942946"/>
            <a:ext cx="919896" cy="915054"/>
          </a:xfrm>
          <a:prstGeom prst="rect">
            <a:avLst/>
          </a:prstGeom>
        </p:spPr>
      </p:pic>
    </p:spTree>
    <p:extLst>
      <p:ext uri="{BB962C8B-B14F-4D97-AF65-F5344CB8AC3E}">
        <p14:creationId xmlns:p14="http://schemas.microsoft.com/office/powerpoint/2010/main" val="3469556308"/>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par>
                                <p:cTn id="9" presetID="2" presetClass="entr" presetSubtype="4" fill="hold" grpId="0" nodeType="withEffect">
                                  <p:stCondLst>
                                    <p:cond delay="0"/>
                                  </p:stCondLst>
                                  <p:childTnLst>
                                    <p:set>
                                      <p:cBhvr>
                                        <p:cTn id="10" dur="1" fill="hold">
                                          <p:stCondLst>
                                            <p:cond delay="0"/>
                                          </p:stCondLst>
                                        </p:cTn>
                                        <p:tgtEl>
                                          <p:spTgt spid="466949"/>
                                        </p:tgtEl>
                                        <p:attrNameLst>
                                          <p:attrName>style.visibility</p:attrName>
                                        </p:attrNameLst>
                                      </p:cBhvr>
                                      <p:to>
                                        <p:strVal val="visible"/>
                                      </p:to>
                                    </p:set>
                                    <p:anim calcmode="lin" valueType="num">
                                      <p:cBhvr additive="base">
                                        <p:cTn id="11" dur="500" fill="hold"/>
                                        <p:tgtEl>
                                          <p:spTgt spid="466949"/>
                                        </p:tgtEl>
                                        <p:attrNameLst>
                                          <p:attrName>ppt_x</p:attrName>
                                        </p:attrNameLst>
                                      </p:cBhvr>
                                      <p:tavLst>
                                        <p:tav tm="0">
                                          <p:val>
                                            <p:strVal val="#ppt_x"/>
                                          </p:val>
                                        </p:tav>
                                        <p:tav tm="100000">
                                          <p:val>
                                            <p:strVal val="#ppt_x"/>
                                          </p:val>
                                        </p:tav>
                                      </p:tavLst>
                                    </p:anim>
                                    <p:anim calcmode="lin" valueType="num">
                                      <p:cBhvr additive="base">
                                        <p:cTn id="12" dur="500" fill="hold"/>
                                        <p:tgtEl>
                                          <p:spTgt spid="466949"/>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CAMERA.WAV"/>
                                        </p:tgtEl>
                                      </p:cMediaNode>
                                    </p:audio>
                                  </p:subTnLst>
                                </p:cTn>
                              </p:par>
                              <p:par>
                                <p:cTn id="13" presetID="2" presetClass="entr" presetSubtype="2"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1+#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CAMERA.WAV"/>
                                        </p:tgtEl>
                                      </p:cMediaNode>
                                    </p:audio>
                                  </p:subTnLst>
                                </p:cTn>
                              </p:par>
                              <p:par>
                                <p:cTn id="17" presetID="2" presetClass="entr" presetSubtype="4"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par>
                                <p:cTn id="21" presetID="14" presetClass="entr" presetSubtype="10" fill="hold" nodeType="withEffect">
                                  <p:stCondLst>
                                    <p:cond delay="0"/>
                                  </p:stCondLst>
                                  <p:childTnLst>
                                    <p:set>
                                      <p:cBhvr>
                                        <p:cTn id="22" dur="1" fill="hold">
                                          <p:stCondLst>
                                            <p:cond delay="0"/>
                                          </p:stCondLst>
                                        </p:cTn>
                                        <p:tgtEl>
                                          <p:spTgt spid="466990"/>
                                        </p:tgtEl>
                                        <p:attrNameLst>
                                          <p:attrName>style.visibility</p:attrName>
                                        </p:attrNameLst>
                                      </p:cBhvr>
                                      <p:to>
                                        <p:strVal val="visible"/>
                                      </p:to>
                                    </p:set>
                                    <p:animEffect transition="in" filter="randombar(horizontal)">
                                      <p:cBhvr>
                                        <p:cTn id="23" dur="500"/>
                                        <p:tgtEl>
                                          <p:spTgt spid="466990"/>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par>
                                <p:cTn id="24" presetID="2" presetClass="entr" presetSubtype="4" fill="hold" nodeType="withEffect">
                                  <p:stCondLst>
                                    <p:cond delay="0"/>
                                  </p:stCondLst>
                                  <p:childTnLst>
                                    <p:set>
                                      <p:cBhvr>
                                        <p:cTn id="25" dur="1" fill="hold">
                                          <p:stCondLst>
                                            <p:cond delay="0"/>
                                          </p:stCondLst>
                                        </p:cTn>
                                        <p:tgtEl>
                                          <p:spTgt spid="42"/>
                                        </p:tgtEl>
                                        <p:attrNameLst>
                                          <p:attrName>style.visibility</p:attrName>
                                        </p:attrNameLst>
                                      </p:cBhvr>
                                      <p:to>
                                        <p:strVal val="visible"/>
                                      </p:to>
                                    </p:set>
                                    <p:anim calcmode="lin" valueType="num">
                                      <p:cBhvr additive="base">
                                        <p:cTn id="26" dur="500" fill="hold"/>
                                        <p:tgtEl>
                                          <p:spTgt spid="42"/>
                                        </p:tgtEl>
                                        <p:attrNameLst>
                                          <p:attrName>ppt_x</p:attrName>
                                        </p:attrNameLst>
                                      </p:cBhvr>
                                      <p:tavLst>
                                        <p:tav tm="0">
                                          <p:val>
                                            <p:strVal val="#ppt_x"/>
                                          </p:val>
                                        </p:tav>
                                        <p:tav tm="100000">
                                          <p:val>
                                            <p:strVal val="#ppt_x"/>
                                          </p:val>
                                        </p:tav>
                                      </p:tavLst>
                                    </p:anim>
                                    <p:anim calcmode="lin" valueType="num">
                                      <p:cBhvr additive="base">
                                        <p:cTn id="27" dur="500" fill="hold"/>
                                        <p:tgtEl>
                                          <p:spTgt spid="42"/>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4"/>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49" grpId="0"/>
      <p:bldP spid="24"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9007" name="Rectangle 15"/>
          <p:cNvSpPr>
            <a:spLocks noChangeArrowheads="1"/>
          </p:cNvSpPr>
          <p:nvPr/>
        </p:nvSpPr>
        <p:spPr bwMode="auto">
          <a:xfrm>
            <a:off x="1529144" y="1593128"/>
            <a:ext cx="7932737" cy="3729038"/>
          </a:xfrm>
          <a:prstGeom prst="rect">
            <a:avLst/>
          </a:prstGeom>
          <a:noFill/>
          <a:ln w="9525">
            <a:noFill/>
            <a:miter lim="800000"/>
            <a:headEnd/>
            <a:tailEnd/>
          </a:ln>
        </p:spPr>
        <p:txBody>
          <a:bodyPr/>
          <a:lstStyle/>
          <a:p>
            <a:pPr>
              <a:spcBef>
                <a:spcPct val="20000"/>
              </a:spcBef>
              <a:buFont typeface="Wingdings" pitchFamily="2" charset="2"/>
              <a:buChar char="Ø"/>
            </a:pPr>
            <a:r>
              <a:rPr lang="en-US" altLang="zh-CN" sz="2800" b="1" dirty="0">
                <a:solidFill>
                  <a:srgbClr val="C01920"/>
                </a:solidFill>
                <a:latin typeface="隶书" pitchFamily="49" charset="-122"/>
                <a:ea typeface="隶书" pitchFamily="49" charset="-122"/>
              </a:rPr>
              <a:t> </a:t>
            </a:r>
            <a:r>
              <a:rPr lang="zh-CN" altLang="en-US" sz="2800" b="1" dirty="0">
                <a:solidFill>
                  <a:srgbClr val="C01920"/>
                </a:solidFill>
                <a:latin typeface="隶书" pitchFamily="49" charset="-122"/>
                <a:ea typeface="隶书" pitchFamily="49" charset="-122"/>
              </a:rPr>
              <a:t>学习</a:t>
            </a:r>
            <a:r>
              <a:rPr lang="en-US" altLang="zh-CN" sz="2800" b="1" dirty="0">
                <a:solidFill>
                  <a:srgbClr val="C01920"/>
                </a:solidFill>
                <a:latin typeface="隶书" pitchFamily="49" charset="-122"/>
                <a:ea typeface="隶书" pitchFamily="49" charset="-122"/>
              </a:rPr>
              <a:t>C</a:t>
            </a:r>
            <a:r>
              <a:rPr lang="zh-CN" altLang="en-US" sz="2800" b="1" dirty="0">
                <a:solidFill>
                  <a:srgbClr val="C01920"/>
                </a:solidFill>
                <a:latin typeface="隶书" pitchFamily="49" charset="-122"/>
                <a:ea typeface="隶书" pitchFamily="49" charset="-122"/>
              </a:rPr>
              <a:t>语言的目的是什么？</a:t>
            </a:r>
            <a:endParaRPr lang="en-US" altLang="zh-CN" sz="2800" b="1" dirty="0">
              <a:solidFill>
                <a:srgbClr val="C01920"/>
              </a:solidFill>
              <a:latin typeface="隶书" pitchFamily="49" charset="-122"/>
              <a:ea typeface="隶书" pitchFamily="49" charset="-122"/>
            </a:endParaRPr>
          </a:p>
          <a:p>
            <a:pPr>
              <a:spcBef>
                <a:spcPct val="20000"/>
              </a:spcBef>
              <a:buFont typeface="Wingdings" pitchFamily="2" charset="2"/>
              <a:buChar char="Ø"/>
            </a:pPr>
            <a:endParaRPr lang="zh-CN" altLang="en-US" sz="1050" b="1" dirty="0">
              <a:solidFill>
                <a:srgbClr val="C01920"/>
              </a:solidFill>
              <a:latin typeface="隶书" pitchFamily="49" charset="-122"/>
              <a:ea typeface="隶书" pitchFamily="49" charset="-122"/>
            </a:endParaRPr>
          </a:p>
          <a:p>
            <a:pPr>
              <a:spcBef>
                <a:spcPct val="20000"/>
              </a:spcBef>
              <a:buFont typeface="Wingdings" pitchFamily="2" charset="2"/>
              <a:buNone/>
            </a:pPr>
            <a:r>
              <a:rPr lang="zh-CN" altLang="en-US" sz="2800" b="1" dirty="0">
                <a:effectLst>
                  <a:outerShdw blurRad="38100" dist="38100" dir="2700000" algn="tl">
                    <a:srgbClr val="FFFFFF"/>
                  </a:outerShdw>
                </a:effectLst>
                <a:latin typeface="楷体_GB2312" pitchFamily="49" charset="-122"/>
                <a:ea typeface="楷体_GB2312" pitchFamily="49" charset="-122"/>
              </a:rPr>
              <a:t>   </a:t>
            </a:r>
            <a:r>
              <a:rPr lang="zh-CN" altLang="en-US" b="1" dirty="0">
                <a:solidFill>
                  <a:srgbClr val="002060"/>
                </a:solidFill>
                <a:latin typeface="微软雅黑" pitchFamily="34" charset="-122"/>
                <a:ea typeface="微软雅黑" pitchFamily="34" charset="-122"/>
              </a:rPr>
              <a:t>目的可能是为了：</a:t>
            </a:r>
          </a:p>
          <a:p>
            <a:pPr>
              <a:spcBef>
                <a:spcPct val="20000"/>
              </a:spcBef>
              <a:buFont typeface="Wingdings" pitchFamily="2" charset="2"/>
              <a:buNone/>
            </a:pPr>
            <a:r>
              <a:rPr lang="zh-CN" altLang="en-US" sz="2800" b="1" dirty="0">
                <a:solidFill>
                  <a:srgbClr val="006600"/>
                </a:solidFill>
                <a:effectLst>
                  <a:outerShdw blurRad="38100" dist="38100" dir="2700000" algn="tl">
                    <a:srgbClr val="000000"/>
                  </a:outerShdw>
                </a:effectLst>
                <a:latin typeface="微软雅黑" pitchFamily="34" charset="-122"/>
                <a:ea typeface="微软雅黑" pitchFamily="34" charset="-122"/>
              </a:rPr>
              <a:t>       </a:t>
            </a:r>
            <a:r>
              <a:rPr lang="zh-CN" altLang="en-US" sz="2800" b="1" dirty="0">
                <a:effectLst>
                  <a:outerShdw blurRad="38100" dist="38100" dir="2700000" algn="tl">
                    <a:srgbClr val="FFFFFF"/>
                  </a:outerShdw>
                </a:effectLst>
                <a:latin typeface="楷体" pitchFamily="49" charset="-122"/>
                <a:ea typeface="楷体" pitchFamily="49" charset="-122"/>
              </a:rPr>
              <a:t>期末考试</a:t>
            </a:r>
          </a:p>
          <a:p>
            <a:pPr>
              <a:spcBef>
                <a:spcPct val="20000"/>
              </a:spcBef>
              <a:buFont typeface="Wingdings" pitchFamily="2" charset="2"/>
              <a:buNone/>
            </a:pPr>
            <a:r>
              <a:rPr lang="zh-CN" altLang="en-US" sz="2800" b="1" dirty="0">
                <a:effectLst>
                  <a:outerShdw blurRad="38100" dist="38100" dir="2700000" algn="tl">
                    <a:srgbClr val="FFFFFF"/>
                  </a:outerShdw>
                </a:effectLst>
                <a:latin typeface="楷体" pitchFamily="49" charset="-122"/>
                <a:ea typeface="楷体" pitchFamily="49" charset="-122"/>
              </a:rPr>
              <a:t>    等级考试</a:t>
            </a:r>
          </a:p>
          <a:p>
            <a:pPr>
              <a:spcBef>
                <a:spcPct val="20000"/>
              </a:spcBef>
              <a:buFont typeface="Wingdings" pitchFamily="2" charset="2"/>
              <a:buNone/>
            </a:pPr>
            <a:r>
              <a:rPr lang="zh-CN" altLang="en-US" sz="2800" b="1" dirty="0">
                <a:effectLst>
                  <a:outerShdw blurRad="38100" dist="38100" dir="2700000" algn="tl">
                    <a:srgbClr val="FFFFFF"/>
                  </a:outerShdw>
                </a:effectLst>
                <a:latin typeface="楷体" pitchFamily="49" charset="-122"/>
                <a:ea typeface="楷体" pitchFamily="49" charset="-122"/>
              </a:rPr>
              <a:t>    研究生考试</a:t>
            </a:r>
          </a:p>
          <a:p>
            <a:pPr>
              <a:spcBef>
                <a:spcPct val="20000"/>
              </a:spcBef>
              <a:buFont typeface="Wingdings" pitchFamily="2" charset="2"/>
              <a:buNone/>
            </a:pPr>
            <a:r>
              <a:rPr lang="zh-CN" altLang="en-US" sz="2800" b="1" dirty="0">
                <a:effectLst>
                  <a:outerShdw blurRad="38100" dist="38100" dir="2700000" algn="tl">
                    <a:srgbClr val="FFFFFF"/>
                  </a:outerShdw>
                </a:effectLst>
                <a:latin typeface="楷体" pitchFamily="49" charset="-122"/>
                <a:ea typeface="楷体" pitchFamily="49" charset="-122"/>
              </a:rPr>
              <a:t>    程序员考试</a:t>
            </a:r>
          </a:p>
          <a:p>
            <a:pPr>
              <a:spcBef>
                <a:spcPct val="20000"/>
              </a:spcBef>
              <a:buFont typeface="Wingdings" pitchFamily="2" charset="2"/>
              <a:buNone/>
            </a:pPr>
            <a:r>
              <a:rPr lang="zh-CN" altLang="en-US" sz="2800" b="1" dirty="0">
                <a:effectLst>
                  <a:outerShdw blurRad="38100" dist="38100" dir="2700000" algn="tl">
                    <a:srgbClr val="FFFFFF"/>
                  </a:outerShdw>
                </a:effectLst>
                <a:latin typeface="楷体" pitchFamily="49" charset="-122"/>
                <a:ea typeface="楷体" pitchFamily="49" charset="-122"/>
              </a:rPr>
              <a:t>       </a:t>
            </a:r>
            <a:r>
              <a:rPr lang="en-US" altLang="zh-CN" sz="2800" b="1" dirty="0">
                <a:effectLst>
                  <a:outerShdw blurRad="38100" dist="38100" dir="2700000" algn="tl">
                    <a:srgbClr val="FFFFFF"/>
                  </a:outerShdw>
                </a:effectLst>
                <a:latin typeface="楷体" pitchFamily="49" charset="-122"/>
                <a:ea typeface="楷体" pitchFamily="49" charset="-122"/>
              </a:rPr>
              <a:t>……</a:t>
            </a:r>
          </a:p>
        </p:txBody>
      </p:sp>
      <p:sp>
        <p:nvSpPr>
          <p:cNvPr id="469019" name="Text Box 27"/>
          <p:cNvSpPr txBox="1">
            <a:spLocks noChangeArrowheads="1"/>
          </p:cNvSpPr>
          <p:nvPr/>
        </p:nvSpPr>
        <p:spPr bwMode="auto">
          <a:xfrm>
            <a:off x="2521426" y="5608844"/>
            <a:ext cx="7149148" cy="461665"/>
          </a:xfrm>
          <a:prstGeom prst="rect">
            <a:avLst/>
          </a:prstGeom>
          <a:gradFill flip="none" rotWithShape="1">
            <a:gsLst>
              <a:gs pos="0">
                <a:srgbClr val="CFCFD1"/>
              </a:gs>
              <a:gs pos="100000">
                <a:schemeClr val="bg1">
                  <a:lumMod val="95000"/>
                </a:schemeClr>
              </a:gs>
            </a:gsLst>
            <a:lin ang="0" scaled="1"/>
            <a:tileRect/>
          </a:gradFill>
          <a:ln>
            <a:noFill/>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2">
            <a:schemeClr val="accent6"/>
          </a:fillRef>
          <a:effectRef idx="1">
            <a:schemeClr val="accent6"/>
          </a:effectRef>
          <a:fontRef idx="minor">
            <a:schemeClr val="dk1"/>
          </a:fontRef>
        </p:style>
        <p:txBody>
          <a:bodyPr wrap="square">
            <a:spAutoFit/>
          </a:bodyPr>
          <a:lstStyle/>
          <a:p>
            <a:pPr>
              <a:spcBef>
                <a:spcPct val="50000"/>
              </a:spcBef>
            </a:pPr>
            <a:r>
              <a:rPr lang="zh-CN" altLang="en-US" dirty="0">
                <a:solidFill>
                  <a:srgbClr val="C01920"/>
                </a:solidFill>
                <a:latin typeface="思源黑体 CN Heavy" panose="020B0A00000000000000" pitchFamily="34" charset="-122"/>
                <a:ea typeface="思源黑体 CN Heavy" panose="020B0A00000000000000" pitchFamily="34" charset="-122"/>
              </a:rPr>
              <a:t>最终目的是：</a:t>
            </a:r>
            <a:r>
              <a:rPr lang="zh-CN" altLang="en-US" dirty="0">
                <a:latin typeface="思源黑体 CN Heavy" panose="020B0A00000000000000" pitchFamily="34" charset="-122"/>
                <a:ea typeface="思源黑体 CN Heavy" panose="020B0A00000000000000" pitchFamily="34" charset="-122"/>
              </a:rPr>
              <a:t>用</a:t>
            </a:r>
            <a:r>
              <a:rPr lang="en-US" altLang="zh-CN" dirty="0">
                <a:latin typeface="思源黑体 CN Heavy" panose="020B0A00000000000000" pitchFamily="34" charset="-122"/>
                <a:ea typeface="思源黑体 CN Heavy" panose="020B0A00000000000000" pitchFamily="34" charset="-122"/>
              </a:rPr>
              <a:t>C</a:t>
            </a:r>
            <a:r>
              <a:rPr lang="zh-CN" altLang="en-US" dirty="0">
                <a:latin typeface="思源黑体 CN Heavy" panose="020B0A00000000000000" pitchFamily="34" charset="-122"/>
                <a:ea typeface="思源黑体 CN Heavy" panose="020B0A00000000000000" pitchFamily="34" charset="-122"/>
              </a:rPr>
              <a:t>语言编写</a:t>
            </a:r>
            <a:r>
              <a:rPr lang="zh-CN" altLang="en-US" dirty="0">
                <a:solidFill>
                  <a:srgbClr val="C01920"/>
                </a:solidFill>
                <a:latin typeface="思源黑体 CN Heavy" panose="020B0A00000000000000" pitchFamily="34" charset="-122"/>
                <a:ea typeface="思源黑体 CN Heavy" panose="020B0A00000000000000" pitchFamily="34" charset="-122"/>
              </a:rPr>
              <a:t>程序</a:t>
            </a:r>
            <a:r>
              <a:rPr lang="zh-CN" altLang="en-US" dirty="0">
                <a:latin typeface="思源黑体 CN Heavy" panose="020B0A00000000000000" pitchFamily="34" charset="-122"/>
                <a:ea typeface="思源黑体 CN Heavy" panose="020B0A00000000000000" pitchFamily="34" charset="-122"/>
              </a:rPr>
              <a:t>来解决实际问题！</a:t>
            </a:r>
          </a:p>
        </p:txBody>
      </p:sp>
      <p:sp>
        <p:nvSpPr>
          <p:cNvPr id="469020" name="Oval 28"/>
          <p:cNvSpPr>
            <a:spLocks noChangeArrowheads="1"/>
          </p:cNvSpPr>
          <p:nvPr/>
        </p:nvSpPr>
        <p:spPr bwMode="auto">
          <a:xfrm>
            <a:off x="6091136" y="5503725"/>
            <a:ext cx="762000" cy="576262"/>
          </a:xfrm>
          <a:prstGeom prst="ellipse">
            <a:avLst/>
          </a:prstGeom>
          <a:noFill/>
          <a:ln w="28575">
            <a:solidFill>
              <a:srgbClr val="002060"/>
            </a:solidFill>
            <a:round/>
            <a:headEnd/>
            <a:tailEnd/>
          </a:ln>
          <a:effectLst/>
        </p:spPr>
        <p:txBody>
          <a:bodyPr wrap="none" anchor="ctr"/>
          <a:lstStyle/>
          <a:p>
            <a:endParaRPr lang="zh-CN" altLang="en-US"/>
          </a:p>
        </p:txBody>
      </p:sp>
      <p:sp>
        <p:nvSpPr>
          <p:cNvPr id="469021" name="AutoShape 29"/>
          <p:cNvSpPr>
            <a:spLocks noChangeArrowheads="1"/>
          </p:cNvSpPr>
          <p:nvPr/>
        </p:nvSpPr>
        <p:spPr bwMode="auto">
          <a:xfrm>
            <a:off x="6047737" y="4071700"/>
            <a:ext cx="4176463" cy="989723"/>
          </a:xfrm>
          <a:prstGeom prst="cloudCallout">
            <a:avLst>
              <a:gd name="adj1" fmla="val -36241"/>
              <a:gd name="adj2" fmla="val 96866"/>
            </a:avLst>
          </a:prstGeom>
          <a:gradFill>
            <a:gsLst>
              <a:gs pos="0">
                <a:srgbClr val="CFCFD1"/>
              </a:gs>
              <a:gs pos="100000">
                <a:schemeClr val="bg1">
                  <a:lumMod val="95000"/>
                </a:schemeClr>
              </a:gs>
            </a:gsLst>
          </a:gradFill>
          <a:ln>
            <a:solidFill>
              <a:srgbClr val="C01920"/>
            </a:solidFill>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1"/>
          </a:lnRef>
          <a:fillRef idx="2">
            <a:schemeClr val="accent1"/>
          </a:fillRef>
          <a:effectRef idx="1">
            <a:schemeClr val="accent1"/>
          </a:effectRef>
          <a:fontRef idx="minor">
            <a:schemeClr val="dk1"/>
          </a:fontRef>
        </p:style>
        <p:txBody>
          <a:bodyPr/>
          <a:lstStyle/>
          <a:p>
            <a:pPr algn="ctr"/>
            <a:r>
              <a:rPr lang="zh-CN" altLang="en-US" sz="2800" b="1" dirty="0">
                <a:solidFill>
                  <a:srgbClr val="002060"/>
                </a:solidFill>
                <a:latin typeface="隶书" pitchFamily="49" charset="-122"/>
                <a:ea typeface="隶书" pitchFamily="49" charset="-122"/>
              </a:rPr>
              <a:t>程序是什么？</a:t>
            </a:r>
          </a:p>
        </p:txBody>
      </p:sp>
      <p:sp>
        <p:nvSpPr>
          <p:cNvPr id="12" name="Rectangle 4">
            <a:extLst>
              <a:ext uri="{FF2B5EF4-FFF2-40B4-BE49-F238E27FC236}">
                <a16:creationId xmlns:a16="http://schemas.microsoft.com/office/drawing/2014/main" id="{66143C59-376C-4719-8D2B-F68483DF47F1}"/>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第</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章：基本数据类型、运算符与表达式</a:t>
            </a:r>
          </a:p>
        </p:txBody>
      </p:sp>
      <p:grpSp>
        <p:nvGrpSpPr>
          <p:cNvPr id="13" name="组合 12">
            <a:extLst>
              <a:ext uri="{FF2B5EF4-FFF2-40B4-BE49-F238E27FC236}">
                <a16:creationId xmlns:a16="http://schemas.microsoft.com/office/drawing/2014/main" id="{D012847A-AE0A-4BD8-89C6-6841C68B4A4F}"/>
              </a:ext>
            </a:extLst>
          </p:cNvPr>
          <p:cNvGrpSpPr/>
          <p:nvPr/>
        </p:nvGrpSpPr>
        <p:grpSpPr>
          <a:xfrm>
            <a:off x="695325" y="967906"/>
            <a:ext cx="3267000" cy="630931"/>
            <a:chOff x="695400" y="1059424"/>
            <a:chExt cx="3267000" cy="630931"/>
          </a:xfrm>
        </p:grpSpPr>
        <p:grpSp>
          <p:nvGrpSpPr>
            <p:cNvPr id="14" name="组合 13">
              <a:extLst>
                <a:ext uri="{FF2B5EF4-FFF2-40B4-BE49-F238E27FC236}">
                  <a16:creationId xmlns:a16="http://schemas.microsoft.com/office/drawing/2014/main" id="{C41636F9-5B8A-4FAA-AE18-B4E4FC1562D2}"/>
                </a:ext>
              </a:extLst>
            </p:cNvPr>
            <p:cNvGrpSpPr/>
            <p:nvPr/>
          </p:nvGrpSpPr>
          <p:grpSpPr>
            <a:xfrm>
              <a:off x="695400" y="1059424"/>
              <a:ext cx="833819" cy="557612"/>
              <a:chOff x="695400" y="1059424"/>
              <a:chExt cx="833819" cy="557612"/>
            </a:xfrm>
          </p:grpSpPr>
          <p:sp>
            <p:nvSpPr>
              <p:cNvPr id="16" name="菱形 15">
                <a:extLst>
                  <a:ext uri="{FF2B5EF4-FFF2-40B4-BE49-F238E27FC236}">
                    <a16:creationId xmlns:a16="http://schemas.microsoft.com/office/drawing/2014/main" id="{299EBBF0-59A2-48FE-8CF4-9249B6E13D3D}"/>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7" name="菱形 16">
                <a:extLst>
                  <a:ext uri="{FF2B5EF4-FFF2-40B4-BE49-F238E27FC236}">
                    <a16:creationId xmlns:a16="http://schemas.microsoft.com/office/drawing/2014/main" id="{E997C698-BD20-41F3-94CF-81BA43B2B19F}"/>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15" name="Text Box 5">
              <a:extLst>
                <a:ext uri="{FF2B5EF4-FFF2-40B4-BE49-F238E27FC236}">
                  <a16:creationId xmlns:a16="http://schemas.microsoft.com/office/drawing/2014/main" id="{BCCE8BA9-A24B-456E-A9E8-C3944E1CFCDF}"/>
                </a:ext>
              </a:extLst>
            </p:cNvPr>
            <p:cNvSpPr txBox="1">
              <a:spLocks noChangeArrowheads="1"/>
            </p:cNvSpPr>
            <p:nvPr/>
          </p:nvSpPr>
          <p:spPr bwMode="auto">
            <a:xfrm>
              <a:off x="1502725" y="1167135"/>
              <a:ext cx="2459675" cy="523220"/>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sz="2800" b="1" dirty="0">
                  <a:solidFill>
                    <a:srgbClr val="D7000F"/>
                  </a:solidFill>
                  <a:latin typeface="思源黑体 CN Heavy" panose="020B0A00000000000000" pitchFamily="34" charset="-122"/>
                  <a:ea typeface="思源黑体 CN Heavy" panose="020B0A00000000000000" pitchFamily="34" charset="-122"/>
                </a:rPr>
                <a:t>学习的意义</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69007">
                                            <p:txEl>
                                              <p:pRg st="0" end="0"/>
                                            </p:txEl>
                                          </p:spTgt>
                                        </p:tgtEl>
                                        <p:attrNameLst>
                                          <p:attrName>style.visibility</p:attrName>
                                        </p:attrNameLst>
                                      </p:cBhvr>
                                      <p:to>
                                        <p:strVal val="visible"/>
                                      </p:to>
                                    </p:set>
                                    <p:animEffect transition="in" filter="blinds(horizontal)">
                                      <p:cBhvr>
                                        <p:cTn id="13" dur="500"/>
                                        <p:tgtEl>
                                          <p:spTgt spid="469007">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469007">
                                            <p:txEl>
                                              <p:pRg st="2" end="2"/>
                                            </p:txEl>
                                          </p:spTgt>
                                        </p:tgtEl>
                                        <p:attrNameLst>
                                          <p:attrName>style.visibility</p:attrName>
                                        </p:attrNameLst>
                                      </p:cBhvr>
                                      <p:to>
                                        <p:strVal val="visible"/>
                                      </p:to>
                                    </p:set>
                                    <p:animEffect transition="in" filter="blinds(horizontal)">
                                      <p:cBhvr>
                                        <p:cTn id="18" dur="500"/>
                                        <p:tgtEl>
                                          <p:spTgt spid="469007">
                                            <p:txEl>
                                              <p:pRg st="2" end="2"/>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69007">
                                            <p:txEl>
                                              <p:pRg st="3" end="3"/>
                                            </p:txEl>
                                          </p:spTgt>
                                        </p:tgtEl>
                                        <p:attrNameLst>
                                          <p:attrName>style.visibility</p:attrName>
                                        </p:attrNameLst>
                                      </p:cBhvr>
                                      <p:to>
                                        <p:strVal val="visible"/>
                                      </p:to>
                                    </p:set>
                                    <p:anim calcmode="lin" valueType="num">
                                      <p:cBhvr additive="base">
                                        <p:cTn id="23" dur="500" fill="hold"/>
                                        <p:tgtEl>
                                          <p:spTgt spid="469007">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69007">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69007">
                                            <p:txEl>
                                              <p:pRg st="4" end="4"/>
                                            </p:txEl>
                                          </p:spTgt>
                                        </p:tgtEl>
                                        <p:attrNameLst>
                                          <p:attrName>style.visibility</p:attrName>
                                        </p:attrNameLst>
                                      </p:cBhvr>
                                      <p:to>
                                        <p:strVal val="visible"/>
                                      </p:to>
                                    </p:set>
                                    <p:anim calcmode="lin" valueType="num">
                                      <p:cBhvr additive="base">
                                        <p:cTn id="29" dur="500" fill="hold"/>
                                        <p:tgtEl>
                                          <p:spTgt spid="469007">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69007">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2" name="camera.wav"/>
                                        </p:tgtEl>
                                      </p:cMediaNode>
                                    </p:audio>
                                  </p:sub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469007">
                                            <p:txEl>
                                              <p:pRg st="5" end="5"/>
                                            </p:txEl>
                                          </p:spTgt>
                                        </p:tgtEl>
                                        <p:attrNameLst>
                                          <p:attrName>style.visibility</p:attrName>
                                        </p:attrNameLst>
                                      </p:cBhvr>
                                      <p:to>
                                        <p:strVal val="visible"/>
                                      </p:to>
                                    </p:set>
                                    <p:anim calcmode="lin" valueType="num">
                                      <p:cBhvr additive="base">
                                        <p:cTn id="35" dur="500" fill="hold"/>
                                        <p:tgtEl>
                                          <p:spTgt spid="469007">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69007">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469007">
                                            <p:txEl>
                                              <p:pRg st="6" end="6"/>
                                            </p:txEl>
                                          </p:spTgt>
                                        </p:tgtEl>
                                        <p:attrNameLst>
                                          <p:attrName>style.visibility</p:attrName>
                                        </p:attrNameLst>
                                      </p:cBhvr>
                                      <p:to>
                                        <p:strVal val="visible"/>
                                      </p:to>
                                    </p:set>
                                    <p:anim calcmode="lin" valueType="num">
                                      <p:cBhvr additive="base">
                                        <p:cTn id="41" dur="500" fill="hold"/>
                                        <p:tgtEl>
                                          <p:spTgt spid="469007">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69007">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469007">
                                            <p:txEl>
                                              <p:pRg st="7" end="7"/>
                                            </p:txEl>
                                          </p:spTgt>
                                        </p:tgtEl>
                                        <p:attrNameLst>
                                          <p:attrName>style.visibility</p:attrName>
                                        </p:attrNameLst>
                                      </p:cBhvr>
                                      <p:to>
                                        <p:strVal val="visible"/>
                                      </p:to>
                                    </p:set>
                                    <p:anim calcmode="lin" valueType="num">
                                      <p:cBhvr additive="base">
                                        <p:cTn id="47" dur="500" fill="hold"/>
                                        <p:tgtEl>
                                          <p:spTgt spid="469007">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469007">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childTnLst>
                    </p:cTn>
                  </p:par>
                  <p:par>
                    <p:cTn id="49" fill="hold">
                      <p:stCondLst>
                        <p:cond delay="indefinite"/>
                      </p:stCondLst>
                      <p:childTnLst>
                        <p:par>
                          <p:cTn id="50" fill="hold">
                            <p:stCondLst>
                              <p:cond delay="0"/>
                            </p:stCondLst>
                            <p:childTnLst>
                              <p:par>
                                <p:cTn id="51" presetID="8" presetClass="entr" presetSubtype="16" fill="hold" grpId="0" nodeType="clickEffect">
                                  <p:stCondLst>
                                    <p:cond delay="0"/>
                                  </p:stCondLst>
                                  <p:childTnLst>
                                    <p:set>
                                      <p:cBhvr>
                                        <p:cTn id="52" dur="1" fill="hold">
                                          <p:stCondLst>
                                            <p:cond delay="0"/>
                                          </p:stCondLst>
                                        </p:cTn>
                                        <p:tgtEl>
                                          <p:spTgt spid="469019"/>
                                        </p:tgtEl>
                                        <p:attrNameLst>
                                          <p:attrName>style.visibility</p:attrName>
                                        </p:attrNameLst>
                                      </p:cBhvr>
                                      <p:to>
                                        <p:strVal val="visible"/>
                                      </p:to>
                                    </p:set>
                                    <p:animEffect transition="in" filter="diamond(in)">
                                      <p:cBhvr>
                                        <p:cTn id="53" dur="2000"/>
                                        <p:tgtEl>
                                          <p:spTgt spid="469019"/>
                                        </p:tgtEl>
                                      </p:cBhvr>
                                    </p:animEffect>
                                  </p:childTnLst>
                                  <p:subTnLst>
                                    <p:audio>
                                      <p:cMediaNode>
                                        <p:cTn display="0" masterRel="sameClick">
                                          <p:stCondLst>
                                            <p:cond evt="begin" delay="0">
                                              <p:tn val="51"/>
                                            </p:cond>
                                          </p:stCondLst>
                                          <p:endCondLst>
                                            <p:cond evt="onStopAudio" delay="0">
                                              <p:tgtEl>
                                                <p:sldTgt/>
                                              </p:tgtEl>
                                            </p:cond>
                                          </p:endCondLst>
                                        </p:cTn>
                                        <p:tgtEl>
                                          <p:sndTgt r:embed="rId3" name="chimes.wav"/>
                                        </p:tgtEl>
                                      </p:cMediaNode>
                                    </p:audio>
                                  </p:subTnLst>
                                </p:cTn>
                              </p:par>
                            </p:childTnLst>
                          </p:cTn>
                        </p:par>
                        <p:par>
                          <p:cTn id="54" fill="hold">
                            <p:stCondLst>
                              <p:cond delay="2000"/>
                            </p:stCondLst>
                            <p:childTnLst>
                              <p:par>
                                <p:cTn id="55" presetID="18" presetClass="entr" presetSubtype="12" fill="hold" grpId="0" nodeType="afterEffect">
                                  <p:stCondLst>
                                    <p:cond delay="0"/>
                                  </p:stCondLst>
                                  <p:childTnLst>
                                    <p:set>
                                      <p:cBhvr>
                                        <p:cTn id="56" dur="1" fill="hold">
                                          <p:stCondLst>
                                            <p:cond delay="0"/>
                                          </p:stCondLst>
                                        </p:cTn>
                                        <p:tgtEl>
                                          <p:spTgt spid="469020"/>
                                        </p:tgtEl>
                                        <p:attrNameLst>
                                          <p:attrName>style.visibility</p:attrName>
                                        </p:attrNameLst>
                                      </p:cBhvr>
                                      <p:to>
                                        <p:strVal val="visible"/>
                                      </p:to>
                                    </p:set>
                                    <p:animEffect transition="in" filter="strips(downLeft)">
                                      <p:cBhvr>
                                        <p:cTn id="57" dur="1000"/>
                                        <p:tgtEl>
                                          <p:spTgt spid="469020"/>
                                        </p:tgtEl>
                                      </p:cBhvr>
                                    </p:animEffect>
                                  </p:childTnLst>
                                </p:cTn>
                              </p:par>
                            </p:childTnLst>
                          </p:cTn>
                        </p:par>
                        <p:par>
                          <p:cTn id="58" fill="hold">
                            <p:stCondLst>
                              <p:cond delay="3000"/>
                            </p:stCondLst>
                            <p:childTnLst>
                              <p:par>
                                <p:cTn id="59" presetID="18" presetClass="entr" presetSubtype="3" fill="hold" grpId="0" nodeType="afterEffect">
                                  <p:stCondLst>
                                    <p:cond delay="0"/>
                                  </p:stCondLst>
                                  <p:childTnLst>
                                    <p:set>
                                      <p:cBhvr>
                                        <p:cTn id="60" dur="1" fill="hold">
                                          <p:stCondLst>
                                            <p:cond delay="0"/>
                                          </p:stCondLst>
                                        </p:cTn>
                                        <p:tgtEl>
                                          <p:spTgt spid="469021"/>
                                        </p:tgtEl>
                                        <p:attrNameLst>
                                          <p:attrName>style.visibility</p:attrName>
                                        </p:attrNameLst>
                                      </p:cBhvr>
                                      <p:to>
                                        <p:strVal val="visible"/>
                                      </p:to>
                                    </p:set>
                                    <p:animEffect transition="in" filter="strips(upRight)">
                                      <p:cBhvr>
                                        <p:cTn id="61" dur="500"/>
                                        <p:tgtEl>
                                          <p:spTgt spid="469021"/>
                                        </p:tgtEl>
                                      </p:cBhvr>
                                    </p:animEffect>
                                  </p:childTnLst>
                                  <p:subTnLst>
                                    <p:audio>
                                      <p:cMediaNode>
                                        <p:cTn display="0" masterRel="sameClick">
                                          <p:stCondLst>
                                            <p:cond evt="begin" delay="0">
                                              <p:tn val="59"/>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9019" grpId="0" animBg="1"/>
      <p:bldP spid="469020" grpId="0" animBg="1"/>
      <p:bldP spid="469021"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47" name="Rectangle 7"/>
          <p:cNvSpPr>
            <a:spLocks noChangeArrowheads="1"/>
          </p:cNvSpPr>
          <p:nvPr/>
        </p:nvSpPr>
        <p:spPr bwMode="auto">
          <a:xfrm>
            <a:off x="1006606" y="2351979"/>
            <a:ext cx="10706614" cy="1514473"/>
          </a:xfrm>
          <a:prstGeom prst="rect">
            <a:avLst/>
          </a:prstGeom>
          <a:noFill/>
          <a:ln w="9525">
            <a:noFill/>
            <a:miter lim="800000"/>
            <a:headEnd/>
            <a:tailEnd/>
          </a:ln>
        </p:spPr>
        <p:txBody>
          <a:bodyPr>
            <a:scene3d>
              <a:camera prst="orthographicFront"/>
              <a:lightRig rig="soft" dir="t">
                <a:rot lat="0" lon="0" rev="10800000"/>
              </a:lightRig>
            </a:scene3d>
            <a:sp3d>
              <a:bevelT w="27940" h="12700"/>
              <a:contourClr>
                <a:srgbClr val="DDDDDD"/>
              </a:contourClr>
            </a:sp3d>
          </a:bodyPr>
          <a:lstStyle/>
          <a:p>
            <a:pPr>
              <a:spcBef>
                <a:spcPct val="20000"/>
              </a:spcBef>
              <a:buFont typeface="Wingdings" pitchFamily="2" charset="2"/>
              <a:buNone/>
            </a:pPr>
            <a:r>
              <a:rPr lang="en-US" altLang="zh-CN" b="1" spc="150" dirty="0">
                <a:ln w="11430"/>
                <a:solidFill>
                  <a:srgbClr val="002060"/>
                </a:solidFill>
                <a:latin typeface="楷体" panose="02010609060101010101" pitchFamily="49" charset="-122"/>
                <a:ea typeface="楷体" panose="02010609060101010101" pitchFamily="49" charset="-122"/>
              </a:rPr>
              <a:t>     </a:t>
            </a:r>
            <a:r>
              <a:rPr lang="zh-CN" altLang="en-US" b="1" spc="150" dirty="0">
                <a:ln w="11430"/>
                <a:solidFill>
                  <a:srgbClr val="002060"/>
                </a:solidFill>
                <a:latin typeface="楷体" panose="02010609060101010101" pitchFamily="49" charset="-122"/>
                <a:ea typeface="楷体" panose="02010609060101010101" pitchFamily="49" charset="-122"/>
              </a:rPr>
              <a:t>程序是解决某种问题的一组指令的有序集合。</a:t>
            </a:r>
          </a:p>
          <a:p>
            <a:pPr>
              <a:spcBef>
                <a:spcPct val="20000"/>
              </a:spcBef>
              <a:buFont typeface="Wingdings" pitchFamily="2" charset="2"/>
              <a:buNone/>
            </a:pPr>
            <a:r>
              <a:rPr lang="zh-CN" altLang="en-US" b="1" spc="150" dirty="0">
                <a:ln w="11430"/>
                <a:solidFill>
                  <a:srgbClr val="002060"/>
                </a:solidFill>
                <a:latin typeface="楷体" panose="02010609060101010101" pitchFamily="49" charset="-122"/>
                <a:ea typeface="楷体" panose="02010609060101010101" pitchFamily="49" charset="-122"/>
              </a:rPr>
              <a:t>     著名计算机科学家沃思（</a:t>
            </a:r>
            <a:r>
              <a:rPr lang="en-US" altLang="zh-CN" b="1" spc="150" dirty="0" err="1">
                <a:ln w="11430"/>
                <a:solidFill>
                  <a:srgbClr val="002060"/>
                </a:solidFill>
                <a:latin typeface="楷体" panose="02010609060101010101" pitchFamily="49" charset="-122"/>
                <a:ea typeface="楷体" panose="02010609060101010101" pitchFamily="49" charset="-122"/>
              </a:rPr>
              <a:t>Nikiklaus</a:t>
            </a:r>
            <a:r>
              <a:rPr lang="en-US" altLang="zh-CN" b="1" spc="150" dirty="0">
                <a:ln w="11430"/>
                <a:solidFill>
                  <a:srgbClr val="002060"/>
                </a:solidFill>
                <a:latin typeface="楷体" panose="02010609060101010101" pitchFamily="49" charset="-122"/>
                <a:ea typeface="楷体" panose="02010609060101010101" pitchFamily="49" charset="-122"/>
              </a:rPr>
              <a:t> Wirth</a:t>
            </a:r>
            <a:r>
              <a:rPr lang="zh-CN" altLang="en-US" b="1" spc="150" dirty="0">
                <a:ln w="11430"/>
                <a:solidFill>
                  <a:srgbClr val="002060"/>
                </a:solidFill>
                <a:latin typeface="楷体" panose="02010609060101010101" pitchFamily="49" charset="-122"/>
                <a:ea typeface="楷体" panose="02010609060101010101" pitchFamily="49" charset="-122"/>
              </a:rPr>
              <a:t>）提出一个公式：</a:t>
            </a:r>
          </a:p>
          <a:p>
            <a:pPr>
              <a:spcBef>
                <a:spcPct val="20000"/>
              </a:spcBef>
              <a:buFont typeface="Wingdings" pitchFamily="2" charset="2"/>
              <a:buNone/>
            </a:pPr>
            <a:r>
              <a:rPr lang="zh-CN" altLang="en-US" b="1" spc="150" dirty="0">
                <a:ln w="11430"/>
                <a:solidFill>
                  <a:srgbClr val="002060"/>
                </a:solidFill>
                <a:latin typeface="楷体" panose="02010609060101010101" pitchFamily="49" charset="-122"/>
                <a:ea typeface="楷体" panose="02010609060101010101" pitchFamily="49" charset="-122"/>
              </a:rPr>
              <a:t>           </a:t>
            </a:r>
            <a:r>
              <a:rPr lang="zh-CN" altLang="en-US" sz="4000" b="1" spc="150" dirty="0">
                <a:ln w="11430"/>
                <a:solidFill>
                  <a:srgbClr val="C01920"/>
                </a:solidFill>
                <a:latin typeface="楷体" panose="02010609060101010101" pitchFamily="49" charset="-122"/>
                <a:ea typeface="楷体" panose="02010609060101010101" pitchFamily="49" charset="-122"/>
              </a:rPr>
              <a:t>程序 </a:t>
            </a:r>
            <a:r>
              <a:rPr lang="en-US" altLang="zh-CN" sz="4000" b="1" spc="150" dirty="0">
                <a:ln w="11430"/>
                <a:solidFill>
                  <a:srgbClr val="C01920"/>
                </a:solidFill>
                <a:latin typeface="楷体" panose="02010609060101010101" pitchFamily="49" charset="-122"/>
                <a:ea typeface="楷体" panose="02010609060101010101" pitchFamily="49" charset="-122"/>
              </a:rPr>
              <a:t>= </a:t>
            </a:r>
            <a:r>
              <a:rPr lang="zh-CN" altLang="en-US" sz="4000" b="1" spc="150" dirty="0">
                <a:ln w="11430"/>
                <a:solidFill>
                  <a:srgbClr val="C01920"/>
                </a:solidFill>
                <a:latin typeface="楷体" panose="02010609060101010101" pitchFamily="49" charset="-122"/>
                <a:ea typeface="楷体" panose="02010609060101010101" pitchFamily="49" charset="-122"/>
              </a:rPr>
              <a:t>数据结构 </a:t>
            </a:r>
            <a:r>
              <a:rPr lang="en-US" altLang="zh-CN" sz="4000" b="1" spc="150" dirty="0">
                <a:ln w="11430"/>
                <a:solidFill>
                  <a:srgbClr val="C01920"/>
                </a:solidFill>
                <a:latin typeface="楷体" panose="02010609060101010101" pitchFamily="49" charset="-122"/>
                <a:ea typeface="楷体" panose="02010609060101010101" pitchFamily="49" charset="-122"/>
              </a:rPr>
              <a:t>+ </a:t>
            </a:r>
            <a:r>
              <a:rPr lang="zh-CN" altLang="en-US" sz="4000" b="1" spc="150" dirty="0">
                <a:ln w="11430"/>
                <a:solidFill>
                  <a:srgbClr val="C01920"/>
                </a:solidFill>
                <a:latin typeface="楷体" panose="02010609060101010101" pitchFamily="49" charset="-122"/>
                <a:ea typeface="楷体" panose="02010609060101010101" pitchFamily="49" charset="-122"/>
              </a:rPr>
              <a:t>算法  </a:t>
            </a:r>
            <a:endParaRPr lang="zh-CN" altLang="en-US" b="1" spc="150" dirty="0">
              <a:ln w="11430"/>
              <a:solidFill>
                <a:srgbClr val="C01920"/>
              </a:solidFill>
              <a:latin typeface="楷体" panose="02010609060101010101" pitchFamily="49" charset="-122"/>
              <a:ea typeface="楷体" panose="02010609060101010101" pitchFamily="49" charset="-122"/>
            </a:endParaRPr>
          </a:p>
        </p:txBody>
      </p:sp>
      <p:sp>
        <p:nvSpPr>
          <p:cNvPr id="675864" name="Rectangle 24"/>
          <p:cNvSpPr>
            <a:spLocks noChangeArrowheads="1"/>
          </p:cNvSpPr>
          <p:nvPr/>
        </p:nvSpPr>
        <p:spPr bwMode="auto">
          <a:xfrm>
            <a:off x="1153718" y="1688508"/>
            <a:ext cx="3157538" cy="579438"/>
          </a:xfrm>
          <a:prstGeom prst="rect">
            <a:avLst/>
          </a:prstGeom>
          <a:noFill/>
          <a:ln w="9525">
            <a:noFill/>
            <a:miter lim="800000"/>
            <a:headEnd/>
            <a:tailEnd/>
          </a:ln>
          <a:effectLst/>
        </p:spPr>
        <p:txBody>
          <a:bodyPr wrap="none">
            <a:spAutoFit/>
          </a:bodyPr>
          <a:lstStyle/>
          <a:p>
            <a:pPr>
              <a:spcBef>
                <a:spcPct val="20000"/>
              </a:spcBef>
              <a:buClr>
                <a:srgbClr val="C01920"/>
              </a:buClr>
              <a:buFont typeface="Wingdings" pitchFamily="2" charset="2"/>
              <a:buChar char="Ø"/>
            </a:pPr>
            <a:r>
              <a:rPr lang="en-US" altLang="zh-CN" sz="3200" dirty="0">
                <a:solidFill>
                  <a:srgbClr val="C01920"/>
                </a:solidFill>
                <a:latin typeface="隶书" pitchFamily="49" charset="-122"/>
                <a:ea typeface="隶书" pitchFamily="49" charset="-122"/>
              </a:rPr>
              <a:t> </a:t>
            </a:r>
            <a:r>
              <a:rPr lang="zh-CN" altLang="en-US" sz="3200" b="1" dirty="0">
                <a:solidFill>
                  <a:srgbClr val="C01920"/>
                </a:solidFill>
                <a:latin typeface="隶书" pitchFamily="49" charset="-122"/>
                <a:ea typeface="隶书" pitchFamily="49" charset="-122"/>
              </a:rPr>
              <a:t>程序是什么？</a:t>
            </a:r>
          </a:p>
        </p:txBody>
      </p:sp>
      <p:sp>
        <p:nvSpPr>
          <p:cNvPr id="675865" name="AutoShape 25"/>
          <p:cNvSpPr>
            <a:spLocks noChangeArrowheads="1"/>
          </p:cNvSpPr>
          <p:nvPr/>
        </p:nvSpPr>
        <p:spPr bwMode="auto">
          <a:xfrm>
            <a:off x="2639616" y="4349092"/>
            <a:ext cx="2809553" cy="1240150"/>
          </a:xfrm>
          <a:prstGeom prst="wedgeRectCallout">
            <a:avLst>
              <a:gd name="adj1" fmla="val 56800"/>
              <a:gd name="adj2" fmla="val -87620"/>
            </a:avLst>
          </a:prstGeom>
          <a:gradFill flip="none" rotWithShape="1">
            <a:gsLst>
              <a:gs pos="0">
                <a:srgbClr val="CFCFD1"/>
              </a:gs>
              <a:gs pos="100000">
                <a:schemeClr val="bg1">
                  <a:lumMod val="95000"/>
                </a:schemeClr>
              </a:gs>
            </a:gsLst>
            <a:lin ang="2700000" scaled="1"/>
            <a:tileRect/>
          </a:gradFill>
          <a:ln w="9525">
            <a:solidFill>
              <a:srgbClr val="C01920"/>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lstStyle/>
          <a:p>
            <a:r>
              <a:rPr lang="zh-CN" altLang="en-US" b="1" dirty="0">
                <a:solidFill>
                  <a:srgbClr val="002060"/>
                </a:solidFill>
                <a:latin typeface="楷体" pitchFamily="49" charset="-122"/>
                <a:ea typeface="楷体" pitchFamily="49" charset="-122"/>
              </a:rPr>
              <a:t>对数据的描述。</a:t>
            </a:r>
            <a:r>
              <a:rPr lang="zh-CN" altLang="en-US" b="1" dirty="0">
                <a:latin typeface="楷体" pitchFamily="49" charset="-122"/>
                <a:ea typeface="楷体" pitchFamily="49" charset="-122"/>
              </a:rPr>
              <a:t>在</a:t>
            </a:r>
            <a:r>
              <a:rPr lang="en-US" altLang="zh-CN" b="1" dirty="0">
                <a:latin typeface="楷体" pitchFamily="49" charset="-122"/>
                <a:ea typeface="楷体" pitchFamily="49" charset="-122"/>
              </a:rPr>
              <a:t>C</a:t>
            </a:r>
            <a:r>
              <a:rPr lang="zh-CN" altLang="en-US" b="1" dirty="0">
                <a:latin typeface="楷体" pitchFamily="49" charset="-122"/>
                <a:ea typeface="楷体" pitchFamily="49" charset="-122"/>
              </a:rPr>
              <a:t>语言中，体现为</a:t>
            </a:r>
            <a:r>
              <a:rPr lang="zh-CN" altLang="en-US" b="1" dirty="0">
                <a:solidFill>
                  <a:srgbClr val="C01920"/>
                </a:solidFill>
                <a:latin typeface="楷体" pitchFamily="49" charset="-122"/>
                <a:ea typeface="楷体" pitchFamily="49" charset="-122"/>
              </a:rPr>
              <a:t>数据类型</a:t>
            </a:r>
            <a:r>
              <a:rPr lang="zh-CN" altLang="en-US" b="1" dirty="0">
                <a:latin typeface="楷体" pitchFamily="49" charset="-122"/>
                <a:ea typeface="楷体" pitchFamily="49" charset="-122"/>
              </a:rPr>
              <a:t>的描述！</a:t>
            </a:r>
          </a:p>
        </p:txBody>
      </p:sp>
      <p:sp>
        <p:nvSpPr>
          <p:cNvPr id="675866" name="AutoShape 26"/>
          <p:cNvSpPr>
            <a:spLocks noChangeArrowheads="1"/>
          </p:cNvSpPr>
          <p:nvPr/>
        </p:nvSpPr>
        <p:spPr bwMode="auto">
          <a:xfrm>
            <a:off x="7288856" y="4349091"/>
            <a:ext cx="3571083" cy="1240150"/>
          </a:xfrm>
          <a:prstGeom prst="wedgeRectCallout">
            <a:avLst>
              <a:gd name="adj1" fmla="val -35362"/>
              <a:gd name="adj2" fmla="val -89981"/>
            </a:avLst>
          </a:prstGeom>
          <a:gradFill flip="none" rotWithShape="1">
            <a:gsLst>
              <a:gs pos="0">
                <a:srgbClr val="CFCFD1"/>
              </a:gs>
              <a:gs pos="100000">
                <a:schemeClr val="bg1">
                  <a:lumMod val="95000"/>
                </a:schemeClr>
              </a:gs>
            </a:gsLst>
            <a:lin ang="2700000" scaled="1"/>
            <a:tileRect/>
          </a:gradFill>
          <a:ln w="9525">
            <a:solidFill>
              <a:srgbClr val="C01920"/>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lstStyle/>
          <a:p>
            <a:r>
              <a:rPr lang="zh-CN" altLang="en-US" b="1" dirty="0">
                <a:solidFill>
                  <a:srgbClr val="002060"/>
                </a:solidFill>
                <a:latin typeface="楷体" pitchFamily="49" charset="-122"/>
                <a:ea typeface="楷体" pitchFamily="49" charset="-122"/>
              </a:rPr>
              <a:t>对数据处理的描述</a:t>
            </a:r>
            <a:r>
              <a:rPr lang="zh-CN" altLang="en-US" b="1" dirty="0">
                <a:solidFill>
                  <a:srgbClr val="CC3300"/>
                </a:solidFill>
                <a:latin typeface="楷体" pitchFamily="49" charset="-122"/>
                <a:ea typeface="楷体" pitchFamily="49" charset="-122"/>
              </a:rPr>
              <a:t>。</a:t>
            </a:r>
            <a:r>
              <a:rPr lang="zh-CN" altLang="en-US" b="1" dirty="0">
                <a:latin typeface="楷体" pitchFamily="49" charset="-122"/>
                <a:ea typeface="楷体" pitchFamily="49" charset="-122"/>
              </a:rPr>
              <a:t>是为解决一个问题而采取的方法和步骤，是程序的灵魂！</a:t>
            </a:r>
            <a:r>
              <a:rPr lang="zh-CN" altLang="en-US" dirty="0">
                <a:latin typeface="楷体" pitchFamily="49" charset="-122"/>
                <a:ea typeface="楷体" pitchFamily="49" charset="-122"/>
              </a:rPr>
              <a:t> </a:t>
            </a:r>
          </a:p>
        </p:txBody>
      </p:sp>
      <p:sp>
        <p:nvSpPr>
          <p:cNvPr id="675867" name="Text Box 27"/>
          <p:cNvSpPr txBox="1">
            <a:spLocks noChangeArrowheads="1"/>
          </p:cNvSpPr>
          <p:nvPr/>
        </p:nvSpPr>
        <p:spPr bwMode="auto">
          <a:xfrm>
            <a:off x="2855987" y="5751150"/>
            <a:ext cx="2447925" cy="519113"/>
          </a:xfrm>
          <a:prstGeom prst="rect">
            <a:avLst/>
          </a:prstGeom>
          <a:noFill/>
          <a:ln w="9525">
            <a:noFill/>
            <a:miter lim="800000"/>
            <a:headEnd/>
            <a:tailEnd/>
          </a:ln>
          <a:effectLst/>
        </p:spPr>
        <p:txBody>
          <a:bodyPr>
            <a:spAutoFit/>
          </a:bodyPr>
          <a:lstStyle/>
          <a:p>
            <a:pPr>
              <a:spcBef>
                <a:spcPct val="50000"/>
              </a:spcBef>
            </a:pPr>
            <a:r>
              <a:rPr lang="en-US" altLang="zh-CN" sz="2800" b="1" dirty="0">
                <a:solidFill>
                  <a:srgbClr val="C01920"/>
                </a:solidFill>
                <a:ea typeface="隶书" pitchFamily="49" charset="-122"/>
              </a:rPr>
              <a:t>&lt;&lt;</a:t>
            </a:r>
            <a:r>
              <a:rPr lang="zh-CN" altLang="en-US" sz="2800" b="1" dirty="0">
                <a:solidFill>
                  <a:srgbClr val="C01920"/>
                </a:solidFill>
                <a:ea typeface="隶书" pitchFamily="49" charset="-122"/>
              </a:rPr>
              <a:t>数据结构</a:t>
            </a:r>
            <a:r>
              <a:rPr lang="en-US" altLang="zh-CN" sz="2800" b="1" dirty="0">
                <a:solidFill>
                  <a:srgbClr val="C01920"/>
                </a:solidFill>
                <a:ea typeface="隶书" pitchFamily="49" charset="-122"/>
              </a:rPr>
              <a:t>&gt;&gt;</a:t>
            </a:r>
          </a:p>
        </p:txBody>
      </p:sp>
      <p:sp>
        <p:nvSpPr>
          <p:cNvPr id="675868" name="Text Box 28"/>
          <p:cNvSpPr txBox="1">
            <a:spLocks noChangeArrowheads="1"/>
          </p:cNvSpPr>
          <p:nvPr/>
        </p:nvSpPr>
        <p:spPr bwMode="auto">
          <a:xfrm>
            <a:off x="7434113" y="5733256"/>
            <a:ext cx="3671887" cy="519113"/>
          </a:xfrm>
          <a:prstGeom prst="rect">
            <a:avLst/>
          </a:prstGeom>
          <a:noFill/>
          <a:ln w="9525">
            <a:noFill/>
            <a:miter lim="800000"/>
            <a:headEnd/>
            <a:tailEnd/>
          </a:ln>
          <a:effectLst/>
        </p:spPr>
        <p:txBody>
          <a:bodyPr>
            <a:spAutoFit/>
          </a:bodyPr>
          <a:lstStyle/>
          <a:p>
            <a:pPr>
              <a:spcBef>
                <a:spcPct val="50000"/>
              </a:spcBef>
            </a:pPr>
            <a:r>
              <a:rPr lang="en-US" altLang="zh-CN" sz="2800" b="1" dirty="0">
                <a:solidFill>
                  <a:srgbClr val="C01920"/>
                </a:solidFill>
                <a:ea typeface="隶书" pitchFamily="49" charset="-122"/>
              </a:rPr>
              <a:t>&lt;&lt;</a:t>
            </a:r>
            <a:r>
              <a:rPr lang="zh-CN" altLang="en-US" sz="2800" b="1" dirty="0">
                <a:solidFill>
                  <a:srgbClr val="C01920"/>
                </a:solidFill>
                <a:ea typeface="隶书" pitchFamily="49" charset="-122"/>
              </a:rPr>
              <a:t>算法设计与分析</a:t>
            </a:r>
            <a:r>
              <a:rPr lang="en-US" altLang="zh-CN" sz="2800" b="1" dirty="0">
                <a:solidFill>
                  <a:srgbClr val="C01920"/>
                </a:solidFill>
                <a:ea typeface="隶书" pitchFamily="49" charset="-122"/>
              </a:rPr>
              <a:t>&gt;&gt;</a:t>
            </a:r>
          </a:p>
        </p:txBody>
      </p:sp>
      <p:sp>
        <p:nvSpPr>
          <p:cNvPr id="675869" name="AutoShape 29"/>
          <p:cNvSpPr>
            <a:spLocks noChangeArrowheads="1"/>
          </p:cNvSpPr>
          <p:nvPr/>
        </p:nvSpPr>
        <p:spPr bwMode="auto">
          <a:xfrm>
            <a:off x="3719736" y="2267946"/>
            <a:ext cx="6480175" cy="2387911"/>
          </a:xfrm>
          <a:prstGeom prst="cloudCallout">
            <a:avLst>
              <a:gd name="adj1" fmla="val -35426"/>
              <a:gd name="adj2" fmla="val 70023"/>
            </a:avLst>
          </a:prstGeom>
          <a:solidFill>
            <a:srgbClr val="CFCFD1"/>
          </a:solidFill>
          <a:ln w="9525">
            <a:solidFill>
              <a:srgbClr val="C01920"/>
            </a:solidFill>
            <a:round/>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lstStyle/>
          <a:p>
            <a:pPr algn="ctr"/>
            <a:r>
              <a:rPr lang="zh-CN" altLang="en-US" sz="2800" b="1" dirty="0">
                <a:solidFill>
                  <a:srgbClr val="C01920"/>
                </a:solidFill>
                <a:latin typeface="楷体" pitchFamily="49" charset="-122"/>
                <a:ea typeface="楷体" pitchFamily="49" charset="-122"/>
              </a:rPr>
              <a:t>结论：</a:t>
            </a:r>
            <a:r>
              <a:rPr lang="zh-CN" altLang="en-US" sz="2800" b="1" dirty="0">
                <a:solidFill>
                  <a:srgbClr val="002060"/>
                </a:solidFill>
                <a:latin typeface="楷体" pitchFamily="49" charset="-122"/>
                <a:ea typeface="楷体" pitchFamily="49" charset="-122"/>
              </a:rPr>
              <a:t>学好</a:t>
            </a:r>
            <a:r>
              <a:rPr lang="en-US" altLang="zh-CN" sz="2800" b="1" dirty="0">
                <a:solidFill>
                  <a:srgbClr val="002060"/>
                </a:solidFill>
                <a:latin typeface="楷体" pitchFamily="49" charset="-122"/>
                <a:ea typeface="楷体" pitchFamily="49" charset="-122"/>
              </a:rPr>
              <a:t>C</a:t>
            </a:r>
            <a:r>
              <a:rPr lang="zh-CN" altLang="en-US" sz="2800" b="1" dirty="0">
                <a:solidFill>
                  <a:srgbClr val="002060"/>
                </a:solidFill>
                <a:latin typeface="楷体" pitchFamily="49" charset="-122"/>
                <a:ea typeface="楷体" pitchFamily="49" charset="-122"/>
              </a:rPr>
              <a:t>语言首先就必须十分了解</a:t>
            </a:r>
            <a:r>
              <a:rPr lang="en-US" altLang="zh-CN" sz="2800" b="1" dirty="0">
                <a:solidFill>
                  <a:srgbClr val="002060"/>
                </a:solidFill>
                <a:latin typeface="楷体" pitchFamily="49" charset="-122"/>
                <a:ea typeface="楷体" pitchFamily="49" charset="-122"/>
              </a:rPr>
              <a:t>C</a:t>
            </a:r>
            <a:r>
              <a:rPr lang="zh-CN" altLang="en-US" sz="2800" b="1" dirty="0">
                <a:solidFill>
                  <a:srgbClr val="002060"/>
                </a:solidFill>
                <a:latin typeface="楷体" pitchFamily="49" charset="-122"/>
                <a:ea typeface="楷体" pitchFamily="49" charset="-122"/>
              </a:rPr>
              <a:t>语言的数据类型、运算符与表达式。</a:t>
            </a:r>
          </a:p>
        </p:txBody>
      </p:sp>
      <p:sp>
        <p:nvSpPr>
          <p:cNvPr id="13" name="Rectangle 4">
            <a:extLst>
              <a:ext uri="{FF2B5EF4-FFF2-40B4-BE49-F238E27FC236}">
                <a16:creationId xmlns:a16="http://schemas.microsoft.com/office/drawing/2014/main" id="{AC19431B-3EDB-4D54-B62A-A7CC186469EC}"/>
              </a:ext>
            </a:extLst>
          </p:cNvPr>
          <p:cNvSpPr>
            <a:spLocks noChangeArrowheads="1"/>
          </p:cNvSpPr>
          <p:nvPr/>
        </p:nvSpPr>
        <p:spPr bwMode="auto">
          <a:xfrm>
            <a:off x="767408" y="288132"/>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第</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章：基本数据类型、运算符与表达式</a:t>
            </a:r>
          </a:p>
        </p:txBody>
      </p:sp>
      <p:grpSp>
        <p:nvGrpSpPr>
          <p:cNvPr id="14" name="组合 13">
            <a:extLst>
              <a:ext uri="{FF2B5EF4-FFF2-40B4-BE49-F238E27FC236}">
                <a16:creationId xmlns:a16="http://schemas.microsoft.com/office/drawing/2014/main" id="{A4B31F3B-AA80-4964-A6F5-688CFE8D193E}"/>
              </a:ext>
            </a:extLst>
          </p:cNvPr>
          <p:cNvGrpSpPr/>
          <p:nvPr/>
        </p:nvGrpSpPr>
        <p:grpSpPr>
          <a:xfrm>
            <a:off x="695325" y="967906"/>
            <a:ext cx="3267000" cy="630931"/>
            <a:chOff x="695400" y="1059424"/>
            <a:chExt cx="3267000" cy="630931"/>
          </a:xfrm>
        </p:grpSpPr>
        <p:grpSp>
          <p:nvGrpSpPr>
            <p:cNvPr id="15" name="组合 14">
              <a:extLst>
                <a:ext uri="{FF2B5EF4-FFF2-40B4-BE49-F238E27FC236}">
                  <a16:creationId xmlns:a16="http://schemas.microsoft.com/office/drawing/2014/main" id="{81374C17-DD86-4EF5-8181-F0BB7E964C8F}"/>
                </a:ext>
              </a:extLst>
            </p:cNvPr>
            <p:cNvGrpSpPr/>
            <p:nvPr/>
          </p:nvGrpSpPr>
          <p:grpSpPr>
            <a:xfrm>
              <a:off x="695400" y="1059424"/>
              <a:ext cx="833819" cy="557612"/>
              <a:chOff x="695400" y="1059424"/>
              <a:chExt cx="833819" cy="557612"/>
            </a:xfrm>
          </p:grpSpPr>
          <p:sp>
            <p:nvSpPr>
              <p:cNvPr id="17" name="菱形 16">
                <a:extLst>
                  <a:ext uri="{FF2B5EF4-FFF2-40B4-BE49-F238E27FC236}">
                    <a16:creationId xmlns:a16="http://schemas.microsoft.com/office/drawing/2014/main" id="{4403CB85-DD2D-451F-9FA7-F4EB771AAB22}"/>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8" name="菱形 17">
                <a:extLst>
                  <a:ext uri="{FF2B5EF4-FFF2-40B4-BE49-F238E27FC236}">
                    <a16:creationId xmlns:a16="http://schemas.microsoft.com/office/drawing/2014/main" id="{F38133CD-CDEE-4E3D-A4D9-328999CC7216}"/>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16" name="Text Box 5">
              <a:extLst>
                <a:ext uri="{FF2B5EF4-FFF2-40B4-BE49-F238E27FC236}">
                  <a16:creationId xmlns:a16="http://schemas.microsoft.com/office/drawing/2014/main" id="{935624BC-AD64-4968-9B7A-442C1DB2AFA9}"/>
                </a:ext>
              </a:extLst>
            </p:cNvPr>
            <p:cNvSpPr txBox="1">
              <a:spLocks noChangeArrowheads="1"/>
            </p:cNvSpPr>
            <p:nvPr/>
          </p:nvSpPr>
          <p:spPr bwMode="auto">
            <a:xfrm>
              <a:off x="1502725" y="1167135"/>
              <a:ext cx="2459675" cy="523220"/>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sz="2800" b="1" dirty="0">
                  <a:solidFill>
                    <a:srgbClr val="D7000F"/>
                  </a:solidFill>
                  <a:latin typeface="思源黑体 CN Heavy" panose="020B0A00000000000000" pitchFamily="34" charset="-122"/>
                  <a:ea typeface="思源黑体 CN Heavy" panose="020B0A00000000000000" pitchFamily="34" charset="-122"/>
                </a:rPr>
                <a:t>学习的意义</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675864"/>
                                        </p:tgtEl>
                                        <p:attrNameLst>
                                          <p:attrName>style.visibility</p:attrName>
                                        </p:attrNameLst>
                                      </p:cBhvr>
                                      <p:to>
                                        <p:strVal val="visible"/>
                                      </p:to>
                                    </p:set>
                                    <p:animEffect transition="in" filter="blinds(horizontal)">
                                      <p:cBhvr>
                                        <p:cTn id="13" dur="500"/>
                                        <p:tgtEl>
                                          <p:spTgt spid="675864"/>
                                        </p:tgtEl>
                                      </p:cBhvr>
                                    </p:animEffect>
                                  </p:childTnLst>
                                  <p:subTnLst>
                                    <p:audio>
                                      <p:cMediaNode>
                                        <p:cTn display="0" masterRel="sameClick">
                                          <p:stCondLst>
                                            <p:cond evt="begin" delay="0">
                                              <p:tn val="11"/>
                                            </p:cond>
                                          </p:stCondLst>
                                          <p:endCondLst>
                                            <p:cond evt="onStopAudio" delay="0">
                                              <p:tgtEl>
                                                <p:sldTgt/>
                                              </p:tgtEl>
                                            </p:cond>
                                          </p:endCondLst>
                                        </p:cTn>
                                        <p:tgtEl>
                                          <p:sndTgt r:embed="rId3" name="chimes.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2" accel="50000" fill="hold" nodeType="clickEffect">
                                  <p:stCondLst>
                                    <p:cond delay="0"/>
                                  </p:stCondLst>
                                  <p:iterate type="lt">
                                    <p:tmPct val="10000"/>
                                  </p:iterate>
                                  <p:childTnLst>
                                    <p:set>
                                      <p:cBhvr>
                                        <p:cTn id="17" dur="1" fill="hold">
                                          <p:stCondLst>
                                            <p:cond delay="0"/>
                                          </p:stCondLst>
                                        </p:cTn>
                                        <p:tgtEl>
                                          <p:spTgt spid="675847">
                                            <p:txEl>
                                              <p:pRg st="0" end="0"/>
                                            </p:txEl>
                                          </p:spTgt>
                                        </p:tgtEl>
                                        <p:attrNameLst>
                                          <p:attrName>style.visibility</p:attrName>
                                        </p:attrNameLst>
                                      </p:cBhvr>
                                      <p:to>
                                        <p:strVal val="visible"/>
                                      </p:to>
                                    </p:set>
                                    <p:anim calcmode="lin" valueType="num">
                                      <p:cBhvr additive="base">
                                        <p:cTn id="18" dur="2000" fill="hold"/>
                                        <p:tgtEl>
                                          <p:spTgt spid="675847">
                                            <p:txEl>
                                              <p:pRg st="0" end="0"/>
                                            </p:txEl>
                                          </p:spTgt>
                                        </p:tgtEl>
                                        <p:attrNameLst>
                                          <p:attrName>ppt_x</p:attrName>
                                        </p:attrNameLst>
                                      </p:cBhvr>
                                      <p:tavLst>
                                        <p:tav tm="0">
                                          <p:val>
                                            <p:strVal val="1+#ppt_w/2"/>
                                          </p:val>
                                        </p:tav>
                                        <p:tav tm="100000">
                                          <p:val>
                                            <p:strVal val="#ppt_x"/>
                                          </p:val>
                                        </p:tav>
                                      </p:tavLst>
                                    </p:anim>
                                    <p:anim calcmode="lin" valueType="num">
                                      <p:cBhvr additive="base">
                                        <p:cTn id="19" dur="2000" fill="hold"/>
                                        <p:tgtEl>
                                          <p:spTgt spid="67584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675847">
                                            <p:txEl>
                                              <p:pRg st="1" end="1"/>
                                            </p:txEl>
                                          </p:spTgt>
                                        </p:tgtEl>
                                        <p:attrNameLst>
                                          <p:attrName>style.visibility</p:attrName>
                                        </p:attrNameLst>
                                      </p:cBhvr>
                                      <p:to>
                                        <p:strVal val="visible"/>
                                      </p:to>
                                    </p:set>
                                    <p:animEffect transition="in" filter="blinds(horizontal)">
                                      <p:cBhvr>
                                        <p:cTn id="24" dur="500"/>
                                        <p:tgtEl>
                                          <p:spTgt spid="675847">
                                            <p:txEl>
                                              <p:pRg st="1" end="1"/>
                                            </p:txEl>
                                          </p:spTgt>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675847">
                                            <p:txEl>
                                              <p:pRg st="2" end="2"/>
                                            </p:txEl>
                                          </p:spTgt>
                                        </p:tgtEl>
                                        <p:attrNameLst>
                                          <p:attrName>style.visibility</p:attrName>
                                        </p:attrNameLst>
                                      </p:cBhvr>
                                      <p:to>
                                        <p:strVal val="visible"/>
                                      </p:to>
                                    </p:set>
                                    <p:anim calcmode="lin" valueType="num">
                                      <p:cBhvr additive="base">
                                        <p:cTn id="29" dur="500" fill="hold"/>
                                        <p:tgtEl>
                                          <p:spTgt spid="675847">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75847">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2" name="camera.wav"/>
                                        </p:tgtEl>
                                      </p:cMediaNode>
                                    </p:audio>
                                  </p:subTnLst>
                                </p:cTn>
                              </p:par>
                            </p:childTnLst>
                          </p:cTn>
                        </p:par>
                      </p:childTnLst>
                    </p:cTn>
                  </p:par>
                  <p:par>
                    <p:cTn id="31" fill="hold">
                      <p:stCondLst>
                        <p:cond delay="indefinite"/>
                      </p:stCondLst>
                      <p:childTnLst>
                        <p:par>
                          <p:cTn id="32" fill="hold">
                            <p:stCondLst>
                              <p:cond delay="0"/>
                            </p:stCondLst>
                            <p:childTnLst>
                              <p:par>
                                <p:cTn id="33" presetID="18" presetClass="entr" presetSubtype="12" fill="hold" grpId="0" nodeType="clickEffect">
                                  <p:stCondLst>
                                    <p:cond delay="0"/>
                                  </p:stCondLst>
                                  <p:childTnLst>
                                    <p:set>
                                      <p:cBhvr>
                                        <p:cTn id="34" dur="1" fill="hold">
                                          <p:stCondLst>
                                            <p:cond delay="0"/>
                                          </p:stCondLst>
                                        </p:cTn>
                                        <p:tgtEl>
                                          <p:spTgt spid="675865"/>
                                        </p:tgtEl>
                                        <p:attrNameLst>
                                          <p:attrName>style.visibility</p:attrName>
                                        </p:attrNameLst>
                                      </p:cBhvr>
                                      <p:to>
                                        <p:strVal val="visible"/>
                                      </p:to>
                                    </p:set>
                                    <p:animEffect transition="in" filter="strips(downLeft)">
                                      <p:cBhvr>
                                        <p:cTn id="35" dur="2000"/>
                                        <p:tgtEl>
                                          <p:spTgt spid="675865"/>
                                        </p:tgtEl>
                                      </p:cBhvr>
                                    </p:animEffect>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childTnLst>
                          </p:cTn>
                        </p:par>
                        <p:par>
                          <p:cTn id="36" fill="hold">
                            <p:stCondLst>
                              <p:cond delay="2000"/>
                            </p:stCondLst>
                            <p:childTnLst>
                              <p:par>
                                <p:cTn id="37" presetID="3" presetClass="entr" presetSubtype="10" fill="hold" grpId="0" nodeType="afterEffect">
                                  <p:stCondLst>
                                    <p:cond delay="0"/>
                                  </p:stCondLst>
                                  <p:childTnLst>
                                    <p:set>
                                      <p:cBhvr>
                                        <p:cTn id="38" dur="1" fill="hold">
                                          <p:stCondLst>
                                            <p:cond delay="0"/>
                                          </p:stCondLst>
                                        </p:cTn>
                                        <p:tgtEl>
                                          <p:spTgt spid="675867"/>
                                        </p:tgtEl>
                                        <p:attrNameLst>
                                          <p:attrName>style.visibility</p:attrName>
                                        </p:attrNameLst>
                                      </p:cBhvr>
                                      <p:to>
                                        <p:strVal val="visible"/>
                                      </p:to>
                                    </p:set>
                                    <p:animEffect transition="in" filter="blinds(horizontal)">
                                      <p:cBhvr>
                                        <p:cTn id="39" dur="500"/>
                                        <p:tgtEl>
                                          <p:spTgt spid="675867"/>
                                        </p:tgtEl>
                                      </p:cBhvr>
                                    </p:animEffect>
                                  </p:childTnLst>
                                  <p:subTnLst>
                                    <p:audio>
                                      <p:cMediaNode>
                                        <p:cTn display="0" masterRel="sameClick">
                                          <p:stCondLst>
                                            <p:cond evt="begin" delay="0">
                                              <p:tn val="37"/>
                                            </p:cond>
                                          </p:stCondLst>
                                          <p:endCondLst>
                                            <p:cond evt="onStopAudio" delay="0">
                                              <p:tgtEl>
                                                <p:sldTgt/>
                                              </p:tgtEl>
                                            </p:cond>
                                          </p:endCondLst>
                                        </p:cTn>
                                        <p:tgtEl>
                                          <p:sndTgt r:embed="rId2" name="camera.wav"/>
                                        </p:tgtEl>
                                      </p:cMediaNode>
                                    </p:audio>
                                  </p:subTnLst>
                                </p:cTn>
                              </p:par>
                            </p:childTnLst>
                          </p:cTn>
                        </p:par>
                      </p:childTnLst>
                    </p:cTn>
                  </p:par>
                  <p:par>
                    <p:cTn id="40" fill="hold">
                      <p:stCondLst>
                        <p:cond delay="indefinite"/>
                      </p:stCondLst>
                      <p:childTnLst>
                        <p:par>
                          <p:cTn id="41" fill="hold">
                            <p:stCondLst>
                              <p:cond delay="0"/>
                            </p:stCondLst>
                            <p:childTnLst>
                              <p:par>
                                <p:cTn id="42" presetID="18" presetClass="entr" presetSubtype="6" fill="hold" grpId="0" nodeType="clickEffect">
                                  <p:stCondLst>
                                    <p:cond delay="0"/>
                                  </p:stCondLst>
                                  <p:childTnLst>
                                    <p:set>
                                      <p:cBhvr>
                                        <p:cTn id="43" dur="1" fill="hold">
                                          <p:stCondLst>
                                            <p:cond delay="0"/>
                                          </p:stCondLst>
                                        </p:cTn>
                                        <p:tgtEl>
                                          <p:spTgt spid="675866"/>
                                        </p:tgtEl>
                                        <p:attrNameLst>
                                          <p:attrName>style.visibility</p:attrName>
                                        </p:attrNameLst>
                                      </p:cBhvr>
                                      <p:to>
                                        <p:strVal val="visible"/>
                                      </p:to>
                                    </p:set>
                                    <p:animEffect transition="in" filter="strips(downRight)">
                                      <p:cBhvr>
                                        <p:cTn id="44" dur="2000"/>
                                        <p:tgtEl>
                                          <p:spTgt spid="675866"/>
                                        </p:tgtEl>
                                      </p:cBhvr>
                                    </p:animEffect>
                                  </p:childTnLst>
                                  <p:subTnLst>
                                    <p:audio>
                                      <p:cMediaNode>
                                        <p:cTn display="0" masterRel="sameClick">
                                          <p:stCondLst>
                                            <p:cond evt="begin" delay="0">
                                              <p:tn val="42"/>
                                            </p:cond>
                                          </p:stCondLst>
                                          <p:endCondLst>
                                            <p:cond evt="onStopAudio" delay="0">
                                              <p:tgtEl>
                                                <p:sldTgt/>
                                              </p:tgtEl>
                                            </p:cond>
                                          </p:endCondLst>
                                        </p:cTn>
                                        <p:tgtEl>
                                          <p:sndTgt r:embed="rId2" name="camera.wav"/>
                                        </p:tgtEl>
                                      </p:cMediaNode>
                                    </p:audio>
                                  </p:subTnLst>
                                </p:cTn>
                              </p:par>
                            </p:childTnLst>
                          </p:cTn>
                        </p:par>
                        <p:par>
                          <p:cTn id="45" fill="hold">
                            <p:stCondLst>
                              <p:cond delay="2000"/>
                            </p:stCondLst>
                            <p:childTnLst>
                              <p:par>
                                <p:cTn id="46" presetID="3" presetClass="entr" presetSubtype="10" fill="hold" grpId="0" nodeType="afterEffect">
                                  <p:stCondLst>
                                    <p:cond delay="0"/>
                                  </p:stCondLst>
                                  <p:childTnLst>
                                    <p:set>
                                      <p:cBhvr>
                                        <p:cTn id="47" dur="1" fill="hold">
                                          <p:stCondLst>
                                            <p:cond delay="0"/>
                                          </p:stCondLst>
                                        </p:cTn>
                                        <p:tgtEl>
                                          <p:spTgt spid="675868"/>
                                        </p:tgtEl>
                                        <p:attrNameLst>
                                          <p:attrName>style.visibility</p:attrName>
                                        </p:attrNameLst>
                                      </p:cBhvr>
                                      <p:to>
                                        <p:strVal val="visible"/>
                                      </p:to>
                                    </p:set>
                                    <p:animEffect transition="in" filter="blinds(horizontal)">
                                      <p:cBhvr>
                                        <p:cTn id="48" dur="500"/>
                                        <p:tgtEl>
                                          <p:spTgt spid="675868"/>
                                        </p:tgtEl>
                                      </p:cBhvr>
                                    </p:animEffect>
                                  </p:childTnLst>
                                  <p:subTnLst>
                                    <p:audio>
                                      <p:cMediaNode>
                                        <p:cTn display="0" masterRel="sameClick">
                                          <p:stCondLst>
                                            <p:cond evt="begin" delay="0">
                                              <p:tn val="46"/>
                                            </p:cond>
                                          </p:stCondLst>
                                          <p:endCondLst>
                                            <p:cond evt="onStopAudio" delay="0">
                                              <p:tgtEl>
                                                <p:sldTgt/>
                                              </p:tgtEl>
                                            </p:cond>
                                          </p:endCondLst>
                                        </p:cTn>
                                        <p:tgtEl>
                                          <p:sndTgt r:embed="rId2" name="camera.wav"/>
                                        </p:tgtEl>
                                      </p:cMediaNode>
                                    </p:audio>
                                  </p:sub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675869"/>
                                        </p:tgtEl>
                                        <p:attrNameLst>
                                          <p:attrName>style.visibility</p:attrName>
                                        </p:attrNameLst>
                                      </p:cBhvr>
                                      <p:to>
                                        <p:strVal val="visible"/>
                                      </p:to>
                                    </p:set>
                                    <p:anim calcmode="lin" valueType="num">
                                      <p:cBhvr additive="base">
                                        <p:cTn id="53" dur="500" fill="hold"/>
                                        <p:tgtEl>
                                          <p:spTgt spid="675869"/>
                                        </p:tgtEl>
                                        <p:attrNameLst>
                                          <p:attrName>ppt_x</p:attrName>
                                        </p:attrNameLst>
                                      </p:cBhvr>
                                      <p:tavLst>
                                        <p:tav tm="0">
                                          <p:val>
                                            <p:strVal val="#ppt_x"/>
                                          </p:val>
                                        </p:tav>
                                        <p:tav tm="100000">
                                          <p:val>
                                            <p:strVal val="#ppt_x"/>
                                          </p:val>
                                        </p:tav>
                                      </p:tavLst>
                                    </p:anim>
                                    <p:anim calcmode="lin" valueType="num">
                                      <p:cBhvr additive="base">
                                        <p:cTn id="54" dur="500" fill="hold"/>
                                        <p:tgtEl>
                                          <p:spTgt spid="675869"/>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1"/>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4" grpId="0"/>
      <p:bldP spid="675865" grpId="0" animBg="1"/>
      <p:bldP spid="675866" grpId="0" animBg="1"/>
      <p:bldP spid="675867" grpId="0"/>
      <p:bldP spid="675868" grpId="0"/>
      <p:bldP spid="675869"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2402" name="Rectangle 2"/>
          <p:cNvSpPr>
            <a:spLocks noChangeArrowheads="1"/>
          </p:cNvSpPr>
          <p:nvPr/>
        </p:nvSpPr>
        <p:spPr bwMode="auto">
          <a:xfrm>
            <a:off x="1254308" y="1794761"/>
            <a:ext cx="10225136" cy="4486820"/>
          </a:xfrm>
          <a:prstGeom prst="rect">
            <a:avLst/>
          </a:prstGeom>
          <a:noFill/>
          <a:ln w="38100">
            <a:noFill/>
            <a:miter lim="800000"/>
            <a:headEnd/>
            <a:tailEnd/>
          </a:ln>
          <a:effectLst/>
          <a:scene3d>
            <a:camera prst="orthographicFront"/>
            <a:lightRig rig="threePt" dir="t"/>
          </a:scene3d>
          <a:sp3d>
            <a:bevelT w="114300" prst="hardEdge"/>
          </a:sp3d>
        </p:spPr>
        <p:txBody>
          <a:bodyPr/>
          <a:lstStyle/>
          <a:p>
            <a:pPr marL="609600" indent="-336550">
              <a:spcBef>
                <a:spcPct val="20000"/>
              </a:spcBef>
              <a:buClr>
                <a:srgbClr val="CC3300"/>
              </a:buClr>
              <a:buFont typeface="Wingdings" pitchFamily="2" charset="2"/>
              <a:buChar char="ü"/>
            </a:pPr>
            <a:r>
              <a:rPr lang="zh-CN" altLang="zh-CN" b="1" dirty="0">
                <a:effectLst>
                  <a:outerShdw blurRad="38100" dist="38100" dir="2700000" algn="tl">
                    <a:srgbClr val="FFFFFF"/>
                  </a:outerShdw>
                </a:effectLst>
                <a:latin typeface="+mn-lt"/>
                <a:ea typeface="楷体" pitchFamily="49" charset="-122"/>
              </a:rPr>
              <a:t>掌握变量和常量的概念；</a:t>
            </a:r>
          </a:p>
          <a:p>
            <a:pPr marL="609600" indent="-336550">
              <a:spcBef>
                <a:spcPct val="20000"/>
              </a:spcBef>
              <a:buClr>
                <a:srgbClr val="CC3300"/>
              </a:buClr>
              <a:buFont typeface="Wingdings" pitchFamily="2" charset="2"/>
              <a:buChar char="ü"/>
            </a:pPr>
            <a:r>
              <a:rPr lang="zh-CN" altLang="zh-CN" b="1" dirty="0">
                <a:effectLst>
                  <a:outerShdw blurRad="38100" dist="38100" dir="2700000" algn="tl">
                    <a:srgbClr val="FFFFFF"/>
                  </a:outerShdw>
                </a:effectLst>
                <a:latin typeface="+mn-lt"/>
                <a:ea typeface="楷体" pitchFamily="49" charset="-122"/>
              </a:rPr>
              <a:t>理解各种类型的数据在内存中的存放形式；</a:t>
            </a:r>
          </a:p>
          <a:p>
            <a:pPr marL="609600" indent="-336550">
              <a:spcBef>
                <a:spcPct val="20000"/>
              </a:spcBef>
              <a:buClr>
                <a:srgbClr val="CC3300"/>
              </a:buClr>
              <a:buFont typeface="Wingdings" pitchFamily="2" charset="2"/>
              <a:buChar char="ü"/>
            </a:pPr>
            <a:r>
              <a:rPr lang="zh-CN" altLang="zh-CN" b="1" dirty="0">
                <a:effectLst>
                  <a:outerShdw blurRad="38100" dist="38100" dir="2700000" algn="tl">
                    <a:srgbClr val="FFFFFF"/>
                  </a:outerShdw>
                </a:effectLst>
                <a:latin typeface="+mn-lt"/>
                <a:ea typeface="楷体" pitchFamily="49" charset="-122"/>
              </a:rPr>
              <a:t>掌握各种类型数据的常量的使用方法；</a:t>
            </a:r>
          </a:p>
          <a:p>
            <a:pPr marL="609600" indent="-336550">
              <a:spcBef>
                <a:spcPct val="20000"/>
              </a:spcBef>
              <a:buClr>
                <a:srgbClr val="CC3300"/>
              </a:buClr>
              <a:buFont typeface="Wingdings" pitchFamily="2" charset="2"/>
              <a:buChar char="ü"/>
            </a:pPr>
            <a:r>
              <a:rPr lang="zh-CN" altLang="zh-CN" b="1" dirty="0">
                <a:effectLst>
                  <a:outerShdw blurRad="38100" dist="38100" dir="2700000" algn="tl">
                    <a:srgbClr val="FFFFFF"/>
                  </a:outerShdw>
                </a:effectLst>
                <a:latin typeface="+mn-lt"/>
                <a:ea typeface="楷体" pitchFamily="49" charset="-122"/>
              </a:rPr>
              <a:t>掌握各种整型、字符型、浮点型变量的定义和引用方法；</a:t>
            </a:r>
          </a:p>
          <a:p>
            <a:pPr marL="609600" indent="-336550">
              <a:spcBef>
                <a:spcPct val="20000"/>
              </a:spcBef>
              <a:buClr>
                <a:srgbClr val="CC3300"/>
              </a:buClr>
              <a:buFont typeface="Wingdings" pitchFamily="2" charset="2"/>
              <a:buChar char="ü"/>
            </a:pPr>
            <a:r>
              <a:rPr lang="zh-CN" altLang="zh-CN" b="1" dirty="0">
                <a:effectLst>
                  <a:outerShdw blurRad="38100" dist="38100" dir="2700000" algn="tl">
                    <a:srgbClr val="FFFFFF"/>
                  </a:outerShdw>
                </a:effectLst>
                <a:latin typeface="+mn-lt"/>
                <a:ea typeface="楷体" pitchFamily="49" charset="-122"/>
              </a:rPr>
              <a:t>了解调用</a:t>
            </a:r>
            <a:r>
              <a:rPr lang="en-US" altLang="zh-CN" b="1" dirty="0" err="1">
                <a:effectLst>
                  <a:outerShdw blurRad="38100" dist="38100" dir="2700000" algn="tl">
                    <a:srgbClr val="FFFFFF"/>
                  </a:outerShdw>
                </a:effectLst>
                <a:latin typeface="+mn-lt"/>
                <a:ea typeface="楷体" pitchFamily="49" charset="-122"/>
              </a:rPr>
              <a:t>printf</a:t>
            </a:r>
            <a:r>
              <a:rPr lang="zh-CN" altLang="en-US" b="1" dirty="0">
                <a:effectLst>
                  <a:outerShdw blurRad="38100" dist="38100" dir="2700000" algn="tl">
                    <a:srgbClr val="FFFFFF"/>
                  </a:outerShdw>
                </a:effectLst>
                <a:latin typeface="+mn-lt"/>
                <a:ea typeface="楷体" pitchFamily="49" charset="-122"/>
              </a:rPr>
              <a:t>函数输出各种类型数据的方法；</a:t>
            </a:r>
          </a:p>
          <a:p>
            <a:pPr marL="609600" indent="-336550">
              <a:spcBef>
                <a:spcPct val="20000"/>
              </a:spcBef>
              <a:buClr>
                <a:srgbClr val="CC3300"/>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掌握数据类型转换的规则以及强制数据类型转换的方法；</a:t>
            </a:r>
          </a:p>
          <a:p>
            <a:pPr marL="609600" indent="-336550">
              <a:spcBef>
                <a:spcPct val="20000"/>
              </a:spcBef>
              <a:buClr>
                <a:srgbClr val="CC3300"/>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掌握赋值运算符、算术运算符、位运算符、逗号运算符以及</a:t>
            </a:r>
            <a:r>
              <a:rPr lang="en-US" altLang="zh-CN" b="1" dirty="0" err="1">
                <a:effectLst>
                  <a:outerShdw blurRad="38100" dist="38100" dir="2700000" algn="tl">
                    <a:srgbClr val="FFFFFF"/>
                  </a:outerShdw>
                </a:effectLst>
                <a:latin typeface="+mn-lt"/>
                <a:ea typeface="楷体" pitchFamily="49" charset="-122"/>
              </a:rPr>
              <a:t>sizeof</a:t>
            </a:r>
            <a:r>
              <a:rPr lang="zh-CN" altLang="en-US" b="1" dirty="0">
                <a:effectLst>
                  <a:outerShdw blurRad="38100" dist="38100" dir="2700000" algn="tl">
                    <a:srgbClr val="FFFFFF"/>
                  </a:outerShdw>
                </a:effectLst>
                <a:latin typeface="+mn-lt"/>
                <a:ea typeface="楷体" pitchFamily="49" charset="-122"/>
              </a:rPr>
              <a:t>的使用方法；</a:t>
            </a:r>
          </a:p>
          <a:p>
            <a:pPr marL="609600" indent="-336550">
              <a:spcBef>
                <a:spcPct val="20000"/>
              </a:spcBef>
              <a:buClr>
                <a:srgbClr val="CC3300"/>
              </a:buClr>
              <a:buFont typeface="Wingdings" pitchFamily="2" charset="2"/>
              <a:buChar char="ü"/>
            </a:pPr>
            <a:r>
              <a:rPr lang="zh-CN" altLang="en-US" b="1" dirty="0">
                <a:effectLst>
                  <a:outerShdw blurRad="38100" dist="38100" dir="2700000" algn="tl">
                    <a:srgbClr val="FFFFFF"/>
                  </a:outerShdw>
                </a:effectLst>
                <a:latin typeface="+mn-lt"/>
                <a:ea typeface="楷体" pitchFamily="49" charset="-122"/>
              </a:rPr>
              <a:t>理解运算符的优先级和结合性的概念，记住所学的各种运算符的优先级关系和结合性。</a:t>
            </a:r>
          </a:p>
        </p:txBody>
      </p:sp>
      <p:sp>
        <p:nvSpPr>
          <p:cNvPr id="7" name="Rectangle 4">
            <a:extLst>
              <a:ext uri="{FF2B5EF4-FFF2-40B4-BE49-F238E27FC236}">
                <a16:creationId xmlns:a16="http://schemas.microsoft.com/office/drawing/2014/main" id="{56F9B34A-32C9-4E42-B89D-ADCE36B30D23}"/>
              </a:ext>
            </a:extLst>
          </p:cNvPr>
          <p:cNvSpPr>
            <a:spLocks noChangeArrowheads="1"/>
          </p:cNvSpPr>
          <p:nvPr/>
        </p:nvSpPr>
        <p:spPr bwMode="auto">
          <a:xfrm>
            <a:off x="767408" y="288132"/>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第</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章：基本数据类型、运算符与表达式</a:t>
            </a:r>
          </a:p>
        </p:txBody>
      </p:sp>
      <p:grpSp>
        <p:nvGrpSpPr>
          <p:cNvPr id="8" name="组合 7">
            <a:extLst>
              <a:ext uri="{FF2B5EF4-FFF2-40B4-BE49-F238E27FC236}">
                <a16:creationId xmlns:a16="http://schemas.microsoft.com/office/drawing/2014/main" id="{077198FF-FDD9-4C64-A23C-276DB909AF61}"/>
              </a:ext>
            </a:extLst>
          </p:cNvPr>
          <p:cNvGrpSpPr/>
          <p:nvPr/>
        </p:nvGrpSpPr>
        <p:grpSpPr>
          <a:xfrm>
            <a:off x="695325" y="967906"/>
            <a:ext cx="3267000" cy="630931"/>
            <a:chOff x="695400" y="1059424"/>
            <a:chExt cx="3267000" cy="630931"/>
          </a:xfrm>
        </p:grpSpPr>
        <p:grpSp>
          <p:nvGrpSpPr>
            <p:cNvPr id="9" name="组合 8">
              <a:extLst>
                <a:ext uri="{FF2B5EF4-FFF2-40B4-BE49-F238E27FC236}">
                  <a16:creationId xmlns:a16="http://schemas.microsoft.com/office/drawing/2014/main" id="{1A0B2475-F8C9-411A-B63A-1DD215FCD521}"/>
                </a:ext>
              </a:extLst>
            </p:cNvPr>
            <p:cNvGrpSpPr/>
            <p:nvPr/>
          </p:nvGrpSpPr>
          <p:grpSpPr>
            <a:xfrm>
              <a:off x="695400" y="1059424"/>
              <a:ext cx="833819" cy="557612"/>
              <a:chOff x="695400" y="1059424"/>
              <a:chExt cx="833819" cy="557612"/>
            </a:xfrm>
          </p:grpSpPr>
          <p:sp>
            <p:nvSpPr>
              <p:cNvPr id="11" name="菱形 10">
                <a:extLst>
                  <a:ext uri="{FF2B5EF4-FFF2-40B4-BE49-F238E27FC236}">
                    <a16:creationId xmlns:a16="http://schemas.microsoft.com/office/drawing/2014/main" id="{4E4B8C31-6D9F-4A58-8E89-D0A1954ABD24}"/>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2" name="菱形 11">
                <a:extLst>
                  <a:ext uri="{FF2B5EF4-FFF2-40B4-BE49-F238E27FC236}">
                    <a16:creationId xmlns:a16="http://schemas.microsoft.com/office/drawing/2014/main" id="{1462DA7B-CF2E-466C-A474-56E4737D11A2}"/>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10" name="Text Box 5">
              <a:extLst>
                <a:ext uri="{FF2B5EF4-FFF2-40B4-BE49-F238E27FC236}">
                  <a16:creationId xmlns:a16="http://schemas.microsoft.com/office/drawing/2014/main" id="{767A3FAD-9BD3-4501-8308-7F7A017F633B}"/>
                </a:ext>
              </a:extLst>
            </p:cNvPr>
            <p:cNvSpPr txBox="1">
              <a:spLocks noChangeArrowheads="1"/>
            </p:cNvSpPr>
            <p:nvPr/>
          </p:nvSpPr>
          <p:spPr bwMode="auto">
            <a:xfrm>
              <a:off x="1502725" y="1167135"/>
              <a:ext cx="2459675" cy="523220"/>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sz="2800" b="1" dirty="0">
                  <a:solidFill>
                    <a:srgbClr val="D7000F"/>
                  </a:solidFill>
                  <a:latin typeface="思源黑体 CN Heavy" panose="020B0A00000000000000" pitchFamily="34" charset="-122"/>
                  <a:ea typeface="思源黑体 CN Heavy" panose="020B0A00000000000000" pitchFamily="34" charset="-122"/>
                </a:rPr>
                <a:t>学习目标</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42402">
                                            <p:txEl>
                                              <p:pRg st="0" end="0"/>
                                            </p:txEl>
                                          </p:spTgt>
                                        </p:tgtEl>
                                        <p:attrNameLst>
                                          <p:attrName>style.visibility</p:attrName>
                                        </p:attrNameLst>
                                      </p:cBhvr>
                                      <p:to>
                                        <p:strVal val="visible"/>
                                      </p:to>
                                    </p:set>
                                    <p:anim calcmode="lin" valueType="num">
                                      <p:cBhvr additive="base">
                                        <p:cTn id="13" dur="500" fill="hold"/>
                                        <p:tgtEl>
                                          <p:spTgt spid="74240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42402">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42402">
                                            <p:txEl>
                                              <p:pRg st="1" end="1"/>
                                            </p:txEl>
                                          </p:spTgt>
                                        </p:tgtEl>
                                        <p:attrNameLst>
                                          <p:attrName>style.visibility</p:attrName>
                                        </p:attrNameLst>
                                      </p:cBhvr>
                                      <p:to>
                                        <p:strVal val="visible"/>
                                      </p:to>
                                    </p:set>
                                    <p:anim calcmode="lin" valueType="num">
                                      <p:cBhvr additive="base">
                                        <p:cTn id="19" dur="500" fill="hold"/>
                                        <p:tgtEl>
                                          <p:spTgt spid="742402">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42402">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42402">
                                            <p:txEl>
                                              <p:pRg st="2" end="2"/>
                                            </p:txEl>
                                          </p:spTgt>
                                        </p:tgtEl>
                                        <p:attrNameLst>
                                          <p:attrName>style.visibility</p:attrName>
                                        </p:attrNameLst>
                                      </p:cBhvr>
                                      <p:to>
                                        <p:strVal val="visible"/>
                                      </p:to>
                                    </p:set>
                                    <p:anim calcmode="lin" valueType="num">
                                      <p:cBhvr additive="base">
                                        <p:cTn id="25" dur="500" fill="hold"/>
                                        <p:tgtEl>
                                          <p:spTgt spid="742402">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42402">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42402">
                                            <p:txEl>
                                              <p:pRg st="3" end="3"/>
                                            </p:txEl>
                                          </p:spTgt>
                                        </p:tgtEl>
                                        <p:attrNameLst>
                                          <p:attrName>style.visibility</p:attrName>
                                        </p:attrNameLst>
                                      </p:cBhvr>
                                      <p:to>
                                        <p:strVal val="visible"/>
                                      </p:to>
                                    </p:set>
                                    <p:anim calcmode="lin" valueType="num">
                                      <p:cBhvr additive="base">
                                        <p:cTn id="31" dur="500" fill="hold"/>
                                        <p:tgtEl>
                                          <p:spTgt spid="742402">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42402">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42402">
                                            <p:txEl>
                                              <p:pRg st="4" end="4"/>
                                            </p:txEl>
                                          </p:spTgt>
                                        </p:tgtEl>
                                        <p:attrNameLst>
                                          <p:attrName>style.visibility</p:attrName>
                                        </p:attrNameLst>
                                      </p:cBhvr>
                                      <p:to>
                                        <p:strVal val="visible"/>
                                      </p:to>
                                    </p:set>
                                    <p:anim calcmode="lin" valueType="num">
                                      <p:cBhvr additive="base">
                                        <p:cTn id="37" dur="500" fill="hold"/>
                                        <p:tgtEl>
                                          <p:spTgt spid="742402">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42402">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42402">
                                            <p:txEl>
                                              <p:pRg st="5" end="5"/>
                                            </p:txEl>
                                          </p:spTgt>
                                        </p:tgtEl>
                                        <p:attrNameLst>
                                          <p:attrName>style.visibility</p:attrName>
                                        </p:attrNameLst>
                                      </p:cBhvr>
                                      <p:to>
                                        <p:strVal val="visible"/>
                                      </p:to>
                                    </p:set>
                                    <p:anim calcmode="lin" valueType="num">
                                      <p:cBhvr additive="base">
                                        <p:cTn id="43" dur="500" fill="hold"/>
                                        <p:tgtEl>
                                          <p:spTgt spid="742402">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42402">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742402">
                                            <p:txEl>
                                              <p:pRg st="6" end="6"/>
                                            </p:txEl>
                                          </p:spTgt>
                                        </p:tgtEl>
                                        <p:attrNameLst>
                                          <p:attrName>style.visibility</p:attrName>
                                        </p:attrNameLst>
                                      </p:cBhvr>
                                      <p:to>
                                        <p:strVal val="visible"/>
                                      </p:to>
                                    </p:set>
                                    <p:anim calcmode="lin" valueType="num">
                                      <p:cBhvr additive="base">
                                        <p:cTn id="49" dur="500" fill="hold"/>
                                        <p:tgtEl>
                                          <p:spTgt spid="742402">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742402">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2" name="camera.wav"/>
                                        </p:tgtEl>
                                      </p:cMediaNode>
                                    </p:audio>
                                  </p:sub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742402">
                                            <p:txEl>
                                              <p:pRg st="7" end="7"/>
                                            </p:txEl>
                                          </p:spTgt>
                                        </p:tgtEl>
                                        <p:attrNameLst>
                                          <p:attrName>style.visibility</p:attrName>
                                        </p:attrNameLst>
                                      </p:cBhvr>
                                      <p:to>
                                        <p:strVal val="visible"/>
                                      </p:to>
                                    </p:set>
                                    <p:anim calcmode="lin" valueType="num">
                                      <p:cBhvr additive="base">
                                        <p:cTn id="55" dur="500" fill="hold"/>
                                        <p:tgtEl>
                                          <p:spTgt spid="742402">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742402">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8AB9A5F-5944-4A8F-BECA-FA083BD1C322}"/>
              </a:ext>
            </a:extLst>
          </p:cNvPr>
          <p:cNvSpPr/>
          <p:nvPr/>
        </p:nvSpPr>
        <p:spPr bwMode="auto">
          <a:xfrm>
            <a:off x="2847975" y="846932"/>
            <a:ext cx="5408265" cy="2610085"/>
          </a:xfrm>
          <a:prstGeom prst="rect">
            <a:avLst/>
          </a:prstGeom>
          <a:solidFill>
            <a:srgbClr val="BEDFC4"/>
          </a:solidFill>
          <a:ln w="34925">
            <a:noFill/>
            <a:round/>
            <a:headEnd/>
            <a:tailEnd/>
          </a:ln>
          <a:effectLst>
            <a:glow rad="139700">
              <a:srgbClr val="F0E5B7">
                <a:alpha val="40000"/>
              </a:srgbClr>
            </a:glow>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endParaRPr lang="zh-CN" altLang="en-US"/>
          </a:p>
        </p:txBody>
      </p:sp>
      <p:grpSp>
        <p:nvGrpSpPr>
          <p:cNvPr id="743462" name="Group 38"/>
          <p:cNvGrpSpPr>
            <a:grpSpLocks/>
          </p:cNvGrpSpPr>
          <p:nvPr/>
        </p:nvGrpSpPr>
        <p:grpSpPr bwMode="auto">
          <a:xfrm>
            <a:off x="1558925" y="775729"/>
            <a:ext cx="6245225" cy="5629275"/>
            <a:chOff x="143" y="516"/>
            <a:chExt cx="3934" cy="3546"/>
          </a:xfrm>
        </p:grpSpPr>
        <p:sp>
          <p:nvSpPr>
            <p:cNvPr id="743430" name="Text Box 6"/>
            <p:cNvSpPr txBox="1">
              <a:spLocks noChangeArrowheads="1"/>
            </p:cNvSpPr>
            <p:nvPr/>
          </p:nvSpPr>
          <p:spPr bwMode="auto">
            <a:xfrm>
              <a:off x="143" y="1665"/>
              <a:ext cx="448" cy="1609"/>
            </a:xfrm>
            <a:prstGeom prst="rect">
              <a:avLst/>
            </a:prstGeom>
            <a:noFill/>
            <a:ln w="9525">
              <a:noFill/>
              <a:miter lim="800000"/>
              <a:headEnd/>
              <a:tailEnd/>
            </a:ln>
            <a:effectLst/>
          </p:spPr>
          <p:txBody>
            <a:bodyPr wrap="square">
              <a:spAutoFit/>
            </a:bodyPr>
            <a:lstStyle/>
            <a:p>
              <a:pPr eaLnBrk="0" hangingPunct="0"/>
              <a:r>
                <a:rPr lang="en-US" altLang="zh-CN" sz="3200" b="1" dirty="0">
                  <a:solidFill>
                    <a:srgbClr val="C01920"/>
                  </a:solidFill>
                  <a:latin typeface="思源黑体 CN Heavy" panose="020B0A00000000000000" pitchFamily="34" charset="-122"/>
                  <a:ea typeface="思源黑体 CN Heavy" panose="020B0A00000000000000" pitchFamily="34" charset="-122"/>
                </a:rPr>
                <a:t>C</a:t>
              </a:r>
            </a:p>
            <a:p>
              <a:pPr eaLnBrk="0" hangingPunct="0"/>
              <a:r>
                <a:rPr lang="zh-CN" altLang="en-US" sz="3200" b="1" dirty="0">
                  <a:solidFill>
                    <a:srgbClr val="C01920"/>
                  </a:solidFill>
                  <a:latin typeface="思源黑体 CN Heavy" panose="020B0A00000000000000" pitchFamily="34" charset="-122"/>
                  <a:ea typeface="思源黑体 CN Heavy" panose="020B0A00000000000000" pitchFamily="34" charset="-122"/>
                </a:rPr>
                <a:t>数</a:t>
              </a:r>
            </a:p>
            <a:p>
              <a:pPr eaLnBrk="0" hangingPunct="0"/>
              <a:r>
                <a:rPr lang="zh-CN" altLang="en-US" sz="3200" b="1" dirty="0">
                  <a:solidFill>
                    <a:srgbClr val="C01920"/>
                  </a:solidFill>
                  <a:latin typeface="思源黑体 CN Heavy" panose="020B0A00000000000000" pitchFamily="34" charset="-122"/>
                  <a:ea typeface="思源黑体 CN Heavy" panose="020B0A00000000000000" pitchFamily="34" charset="-122"/>
                </a:rPr>
                <a:t>据</a:t>
              </a:r>
            </a:p>
            <a:p>
              <a:pPr eaLnBrk="0" hangingPunct="0"/>
              <a:r>
                <a:rPr lang="zh-CN" altLang="en-US" sz="3200" b="1" dirty="0">
                  <a:solidFill>
                    <a:srgbClr val="C01920"/>
                  </a:solidFill>
                  <a:latin typeface="思源黑体 CN Heavy" panose="020B0A00000000000000" pitchFamily="34" charset="-122"/>
                  <a:ea typeface="思源黑体 CN Heavy" panose="020B0A00000000000000" pitchFamily="34" charset="-122"/>
                </a:rPr>
                <a:t>类</a:t>
              </a:r>
            </a:p>
            <a:p>
              <a:pPr eaLnBrk="0" hangingPunct="0"/>
              <a:r>
                <a:rPr lang="zh-CN" altLang="en-US" sz="3200" b="1" dirty="0">
                  <a:solidFill>
                    <a:srgbClr val="C01920"/>
                  </a:solidFill>
                  <a:latin typeface="思源黑体 CN Heavy" panose="020B0A00000000000000" pitchFamily="34" charset="-122"/>
                  <a:ea typeface="思源黑体 CN Heavy" panose="020B0A00000000000000" pitchFamily="34" charset="-122"/>
                </a:rPr>
                <a:t>型</a:t>
              </a:r>
            </a:p>
          </p:txBody>
        </p:sp>
        <p:sp>
          <p:nvSpPr>
            <p:cNvPr id="743431" name="AutoShape 7"/>
            <p:cNvSpPr>
              <a:spLocks/>
            </p:cNvSpPr>
            <p:nvPr/>
          </p:nvSpPr>
          <p:spPr bwMode="auto">
            <a:xfrm>
              <a:off x="763" y="1128"/>
              <a:ext cx="192" cy="2868"/>
            </a:xfrm>
            <a:prstGeom prst="leftBrace">
              <a:avLst>
                <a:gd name="adj1" fmla="val 124479"/>
                <a:gd name="adj2" fmla="val 50000"/>
              </a:avLst>
            </a:prstGeom>
            <a:noFill/>
            <a:ln w="25400">
              <a:solidFill>
                <a:schemeClr val="tx1"/>
              </a:solidFill>
              <a:round/>
              <a:headEnd/>
              <a:tailEnd/>
            </a:ln>
            <a:effectLst/>
          </p:spPr>
          <p:txBody>
            <a:bodyPr wrap="none" anchor="ctr">
              <a:scene3d>
                <a:camera prst="orthographicFront"/>
                <a:lightRig rig="threePt" dir="t"/>
              </a:scene3d>
              <a:sp3d extrusionH="57150">
                <a:bevelT w="57150" h="38100" prst="hardEdge"/>
              </a:sp3d>
            </a:bodyPr>
            <a:lstStyle/>
            <a:p>
              <a:pPr algn="ctr"/>
              <a:endParaRPr lang="zh-CN" altLang="zh-CN" b="1">
                <a:effectLst>
                  <a:outerShdw blurRad="38100" dist="38100" dir="2700000" algn="tl">
                    <a:srgbClr val="FFFFFF"/>
                  </a:outerShdw>
                </a:effectLst>
                <a:latin typeface="+mn-lt"/>
                <a:ea typeface="楷体" pitchFamily="49" charset="-122"/>
              </a:endParaRPr>
            </a:p>
          </p:txBody>
        </p:sp>
        <p:sp>
          <p:nvSpPr>
            <p:cNvPr id="743432" name="Text Box 8"/>
            <p:cNvSpPr txBox="1">
              <a:spLocks noChangeArrowheads="1"/>
            </p:cNvSpPr>
            <p:nvPr/>
          </p:nvSpPr>
          <p:spPr bwMode="auto">
            <a:xfrm>
              <a:off x="1071" y="1268"/>
              <a:ext cx="896" cy="291"/>
            </a:xfrm>
            <a:prstGeom prst="rect">
              <a:avLst/>
            </a:prstGeom>
            <a:noFill/>
            <a:ln w="9525">
              <a:noFill/>
              <a:miter lim="800000"/>
              <a:headEnd/>
              <a:tailEnd/>
            </a:ln>
            <a:effectLst/>
          </p:spPr>
          <p:txBody>
            <a:bodyPr wrap="square">
              <a:spAutoFit/>
            </a:bodyPr>
            <a:lstStyle>
              <a:defPPr>
                <a:defRPr lang="zh-CN"/>
              </a:defPPr>
              <a:lvl1pPr eaLnBrk="0" hangingPunct="0">
                <a:defRPr b="1">
                  <a:latin typeface="+mn-lt"/>
                  <a:ea typeface="楷体" pitchFamily="49" charset="-122"/>
                </a:defRPr>
              </a:lvl1pPr>
            </a:lstStyle>
            <a:p>
              <a:r>
                <a:rPr lang="zh-CN" altLang="en-US" dirty="0">
                  <a:solidFill>
                    <a:srgbClr val="C01920"/>
                  </a:solidFill>
                </a:rPr>
                <a:t>基本类型</a:t>
              </a:r>
            </a:p>
          </p:txBody>
        </p:sp>
        <p:sp>
          <p:nvSpPr>
            <p:cNvPr id="743433" name="Text Box 9"/>
            <p:cNvSpPr txBox="1">
              <a:spLocks noChangeArrowheads="1"/>
            </p:cNvSpPr>
            <p:nvPr/>
          </p:nvSpPr>
          <p:spPr bwMode="auto">
            <a:xfrm>
              <a:off x="1077" y="2676"/>
              <a:ext cx="912" cy="291"/>
            </a:xfrm>
            <a:prstGeom prst="rect">
              <a:avLst/>
            </a:prstGeom>
            <a:noFill/>
            <a:ln w="9525">
              <a:noFill/>
              <a:miter lim="800000"/>
              <a:headEnd/>
              <a:tailEnd/>
            </a:ln>
            <a:effectLst/>
          </p:spPr>
          <p:txBody>
            <a:bodyPr wrap="square">
              <a:spAutoFit/>
              <a:scene3d>
                <a:camera prst="orthographicFront"/>
                <a:lightRig rig="threePt" dir="t"/>
              </a:scene3d>
              <a:sp3d extrusionH="57150">
                <a:bevelT w="57150" h="38100" prst="hardEdge"/>
              </a:sp3d>
            </a:bodyPr>
            <a:lstStyle/>
            <a:p>
              <a:pPr eaLnBrk="0" hangingPunct="0"/>
              <a:r>
                <a:rPr lang="zh-CN" altLang="en-US" b="1" dirty="0">
                  <a:latin typeface="+mn-lt"/>
                  <a:ea typeface="楷体" pitchFamily="49" charset="-122"/>
                </a:rPr>
                <a:t>构造类型</a:t>
              </a:r>
            </a:p>
          </p:txBody>
        </p:sp>
        <p:sp>
          <p:nvSpPr>
            <p:cNvPr id="743434" name="Text Box 10"/>
            <p:cNvSpPr txBox="1">
              <a:spLocks noChangeArrowheads="1"/>
            </p:cNvSpPr>
            <p:nvPr/>
          </p:nvSpPr>
          <p:spPr bwMode="auto">
            <a:xfrm>
              <a:off x="1077" y="3099"/>
              <a:ext cx="896" cy="291"/>
            </a:xfrm>
            <a:prstGeom prst="rect">
              <a:avLst/>
            </a:prstGeom>
            <a:noFill/>
            <a:ln w="9525">
              <a:noFill/>
              <a:miter lim="800000"/>
              <a:headEnd/>
              <a:tailEnd/>
            </a:ln>
            <a:effectLst/>
          </p:spPr>
          <p:txBody>
            <a:bodyPr wrap="none">
              <a:spAutoFit/>
              <a:scene3d>
                <a:camera prst="orthographicFront"/>
                <a:lightRig rig="threePt" dir="t"/>
              </a:scene3d>
              <a:sp3d extrusionH="57150">
                <a:bevelT w="57150" h="38100" prst="hardEdge"/>
              </a:sp3d>
            </a:bodyPr>
            <a:lstStyle/>
            <a:p>
              <a:pPr eaLnBrk="0" hangingPunct="0"/>
              <a:r>
                <a:rPr lang="zh-CN" altLang="en-US" b="1">
                  <a:latin typeface="+mn-lt"/>
                  <a:ea typeface="楷体" pitchFamily="49" charset="-122"/>
                </a:rPr>
                <a:t>指针类型</a:t>
              </a:r>
            </a:p>
          </p:txBody>
        </p:sp>
        <p:sp>
          <p:nvSpPr>
            <p:cNvPr id="743435" name="Text Box 11"/>
            <p:cNvSpPr txBox="1">
              <a:spLocks noChangeArrowheads="1"/>
            </p:cNvSpPr>
            <p:nvPr/>
          </p:nvSpPr>
          <p:spPr bwMode="auto">
            <a:xfrm>
              <a:off x="1077" y="3450"/>
              <a:ext cx="1056" cy="291"/>
            </a:xfrm>
            <a:prstGeom prst="rect">
              <a:avLst/>
            </a:prstGeom>
            <a:noFill/>
            <a:ln w="9525">
              <a:noFill/>
              <a:miter lim="800000"/>
              <a:headEnd/>
              <a:tailEnd/>
            </a:ln>
            <a:effectLst/>
          </p:spPr>
          <p:txBody>
            <a:bodyPr wrap="none">
              <a:spAutoFit/>
              <a:scene3d>
                <a:camera prst="orthographicFront"/>
                <a:lightRig rig="threePt" dir="t"/>
              </a:scene3d>
              <a:sp3d extrusionH="57150">
                <a:bevelT w="57150" h="38100" prst="hardEdge"/>
              </a:sp3d>
            </a:bodyPr>
            <a:lstStyle/>
            <a:p>
              <a:pPr eaLnBrk="0" hangingPunct="0"/>
              <a:r>
                <a:rPr lang="zh-CN" altLang="en-US" b="1">
                  <a:latin typeface="+mn-lt"/>
                  <a:ea typeface="楷体" pitchFamily="49" charset="-122"/>
                </a:rPr>
                <a:t>空类型</a:t>
              </a:r>
              <a:r>
                <a:rPr lang="en-US" altLang="zh-CN" b="1">
                  <a:latin typeface="+mn-lt"/>
                  <a:ea typeface="楷体" pitchFamily="49" charset="-122"/>
                </a:rPr>
                <a:t>void</a:t>
              </a:r>
            </a:p>
          </p:txBody>
        </p:sp>
        <p:sp>
          <p:nvSpPr>
            <p:cNvPr id="743436" name="Text Box 12"/>
            <p:cNvSpPr txBox="1">
              <a:spLocks noChangeArrowheads="1"/>
            </p:cNvSpPr>
            <p:nvPr/>
          </p:nvSpPr>
          <p:spPr bwMode="auto">
            <a:xfrm>
              <a:off x="1077" y="3771"/>
              <a:ext cx="1510" cy="291"/>
            </a:xfrm>
            <a:prstGeom prst="rect">
              <a:avLst/>
            </a:prstGeom>
            <a:noFill/>
            <a:ln w="9525">
              <a:noFill/>
              <a:miter lim="800000"/>
              <a:headEnd/>
              <a:tailEnd/>
            </a:ln>
            <a:effectLst/>
          </p:spPr>
          <p:txBody>
            <a:bodyPr wrap="none">
              <a:spAutoFit/>
              <a:scene3d>
                <a:camera prst="orthographicFront"/>
                <a:lightRig rig="threePt" dir="t"/>
              </a:scene3d>
              <a:sp3d extrusionH="57150">
                <a:bevelT w="57150" h="38100" prst="hardEdge"/>
              </a:sp3d>
            </a:bodyPr>
            <a:lstStyle/>
            <a:p>
              <a:pPr eaLnBrk="0" hangingPunct="0"/>
              <a:r>
                <a:rPr lang="zh-CN" altLang="en-US" b="1">
                  <a:latin typeface="+mn-lt"/>
                  <a:ea typeface="楷体" pitchFamily="49" charset="-122"/>
                </a:rPr>
                <a:t>定义类型</a:t>
              </a:r>
              <a:r>
                <a:rPr lang="en-US" altLang="zh-CN" b="1">
                  <a:latin typeface="+mn-lt"/>
                  <a:ea typeface="楷体" pitchFamily="49" charset="-122"/>
                </a:rPr>
                <a:t>typedef</a:t>
              </a:r>
            </a:p>
          </p:txBody>
        </p:sp>
        <p:sp>
          <p:nvSpPr>
            <p:cNvPr id="743437" name="Text Box 13"/>
            <p:cNvSpPr txBox="1">
              <a:spLocks noChangeArrowheads="1"/>
            </p:cNvSpPr>
            <p:nvPr/>
          </p:nvSpPr>
          <p:spPr bwMode="auto">
            <a:xfrm>
              <a:off x="2240" y="1897"/>
              <a:ext cx="1094" cy="252"/>
            </a:xfrm>
            <a:prstGeom prst="rect">
              <a:avLst/>
            </a:prstGeom>
            <a:noFill/>
            <a:ln w="9525">
              <a:noFill/>
              <a:miter lim="800000"/>
              <a:headEnd/>
              <a:tailEnd/>
            </a:ln>
            <a:effectLst/>
          </p:spPr>
          <p:txBody>
            <a:bodyPr wrap="none">
              <a:spAutoFit/>
            </a:bodyPr>
            <a:lstStyle/>
            <a:p>
              <a:pPr eaLnBrk="0" hangingPunct="0"/>
              <a:r>
                <a:rPr lang="zh-CN" altLang="en-US" sz="2000" b="1" dirty="0">
                  <a:solidFill>
                    <a:srgbClr val="CC0066"/>
                  </a:solidFill>
                  <a:latin typeface="+mn-lt"/>
                  <a:ea typeface="楷体" pitchFamily="49" charset="-122"/>
                </a:rPr>
                <a:t>字符类型</a:t>
              </a:r>
              <a:r>
                <a:rPr lang="en-US" altLang="zh-CN" sz="2000" b="1" dirty="0">
                  <a:solidFill>
                    <a:srgbClr val="CC0066"/>
                  </a:solidFill>
                  <a:latin typeface="+mn-lt"/>
                  <a:ea typeface="楷体" pitchFamily="49" charset="-122"/>
                </a:rPr>
                <a:t>char</a:t>
              </a:r>
              <a:endParaRPr lang="en-US" altLang="zh-CN" sz="4000" b="1" dirty="0">
                <a:solidFill>
                  <a:srgbClr val="CC0066"/>
                </a:solidFill>
                <a:latin typeface="+mn-lt"/>
                <a:ea typeface="楷体" pitchFamily="49" charset="-122"/>
              </a:endParaRPr>
            </a:p>
          </p:txBody>
        </p:sp>
        <p:sp>
          <p:nvSpPr>
            <p:cNvPr id="743438" name="Text Box 14"/>
            <p:cNvSpPr txBox="1">
              <a:spLocks noChangeArrowheads="1"/>
            </p:cNvSpPr>
            <p:nvPr/>
          </p:nvSpPr>
          <p:spPr bwMode="auto">
            <a:xfrm>
              <a:off x="2287" y="3168"/>
              <a:ext cx="1152" cy="252"/>
            </a:xfrm>
            <a:prstGeom prst="rect">
              <a:avLst/>
            </a:prstGeom>
            <a:noFill/>
            <a:ln w="9525">
              <a:noFill/>
              <a:miter lim="800000"/>
              <a:headEnd/>
              <a:tailEnd/>
            </a:ln>
            <a:effectLst/>
          </p:spPr>
          <p:txBody>
            <a:bodyPr wrap="none">
              <a:spAutoFit/>
              <a:scene3d>
                <a:camera prst="orthographicFront"/>
                <a:lightRig rig="threePt" dir="t"/>
              </a:scene3d>
              <a:sp3d extrusionH="57150">
                <a:bevelT w="57150" h="38100" prst="hardEdge"/>
              </a:sp3d>
            </a:bodyPr>
            <a:lstStyle/>
            <a:p>
              <a:pPr eaLnBrk="0" hangingPunct="0"/>
              <a:r>
                <a:rPr lang="zh-CN" altLang="en-US" sz="2000" b="1" dirty="0">
                  <a:latin typeface="+mn-lt"/>
                  <a:ea typeface="楷体" pitchFamily="49" charset="-122"/>
                </a:rPr>
                <a:t>枚举类型</a:t>
              </a:r>
              <a:r>
                <a:rPr lang="en-US" altLang="zh-CN" sz="2000" b="1" dirty="0" err="1">
                  <a:latin typeface="+mn-lt"/>
                  <a:ea typeface="楷体" pitchFamily="49" charset="-122"/>
                </a:rPr>
                <a:t>enum</a:t>
              </a:r>
              <a:endParaRPr lang="en-US" altLang="zh-CN" sz="4000" b="1" dirty="0">
                <a:latin typeface="+mn-lt"/>
                <a:ea typeface="楷体" pitchFamily="49" charset="-122"/>
              </a:endParaRPr>
            </a:p>
          </p:txBody>
        </p:sp>
        <p:sp>
          <p:nvSpPr>
            <p:cNvPr id="743439" name="Text Box 15"/>
            <p:cNvSpPr txBox="1">
              <a:spLocks noChangeArrowheads="1"/>
            </p:cNvSpPr>
            <p:nvPr/>
          </p:nvSpPr>
          <p:spPr bwMode="auto">
            <a:xfrm>
              <a:off x="2220" y="788"/>
              <a:ext cx="441" cy="252"/>
            </a:xfrm>
            <a:prstGeom prst="rect">
              <a:avLst/>
            </a:prstGeom>
            <a:noFill/>
            <a:ln w="9525">
              <a:noFill/>
              <a:miter lim="800000"/>
              <a:headEnd/>
              <a:tailEnd/>
            </a:ln>
            <a:effectLst/>
          </p:spPr>
          <p:txBody>
            <a:bodyPr wrap="none">
              <a:spAutoFit/>
            </a:bodyPr>
            <a:lstStyle/>
            <a:p>
              <a:pPr eaLnBrk="0" hangingPunct="0"/>
              <a:r>
                <a:rPr lang="zh-CN" altLang="en-US" sz="2000" b="1" dirty="0">
                  <a:solidFill>
                    <a:srgbClr val="CC0066"/>
                  </a:solidFill>
                  <a:latin typeface="+mn-lt"/>
                  <a:ea typeface="楷体" pitchFamily="49" charset="-122"/>
                </a:rPr>
                <a:t>整型</a:t>
              </a:r>
              <a:endParaRPr lang="zh-CN" altLang="en-US" sz="4000" b="1" dirty="0">
                <a:solidFill>
                  <a:srgbClr val="CC0066"/>
                </a:solidFill>
                <a:latin typeface="+mn-lt"/>
                <a:ea typeface="楷体" pitchFamily="49" charset="-122"/>
              </a:endParaRPr>
            </a:p>
          </p:txBody>
        </p:sp>
        <p:sp>
          <p:nvSpPr>
            <p:cNvPr id="743440" name="Text Box 16"/>
            <p:cNvSpPr txBox="1">
              <a:spLocks noChangeArrowheads="1"/>
            </p:cNvSpPr>
            <p:nvPr/>
          </p:nvSpPr>
          <p:spPr bwMode="auto">
            <a:xfrm>
              <a:off x="2240" y="1484"/>
              <a:ext cx="438" cy="250"/>
            </a:xfrm>
            <a:prstGeom prst="rect">
              <a:avLst/>
            </a:prstGeom>
            <a:noFill/>
            <a:ln w="9525">
              <a:noFill/>
              <a:miter lim="800000"/>
              <a:headEnd/>
              <a:tailEnd/>
            </a:ln>
            <a:effectLst/>
          </p:spPr>
          <p:txBody>
            <a:bodyPr wrap="none">
              <a:spAutoFit/>
            </a:bodyPr>
            <a:lstStyle/>
            <a:p>
              <a:pPr eaLnBrk="0" hangingPunct="0"/>
              <a:r>
                <a:rPr lang="zh-CN" altLang="en-US" sz="2000" b="1" dirty="0">
                  <a:solidFill>
                    <a:srgbClr val="CC0066"/>
                  </a:solidFill>
                  <a:latin typeface="+mn-lt"/>
                  <a:ea typeface="楷体" pitchFamily="49" charset="-122"/>
                </a:rPr>
                <a:t>实型</a:t>
              </a:r>
              <a:endParaRPr lang="zh-CN" altLang="en-US" sz="4000" b="1" dirty="0">
                <a:solidFill>
                  <a:srgbClr val="CC0066"/>
                </a:solidFill>
                <a:latin typeface="+mn-lt"/>
                <a:ea typeface="楷体" pitchFamily="49" charset="-122"/>
              </a:endParaRPr>
            </a:p>
          </p:txBody>
        </p:sp>
        <p:sp>
          <p:nvSpPr>
            <p:cNvPr id="743441" name="AutoShape 17"/>
            <p:cNvSpPr>
              <a:spLocks/>
            </p:cNvSpPr>
            <p:nvPr/>
          </p:nvSpPr>
          <p:spPr bwMode="auto">
            <a:xfrm>
              <a:off x="2102" y="723"/>
              <a:ext cx="96" cy="1331"/>
            </a:xfrm>
            <a:prstGeom prst="leftBrace">
              <a:avLst>
                <a:gd name="adj1" fmla="val 115179"/>
                <a:gd name="adj2" fmla="val 50000"/>
              </a:avLst>
            </a:prstGeom>
            <a:noFill/>
            <a:ln w="25400">
              <a:solidFill>
                <a:schemeClr val="tx1"/>
              </a:solidFill>
              <a:round/>
              <a:headEnd/>
              <a:tailEnd/>
            </a:ln>
            <a:effectLst/>
          </p:spPr>
          <p:txBody>
            <a:bodyPr wrap="none" anchor="ctr">
              <a:scene3d>
                <a:camera prst="orthographicFront"/>
                <a:lightRig rig="threePt" dir="t"/>
              </a:scene3d>
              <a:sp3d extrusionH="57150">
                <a:bevelT w="57150" h="38100" prst="hardEdge"/>
              </a:sp3d>
            </a:bodyPr>
            <a:lstStyle/>
            <a:p>
              <a:endParaRPr lang="zh-CN" altLang="en-US" b="1">
                <a:latin typeface="+mn-lt"/>
                <a:ea typeface="楷体" pitchFamily="49" charset="-122"/>
              </a:endParaRPr>
            </a:p>
          </p:txBody>
        </p:sp>
        <p:grpSp>
          <p:nvGrpSpPr>
            <p:cNvPr id="743442" name="Group 18"/>
            <p:cNvGrpSpPr>
              <a:grpSpLocks/>
            </p:cNvGrpSpPr>
            <p:nvPr/>
          </p:nvGrpSpPr>
          <p:grpSpPr bwMode="auto">
            <a:xfrm>
              <a:off x="2729" y="1391"/>
              <a:ext cx="1348" cy="504"/>
              <a:chOff x="3038" y="1511"/>
              <a:chExt cx="1348" cy="504"/>
            </a:xfrm>
          </p:grpSpPr>
          <p:sp>
            <p:nvSpPr>
              <p:cNvPr id="743443" name="Text Box 19"/>
              <p:cNvSpPr txBox="1">
                <a:spLocks noChangeArrowheads="1"/>
              </p:cNvSpPr>
              <p:nvPr/>
            </p:nvSpPr>
            <p:spPr bwMode="auto">
              <a:xfrm>
                <a:off x="3129" y="1511"/>
                <a:ext cx="1080" cy="252"/>
              </a:xfrm>
              <a:prstGeom prst="rect">
                <a:avLst/>
              </a:prstGeom>
              <a:noFill/>
              <a:ln w="9525">
                <a:noFill/>
                <a:miter lim="800000"/>
                <a:headEnd/>
                <a:tailEnd/>
              </a:ln>
              <a:effectLst/>
            </p:spPr>
            <p:txBody>
              <a:bodyPr wrap="none">
                <a:spAutoFit/>
              </a:bodyPr>
              <a:lstStyle/>
              <a:p>
                <a:pPr eaLnBrk="0" hangingPunct="0"/>
                <a:r>
                  <a:rPr lang="zh-CN" altLang="en-US" sz="2000" b="1" dirty="0">
                    <a:solidFill>
                      <a:srgbClr val="FF00FF"/>
                    </a:solidFill>
                    <a:latin typeface="+mn-lt"/>
                    <a:ea typeface="楷体" pitchFamily="49" charset="-122"/>
                  </a:rPr>
                  <a:t>单精度型</a:t>
                </a:r>
                <a:r>
                  <a:rPr lang="en-US" altLang="zh-CN" sz="2000" b="1" dirty="0">
                    <a:solidFill>
                      <a:srgbClr val="FF00FF"/>
                    </a:solidFill>
                    <a:latin typeface="+mn-lt"/>
                    <a:ea typeface="楷体" pitchFamily="49" charset="-122"/>
                  </a:rPr>
                  <a:t>float</a:t>
                </a:r>
                <a:endParaRPr lang="en-US" altLang="zh-CN" sz="4000" b="1" dirty="0">
                  <a:solidFill>
                    <a:srgbClr val="FF00FF"/>
                  </a:solidFill>
                  <a:latin typeface="+mn-lt"/>
                  <a:ea typeface="楷体" pitchFamily="49" charset="-122"/>
                </a:endParaRPr>
              </a:p>
            </p:txBody>
          </p:sp>
          <p:sp>
            <p:nvSpPr>
              <p:cNvPr id="743444" name="Text Box 20"/>
              <p:cNvSpPr txBox="1">
                <a:spLocks noChangeArrowheads="1"/>
              </p:cNvSpPr>
              <p:nvPr/>
            </p:nvSpPr>
            <p:spPr bwMode="auto">
              <a:xfrm>
                <a:off x="3129" y="1763"/>
                <a:ext cx="1257" cy="252"/>
              </a:xfrm>
              <a:prstGeom prst="rect">
                <a:avLst/>
              </a:prstGeom>
              <a:noFill/>
              <a:ln w="9525">
                <a:noFill/>
                <a:miter lim="800000"/>
                <a:headEnd/>
                <a:tailEnd/>
              </a:ln>
              <a:effectLst/>
            </p:spPr>
            <p:txBody>
              <a:bodyPr wrap="none">
                <a:spAutoFit/>
              </a:bodyPr>
              <a:lstStyle/>
              <a:p>
                <a:pPr eaLnBrk="0" hangingPunct="0"/>
                <a:r>
                  <a:rPr lang="zh-CN" altLang="en-US" sz="2000" b="1" dirty="0">
                    <a:solidFill>
                      <a:srgbClr val="FF00FF"/>
                    </a:solidFill>
                    <a:latin typeface="+mn-lt"/>
                    <a:ea typeface="楷体" pitchFamily="49" charset="-122"/>
                  </a:rPr>
                  <a:t>双精度型</a:t>
                </a:r>
                <a:r>
                  <a:rPr lang="en-US" altLang="zh-CN" sz="2000" b="1" dirty="0">
                    <a:solidFill>
                      <a:srgbClr val="FF00FF"/>
                    </a:solidFill>
                    <a:latin typeface="+mn-lt"/>
                    <a:ea typeface="楷体" pitchFamily="49" charset="-122"/>
                  </a:rPr>
                  <a:t>double</a:t>
                </a:r>
                <a:endParaRPr lang="en-US" altLang="zh-CN" sz="4000" b="1" dirty="0">
                  <a:solidFill>
                    <a:srgbClr val="FF00FF"/>
                  </a:solidFill>
                  <a:latin typeface="+mn-lt"/>
                  <a:ea typeface="楷体" pitchFamily="49" charset="-122"/>
                </a:endParaRPr>
              </a:p>
            </p:txBody>
          </p:sp>
          <p:sp>
            <p:nvSpPr>
              <p:cNvPr id="743445" name="AutoShape 21"/>
              <p:cNvSpPr>
                <a:spLocks/>
              </p:cNvSpPr>
              <p:nvPr/>
            </p:nvSpPr>
            <p:spPr bwMode="auto">
              <a:xfrm>
                <a:off x="3038" y="1518"/>
                <a:ext cx="64" cy="472"/>
              </a:xfrm>
              <a:prstGeom prst="leftBrace">
                <a:avLst>
                  <a:gd name="adj1" fmla="val 108333"/>
                  <a:gd name="adj2" fmla="val 50000"/>
                </a:avLst>
              </a:prstGeom>
              <a:noFill/>
              <a:ln w="25400">
                <a:solidFill>
                  <a:schemeClr val="tx1"/>
                </a:solidFill>
                <a:round/>
                <a:headEnd/>
                <a:tailEnd/>
              </a:ln>
              <a:effectLst/>
            </p:spPr>
            <p:txBody>
              <a:bodyPr wrap="none" anchor="ctr">
                <a:scene3d>
                  <a:camera prst="orthographicFront"/>
                  <a:lightRig rig="threePt" dir="t"/>
                </a:scene3d>
                <a:sp3d extrusionH="57150">
                  <a:bevelT w="57150" h="38100" prst="hardEdge"/>
                </a:sp3d>
              </a:bodyPr>
              <a:lstStyle/>
              <a:p>
                <a:endParaRPr lang="zh-CN" altLang="en-US" b="1">
                  <a:latin typeface="+mn-lt"/>
                  <a:ea typeface="楷体" pitchFamily="49" charset="-122"/>
                </a:endParaRPr>
              </a:p>
            </p:txBody>
          </p:sp>
        </p:grpSp>
        <p:sp>
          <p:nvSpPr>
            <p:cNvPr id="743446" name="AutoShape 22"/>
            <p:cNvSpPr>
              <a:spLocks/>
            </p:cNvSpPr>
            <p:nvPr/>
          </p:nvSpPr>
          <p:spPr bwMode="auto">
            <a:xfrm>
              <a:off x="2103" y="2237"/>
              <a:ext cx="156" cy="1112"/>
            </a:xfrm>
            <a:prstGeom prst="leftBrace">
              <a:avLst>
                <a:gd name="adj1" fmla="val 59402"/>
                <a:gd name="adj2" fmla="val 50000"/>
              </a:avLst>
            </a:prstGeom>
            <a:noFill/>
            <a:ln w="25400">
              <a:solidFill>
                <a:schemeClr val="tx1"/>
              </a:solidFill>
              <a:round/>
              <a:headEnd/>
              <a:tailEnd/>
            </a:ln>
            <a:effectLst/>
          </p:spPr>
          <p:txBody>
            <a:bodyPr wrap="none" anchor="ctr">
              <a:scene3d>
                <a:camera prst="orthographicFront"/>
                <a:lightRig rig="threePt" dir="t"/>
              </a:scene3d>
              <a:sp3d extrusionH="57150">
                <a:bevelT w="57150" h="38100" prst="hardEdge"/>
              </a:sp3d>
            </a:bodyPr>
            <a:lstStyle/>
            <a:p>
              <a:endParaRPr lang="zh-CN" altLang="en-US" b="1">
                <a:latin typeface="+mn-lt"/>
                <a:ea typeface="楷体" pitchFamily="49" charset="-122"/>
              </a:endParaRPr>
            </a:p>
          </p:txBody>
        </p:sp>
        <p:sp>
          <p:nvSpPr>
            <p:cNvPr id="743447" name="Text Box 23"/>
            <p:cNvSpPr txBox="1">
              <a:spLocks noChangeArrowheads="1"/>
            </p:cNvSpPr>
            <p:nvPr/>
          </p:nvSpPr>
          <p:spPr bwMode="auto">
            <a:xfrm>
              <a:off x="2287" y="2205"/>
              <a:ext cx="438" cy="250"/>
            </a:xfrm>
            <a:prstGeom prst="rect">
              <a:avLst/>
            </a:prstGeom>
            <a:noFill/>
            <a:ln w="9525">
              <a:noFill/>
              <a:miter lim="800000"/>
              <a:headEnd/>
              <a:tailEnd/>
            </a:ln>
            <a:effectLst/>
          </p:spPr>
          <p:txBody>
            <a:bodyPr wrap="none">
              <a:spAutoFit/>
              <a:scene3d>
                <a:camera prst="orthographicFront"/>
                <a:lightRig rig="threePt" dir="t"/>
              </a:scene3d>
              <a:sp3d extrusionH="57150">
                <a:bevelT w="57150" h="38100" prst="hardEdge"/>
              </a:sp3d>
            </a:bodyPr>
            <a:lstStyle/>
            <a:p>
              <a:pPr eaLnBrk="0" hangingPunct="0"/>
              <a:r>
                <a:rPr lang="zh-CN" altLang="en-US" sz="2000" b="1" dirty="0">
                  <a:latin typeface="+mn-lt"/>
                  <a:ea typeface="楷体" pitchFamily="49" charset="-122"/>
                </a:rPr>
                <a:t>数组</a:t>
              </a:r>
            </a:p>
          </p:txBody>
        </p:sp>
        <p:sp>
          <p:nvSpPr>
            <p:cNvPr id="743448" name="Text Box 24"/>
            <p:cNvSpPr txBox="1">
              <a:spLocks noChangeArrowheads="1"/>
            </p:cNvSpPr>
            <p:nvPr/>
          </p:nvSpPr>
          <p:spPr bwMode="auto">
            <a:xfrm>
              <a:off x="2287" y="2547"/>
              <a:ext cx="1007" cy="252"/>
            </a:xfrm>
            <a:prstGeom prst="rect">
              <a:avLst/>
            </a:prstGeom>
            <a:noFill/>
            <a:ln w="9525">
              <a:noFill/>
              <a:miter lim="800000"/>
              <a:headEnd/>
              <a:tailEnd/>
            </a:ln>
            <a:effectLst/>
          </p:spPr>
          <p:txBody>
            <a:bodyPr wrap="none">
              <a:spAutoFit/>
              <a:scene3d>
                <a:camera prst="orthographicFront"/>
                <a:lightRig rig="threePt" dir="t"/>
              </a:scene3d>
              <a:sp3d extrusionH="57150">
                <a:bevelT w="57150" h="38100" prst="hardEdge"/>
              </a:sp3d>
            </a:bodyPr>
            <a:lstStyle/>
            <a:p>
              <a:pPr eaLnBrk="0" hangingPunct="0"/>
              <a:r>
                <a:rPr lang="zh-CN" altLang="en-US" sz="2000" b="1" dirty="0">
                  <a:latin typeface="+mn-lt"/>
                  <a:ea typeface="楷体" pitchFamily="49" charset="-122"/>
                </a:rPr>
                <a:t>结构体</a:t>
              </a:r>
              <a:r>
                <a:rPr lang="en-US" altLang="zh-CN" sz="2000" b="1" dirty="0" err="1">
                  <a:latin typeface="+mn-lt"/>
                  <a:ea typeface="楷体" pitchFamily="49" charset="-122"/>
                </a:rPr>
                <a:t>struct</a:t>
              </a:r>
              <a:endParaRPr lang="en-US" altLang="zh-CN" sz="4000" b="1" dirty="0">
                <a:latin typeface="+mn-lt"/>
                <a:ea typeface="楷体" pitchFamily="49" charset="-122"/>
              </a:endParaRPr>
            </a:p>
          </p:txBody>
        </p:sp>
        <p:sp>
          <p:nvSpPr>
            <p:cNvPr id="743449" name="Text Box 25"/>
            <p:cNvSpPr txBox="1">
              <a:spLocks noChangeArrowheads="1"/>
            </p:cNvSpPr>
            <p:nvPr/>
          </p:nvSpPr>
          <p:spPr bwMode="auto">
            <a:xfrm>
              <a:off x="2287" y="2871"/>
              <a:ext cx="1013" cy="252"/>
            </a:xfrm>
            <a:prstGeom prst="rect">
              <a:avLst/>
            </a:prstGeom>
            <a:noFill/>
            <a:ln w="9525">
              <a:noFill/>
              <a:miter lim="800000"/>
              <a:headEnd/>
              <a:tailEnd/>
            </a:ln>
            <a:effectLst/>
          </p:spPr>
          <p:txBody>
            <a:bodyPr wrap="none">
              <a:spAutoFit/>
              <a:scene3d>
                <a:camera prst="orthographicFront"/>
                <a:lightRig rig="threePt" dir="t"/>
              </a:scene3d>
              <a:sp3d extrusionH="57150">
                <a:bevelT w="57150" h="38100" prst="hardEdge"/>
              </a:sp3d>
            </a:bodyPr>
            <a:lstStyle/>
            <a:p>
              <a:pPr eaLnBrk="0" hangingPunct="0"/>
              <a:r>
                <a:rPr lang="zh-CN" altLang="en-US" sz="2000" b="1">
                  <a:latin typeface="+mn-lt"/>
                  <a:ea typeface="楷体" pitchFamily="49" charset="-122"/>
                </a:rPr>
                <a:t>共用体</a:t>
              </a:r>
              <a:r>
                <a:rPr lang="en-US" altLang="zh-CN" sz="2000" b="1">
                  <a:latin typeface="+mn-lt"/>
                  <a:ea typeface="楷体" pitchFamily="49" charset="-122"/>
                </a:rPr>
                <a:t>union</a:t>
              </a:r>
              <a:endParaRPr lang="en-US" altLang="zh-CN" sz="4000" b="1">
                <a:latin typeface="+mn-lt"/>
                <a:ea typeface="楷体" pitchFamily="49" charset="-122"/>
              </a:endParaRPr>
            </a:p>
          </p:txBody>
        </p:sp>
        <p:grpSp>
          <p:nvGrpSpPr>
            <p:cNvPr id="743450" name="Group 26"/>
            <p:cNvGrpSpPr>
              <a:grpSpLocks/>
            </p:cNvGrpSpPr>
            <p:nvPr/>
          </p:nvGrpSpPr>
          <p:grpSpPr bwMode="auto">
            <a:xfrm>
              <a:off x="2729" y="516"/>
              <a:ext cx="1053" cy="855"/>
              <a:chOff x="4157" y="2376"/>
              <a:chExt cx="1053" cy="855"/>
            </a:xfrm>
          </p:grpSpPr>
          <p:sp>
            <p:nvSpPr>
              <p:cNvPr id="743451" name="Text Box 27"/>
              <p:cNvSpPr txBox="1">
                <a:spLocks noChangeArrowheads="1"/>
              </p:cNvSpPr>
              <p:nvPr/>
            </p:nvSpPr>
            <p:spPr bwMode="auto">
              <a:xfrm>
                <a:off x="4247" y="2376"/>
                <a:ext cx="963" cy="252"/>
              </a:xfrm>
              <a:prstGeom prst="rect">
                <a:avLst/>
              </a:prstGeom>
              <a:noFill/>
              <a:ln w="9525">
                <a:noFill/>
                <a:miter lim="800000"/>
                <a:headEnd/>
                <a:tailEnd/>
              </a:ln>
              <a:effectLst/>
            </p:spPr>
            <p:txBody>
              <a:bodyPr wrap="none">
                <a:spAutoFit/>
              </a:bodyPr>
              <a:lstStyle/>
              <a:p>
                <a:pPr eaLnBrk="0" hangingPunct="0"/>
                <a:r>
                  <a:rPr lang="zh-CN" altLang="en-US" sz="2000" b="1" dirty="0">
                    <a:solidFill>
                      <a:srgbClr val="FF3300"/>
                    </a:solidFill>
                    <a:latin typeface="+mn-lt"/>
                    <a:ea typeface="楷体" pitchFamily="49" charset="-122"/>
                  </a:rPr>
                  <a:t>短整型</a:t>
                </a:r>
                <a:r>
                  <a:rPr lang="en-US" altLang="zh-CN" sz="2000" b="1" dirty="0">
                    <a:solidFill>
                      <a:srgbClr val="FF3300"/>
                    </a:solidFill>
                    <a:latin typeface="+mn-lt"/>
                    <a:ea typeface="楷体" pitchFamily="49" charset="-122"/>
                  </a:rPr>
                  <a:t>short</a:t>
                </a:r>
                <a:endParaRPr lang="en-US" altLang="zh-CN" sz="4000" b="1" dirty="0">
                  <a:solidFill>
                    <a:srgbClr val="FF3300"/>
                  </a:solidFill>
                  <a:latin typeface="+mn-lt"/>
                  <a:ea typeface="楷体" pitchFamily="49" charset="-122"/>
                </a:endParaRPr>
              </a:p>
            </p:txBody>
          </p:sp>
          <p:sp>
            <p:nvSpPr>
              <p:cNvPr id="743452" name="Text Box 28"/>
              <p:cNvSpPr txBox="1">
                <a:spLocks noChangeArrowheads="1"/>
              </p:cNvSpPr>
              <p:nvPr/>
            </p:nvSpPr>
            <p:spPr bwMode="auto">
              <a:xfrm>
                <a:off x="4247" y="2979"/>
                <a:ext cx="931" cy="252"/>
              </a:xfrm>
              <a:prstGeom prst="rect">
                <a:avLst/>
              </a:prstGeom>
              <a:noFill/>
              <a:ln w="9525">
                <a:noFill/>
                <a:miter lim="800000"/>
                <a:headEnd/>
                <a:tailEnd/>
              </a:ln>
              <a:effectLst/>
            </p:spPr>
            <p:txBody>
              <a:bodyPr wrap="none">
                <a:spAutoFit/>
              </a:bodyPr>
              <a:lstStyle/>
              <a:p>
                <a:pPr eaLnBrk="0" hangingPunct="0"/>
                <a:r>
                  <a:rPr lang="zh-CN" altLang="en-US" sz="2000" b="1">
                    <a:solidFill>
                      <a:srgbClr val="FF3300"/>
                    </a:solidFill>
                    <a:latin typeface="+mn-lt"/>
                    <a:ea typeface="楷体" pitchFamily="49" charset="-122"/>
                  </a:rPr>
                  <a:t>长整型</a:t>
                </a:r>
                <a:r>
                  <a:rPr lang="en-US" altLang="zh-CN" sz="2000" b="1">
                    <a:solidFill>
                      <a:srgbClr val="FF3300"/>
                    </a:solidFill>
                    <a:latin typeface="+mn-lt"/>
                    <a:ea typeface="楷体" pitchFamily="49" charset="-122"/>
                  </a:rPr>
                  <a:t>long</a:t>
                </a:r>
                <a:endParaRPr lang="en-US" altLang="zh-CN" sz="4000" b="1">
                  <a:solidFill>
                    <a:srgbClr val="FF3300"/>
                  </a:solidFill>
                  <a:latin typeface="+mn-lt"/>
                  <a:ea typeface="楷体" pitchFamily="49" charset="-122"/>
                </a:endParaRPr>
              </a:p>
            </p:txBody>
          </p:sp>
          <p:sp>
            <p:nvSpPr>
              <p:cNvPr id="743453" name="Text Box 29"/>
              <p:cNvSpPr txBox="1">
                <a:spLocks noChangeArrowheads="1"/>
              </p:cNvSpPr>
              <p:nvPr/>
            </p:nvSpPr>
            <p:spPr bwMode="auto">
              <a:xfrm>
                <a:off x="4247" y="2664"/>
                <a:ext cx="629" cy="252"/>
              </a:xfrm>
              <a:prstGeom prst="rect">
                <a:avLst/>
              </a:prstGeom>
              <a:noFill/>
              <a:ln w="9525">
                <a:noFill/>
                <a:miter lim="800000"/>
                <a:headEnd/>
                <a:tailEnd/>
              </a:ln>
              <a:effectLst/>
            </p:spPr>
            <p:txBody>
              <a:bodyPr wrap="none">
                <a:spAutoFit/>
              </a:bodyPr>
              <a:lstStyle/>
              <a:p>
                <a:pPr eaLnBrk="0" hangingPunct="0"/>
                <a:r>
                  <a:rPr lang="zh-CN" altLang="en-US" sz="2000" b="1" dirty="0">
                    <a:solidFill>
                      <a:srgbClr val="FF3300"/>
                    </a:solidFill>
                    <a:latin typeface="+mn-lt"/>
                    <a:ea typeface="楷体" pitchFamily="49" charset="-122"/>
                  </a:rPr>
                  <a:t>整型</a:t>
                </a:r>
                <a:r>
                  <a:rPr lang="en-US" altLang="zh-CN" sz="2000" b="1" dirty="0">
                    <a:solidFill>
                      <a:srgbClr val="FF3300"/>
                    </a:solidFill>
                    <a:latin typeface="+mn-lt"/>
                    <a:ea typeface="楷体" pitchFamily="49" charset="-122"/>
                  </a:rPr>
                  <a:t>int</a:t>
                </a:r>
                <a:endParaRPr lang="en-US" altLang="zh-CN" sz="4000" b="1" dirty="0">
                  <a:solidFill>
                    <a:srgbClr val="FF3300"/>
                  </a:solidFill>
                  <a:latin typeface="+mn-lt"/>
                  <a:ea typeface="楷体" pitchFamily="49" charset="-122"/>
                </a:endParaRPr>
              </a:p>
            </p:txBody>
          </p:sp>
          <p:sp>
            <p:nvSpPr>
              <p:cNvPr id="743454" name="AutoShape 30"/>
              <p:cNvSpPr>
                <a:spLocks/>
              </p:cNvSpPr>
              <p:nvPr/>
            </p:nvSpPr>
            <p:spPr bwMode="auto">
              <a:xfrm>
                <a:off x="4157" y="2460"/>
                <a:ext cx="73" cy="739"/>
              </a:xfrm>
              <a:prstGeom prst="leftBrace">
                <a:avLst>
                  <a:gd name="adj1" fmla="val 141667"/>
                  <a:gd name="adj2" fmla="val 50000"/>
                </a:avLst>
              </a:prstGeom>
              <a:noFill/>
              <a:ln w="25400">
                <a:solidFill>
                  <a:schemeClr val="tx1"/>
                </a:solidFill>
                <a:round/>
                <a:headEnd/>
                <a:tailEnd/>
              </a:ln>
              <a:effectLst/>
            </p:spPr>
            <p:txBody>
              <a:bodyPr wrap="none" anchor="ctr">
                <a:scene3d>
                  <a:camera prst="orthographicFront"/>
                  <a:lightRig rig="threePt" dir="t"/>
                </a:scene3d>
                <a:sp3d extrusionH="57150">
                  <a:bevelT w="57150" h="38100" prst="hardEdge"/>
                </a:sp3d>
              </a:bodyPr>
              <a:lstStyle/>
              <a:p>
                <a:endParaRPr lang="zh-CN" altLang="en-US" b="1">
                  <a:latin typeface="+mn-lt"/>
                  <a:ea typeface="楷体" pitchFamily="49" charset="-122"/>
                </a:endParaRPr>
              </a:p>
            </p:txBody>
          </p:sp>
        </p:grpSp>
      </p:grpSp>
      <p:sp>
        <p:nvSpPr>
          <p:cNvPr id="743455" name="AutoShape 31"/>
          <p:cNvSpPr>
            <a:spLocks noChangeArrowheads="1"/>
          </p:cNvSpPr>
          <p:nvPr/>
        </p:nvSpPr>
        <p:spPr bwMode="auto">
          <a:xfrm>
            <a:off x="7382853" y="5145851"/>
            <a:ext cx="3969731" cy="1325620"/>
          </a:xfrm>
          <a:prstGeom prst="wedgeRectCallout">
            <a:avLst>
              <a:gd name="adj1" fmla="val -25519"/>
              <a:gd name="adj2" fmla="val -66565"/>
            </a:avLst>
          </a:prstGeom>
          <a:gradFill rotWithShape="1">
            <a:gsLst>
              <a:gs pos="0">
                <a:srgbClr val="CFCFD1"/>
              </a:gs>
              <a:gs pos="100000">
                <a:srgbClr val="FFFFFF"/>
              </a:gs>
            </a:gsLst>
            <a:lin ang="5400000" scaled="1"/>
          </a:gradFill>
          <a:ln w="38100">
            <a:solidFill>
              <a:srgbClr val="C01920"/>
            </a:solidFill>
            <a:miter lim="800000"/>
            <a:headEnd/>
            <a:tailEnd/>
          </a:ln>
          <a:effectLst>
            <a:outerShdw blurRad="76200" dir="18900000" sy="23000" kx="-1200000" algn="bl" rotWithShape="0">
              <a:prstClr val="black">
                <a:alpha val="2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lIns="90000" tIns="46800" rIns="90000" bIns="46800" anchor="ctr">
            <a:spAutoFit/>
          </a:bodyPr>
          <a:lstStyle/>
          <a:p>
            <a:pPr eaLnBrk="0" hangingPunct="0"/>
            <a:r>
              <a:rPr lang="zh-CN" altLang="en-US" sz="2000" b="1" dirty="0">
                <a:solidFill>
                  <a:srgbClr val="C01920"/>
                </a:solidFill>
                <a:latin typeface="隶书" pitchFamily="49" charset="-122"/>
                <a:ea typeface="隶书" pitchFamily="49" charset="-122"/>
              </a:rPr>
              <a:t>数据类型决定：</a:t>
            </a:r>
          </a:p>
          <a:p>
            <a:pPr eaLnBrk="0" hangingPunct="0"/>
            <a:r>
              <a:rPr lang="en-US" altLang="zh-CN" sz="2000" b="1" dirty="0">
                <a:latin typeface="隶书" pitchFamily="49" charset="-122"/>
                <a:ea typeface="隶书" pitchFamily="49" charset="-122"/>
              </a:rPr>
              <a:t>1. </a:t>
            </a:r>
            <a:r>
              <a:rPr lang="zh-CN" altLang="en-US" sz="2000" b="1" dirty="0">
                <a:latin typeface="隶书" pitchFamily="49" charset="-122"/>
                <a:ea typeface="隶书" pitchFamily="49" charset="-122"/>
              </a:rPr>
              <a:t>数据占内存字节数</a:t>
            </a:r>
          </a:p>
          <a:p>
            <a:pPr eaLnBrk="0" hangingPunct="0"/>
            <a:r>
              <a:rPr lang="en-US" altLang="zh-CN" sz="2000" b="1" dirty="0">
                <a:latin typeface="隶书" pitchFamily="49" charset="-122"/>
                <a:ea typeface="隶书" pitchFamily="49" charset="-122"/>
              </a:rPr>
              <a:t>2. </a:t>
            </a:r>
            <a:r>
              <a:rPr lang="zh-CN" altLang="en-US" sz="2000" b="1" dirty="0">
                <a:latin typeface="隶书" pitchFamily="49" charset="-122"/>
                <a:ea typeface="隶书" pitchFamily="49" charset="-122"/>
              </a:rPr>
              <a:t>数据取值范围</a:t>
            </a:r>
          </a:p>
          <a:p>
            <a:pPr eaLnBrk="0" hangingPunct="0"/>
            <a:r>
              <a:rPr lang="en-US" altLang="zh-CN" sz="2000" b="1" dirty="0">
                <a:latin typeface="隶书" pitchFamily="49" charset="-122"/>
                <a:ea typeface="隶书" pitchFamily="49" charset="-122"/>
              </a:rPr>
              <a:t>3. </a:t>
            </a:r>
            <a:r>
              <a:rPr lang="zh-CN" altLang="en-US" sz="2000" b="1" dirty="0">
                <a:latin typeface="隶书" pitchFamily="49" charset="-122"/>
                <a:ea typeface="隶书" pitchFamily="49" charset="-122"/>
              </a:rPr>
              <a:t>其上可进行的操作</a:t>
            </a:r>
          </a:p>
        </p:txBody>
      </p:sp>
      <p:sp>
        <p:nvSpPr>
          <p:cNvPr id="743464" name="AutoShape 40"/>
          <p:cNvSpPr>
            <a:spLocks noChangeArrowheads="1"/>
          </p:cNvSpPr>
          <p:nvPr/>
        </p:nvSpPr>
        <p:spPr bwMode="auto">
          <a:xfrm>
            <a:off x="8256240" y="3063317"/>
            <a:ext cx="1944687" cy="936625"/>
          </a:xfrm>
          <a:prstGeom prst="wedgeRoundRectCallout">
            <a:avLst>
              <a:gd name="adj1" fmla="val -108287"/>
              <a:gd name="adj2" fmla="val -72375"/>
              <a:gd name="adj3" fmla="val 16667"/>
            </a:avLst>
          </a:prstGeom>
          <a:solidFill>
            <a:srgbClr val="C2967F"/>
          </a:solidFill>
          <a:ln w="9525">
            <a:noFill/>
            <a:miter lim="800000"/>
            <a:headEnd/>
            <a:tailEnd/>
          </a:ln>
          <a:effectLst>
            <a:glow rad="139700">
              <a:srgbClr val="F0E5B7">
                <a:alpha val="40000"/>
              </a:srgbClr>
            </a:glow>
            <a:outerShdw blurRad="76200" dir="18900000" sy="23000" kx="-1200000" algn="bl" rotWithShape="0">
              <a:prstClr val="black">
                <a:alpha val="2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algn="ctr"/>
            <a:r>
              <a:rPr lang="zh-CN" altLang="en-US" b="1" dirty="0">
                <a:solidFill>
                  <a:schemeClr val="bg1"/>
                </a:solidFill>
                <a:latin typeface="楷体" pitchFamily="49" charset="-122"/>
                <a:ea typeface="楷体" pitchFamily="49" charset="-122"/>
              </a:rPr>
              <a:t>本章所介绍的数据类型</a:t>
            </a:r>
          </a:p>
        </p:txBody>
      </p:sp>
      <p:sp>
        <p:nvSpPr>
          <p:cNvPr id="35" name="Rectangle 4">
            <a:extLst>
              <a:ext uri="{FF2B5EF4-FFF2-40B4-BE49-F238E27FC236}">
                <a16:creationId xmlns:a16="http://schemas.microsoft.com/office/drawing/2014/main" id="{ADE072DF-3DE9-466A-9A4F-43C7ABA931D0}"/>
              </a:ext>
            </a:extLst>
          </p:cNvPr>
          <p:cNvSpPr>
            <a:spLocks noChangeArrowheads="1"/>
          </p:cNvSpPr>
          <p:nvPr/>
        </p:nvSpPr>
        <p:spPr bwMode="auto">
          <a:xfrm>
            <a:off x="767408" y="288132"/>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3.1 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语言数据类型</a:t>
            </a: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43462"/>
                                        </p:tgtEl>
                                        <p:attrNameLst>
                                          <p:attrName>style.visibility</p:attrName>
                                        </p:attrNameLst>
                                      </p:cBhvr>
                                      <p:to>
                                        <p:strVal val="visible"/>
                                      </p:to>
                                    </p:set>
                                    <p:anim calcmode="lin" valueType="num">
                                      <p:cBhvr additive="base">
                                        <p:cTn id="7" dur="500" fill="hold"/>
                                        <p:tgtEl>
                                          <p:spTgt spid="743462"/>
                                        </p:tgtEl>
                                        <p:attrNameLst>
                                          <p:attrName>ppt_x</p:attrName>
                                        </p:attrNameLst>
                                      </p:cBhvr>
                                      <p:tavLst>
                                        <p:tav tm="0">
                                          <p:val>
                                            <p:strVal val="#ppt_x"/>
                                          </p:val>
                                        </p:tav>
                                        <p:tav tm="100000">
                                          <p:val>
                                            <p:strVal val="#ppt_x"/>
                                          </p:val>
                                        </p:tav>
                                      </p:tavLst>
                                    </p:anim>
                                    <p:anim calcmode="lin" valueType="num">
                                      <p:cBhvr additive="base">
                                        <p:cTn id="8" dur="500" fill="hold"/>
                                        <p:tgtEl>
                                          <p:spTgt spid="743462"/>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743455"/>
                                        </p:tgtEl>
                                        <p:attrNameLst>
                                          <p:attrName>style.visibility</p:attrName>
                                        </p:attrNameLst>
                                      </p:cBhvr>
                                      <p:to>
                                        <p:strVal val="visible"/>
                                      </p:to>
                                    </p:set>
                                    <p:animEffect transition="in" filter="box(out)">
                                      <p:cBhvr>
                                        <p:cTn id="13" dur="500"/>
                                        <p:tgtEl>
                                          <p:spTgt spid="743455"/>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18" presetClass="entr" presetSubtype="12"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strips(downLeft)">
                                      <p:cBhvr>
                                        <p:cTn id="18" dur="500"/>
                                        <p:tgtEl>
                                          <p:spTgt spid="2"/>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par>
                          <p:cTn id="19" fill="hold">
                            <p:stCondLst>
                              <p:cond delay="500"/>
                            </p:stCondLst>
                            <p:childTnLst>
                              <p:par>
                                <p:cTn id="20" presetID="18" presetClass="entr" presetSubtype="6" fill="hold" grpId="0" nodeType="afterEffect">
                                  <p:stCondLst>
                                    <p:cond delay="0"/>
                                  </p:stCondLst>
                                  <p:childTnLst>
                                    <p:set>
                                      <p:cBhvr>
                                        <p:cTn id="21" dur="1" fill="hold">
                                          <p:stCondLst>
                                            <p:cond delay="0"/>
                                          </p:stCondLst>
                                        </p:cTn>
                                        <p:tgtEl>
                                          <p:spTgt spid="743464"/>
                                        </p:tgtEl>
                                        <p:attrNameLst>
                                          <p:attrName>style.visibility</p:attrName>
                                        </p:attrNameLst>
                                      </p:cBhvr>
                                      <p:to>
                                        <p:strVal val="visible"/>
                                      </p:to>
                                    </p:set>
                                    <p:animEffect transition="in" filter="strips(downRight)">
                                      <p:cBhvr>
                                        <p:cTn id="22" dur="1000"/>
                                        <p:tgtEl>
                                          <p:spTgt spid="743464"/>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43455" grpId="0" animBg="1" autoUpdateAnimBg="0"/>
      <p:bldP spid="743464"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 name="TextBox 20"/>
          <p:cNvSpPr txBox="1"/>
          <p:nvPr/>
        </p:nvSpPr>
        <p:spPr>
          <a:xfrm>
            <a:off x="695399" y="1043843"/>
            <a:ext cx="10898431" cy="5481501"/>
          </a:xfrm>
          <a:prstGeom prst="rect">
            <a:avLst/>
          </a:prstGeom>
          <a:noFill/>
          <a:effectLst/>
        </p:spPr>
        <p:txBody>
          <a:bodyPr wrap="square" rtlCol="0">
            <a:spAutoFit/>
          </a:bodyPr>
          <a:lstStyle/>
          <a:p>
            <a:pPr marL="0" lvl="1"/>
            <a:r>
              <a:rPr lang="en-US" altLang="zh-CN" sz="3200" b="1" dirty="0">
                <a:solidFill>
                  <a:srgbClr val="C01920"/>
                </a:solidFill>
                <a:latin typeface="楷体" panose="02010609060101010101" pitchFamily="49" charset="-122"/>
                <a:ea typeface="楷体" panose="02010609060101010101" pitchFamily="49" charset="-122"/>
              </a:rPr>
              <a:t>1.</a:t>
            </a:r>
            <a:r>
              <a:rPr lang="zh-CN" altLang="en-US" sz="3200" b="1" dirty="0">
                <a:solidFill>
                  <a:srgbClr val="C01920"/>
                </a:solidFill>
                <a:latin typeface="楷体" panose="02010609060101010101" pitchFamily="49" charset="-122"/>
                <a:ea typeface="楷体" panose="02010609060101010101" pitchFamily="49" charset="-122"/>
              </a:rPr>
              <a:t>标识符</a:t>
            </a:r>
            <a:endParaRPr lang="en-US" altLang="zh-CN" sz="3200" b="1" dirty="0">
              <a:solidFill>
                <a:srgbClr val="C01920"/>
              </a:solidFill>
              <a:latin typeface="楷体" panose="02010609060101010101" pitchFamily="49" charset="-122"/>
              <a:ea typeface="楷体" panose="02010609060101010101" pitchFamily="49" charset="-122"/>
            </a:endParaRPr>
          </a:p>
          <a:p>
            <a:pPr marL="0" lvl="1"/>
            <a:endParaRPr lang="en-US" altLang="zh-CN" sz="1050" b="1" dirty="0">
              <a:solidFill>
                <a:srgbClr val="C01920"/>
              </a:solidFill>
              <a:latin typeface="楷体" panose="02010609060101010101" pitchFamily="49" charset="-122"/>
              <a:ea typeface="楷体" panose="02010609060101010101" pitchFamily="49" charset="-122"/>
            </a:endParaRPr>
          </a:p>
          <a:p>
            <a:pPr marL="457200" lvl="2">
              <a:buFont typeface="Wingdings" pitchFamily="2" charset="2"/>
              <a:buChar char="l"/>
            </a:pPr>
            <a:r>
              <a:rPr lang="zh-CN" altLang="en-US" dirty="0">
                <a:solidFill>
                  <a:srgbClr val="C01920"/>
                </a:solidFill>
                <a:latin typeface="楷体" panose="02010609060101010101" pitchFamily="49" charset="-122"/>
                <a:ea typeface="楷体" panose="02010609060101010101" pitchFamily="49" charset="-122"/>
              </a:rPr>
              <a:t> </a:t>
            </a:r>
            <a:r>
              <a:rPr lang="zh-CN" altLang="en-US" b="1" dirty="0">
                <a:solidFill>
                  <a:srgbClr val="C01920"/>
                </a:solidFill>
                <a:latin typeface="楷体" panose="02010609060101010101" pitchFamily="49" charset="-122"/>
                <a:ea typeface="楷体" panose="02010609060101010101" pitchFamily="49" charset="-122"/>
              </a:rPr>
              <a:t>定义</a:t>
            </a:r>
            <a:endParaRPr lang="en-US" altLang="zh-CN" b="1" dirty="0">
              <a:solidFill>
                <a:srgbClr val="C01920"/>
              </a:solidFill>
              <a:latin typeface="楷体" panose="02010609060101010101" pitchFamily="49" charset="-122"/>
              <a:ea typeface="楷体" panose="02010609060101010101" pitchFamily="49" charset="-122"/>
            </a:endParaRPr>
          </a:p>
          <a:p>
            <a:pPr marL="0" lvl="1"/>
            <a:r>
              <a:rPr lang="en-US" altLang="zh-CN" b="1" dirty="0">
                <a:solidFill>
                  <a:srgbClr val="006600"/>
                </a:solidFill>
                <a:latin typeface="黑体" pitchFamily="49" charset="-122"/>
                <a:ea typeface="黑体" pitchFamily="49" charset="-122"/>
              </a:rPr>
              <a:t>     </a:t>
            </a:r>
            <a:r>
              <a:rPr lang="zh-CN" altLang="en-US" b="1" dirty="0">
                <a:latin typeface="楷体" pitchFamily="49" charset="-122"/>
                <a:ea typeface="楷体" pitchFamily="49" charset="-122"/>
              </a:rPr>
              <a:t>用来标识变量、常量、函数等的字符序列</a:t>
            </a:r>
            <a:endParaRPr lang="en-US" altLang="zh-CN" b="1" dirty="0">
              <a:latin typeface="楷体" pitchFamily="49" charset="-122"/>
              <a:ea typeface="楷体" pitchFamily="49" charset="-122"/>
            </a:endParaRPr>
          </a:p>
          <a:p>
            <a:pPr marL="0" lvl="1"/>
            <a:endParaRPr lang="en-US" altLang="zh-CN" sz="1050" b="1" dirty="0">
              <a:latin typeface="楷体" pitchFamily="49" charset="-122"/>
              <a:ea typeface="楷体" pitchFamily="49" charset="-122"/>
            </a:endParaRPr>
          </a:p>
          <a:p>
            <a:pPr marL="457200" lvl="2">
              <a:buFont typeface="Wingdings" pitchFamily="2" charset="2"/>
              <a:buChar char="l"/>
            </a:pPr>
            <a:r>
              <a:rPr lang="zh-CN" altLang="en-US" dirty="0">
                <a:solidFill>
                  <a:srgbClr val="C01920"/>
                </a:solidFill>
                <a:latin typeface="黑体" pitchFamily="49" charset="-122"/>
                <a:ea typeface="黑体" pitchFamily="49" charset="-122"/>
              </a:rPr>
              <a:t> </a:t>
            </a:r>
            <a:r>
              <a:rPr lang="zh-CN" altLang="en-US" b="1" dirty="0">
                <a:solidFill>
                  <a:srgbClr val="C01920"/>
                </a:solidFill>
                <a:latin typeface="楷体" panose="02010609060101010101" pitchFamily="49" charset="-122"/>
                <a:ea typeface="楷体" panose="02010609060101010101" pitchFamily="49" charset="-122"/>
              </a:rPr>
              <a:t>组成</a:t>
            </a:r>
            <a:endParaRPr lang="en-US" altLang="zh-CN" b="1" dirty="0">
              <a:solidFill>
                <a:srgbClr val="C01920"/>
              </a:solidFill>
              <a:latin typeface="楷体" panose="02010609060101010101" pitchFamily="49" charset="-122"/>
              <a:ea typeface="楷体" panose="02010609060101010101" pitchFamily="49" charset="-122"/>
            </a:endParaRPr>
          </a:p>
          <a:p>
            <a:pPr marL="0" lvl="1"/>
            <a:r>
              <a:rPr lang="en-US" altLang="zh-CN" b="1" dirty="0">
                <a:latin typeface="楷体" pitchFamily="49" charset="-122"/>
                <a:ea typeface="楷体" pitchFamily="49" charset="-122"/>
              </a:rPr>
              <a:t>    </a:t>
            </a:r>
            <a:r>
              <a:rPr lang="zh-CN" altLang="en-US" b="1" dirty="0">
                <a:latin typeface="+mn-lt"/>
                <a:ea typeface="楷体" pitchFamily="49" charset="-122"/>
              </a:rPr>
              <a:t>（</a:t>
            </a:r>
            <a:r>
              <a:rPr lang="en-US" altLang="zh-CN" b="1" dirty="0">
                <a:latin typeface="+mn-lt"/>
                <a:ea typeface="楷体" pitchFamily="49" charset="-122"/>
              </a:rPr>
              <a:t>1</a:t>
            </a:r>
            <a:r>
              <a:rPr lang="zh-CN" altLang="en-US" b="1" dirty="0">
                <a:latin typeface="+mn-lt"/>
                <a:ea typeface="楷体" pitchFamily="49" charset="-122"/>
              </a:rPr>
              <a:t>）</a:t>
            </a:r>
            <a:r>
              <a:rPr lang="zh-CN" altLang="zh-CN" b="1" dirty="0">
                <a:latin typeface="+mn-lt"/>
                <a:ea typeface="楷体" pitchFamily="49" charset="-122"/>
              </a:rPr>
              <a:t>只能由</a:t>
            </a:r>
            <a:r>
              <a:rPr lang="zh-CN" altLang="zh-CN" b="1" dirty="0">
                <a:solidFill>
                  <a:srgbClr val="C01920"/>
                </a:solidFill>
                <a:latin typeface="+mn-lt"/>
                <a:ea typeface="楷体" pitchFamily="49" charset="-122"/>
              </a:rPr>
              <a:t>字母、数字、下划线</a:t>
            </a:r>
            <a:r>
              <a:rPr lang="zh-CN" altLang="zh-CN" b="1" dirty="0">
                <a:latin typeface="+mn-lt"/>
                <a:ea typeface="楷体" pitchFamily="49" charset="-122"/>
              </a:rPr>
              <a:t>组成，且第一个字</a:t>
            </a:r>
            <a:r>
              <a:rPr lang="zh-CN" altLang="en-US" b="1" dirty="0">
                <a:latin typeface="+mn-lt"/>
                <a:ea typeface="楷体" pitchFamily="49" charset="-122"/>
              </a:rPr>
              <a:t>符</a:t>
            </a:r>
            <a:r>
              <a:rPr lang="zh-CN" altLang="zh-CN" b="1" dirty="0">
                <a:latin typeface="+mn-lt"/>
                <a:ea typeface="楷体" pitchFamily="49" charset="-122"/>
              </a:rPr>
              <a:t>必须是字母或下划线</a:t>
            </a:r>
            <a:endParaRPr lang="zh-CN" altLang="en-US" b="1" dirty="0">
              <a:latin typeface="+mn-lt"/>
              <a:ea typeface="楷体" pitchFamily="49" charset="-122"/>
            </a:endParaRPr>
          </a:p>
          <a:p>
            <a:pPr>
              <a:lnSpc>
                <a:spcPct val="90000"/>
              </a:lnSpc>
            </a:pPr>
            <a:r>
              <a:rPr lang="en-US" altLang="zh-CN" b="1" dirty="0">
                <a:latin typeface="+mn-lt"/>
                <a:ea typeface="楷体" pitchFamily="49" charset="-122"/>
              </a:rPr>
              <a:t>        </a:t>
            </a:r>
            <a:r>
              <a:rPr lang="zh-CN" altLang="en-US" b="1" dirty="0">
                <a:latin typeface="+mn-lt"/>
                <a:ea typeface="楷体" pitchFamily="49" charset="-122"/>
              </a:rPr>
              <a:t>（</a:t>
            </a:r>
            <a:r>
              <a:rPr lang="en-US" altLang="zh-CN" b="1" dirty="0">
                <a:latin typeface="+mn-lt"/>
                <a:ea typeface="楷体" pitchFamily="49" charset="-122"/>
              </a:rPr>
              <a:t>2</a:t>
            </a:r>
            <a:r>
              <a:rPr lang="zh-CN" altLang="en-US" b="1" dirty="0">
                <a:latin typeface="+mn-lt"/>
                <a:ea typeface="楷体" pitchFamily="49" charset="-122"/>
              </a:rPr>
              <a:t>）</a:t>
            </a:r>
            <a:r>
              <a:rPr lang="en-US" altLang="zh-CN" b="1" dirty="0">
                <a:latin typeface="+mn-lt"/>
                <a:ea typeface="楷体" pitchFamily="49" charset="-122"/>
              </a:rPr>
              <a:t>C</a:t>
            </a:r>
            <a:r>
              <a:rPr lang="zh-CN" altLang="en-US" b="1" dirty="0">
                <a:latin typeface="+mn-lt"/>
                <a:ea typeface="楷体" pitchFamily="49" charset="-122"/>
              </a:rPr>
              <a:t>语言的关键字不能用作变量名 </a:t>
            </a:r>
          </a:p>
          <a:p>
            <a:pPr>
              <a:lnSpc>
                <a:spcPct val="90000"/>
              </a:lnSpc>
            </a:pPr>
            <a:r>
              <a:rPr lang="en-US" altLang="zh-CN" b="1" dirty="0">
                <a:latin typeface="+mn-lt"/>
                <a:ea typeface="楷体" pitchFamily="49" charset="-122"/>
              </a:rPr>
              <a:t>        </a:t>
            </a:r>
            <a:r>
              <a:rPr lang="zh-CN" altLang="en-US" b="1" dirty="0">
                <a:latin typeface="+mn-lt"/>
                <a:ea typeface="楷体" pitchFamily="49" charset="-122"/>
              </a:rPr>
              <a:t>（</a:t>
            </a:r>
            <a:r>
              <a:rPr lang="en-US" altLang="zh-CN" b="1" dirty="0">
                <a:latin typeface="+mn-lt"/>
                <a:ea typeface="楷体" pitchFamily="49" charset="-122"/>
              </a:rPr>
              <a:t>3</a:t>
            </a:r>
            <a:r>
              <a:rPr lang="zh-CN" altLang="en-US" b="1" dirty="0">
                <a:latin typeface="+mn-lt"/>
                <a:ea typeface="楷体" pitchFamily="49" charset="-122"/>
              </a:rPr>
              <a:t>）</a:t>
            </a:r>
            <a:r>
              <a:rPr lang="zh-CN" altLang="zh-CN" b="1" dirty="0">
                <a:latin typeface="+mn-lt"/>
                <a:ea typeface="楷体" pitchFamily="49" charset="-122"/>
              </a:rPr>
              <a:t>大小写敏感</a:t>
            </a:r>
            <a:endParaRPr lang="en-US" altLang="zh-CN" b="1" dirty="0">
              <a:latin typeface="+mn-lt"/>
              <a:ea typeface="楷体" pitchFamily="49" charset="-122"/>
            </a:endParaRPr>
          </a:p>
          <a:p>
            <a:pPr>
              <a:lnSpc>
                <a:spcPct val="90000"/>
              </a:lnSpc>
            </a:pPr>
            <a:endParaRPr lang="en-US" altLang="zh-CN" sz="1050" b="1" dirty="0">
              <a:latin typeface="+mn-lt"/>
              <a:ea typeface="楷体" pitchFamily="49" charset="-122"/>
            </a:endParaRPr>
          </a:p>
          <a:p>
            <a:pPr lvl="1">
              <a:lnSpc>
                <a:spcPct val="90000"/>
              </a:lnSpc>
              <a:buFont typeface="Wingdings" pitchFamily="2" charset="2"/>
              <a:buChar char="l"/>
            </a:pPr>
            <a:r>
              <a:rPr lang="en-US" altLang="zh-CN" b="1" dirty="0">
                <a:solidFill>
                  <a:srgbClr val="C01920"/>
                </a:solidFill>
                <a:latin typeface="华文琥珀" pitchFamily="2" charset="-122"/>
                <a:ea typeface="华文琥珀" pitchFamily="2" charset="-122"/>
              </a:rPr>
              <a:t> </a:t>
            </a:r>
            <a:r>
              <a:rPr lang="zh-CN" altLang="zh-CN" b="1" dirty="0">
                <a:solidFill>
                  <a:srgbClr val="C01920"/>
                </a:solidFill>
                <a:latin typeface="楷体" panose="02010609060101010101" pitchFamily="49" charset="-122"/>
                <a:ea typeface="楷体" panose="02010609060101010101" pitchFamily="49" charset="-122"/>
              </a:rPr>
              <a:t>长度</a:t>
            </a:r>
            <a:endParaRPr lang="en-US" altLang="zh-CN" b="1" dirty="0">
              <a:solidFill>
                <a:srgbClr val="C01920"/>
              </a:solidFill>
              <a:latin typeface="楷体" panose="02010609060101010101" pitchFamily="49" charset="-122"/>
              <a:ea typeface="楷体" panose="02010609060101010101" pitchFamily="49" charset="-122"/>
            </a:endParaRPr>
          </a:p>
          <a:p>
            <a:pPr>
              <a:lnSpc>
                <a:spcPct val="90000"/>
              </a:lnSpc>
            </a:pPr>
            <a:r>
              <a:rPr lang="en-US" altLang="zh-CN" b="1" dirty="0">
                <a:latin typeface="黑体" pitchFamily="49" charset="-122"/>
                <a:ea typeface="黑体" pitchFamily="49" charset="-122"/>
              </a:rPr>
              <a:t>     </a:t>
            </a:r>
            <a:r>
              <a:rPr lang="zh-CN" altLang="zh-CN" b="1" dirty="0">
                <a:latin typeface="+mn-lt"/>
                <a:ea typeface="楷体" pitchFamily="49" charset="-122"/>
              </a:rPr>
              <a:t>有效长</a:t>
            </a:r>
            <a:r>
              <a:rPr lang="zh-CN" altLang="en-US" b="1" dirty="0">
                <a:latin typeface="+mn-lt"/>
                <a:ea typeface="楷体" pitchFamily="49" charset="-122"/>
              </a:rPr>
              <a:t>度为</a:t>
            </a:r>
            <a:r>
              <a:rPr lang="zh-CN" altLang="zh-CN" b="1" dirty="0">
                <a:latin typeface="+mn-lt"/>
                <a:ea typeface="楷体" pitchFamily="49" charset="-122"/>
              </a:rPr>
              <a:t>3</a:t>
            </a:r>
            <a:r>
              <a:rPr lang="en-US" altLang="zh-CN" b="1" dirty="0">
                <a:latin typeface="+mn-lt"/>
                <a:ea typeface="楷体" pitchFamily="49" charset="-122"/>
              </a:rPr>
              <a:t>2</a:t>
            </a:r>
            <a:r>
              <a:rPr lang="zh-CN" altLang="zh-CN" b="1" dirty="0">
                <a:latin typeface="+mn-lt"/>
                <a:ea typeface="楷体" pitchFamily="49" charset="-122"/>
              </a:rPr>
              <a:t>个字符</a:t>
            </a:r>
            <a:r>
              <a:rPr lang="zh-CN" altLang="en-US" b="1" dirty="0">
                <a:latin typeface="+mn-lt"/>
                <a:ea typeface="楷体" pitchFamily="49" charset="-122"/>
              </a:rPr>
              <a:t>。随系统而异，但至少前</a:t>
            </a:r>
            <a:r>
              <a:rPr lang="en-US" altLang="zh-CN" b="1" dirty="0">
                <a:latin typeface="+mn-lt"/>
                <a:ea typeface="楷体" pitchFamily="49" charset="-122"/>
              </a:rPr>
              <a:t>8</a:t>
            </a:r>
            <a:r>
              <a:rPr lang="zh-CN" altLang="en-US" b="1" dirty="0">
                <a:latin typeface="+mn-lt"/>
                <a:ea typeface="楷体" pitchFamily="49" charset="-122"/>
              </a:rPr>
              <a:t>个字符有效</a:t>
            </a:r>
            <a:endParaRPr lang="en-US" altLang="zh-CN" b="1" dirty="0">
              <a:latin typeface="+mn-lt"/>
              <a:ea typeface="楷体" pitchFamily="49" charset="-122"/>
            </a:endParaRPr>
          </a:p>
          <a:p>
            <a:pPr>
              <a:lnSpc>
                <a:spcPct val="90000"/>
              </a:lnSpc>
            </a:pPr>
            <a:endParaRPr lang="zh-CN" altLang="zh-CN" sz="1050" b="1" dirty="0">
              <a:latin typeface="+mn-lt"/>
              <a:ea typeface="楷体" pitchFamily="49" charset="-122"/>
            </a:endParaRPr>
          </a:p>
          <a:p>
            <a:pPr lvl="1">
              <a:lnSpc>
                <a:spcPct val="90000"/>
              </a:lnSpc>
              <a:buFont typeface="Wingdings" pitchFamily="2" charset="2"/>
              <a:buChar char="l"/>
            </a:pPr>
            <a:r>
              <a:rPr lang="en-US" altLang="zh-CN" dirty="0">
                <a:solidFill>
                  <a:srgbClr val="C01920"/>
                </a:solidFill>
                <a:latin typeface="楷体_GB2312" pitchFamily="49" charset="-122"/>
                <a:ea typeface="楷体_GB2312" pitchFamily="49" charset="-122"/>
              </a:rPr>
              <a:t> </a:t>
            </a:r>
            <a:r>
              <a:rPr lang="zh-CN" altLang="zh-CN" b="1" dirty="0">
                <a:solidFill>
                  <a:srgbClr val="C01920"/>
                </a:solidFill>
                <a:latin typeface="楷体" panose="02010609060101010101" pitchFamily="49" charset="-122"/>
                <a:ea typeface="楷体" panose="02010609060101010101" pitchFamily="49" charset="-122"/>
              </a:rPr>
              <a:t>命名原则</a:t>
            </a:r>
          </a:p>
          <a:p>
            <a:pPr>
              <a:lnSpc>
                <a:spcPct val="90000"/>
              </a:lnSpc>
            </a:pPr>
            <a:r>
              <a:rPr lang="zh-CN" altLang="en-US" b="1" dirty="0">
                <a:latin typeface="楷体" pitchFamily="49" charset="-122"/>
                <a:ea typeface="楷体" pitchFamily="49" charset="-122"/>
              </a:rPr>
              <a:t>    </a:t>
            </a:r>
            <a:r>
              <a:rPr lang="zh-CN" altLang="en-US" b="1" dirty="0">
                <a:latin typeface="+mn-lt"/>
                <a:ea typeface="楷体" pitchFamily="49" charset="-122"/>
              </a:rPr>
              <a:t>（</a:t>
            </a:r>
            <a:r>
              <a:rPr lang="en-US" altLang="zh-CN" b="1" dirty="0">
                <a:latin typeface="+mn-lt"/>
                <a:ea typeface="楷体" pitchFamily="49" charset="-122"/>
              </a:rPr>
              <a:t>1</a:t>
            </a:r>
            <a:r>
              <a:rPr lang="zh-CN" altLang="en-US" b="1" dirty="0">
                <a:latin typeface="+mn-lt"/>
                <a:ea typeface="楷体" pitchFamily="49" charset="-122"/>
              </a:rPr>
              <a:t>）变量名和函数名中的英文字母一般用小写，以增加可读性 </a:t>
            </a:r>
          </a:p>
          <a:p>
            <a:pPr>
              <a:lnSpc>
                <a:spcPct val="90000"/>
              </a:lnSpc>
            </a:pPr>
            <a:r>
              <a:rPr lang="zh-CN" altLang="en-US" b="1" dirty="0">
                <a:latin typeface="+mn-lt"/>
                <a:ea typeface="楷体" pitchFamily="49" charset="-122"/>
              </a:rPr>
              <a:t>        （</a:t>
            </a:r>
            <a:r>
              <a:rPr lang="en-US" altLang="zh-CN" b="1" dirty="0">
                <a:latin typeface="+mn-lt"/>
                <a:ea typeface="楷体" pitchFamily="49" charset="-122"/>
              </a:rPr>
              <a:t>2</a:t>
            </a:r>
            <a:r>
              <a:rPr lang="zh-CN" altLang="en-US" b="1" dirty="0">
                <a:latin typeface="+mn-lt"/>
                <a:ea typeface="楷体" pitchFamily="49" charset="-122"/>
              </a:rPr>
              <a:t>）见名知意</a:t>
            </a:r>
          </a:p>
          <a:p>
            <a:pPr>
              <a:lnSpc>
                <a:spcPct val="90000"/>
              </a:lnSpc>
            </a:pPr>
            <a:r>
              <a:rPr lang="zh-CN" altLang="en-US" b="1" dirty="0">
                <a:latin typeface="+mn-lt"/>
                <a:ea typeface="楷体" pitchFamily="49" charset="-122"/>
              </a:rPr>
              <a:t>        （</a:t>
            </a:r>
            <a:r>
              <a:rPr lang="en-US" altLang="zh-CN" b="1" dirty="0">
                <a:latin typeface="+mn-lt"/>
                <a:ea typeface="楷体" pitchFamily="49" charset="-122"/>
              </a:rPr>
              <a:t>3</a:t>
            </a:r>
            <a:r>
              <a:rPr lang="zh-CN" altLang="en-US" b="1" dirty="0">
                <a:latin typeface="+mn-lt"/>
                <a:ea typeface="楷体" pitchFamily="49" charset="-122"/>
              </a:rPr>
              <a:t>）不宜混淆。</a:t>
            </a:r>
            <a:r>
              <a:rPr lang="zh-CN" altLang="zh-CN" b="1" dirty="0">
                <a:latin typeface="+mn-lt"/>
                <a:ea typeface="楷体" pitchFamily="49" charset="-122"/>
              </a:rPr>
              <a:t>如数字</a:t>
            </a:r>
            <a:r>
              <a:rPr lang="en-US" altLang="zh-CN" b="1" dirty="0">
                <a:latin typeface="+mn-lt"/>
                <a:ea typeface="楷体" pitchFamily="49" charset="-122"/>
              </a:rPr>
              <a:t>1</a:t>
            </a:r>
            <a:r>
              <a:rPr lang="zh-CN" altLang="zh-CN" b="1" dirty="0">
                <a:latin typeface="+mn-lt"/>
                <a:ea typeface="楷体" pitchFamily="49" charset="-122"/>
              </a:rPr>
              <a:t>与字母</a:t>
            </a:r>
            <a:r>
              <a:rPr lang="en-US" altLang="zh-CN" b="1" dirty="0">
                <a:latin typeface="+mn-lt"/>
                <a:ea typeface="楷体" pitchFamily="49" charset="-122"/>
              </a:rPr>
              <a:t>l</a:t>
            </a:r>
            <a:r>
              <a:rPr lang="zh-CN" altLang="zh-CN" b="1" dirty="0">
                <a:latin typeface="+mn-lt"/>
                <a:ea typeface="楷体" pitchFamily="49" charset="-122"/>
              </a:rPr>
              <a:t>、数字</a:t>
            </a:r>
            <a:r>
              <a:rPr lang="en-US" altLang="zh-CN" b="1" dirty="0">
                <a:latin typeface="+mn-lt"/>
                <a:ea typeface="楷体" pitchFamily="49" charset="-122"/>
              </a:rPr>
              <a:t>0</a:t>
            </a:r>
            <a:r>
              <a:rPr lang="zh-CN" altLang="zh-CN" b="1" dirty="0">
                <a:latin typeface="+mn-lt"/>
                <a:ea typeface="楷体" pitchFamily="49" charset="-122"/>
              </a:rPr>
              <a:t>与字母</a:t>
            </a:r>
            <a:r>
              <a:rPr lang="en-US" altLang="zh-CN" b="1" dirty="0">
                <a:latin typeface="+mn-lt"/>
                <a:ea typeface="楷体" pitchFamily="49" charset="-122"/>
              </a:rPr>
              <a:t>O</a:t>
            </a:r>
            <a:r>
              <a:rPr lang="zh-CN" altLang="zh-CN" b="1" dirty="0">
                <a:latin typeface="+mn-lt"/>
                <a:ea typeface="楷体" pitchFamily="49" charset="-122"/>
              </a:rPr>
              <a:t>等</a:t>
            </a:r>
            <a:endParaRPr lang="en-US" altLang="zh-CN" b="1" dirty="0">
              <a:latin typeface="+mn-lt"/>
              <a:ea typeface="楷体" pitchFamily="49" charset="-122"/>
            </a:endParaRPr>
          </a:p>
        </p:txBody>
      </p:sp>
      <p:sp>
        <p:nvSpPr>
          <p:cNvPr id="745490" name="AutoShape 18"/>
          <p:cNvSpPr>
            <a:spLocks noChangeArrowheads="1"/>
          </p:cNvSpPr>
          <p:nvPr/>
        </p:nvSpPr>
        <p:spPr bwMode="auto">
          <a:xfrm>
            <a:off x="1055440" y="2420888"/>
            <a:ext cx="4608511" cy="1512888"/>
          </a:xfrm>
          <a:prstGeom prst="wedgeRoundRectCallout">
            <a:avLst>
              <a:gd name="adj1" fmla="val -3533"/>
              <a:gd name="adj2" fmla="val 87712"/>
              <a:gd name="adj3" fmla="val 16667"/>
            </a:avLst>
          </a:prstGeom>
          <a:gradFill flip="none" rotWithShape="1">
            <a:gsLst>
              <a:gs pos="0">
                <a:srgbClr val="BEDFC4"/>
              </a:gs>
              <a:gs pos="100000">
                <a:srgbClr val="CFCFD1"/>
              </a:gs>
            </a:gsLst>
            <a:lin ang="2700000" scaled="1"/>
            <a:tileRect/>
          </a:gradFill>
          <a:ln w="28575">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altLang="zh-CN" sz="2000" dirty="0">
                <a:solidFill>
                  <a:srgbClr val="C01920"/>
                </a:solidFill>
                <a:effectLst>
                  <a:outerShdw blurRad="38100" dist="38100" dir="2700000" algn="tl">
                    <a:srgbClr val="000000">
                      <a:alpha val="43137"/>
                    </a:srgbClr>
                  </a:outerShdw>
                </a:effectLst>
                <a:latin typeface="楷体_GB2312" pitchFamily="49" charset="-122"/>
                <a:ea typeface="楷体_GB2312" pitchFamily="49" charset="-122"/>
              </a:rPr>
              <a:t>    </a:t>
            </a:r>
            <a:r>
              <a:rPr lang="zh-CN" altLang="en-US" sz="2000" b="1" dirty="0">
                <a:solidFill>
                  <a:srgbClr val="C01920"/>
                </a:solidFill>
                <a:latin typeface="+mn-lt"/>
                <a:ea typeface="楷体" pitchFamily="49" charset="-122"/>
              </a:rPr>
              <a:t>在</a:t>
            </a:r>
            <a:r>
              <a:rPr lang="en-US" altLang="zh-CN" sz="2000" b="1" dirty="0">
                <a:solidFill>
                  <a:srgbClr val="C01920"/>
                </a:solidFill>
                <a:latin typeface="+mn-lt"/>
                <a:ea typeface="楷体" pitchFamily="49" charset="-122"/>
              </a:rPr>
              <a:t>TC2.0</a:t>
            </a:r>
            <a:r>
              <a:rPr lang="zh-CN" altLang="en-US" sz="2000" b="1" dirty="0">
                <a:solidFill>
                  <a:srgbClr val="C01920"/>
                </a:solidFill>
                <a:latin typeface="+mn-lt"/>
                <a:ea typeface="楷体" pitchFamily="49" charset="-122"/>
              </a:rPr>
              <a:t>及</a:t>
            </a:r>
            <a:r>
              <a:rPr lang="en-US" altLang="zh-CN" sz="2000" b="1" dirty="0">
                <a:solidFill>
                  <a:srgbClr val="C01920"/>
                </a:solidFill>
                <a:latin typeface="+mn-lt"/>
                <a:ea typeface="楷体" pitchFamily="49" charset="-122"/>
              </a:rPr>
              <a:t>BC3.1</a:t>
            </a:r>
            <a:r>
              <a:rPr lang="zh-CN" altLang="en-US" sz="2000" b="1" dirty="0">
                <a:solidFill>
                  <a:srgbClr val="C01920"/>
                </a:solidFill>
                <a:latin typeface="+mn-lt"/>
                <a:ea typeface="楷体" pitchFamily="49" charset="-122"/>
              </a:rPr>
              <a:t>中，变量名（标识符）的有效长度为</a:t>
            </a:r>
            <a:r>
              <a:rPr lang="en-US" altLang="zh-CN" sz="2000" b="1" dirty="0">
                <a:solidFill>
                  <a:srgbClr val="C01920"/>
                </a:solidFill>
                <a:latin typeface="+mn-lt"/>
                <a:ea typeface="楷体" pitchFamily="49" charset="-122"/>
              </a:rPr>
              <a:t>1</a:t>
            </a:r>
            <a:r>
              <a:rPr lang="zh-CN" altLang="en-US" sz="2000" b="1" dirty="0">
                <a:solidFill>
                  <a:srgbClr val="C01920"/>
                </a:solidFill>
                <a:latin typeface="+mn-lt"/>
                <a:ea typeface="楷体" pitchFamily="49" charset="-122"/>
              </a:rPr>
              <a:t>～</a:t>
            </a:r>
            <a:r>
              <a:rPr lang="en-US" altLang="zh-CN" sz="2000" b="1" dirty="0">
                <a:solidFill>
                  <a:srgbClr val="C01920"/>
                </a:solidFill>
                <a:latin typeface="+mn-lt"/>
                <a:ea typeface="楷体" pitchFamily="49" charset="-122"/>
              </a:rPr>
              <a:t>32</a:t>
            </a:r>
            <a:r>
              <a:rPr lang="zh-CN" altLang="en-US" sz="2000" b="1" dirty="0">
                <a:solidFill>
                  <a:srgbClr val="C01920"/>
                </a:solidFill>
                <a:latin typeface="+mn-lt"/>
                <a:ea typeface="楷体" pitchFamily="49" charset="-122"/>
              </a:rPr>
              <a:t>个字符，缺省值为</a:t>
            </a:r>
            <a:r>
              <a:rPr lang="en-US" altLang="zh-CN" sz="2000" b="1" dirty="0">
                <a:solidFill>
                  <a:srgbClr val="C01920"/>
                </a:solidFill>
                <a:latin typeface="+mn-lt"/>
                <a:ea typeface="楷体" pitchFamily="49" charset="-122"/>
              </a:rPr>
              <a:t>32</a:t>
            </a:r>
            <a:r>
              <a:rPr lang="zh-CN" altLang="en-US" sz="2000" b="1" dirty="0">
                <a:solidFill>
                  <a:srgbClr val="C01920"/>
                </a:solidFill>
                <a:latin typeface="+mn-lt"/>
                <a:ea typeface="楷体" pitchFamily="49" charset="-122"/>
              </a:rPr>
              <a:t>，但在</a:t>
            </a:r>
            <a:r>
              <a:rPr lang="en-US" altLang="zh-CN" sz="2000" b="1" dirty="0">
                <a:solidFill>
                  <a:srgbClr val="C01920"/>
                </a:solidFill>
                <a:latin typeface="+mn-lt"/>
                <a:ea typeface="楷体" pitchFamily="49" charset="-122"/>
              </a:rPr>
              <a:t>VC6.0</a:t>
            </a:r>
            <a:r>
              <a:rPr lang="zh-CN" altLang="en-US" sz="2000" b="1" dirty="0">
                <a:solidFill>
                  <a:srgbClr val="C01920"/>
                </a:solidFill>
                <a:latin typeface="+mn-lt"/>
                <a:ea typeface="楷体" pitchFamily="49" charset="-122"/>
              </a:rPr>
              <a:t>、</a:t>
            </a:r>
            <a:r>
              <a:rPr lang="en-US" altLang="zh-CN" sz="2000" b="1" dirty="0">
                <a:solidFill>
                  <a:srgbClr val="C01920"/>
                </a:solidFill>
                <a:latin typeface="+mn-lt"/>
                <a:ea typeface="楷体" pitchFamily="49" charset="-122"/>
              </a:rPr>
              <a:t>VC2010</a:t>
            </a:r>
            <a:r>
              <a:rPr lang="zh-CN" altLang="en-US" sz="2000" b="1" dirty="0">
                <a:solidFill>
                  <a:srgbClr val="C01920"/>
                </a:solidFill>
                <a:latin typeface="+mn-lt"/>
                <a:ea typeface="楷体" pitchFamily="49" charset="-122"/>
              </a:rPr>
              <a:t>及</a:t>
            </a:r>
            <a:r>
              <a:rPr lang="en-US" altLang="zh-CN" sz="2000" b="1" dirty="0">
                <a:solidFill>
                  <a:srgbClr val="C01920"/>
                </a:solidFill>
                <a:latin typeface="+mn-lt"/>
                <a:ea typeface="楷体" pitchFamily="49" charset="-122"/>
              </a:rPr>
              <a:t>CB17.12</a:t>
            </a:r>
            <a:r>
              <a:rPr lang="zh-CN" altLang="en-US" sz="2000" b="1" dirty="0">
                <a:solidFill>
                  <a:srgbClr val="C01920"/>
                </a:solidFill>
                <a:latin typeface="+mn-lt"/>
                <a:ea typeface="楷体" pitchFamily="49" charset="-122"/>
              </a:rPr>
              <a:t>中其长度可达到</a:t>
            </a:r>
            <a:r>
              <a:rPr lang="en-US" altLang="zh-CN" sz="2000" b="1" dirty="0">
                <a:solidFill>
                  <a:srgbClr val="C01920"/>
                </a:solidFill>
                <a:latin typeface="+mn-lt"/>
                <a:ea typeface="楷体" pitchFamily="49" charset="-122"/>
              </a:rPr>
              <a:t>255 </a:t>
            </a:r>
          </a:p>
        </p:txBody>
      </p:sp>
      <p:sp>
        <p:nvSpPr>
          <p:cNvPr id="745491" name="Text Box 19"/>
          <p:cNvSpPr txBox="1">
            <a:spLocks noChangeArrowheads="1"/>
          </p:cNvSpPr>
          <p:nvPr/>
        </p:nvSpPr>
        <p:spPr bwMode="auto">
          <a:xfrm>
            <a:off x="2711624" y="4790653"/>
            <a:ext cx="6776218" cy="1590675"/>
          </a:xfrm>
          <a:prstGeom prst="rect">
            <a:avLst/>
          </a:prstGeom>
          <a:gradFill flip="none" rotWithShape="1">
            <a:gsLst>
              <a:gs pos="0">
                <a:srgbClr val="CFCFD1"/>
              </a:gs>
              <a:gs pos="100000">
                <a:schemeClr val="bg1">
                  <a:lumMod val="95000"/>
                </a:schemeClr>
              </a:gs>
            </a:gsLst>
            <a:lin ang="2700000" scaled="1"/>
            <a:tileRect/>
          </a:gradFill>
          <a:ln w="38100">
            <a:solidFill>
              <a:srgbClr val="002060"/>
            </a:solidFill>
            <a:headEnd/>
            <a:tailEnd/>
          </a:ln>
          <a:effectLst>
            <a:outerShdw dist="105410" dir="2700000" algn="tl" rotWithShape="0">
              <a:prstClr val="black">
                <a:alpha val="40000"/>
              </a:prstClr>
            </a:outerShdw>
          </a:effectLst>
          <a:scene3d>
            <a:camera prst="orthographicFront">
              <a:rot lat="0" lon="0" rev="0"/>
            </a:camera>
            <a:lightRig rig="contrasting" dir="t">
              <a:rot lat="0" lon="0" rev="1500000"/>
            </a:lightRig>
          </a:scene3d>
          <a:sp3d prstMaterial="metal">
            <a:bevelT w="88900" h="88900" prst="hardEdge"/>
          </a:sp3d>
        </p:spPr>
        <p:style>
          <a:lnRef idx="1">
            <a:schemeClr val="dk1"/>
          </a:lnRef>
          <a:fillRef idx="2">
            <a:schemeClr val="dk1"/>
          </a:fillRef>
          <a:effectRef idx="1">
            <a:schemeClr val="dk1"/>
          </a:effectRef>
          <a:fontRef idx="minor">
            <a:schemeClr val="dk1"/>
          </a:fontRef>
        </p:style>
        <p:txBody>
          <a:bodyPr wrap="square" lIns="90000" tIns="46800" rIns="90000" bIns="46800">
            <a:spAutoFit/>
            <a:sp3d/>
          </a:bodyPr>
          <a:lstStyle/>
          <a:p>
            <a:pPr eaLnBrk="0" hangingPunct="0"/>
            <a:r>
              <a:rPr lang="zh-CN" altLang="zh-CN" dirty="0">
                <a:solidFill>
                  <a:srgbClr val="002060"/>
                </a:solidFill>
                <a:effectLst>
                  <a:innerShdw blurRad="63500" dist="50800" dir="13500000">
                    <a:prstClr val="black">
                      <a:alpha val="50000"/>
                    </a:prstClr>
                  </a:innerShdw>
                </a:effectLst>
                <a:latin typeface="隶书" pitchFamily="49" charset="-122"/>
                <a:ea typeface="隶书" pitchFamily="49" charset="-122"/>
              </a:rPr>
              <a:t>例:判断下列标识符号合法性</a:t>
            </a:r>
            <a:endParaRPr lang="zh-CN" altLang="zh-CN" dirty="0">
              <a:solidFill>
                <a:srgbClr val="002060"/>
              </a:solidFill>
              <a:effectLst>
                <a:innerShdw blurRad="63500" dist="50800" dir="13500000">
                  <a:prstClr val="black">
                    <a:alpha val="50000"/>
                  </a:prstClr>
                </a:innerShdw>
              </a:effectLst>
            </a:endParaRPr>
          </a:p>
          <a:p>
            <a:pPr eaLnBrk="0" hangingPunct="0"/>
            <a:r>
              <a:rPr lang="en-US" altLang="zh-CN" dirty="0">
                <a:effectLst>
                  <a:innerShdw blurRad="63500" dist="50800" dir="13500000">
                    <a:prstClr val="black">
                      <a:alpha val="50000"/>
                    </a:prstClr>
                  </a:innerShdw>
                </a:effectLst>
              </a:rPr>
              <a:t>      sum      </a:t>
            </a:r>
            <a:r>
              <a:rPr lang="en-US" altLang="zh-CN" dirty="0" err="1">
                <a:effectLst>
                  <a:innerShdw blurRad="63500" dist="50800" dir="13500000">
                    <a:prstClr val="black">
                      <a:alpha val="50000"/>
                    </a:prstClr>
                  </a:innerShdw>
                </a:effectLst>
              </a:rPr>
              <a:t>Sum</a:t>
            </a:r>
            <a:r>
              <a:rPr lang="en-US" altLang="zh-CN" dirty="0">
                <a:effectLst>
                  <a:innerShdw blurRad="63500" dist="50800" dir="13500000">
                    <a:prstClr val="black">
                      <a:alpha val="50000"/>
                    </a:prstClr>
                  </a:innerShdw>
                </a:effectLst>
              </a:rPr>
              <a:t>     </a:t>
            </a:r>
            <a:r>
              <a:rPr lang="en-US" altLang="zh-CN" dirty="0" err="1">
                <a:effectLst>
                  <a:innerShdw blurRad="63500" dist="50800" dir="13500000">
                    <a:prstClr val="black">
                      <a:alpha val="50000"/>
                    </a:prstClr>
                  </a:innerShdw>
                </a:effectLst>
              </a:rPr>
              <a:t>M.D.John</a:t>
            </a:r>
            <a:r>
              <a:rPr lang="en-US" altLang="zh-CN" dirty="0">
                <a:effectLst>
                  <a:innerShdw blurRad="63500" dist="50800" dir="13500000">
                    <a:prstClr val="black">
                      <a:alpha val="50000"/>
                    </a:prstClr>
                  </a:innerShdw>
                </a:effectLst>
              </a:rPr>
              <a:t>    day    Date   3days    </a:t>
            </a:r>
          </a:p>
          <a:p>
            <a:pPr eaLnBrk="0" hangingPunct="0"/>
            <a:r>
              <a:rPr lang="en-US" altLang="zh-CN" dirty="0">
                <a:effectLst>
                  <a:innerShdw blurRad="63500" dist="50800" dir="13500000">
                    <a:prstClr val="black">
                      <a:alpha val="50000"/>
                    </a:prstClr>
                  </a:innerShdw>
                </a:effectLst>
              </a:rPr>
              <a:t>      </a:t>
            </a:r>
            <a:r>
              <a:rPr lang="en-US" altLang="zh-CN" dirty="0" err="1">
                <a:effectLst>
                  <a:innerShdw blurRad="63500" dist="50800" dir="13500000">
                    <a:prstClr val="black">
                      <a:alpha val="50000"/>
                    </a:prstClr>
                  </a:innerShdw>
                </a:effectLst>
              </a:rPr>
              <a:t>student_name</a:t>
            </a:r>
            <a:r>
              <a:rPr lang="en-US" altLang="zh-CN" dirty="0">
                <a:effectLst>
                  <a:innerShdw blurRad="63500" dist="50800" dir="13500000">
                    <a:prstClr val="black">
                      <a:alpha val="50000"/>
                    </a:prstClr>
                  </a:innerShdw>
                </a:effectLst>
              </a:rPr>
              <a:t>     #33      lotus_1_2_3 </a:t>
            </a:r>
          </a:p>
          <a:p>
            <a:pPr eaLnBrk="0" hangingPunct="0"/>
            <a:r>
              <a:rPr lang="en-US" altLang="zh-CN" dirty="0">
                <a:effectLst>
                  <a:innerShdw blurRad="63500" dist="50800" dir="13500000">
                    <a:prstClr val="black">
                      <a:alpha val="50000"/>
                    </a:prstClr>
                  </a:innerShdw>
                </a:effectLst>
              </a:rPr>
              <a:t>      char    a&gt;b   _above     $123</a:t>
            </a:r>
            <a:endParaRPr lang="en-US" altLang="zh-CN" sz="2000" dirty="0">
              <a:effectLst>
                <a:innerShdw blurRad="63500" dist="50800" dir="13500000">
                  <a:prstClr val="black">
                    <a:alpha val="50000"/>
                  </a:prstClr>
                </a:innerShdw>
              </a:effectLst>
              <a:latin typeface="Arial" pitchFamily="34" charset="0"/>
              <a:ea typeface="隶书" pitchFamily="49" charset="-122"/>
            </a:endParaRPr>
          </a:p>
        </p:txBody>
      </p:sp>
      <p:sp>
        <p:nvSpPr>
          <p:cNvPr id="745495" name="Text Box 23"/>
          <p:cNvSpPr txBox="1">
            <a:spLocks noChangeArrowheads="1"/>
          </p:cNvSpPr>
          <p:nvPr/>
        </p:nvSpPr>
        <p:spPr bwMode="auto">
          <a:xfrm>
            <a:off x="3154646" y="5882495"/>
            <a:ext cx="710749" cy="463846"/>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dirty="0">
                <a:solidFill>
                  <a:srgbClr val="FF3300"/>
                </a:solidFill>
              </a:rPr>
              <a:t>char</a:t>
            </a:r>
          </a:p>
        </p:txBody>
      </p:sp>
      <p:sp>
        <p:nvSpPr>
          <p:cNvPr id="745492" name="Text Box 20"/>
          <p:cNvSpPr txBox="1">
            <a:spLocks noChangeArrowheads="1"/>
          </p:cNvSpPr>
          <p:nvPr/>
        </p:nvSpPr>
        <p:spPr bwMode="auto">
          <a:xfrm>
            <a:off x="5061744" y="5150692"/>
            <a:ext cx="1414468" cy="463846"/>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dirty="0" err="1">
                <a:solidFill>
                  <a:srgbClr val="FF0000"/>
                </a:solidFill>
              </a:rPr>
              <a:t>M.D.John</a:t>
            </a:r>
            <a:endParaRPr lang="en-US" altLang="zh-CN" dirty="0">
              <a:solidFill>
                <a:srgbClr val="FF0000"/>
              </a:solidFill>
            </a:endParaRPr>
          </a:p>
        </p:txBody>
      </p:sp>
      <p:sp>
        <p:nvSpPr>
          <p:cNvPr id="745493" name="Text Box 21"/>
          <p:cNvSpPr txBox="1">
            <a:spLocks noChangeArrowheads="1"/>
          </p:cNvSpPr>
          <p:nvPr/>
        </p:nvSpPr>
        <p:spPr bwMode="auto">
          <a:xfrm>
            <a:off x="8130980" y="5150692"/>
            <a:ext cx="899903" cy="463846"/>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dirty="0">
                <a:solidFill>
                  <a:srgbClr val="FF0000"/>
                </a:solidFill>
              </a:rPr>
              <a:t>3days</a:t>
            </a:r>
          </a:p>
        </p:txBody>
      </p:sp>
      <p:sp>
        <p:nvSpPr>
          <p:cNvPr id="745497" name="Text Box 25"/>
          <p:cNvSpPr txBox="1">
            <a:spLocks noChangeArrowheads="1"/>
          </p:cNvSpPr>
          <p:nvPr/>
        </p:nvSpPr>
        <p:spPr bwMode="auto">
          <a:xfrm>
            <a:off x="3987507" y="5882893"/>
            <a:ext cx="645026" cy="463846"/>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dirty="0">
                <a:solidFill>
                  <a:srgbClr val="FF3300"/>
                </a:solidFill>
              </a:rPr>
              <a:t>a&gt;b</a:t>
            </a:r>
          </a:p>
        </p:txBody>
      </p:sp>
      <p:sp>
        <p:nvSpPr>
          <p:cNvPr id="745496" name="Text Box 24"/>
          <p:cNvSpPr txBox="1">
            <a:spLocks noChangeArrowheads="1"/>
          </p:cNvSpPr>
          <p:nvPr/>
        </p:nvSpPr>
        <p:spPr bwMode="auto">
          <a:xfrm>
            <a:off x="5933901" y="5882495"/>
            <a:ext cx="797311" cy="463846"/>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dirty="0">
                <a:solidFill>
                  <a:srgbClr val="FF3300"/>
                </a:solidFill>
              </a:rPr>
              <a:t>$123</a:t>
            </a:r>
          </a:p>
        </p:txBody>
      </p:sp>
      <p:sp>
        <p:nvSpPr>
          <p:cNvPr id="745498" name="AutoShape 26"/>
          <p:cNvSpPr>
            <a:spLocks noChangeArrowheads="1"/>
          </p:cNvSpPr>
          <p:nvPr/>
        </p:nvSpPr>
        <p:spPr bwMode="auto">
          <a:xfrm>
            <a:off x="5311379" y="3998565"/>
            <a:ext cx="2549525" cy="627063"/>
          </a:xfrm>
          <a:prstGeom prst="wedgeRoundRectCallout">
            <a:avLst>
              <a:gd name="adj1" fmla="val -39707"/>
              <a:gd name="adj2" fmla="val 158609"/>
              <a:gd name="adj3" fmla="val 16667"/>
            </a:avLst>
          </a:prstGeom>
          <a:gradFill flip="none" rotWithShape="1">
            <a:gsLst>
              <a:gs pos="0">
                <a:srgbClr val="CFCFD1"/>
              </a:gs>
              <a:gs pos="100000">
                <a:schemeClr val="bg1">
                  <a:lumMod val="95000"/>
                </a:schemeClr>
              </a:gs>
            </a:gsLst>
            <a:lin ang="2700000" scaled="1"/>
            <a:tileRect/>
          </a:gradFill>
          <a:ln w="28575">
            <a:solidFill>
              <a:srgbClr val="C01920"/>
            </a:solidFill>
            <a:miter lim="800000"/>
            <a:headEnd/>
            <a:tailEnd/>
          </a:ln>
          <a:effectLst>
            <a:outerShdw blurRad="50800" dist="38100" dir="2700000" algn="tl" rotWithShape="0">
              <a:prstClr val="black">
                <a:alpha val="40000"/>
              </a:prstClr>
            </a:outerShdw>
          </a:effectLst>
        </p:spPr>
        <p:txBody>
          <a:bodyPr/>
          <a:lstStyle/>
          <a:p>
            <a:r>
              <a:rPr lang="en-US" altLang="zh-CN" sz="2000">
                <a:solidFill>
                  <a:srgbClr val="002060"/>
                </a:solidFill>
                <a:ea typeface="楷体_GB2312" pitchFamily="49" charset="-122"/>
              </a:rPr>
              <a:t>    </a:t>
            </a:r>
            <a:r>
              <a:rPr lang="en-US" altLang="zh-CN" sz="2000" dirty="0">
                <a:solidFill>
                  <a:srgbClr val="002060"/>
                </a:solidFill>
                <a:ea typeface="楷体_GB2312" pitchFamily="49" charset="-122"/>
              </a:rPr>
              <a:t>.</a:t>
            </a:r>
            <a:r>
              <a:rPr lang="zh-CN" altLang="en-US" sz="2000" dirty="0">
                <a:solidFill>
                  <a:srgbClr val="002060"/>
                </a:solidFill>
                <a:ea typeface="楷体_GB2312" pitchFamily="49" charset="-122"/>
              </a:rPr>
              <a:t>字符非法</a:t>
            </a:r>
          </a:p>
        </p:txBody>
      </p:sp>
      <p:sp>
        <p:nvSpPr>
          <p:cNvPr id="745499" name="AutoShape 27"/>
          <p:cNvSpPr>
            <a:spLocks noChangeArrowheads="1"/>
          </p:cNvSpPr>
          <p:nvPr/>
        </p:nvSpPr>
        <p:spPr bwMode="auto">
          <a:xfrm>
            <a:off x="6535514" y="3350492"/>
            <a:ext cx="2664296" cy="627062"/>
          </a:xfrm>
          <a:prstGeom prst="wedgeRoundRectCallout">
            <a:avLst>
              <a:gd name="adj1" fmla="val 19120"/>
              <a:gd name="adj2" fmla="val 258102"/>
              <a:gd name="adj3" fmla="val 16667"/>
            </a:avLst>
          </a:prstGeom>
          <a:gradFill flip="none" rotWithShape="1">
            <a:gsLst>
              <a:gs pos="0">
                <a:srgbClr val="CFCFD1"/>
              </a:gs>
              <a:gs pos="100000">
                <a:schemeClr val="bg1">
                  <a:lumMod val="95000"/>
                </a:schemeClr>
              </a:gs>
            </a:gsLst>
            <a:lin ang="2700000" scaled="1"/>
            <a:tileRect/>
          </a:gradFill>
          <a:ln w="28575">
            <a:solidFill>
              <a:srgbClr val="C01920"/>
            </a:solidFill>
            <a:miter lim="800000"/>
            <a:headEnd/>
            <a:tailEnd/>
          </a:ln>
          <a:effectLst>
            <a:outerShdw blurRad="50800" dist="38100" dir="2700000" algn="tl" rotWithShape="0">
              <a:prstClr val="black">
                <a:alpha val="40000"/>
              </a:prstClr>
            </a:outerShdw>
          </a:effectLst>
        </p:spPr>
        <p:txBody>
          <a:bodyPr/>
          <a:lstStyle/>
          <a:p>
            <a:r>
              <a:rPr lang="en-US" altLang="zh-CN" sz="2000" dirty="0">
                <a:solidFill>
                  <a:srgbClr val="002060"/>
                </a:solidFill>
                <a:latin typeface="楷体_GB2312" pitchFamily="49" charset="-122"/>
                <a:ea typeface="楷体_GB2312" pitchFamily="49" charset="-122"/>
              </a:rPr>
              <a:t> </a:t>
            </a:r>
            <a:r>
              <a:rPr lang="zh-CN" altLang="en-US" sz="2000" b="1" dirty="0">
                <a:solidFill>
                  <a:srgbClr val="002060"/>
                </a:solidFill>
                <a:latin typeface="楷体" pitchFamily="49" charset="-122"/>
                <a:ea typeface="楷体" pitchFamily="49" charset="-122"/>
              </a:rPr>
              <a:t>数字</a:t>
            </a:r>
            <a:r>
              <a:rPr lang="en-US" altLang="zh-CN" sz="2000" b="1" dirty="0">
                <a:solidFill>
                  <a:srgbClr val="002060"/>
                </a:solidFill>
                <a:latin typeface="楷体" pitchFamily="49" charset="-122"/>
                <a:ea typeface="楷体" pitchFamily="49" charset="-122"/>
              </a:rPr>
              <a:t>3</a:t>
            </a:r>
            <a:r>
              <a:rPr lang="zh-CN" altLang="en-US" sz="2000" b="1" dirty="0">
                <a:solidFill>
                  <a:srgbClr val="002060"/>
                </a:solidFill>
                <a:latin typeface="楷体" pitchFamily="49" charset="-122"/>
                <a:ea typeface="楷体" pitchFamily="49" charset="-122"/>
              </a:rPr>
              <a:t>不可作首字符</a:t>
            </a:r>
          </a:p>
        </p:txBody>
      </p:sp>
      <p:sp>
        <p:nvSpPr>
          <p:cNvPr id="745494" name="Text Box 22"/>
          <p:cNvSpPr txBox="1">
            <a:spLocks noChangeArrowheads="1"/>
          </p:cNvSpPr>
          <p:nvPr/>
        </p:nvSpPr>
        <p:spPr bwMode="auto">
          <a:xfrm>
            <a:off x="5236677" y="5522021"/>
            <a:ext cx="643423" cy="463846"/>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dirty="0">
                <a:solidFill>
                  <a:srgbClr val="FF3300"/>
                </a:solidFill>
              </a:rPr>
              <a:t>#33</a:t>
            </a:r>
          </a:p>
        </p:txBody>
      </p:sp>
      <p:sp>
        <p:nvSpPr>
          <p:cNvPr id="745500" name="AutoShape 28"/>
          <p:cNvSpPr>
            <a:spLocks noChangeArrowheads="1"/>
          </p:cNvSpPr>
          <p:nvPr/>
        </p:nvSpPr>
        <p:spPr bwMode="auto">
          <a:xfrm>
            <a:off x="4807322" y="3731542"/>
            <a:ext cx="1800200" cy="627063"/>
          </a:xfrm>
          <a:prstGeom prst="wedgeRoundRectCallout">
            <a:avLst>
              <a:gd name="adj1" fmla="val -18556"/>
              <a:gd name="adj2" fmla="val 255824"/>
              <a:gd name="adj3" fmla="val 16667"/>
            </a:avLst>
          </a:prstGeom>
          <a:gradFill flip="none" rotWithShape="1">
            <a:gsLst>
              <a:gs pos="0">
                <a:srgbClr val="CFCFD1"/>
              </a:gs>
              <a:gs pos="100000">
                <a:schemeClr val="bg1">
                  <a:lumMod val="95000"/>
                </a:schemeClr>
              </a:gs>
            </a:gsLst>
            <a:lin ang="2700000" scaled="1"/>
            <a:tileRect/>
          </a:gradFill>
          <a:ln w="28575">
            <a:solidFill>
              <a:srgbClr val="C01920"/>
            </a:solidFill>
            <a:miter lim="800000"/>
            <a:headEnd/>
            <a:tailEnd/>
          </a:ln>
          <a:effectLst>
            <a:outerShdw blurRad="50800" dist="38100" dir="2700000" algn="tl" rotWithShape="0">
              <a:prstClr val="black">
                <a:alpha val="40000"/>
              </a:prstClr>
            </a:outerShdw>
          </a:effectLst>
        </p:spPr>
        <p:txBody>
          <a:bodyPr/>
          <a:lstStyle/>
          <a:p>
            <a:r>
              <a:rPr lang="en-US" altLang="zh-CN" sz="2000">
                <a:solidFill>
                  <a:srgbClr val="002060"/>
                </a:solidFill>
                <a:latin typeface="楷体" pitchFamily="49" charset="-122"/>
                <a:ea typeface="楷体" pitchFamily="49" charset="-122"/>
              </a:rPr>
              <a:t> </a:t>
            </a:r>
            <a:r>
              <a:rPr lang="en-US" altLang="zh-CN" b="1">
                <a:solidFill>
                  <a:srgbClr val="002060"/>
                </a:solidFill>
                <a:latin typeface="楷体" pitchFamily="49" charset="-122"/>
                <a:ea typeface="楷体" pitchFamily="49" charset="-122"/>
              </a:rPr>
              <a:t>#</a:t>
            </a:r>
            <a:r>
              <a:rPr lang="zh-CN" altLang="en-US" sz="2000" b="1">
                <a:solidFill>
                  <a:srgbClr val="002060"/>
                </a:solidFill>
                <a:latin typeface="楷体" pitchFamily="49" charset="-122"/>
                <a:ea typeface="楷体" pitchFamily="49" charset="-122"/>
              </a:rPr>
              <a:t>字符非法</a:t>
            </a:r>
          </a:p>
        </p:txBody>
      </p:sp>
      <p:sp>
        <p:nvSpPr>
          <p:cNvPr id="745501" name="AutoShape 29"/>
          <p:cNvSpPr>
            <a:spLocks noChangeArrowheads="1"/>
          </p:cNvSpPr>
          <p:nvPr/>
        </p:nvSpPr>
        <p:spPr bwMode="auto">
          <a:xfrm>
            <a:off x="2719090" y="4142580"/>
            <a:ext cx="2088232" cy="627062"/>
          </a:xfrm>
          <a:prstGeom prst="wedgeRoundRectCallout">
            <a:avLst>
              <a:gd name="adj1" fmla="val -18556"/>
              <a:gd name="adj2" fmla="val 255824"/>
              <a:gd name="adj3" fmla="val 16667"/>
            </a:avLst>
          </a:prstGeom>
          <a:gradFill flip="none" rotWithShape="1">
            <a:gsLst>
              <a:gs pos="0">
                <a:srgbClr val="CFCFD1"/>
              </a:gs>
              <a:gs pos="100000">
                <a:schemeClr val="bg1">
                  <a:lumMod val="95000"/>
                </a:schemeClr>
              </a:gs>
            </a:gsLst>
            <a:lin ang="2700000" scaled="1"/>
            <a:tileRect/>
          </a:gradFill>
          <a:ln w="28575">
            <a:solidFill>
              <a:srgbClr val="C01920"/>
            </a:solidFill>
            <a:miter lim="800000"/>
            <a:headEnd/>
            <a:tailEnd/>
          </a:ln>
          <a:effectLst>
            <a:outerShdw blurRad="50800" dist="38100" dir="2700000" algn="tl" rotWithShape="0">
              <a:prstClr val="black">
                <a:alpha val="40000"/>
              </a:prstClr>
            </a:outerShdw>
          </a:effectLst>
        </p:spPr>
        <p:txBody>
          <a:bodyPr/>
          <a:lstStyle/>
          <a:p>
            <a:r>
              <a:rPr lang="en-US" altLang="zh-CN" sz="2000" dirty="0">
                <a:solidFill>
                  <a:srgbClr val="002060"/>
                </a:solidFill>
                <a:latin typeface="楷体_GB2312" pitchFamily="49" charset="-122"/>
                <a:ea typeface="楷体_GB2312" pitchFamily="49" charset="-122"/>
              </a:rPr>
              <a:t> </a:t>
            </a:r>
            <a:r>
              <a:rPr lang="en-US" altLang="zh-CN" sz="2000" b="1" dirty="0">
                <a:solidFill>
                  <a:srgbClr val="002060"/>
                </a:solidFill>
                <a:latin typeface="楷体" pitchFamily="49" charset="-122"/>
                <a:ea typeface="楷体" pitchFamily="49" charset="-122"/>
              </a:rPr>
              <a:t>char</a:t>
            </a:r>
            <a:r>
              <a:rPr lang="zh-CN" altLang="en-US" sz="2000" b="1" dirty="0">
                <a:solidFill>
                  <a:srgbClr val="002060"/>
                </a:solidFill>
                <a:latin typeface="楷体" pitchFamily="49" charset="-122"/>
                <a:ea typeface="楷体" pitchFamily="49" charset="-122"/>
              </a:rPr>
              <a:t>是关键字</a:t>
            </a:r>
          </a:p>
        </p:txBody>
      </p:sp>
      <p:sp>
        <p:nvSpPr>
          <p:cNvPr id="745504" name="AutoShape 32"/>
          <p:cNvSpPr>
            <a:spLocks noChangeArrowheads="1"/>
          </p:cNvSpPr>
          <p:nvPr/>
        </p:nvSpPr>
        <p:spPr bwMode="auto">
          <a:xfrm>
            <a:off x="6175475" y="3710532"/>
            <a:ext cx="2088231" cy="627062"/>
          </a:xfrm>
          <a:prstGeom prst="wedgeRoundRectCallout">
            <a:avLst>
              <a:gd name="adj1" fmla="val -47745"/>
              <a:gd name="adj2" fmla="val 308227"/>
              <a:gd name="adj3" fmla="val 16667"/>
            </a:avLst>
          </a:prstGeom>
          <a:gradFill flip="none" rotWithShape="1">
            <a:gsLst>
              <a:gs pos="0">
                <a:srgbClr val="CFCFD1"/>
              </a:gs>
              <a:gs pos="100000">
                <a:schemeClr val="bg1">
                  <a:lumMod val="95000"/>
                </a:schemeClr>
              </a:gs>
            </a:gsLst>
            <a:lin ang="2700000" scaled="1"/>
            <a:tileRect/>
          </a:gradFill>
          <a:ln w="28575">
            <a:solidFill>
              <a:srgbClr val="C01920"/>
            </a:solidFill>
            <a:miter lim="800000"/>
            <a:headEnd/>
            <a:tailEnd/>
          </a:ln>
          <a:effectLst>
            <a:outerShdw blurRad="50800" dist="38100" dir="2700000" algn="tl" rotWithShape="0">
              <a:prstClr val="black">
                <a:alpha val="40000"/>
              </a:prstClr>
            </a:outerShdw>
          </a:effectLst>
        </p:spPr>
        <p:txBody>
          <a:bodyPr/>
          <a:lstStyle/>
          <a:p>
            <a:r>
              <a:rPr lang="en-US" altLang="zh-CN" sz="2000" b="1" dirty="0">
                <a:solidFill>
                  <a:srgbClr val="002060"/>
                </a:solidFill>
                <a:latin typeface="楷体" pitchFamily="49" charset="-122"/>
                <a:ea typeface="楷体" pitchFamily="49" charset="-122"/>
              </a:rPr>
              <a:t>$</a:t>
            </a:r>
            <a:r>
              <a:rPr lang="zh-CN" altLang="en-US" sz="2000" b="1" dirty="0">
                <a:solidFill>
                  <a:srgbClr val="002060"/>
                </a:solidFill>
                <a:latin typeface="楷体" pitchFamily="49" charset="-122"/>
                <a:ea typeface="楷体" pitchFamily="49" charset="-122"/>
              </a:rPr>
              <a:t>不可作首字符</a:t>
            </a:r>
          </a:p>
        </p:txBody>
      </p:sp>
      <p:sp>
        <p:nvSpPr>
          <p:cNvPr id="745502" name="AutoShape 30"/>
          <p:cNvSpPr>
            <a:spLocks noChangeArrowheads="1"/>
          </p:cNvSpPr>
          <p:nvPr/>
        </p:nvSpPr>
        <p:spPr bwMode="auto">
          <a:xfrm>
            <a:off x="4015235" y="3854548"/>
            <a:ext cx="2549525" cy="627062"/>
          </a:xfrm>
          <a:prstGeom prst="wedgeRoundRectCallout">
            <a:avLst>
              <a:gd name="adj1" fmla="val -38917"/>
              <a:gd name="adj2" fmla="val 284176"/>
              <a:gd name="adj3" fmla="val 16667"/>
            </a:avLst>
          </a:prstGeom>
          <a:gradFill flip="none" rotWithShape="1">
            <a:gsLst>
              <a:gs pos="0">
                <a:srgbClr val="CFCFD1"/>
              </a:gs>
              <a:gs pos="100000">
                <a:schemeClr val="bg1">
                  <a:lumMod val="95000"/>
                </a:schemeClr>
              </a:gs>
            </a:gsLst>
            <a:lin ang="2700000" scaled="1"/>
            <a:tileRect/>
          </a:gradFill>
          <a:ln w="28575">
            <a:solidFill>
              <a:srgbClr val="C01920"/>
            </a:solidFill>
            <a:miter lim="800000"/>
            <a:headEnd/>
            <a:tailEnd/>
          </a:ln>
          <a:effectLst>
            <a:outerShdw blurRad="50800" dist="38100" dir="2700000" algn="tl" rotWithShape="0">
              <a:prstClr val="black">
                <a:alpha val="40000"/>
              </a:prstClr>
            </a:outerShdw>
          </a:effectLst>
        </p:spPr>
        <p:txBody>
          <a:bodyPr/>
          <a:lstStyle/>
          <a:p>
            <a:r>
              <a:rPr lang="en-US" altLang="zh-CN" sz="2000" dirty="0">
                <a:solidFill>
                  <a:srgbClr val="002060"/>
                </a:solidFill>
                <a:latin typeface="楷体" pitchFamily="49" charset="-122"/>
                <a:ea typeface="楷体" pitchFamily="49" charset="-122"/>
              </a:rPr>
              <a:t> </a:t>
            </a:r>
            <a:r>
              <a:rPr lang="en-US" altLang="zh-CN" b="1" dirty="0">
                <a:solidFill>
                  <a:srgbClr val="002060"/>
                </a:solidFill>
                <a:latin typeface="楷体" pitchFamily="49" charset="-122"/>
                <a:ea typeface="楷体" pitchFamily="49" charset="-122"/>
              </a:rPr>
              <a:t>&gt;</a:t>
            </a:r>
            <a:r>
              <a:rPr lang="zh-CN" altLang="en-US" sz="2000" b="1" dirty="0">
                <a:solidFill>
                  <a:srgbClr val="002060"/>
                </a:solidFill>
                <a:latin typeface="楷体" pitchFamily="49" charset="-122"/>
                <a:ea typeface="楷体" pitchFamily="49" charset="-122"/>
              </a:rPr>
              <a:t>字符非法</a:t>
            </a:r>
          </a:p>
        </p:txBody>
      </p:sp>
      <p:sp>
        <p:nvSpPr>
          <p:cNvPr id="22" name="Rectangle 4">
            <a:extLst>
              <a:ext uri="{FF2B5EF4-FFF2-40B4-BE49-F238E27FC236}">
                <a16:creationId xmlns:a16="http://schemas.microsoft.com/office/drawing/2014/main" id="{A2D6EE16-A765-459B-B025-6869DD3E1DFC}"/>
              </a:ext>
            </a:extLst>
          </p:cNvPr>
          <p:cNvSpPr>
            <a:spLocks noChangeArrowheads="1"/>
          </p:cNvSpPr>
          <p:nvPr/>
        </p:nvSpPr>
        <p:spPr bwMode="auto">
          <a:xfrm>
            <a:off x="767408" y="288132"/>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常量、变量和标识符</a:t>
            </a: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 calcmode="lin" valueType="num">
                                      <p:cBhvr additive="base">
                                        <p:cTn id="7" dur="500" fill="hold"/>
                                        <p:tgtEl>
                                          <p:spTgt spid="2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1">
                                            <p:txEl>
                                              <p:pRg st="2" end="2"/>
                                            </p:txEl>
                                          </p:spTgt>
                                        </p:tgtEl>
                                        <p:attrNameLst>
                                          <p:attrName>style.visibility</p:attrName>
                                        </p:attrNameLst>
                                      </p:cBhvr>
                                      <p:to>
                                        <p:strVal val="visible"/>
                                      </p:to>
                                    </p:set>
                                    <p:anim calcmode="lin" valueType="num">
                                      <p:cBhvr additive="base">
                                        <p:cTn id="13" dur="500" fill="hold"/>
                                        <p:tgtEl>
                                          <p:spTgt spid="2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anim calcmode="lin" valueType="num">
                                      <p:cBhvr additive="base">
                                        <p:cTn id="19" dur="500" fill="hold"/>
                                        <p:tgtEl>
                                          <p:spTgt spid="2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1">
                                            <p:txEl>
                                              <p:pRg st="5" end="5"/>
                                            </p:txEl>
                                          </p:spTgt>
                                        </p:tgtEl>
                                        <p:attrNameLst>
                                          <p:attrName>style.visibility</p:attrName>
                                        </p:attrNameLst>
                                      </p:cBhvr>
                                      <p:to>
                                        <p:strVal val="visible"/>
                                      </p:to>
                                    </p:set>
                                    <p:anim calcmode="lin" valueType="num">
                                      <p:cBhvr additive="base">
                                        <p:cTn id="25" dur="500" fill="hold"/>
                                        <p:tgtEl>
                                          <p:spTgt spid="21">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1">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1">
                                            <p:txEl>
                                              <p:pRg st="6" end="6"/>
                                            </p:txEl>
                                          </p:spTgt>
                                        </p:tgtEl>
                                        <p:attrNameLst>
                                          <p:attrName>style.visibility</p:attrName>
                                        </p:attrNameLst>
                                      </p:cBhvr>
                                      <p:to>
                                        <p:strVal val="visible"/>
                                      </p:to>
                                    </p:set>
                                    <p:anim calcmode="lin" valueType="num">
                                      <p:cBhvr additive="base">
                                        <p:cTn id="31" dur="500" fill="hold"/>
                                        <p:tgtEl>
                                          <p:spTgt spid="21">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1">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1">
                                            <p:txEl>
                                              <p:pRg st="7" end="7"/>
                                            </p:txEl>
                                          </p:spTgt>
                                        </p:tgtEl>
                                        <p:attrNameLst>
                                          <p:attrName>style.visibility</p:attrName>
                                        </p:attrNameLst>
                                      </p:cBhvr>
                                      <p:to>
                                        <p:strVal val="visible"/>
                                      </p:to>
                                    </p:set>
                                    <p:anim calcmode="lin" valueType="num">
                                      <p:cBhvr additive="base">
                                        <p:cTn id="37" dur="500" fill="hold"/>
                                        <p:tgtEl>
                                          <p:spTgt spid="21">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1">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1">
                                            <p:txEl>
                                              <p:pRg st="8" end="8"/>
                                            </p:txEl>
                                          </p:spTgt>
                                        </p:tgtEl>
                                        <p:attrNameLst>
                                          <p:attrName>style.visibility</p:attrName>
                                        </p:attrNameLst>
                                      </p:cBhvr>
                                      <p:to>
                                        <p:strVal val="visible"/>
                                      </p:to>
                                    </p:set>
                                    <p:anim calcmode="lin" valueType="num">
                                      <p:cBhvr additive="base">
                                        <p:cTn id="43" dur="500" fill="hold"/>
                                        <p:tgtEl>
                                          <p:spTgt spid="21">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1">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1">
                                            <p:txEl>
                                              <p:pRg st="10" end="10"/>
                                            </p:txEl>
                                          </p:spTgt>
                                        </p:tgtEl>
                                        <p:attrNameLst>
                                          <p:attrName>style.visibility</p:attrName>
                                        </p:attrNameLst>
                                      </p:cBhvr>
                                      <p:to>
                                        <p:strVal val="visible"/>
                                      </p:to>
                                    </p:set>
                                    <p:anim calcmode="lin" valueType="num">
                                      <p:cBhvr additive="base">
                                        <p:cTn id="49" dur="500" fill="hold"/>
                                        <p:tgtEl>
                                          <p:spTgt spid="21">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1">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3" name="camera.wav"/>
                                        </p:tgtEl>
                                      </p:cMediaNode>
                                    </p:audio>
                                  </p:sub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21">
                                            <p:txEl>
                                              <p:pRg st="11" end="11"/>
                                            </p:txEl>
                                          </p:spTgt>
                                        </p:tgtEl>
                                        <p:attrNameLst>
                                          <p:attrName>style.visibility</p:attrName>
                                        </p:attrNameLst>
                                      </p:cBhvr>
                                      <p:to>
                                        <p:strVal val="visible"/>
                                      </p:to>
                                    </p:set>
                                    <p:anim calcmode="lin" valueType="num">
                                      <p:cBhvr additive="base">
                                        <p:cTn id="55" dur="500" fill="hold"/>
                                        <p:tgtEl>
                                          <p:spTgt spid="21">
                                            <p:txEl>
                                              <p:pRg st="11" end="1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1">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childTnLst>
                          </p:cTn>
                        </p:par>
                      </p:childTnLst>
                    </p:cTn>
                  </p:par>
                  <p:par>
                    <p:cTn id="57" fill="hold">
                      <p:stCondLst>
                        <p:cond delay="indefinite"/>
                      </p:stCondLst>
                      <p:childTnLst>
                        <p:par>
                          <p:cTn id="58" fill="hold">
                            <p:stCondLst>
                              <p:cond delay="0"/>
                            </p:stCondLst>
                            <p:childTnLst>
                              <p:par>
                                <p:cTn id="59" presetID="18" presetClass="entr" presetSubtype="3" fill="hold" grpId="0" nodeType="clickEffect">
                                  <p:stCondLst>
                                    <p:cond delay="0"/>
                                  </p:stCondLst>
                                  <p:childTnLst>
                                    <p:set>
                                      <p:cBhvr>
                                        <p:cTn id="60" dur="1" fill="hold">
                                          <p:stCondLst>
                                            <p:cond delay="0"/>
                                          </p:stCondLst>
                                        </p:cTn>
                                        <p:tgtEl>
                                          <p:spTgt spid="745490"/>
                                        </p:tgtEl>
                                        <p:attrNameLst>
                                          <p:attrName>style.visibility</p:attrName>
                                        </p:attrNameLst>
                                      </p:cBhvr>
                                      <p:to>
                                        <p:strVal val="visible"/>
                                      </p:to>
                                    </p:set>
                                    <p:animEffect transition="in" filter="strips(upRight)">
                                      <p:cBhvr>
                                        <p:cTn id="61" dur="1000"/>
                                        <p:tgtEl>
                                          <p:spTgt spid="745490"/>
                                        </p:tgtEl>
                                      </p:cBhvr>
                                    </p:animEffect>
                                  </p:childTnLst>
                                  <p:subTnLst>
                                    <p:set>
                                      <p:cBhvr override="childStyle">
                                        <p:cTn dur="1" fill="hold" display="0" masterRel="nextClick" afterEffect="1"/>
                                        <p:tgtEl>
                                          <p:spTgt spid="745490"/>
                                        </p:tgtEl>
                                        <p:attrNameLst>
                                          <p:attrName>style.visibility</p:attrName>
                                        </p:attrNameLst>
                                      </p:cBhvr>
                                      <p:to>
                                        <p:strVal val="hidden"/>
                                      </p:to>
                                    </p:set>
                                    <p:audio>
                                      <p:cMediaNode>
                                        <p:cTn display="0" masterRel="sameClick">
                                          <p:stCondLst>
                                            <p:cond evt="begin" delay="0">
                                              <p:tn val="59"/>
                                            </p:cond>
                                          </p:stCondLst>
                                          <p:endCondLst>
                                            <p:cond evt="onStopAudio" delay="0">
                                              <p:tgtEl>
                                                <p:sldTgt/>
                                              </p:tgtEl>
                                            </p:cond>
                                          </p:endCondLst>
                                        </p:cTn>
                                        <p:tgtEl>
                                          <p:sndTgt r:embed="rId4" name="chimes.wav"/>
                                        </p:tgtEl>
                                      </p:cMediaNode>
                                    </p:audio>
                                  </p:subTnLst>
                                </p:cTn>
                              </p:par>
                            </p:childTnLst>
                          </p:cTn>
                        </p:par>
                      </p:childTnLst>
                    </p:cTn>
                  </p:par>
                  <p:par>
                    <p:cTn id="62" fill="hold">
                      <p:stCondLst>
                        <p:cond delay="indefinite"/>
                      </p:stCondLst>
                      <p:childTnLst>
                        <p:par>
                          <p:cTn id="63" fill="hold">
                            <p:stCondLst>
                              <p:cond delay="0"/>
                            </p:stCondLst>
                            <p:childTnLst>
                              <p:par>
                                <p:cTn id="64" presetID="2" presetClass="entr" presetSubtype="4" fill="hold" nodeType="clickEffect">
                                  <p:stCondLst>
                                    <p:cond delay="0"/>
                                  </p:stCondLst>
                                  <p:childTnLst>
                                    <p:set>
                                      <p:cBhvr>
                                        <p:cTn id="65" dur="1" fill="hold">
                                          <p:stCondLst>
                                            <p:cond delay="0"/>
                                          </p:stCondLst>
                                        </p:cTn>
                                        <p:tgtEl>
                                          <p:spTgt spid="21">
                                            <p:txEl>
                                              <p:pRg st="13" end="13"/>
                                            </p:txEl>
                                          </p:spTgt>
                                        </p:tgtEl>
                                        <p:attrNameLst>
                                          <p:attrName>style.visibility</p:attrName>
                                        </p:attrNameLst>
                                      </p:cBhvr>
                                      <p:to>
                                        <p:strVal val="visible"/>
                                      </p:to>
                                    </p:set>
                                    <p:anim calcmode="lin" valueType="num">
                                      <p:cBhvr additive="base">
                                        <p:cTn id="66" dur="500" fill="hold"/>
                                        <p:tgtEl>
                                          <p:spTgt spid="21">
                                            <p:txEl>
                                              <p:pRg st="13" end="13"/>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21">
                                            <p:txEl>
                                              <p:pRg st="13" end="1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4"/>
                                            </p:cond>
                                          </p:stCondLst>
                                          <p:endCondLst>
                                            <p:cond evt="onStopAudio" delay="0">
                                              <p:tgtEl>
                                                <p:sldTgt/>
                                              </p:tgtEl>
                                            </p:cond>
                                          </p:endCondLst>
                                        </p:cTn>
                                        <p:tgtEl>
                                          <p:sndTgt r:embed="rId3" name="camera.wav"/>
                                        </p:tgtEl>
                                      </p:cMediaNode>
                                    </p:audio>
                                  </p:subTnLst>
                                </p:cTn>
                              </p:par>
                            </p:childTnLst>
                          </p:cTn>
                        </p:par>
                      </p:childTnLst>
                    </p:cTn>
                  </p:par>
                  <p:par>
                    <p:cTn id="68" fill="hold">
                      <p:stCondLst>
                        <p:cond delay="indefinite"/>
                      </p:stCondLst>
                      <p:childTnLst>
                        <p:par>
                          <p:cTn id="69" fill="hold">
                            <p:stCondLst>
                              <p:cond delay="0"/>
                            </p:stCondLst>
                            <p:childTnLst>
                              <p:par>
                                <p:cTn id="70" presetID="2" presetClass="entr" presetSubtype="4" fill="hold" nodeType="clickEffect">
                                  <p:stCondLst>
                                    <p:cond delay="0"/>
                                  </p:stCondLst>
                                  <p:childTnLst>
                                    <p:set>
                                      <p:cBhvr>
                                        <p:cTn id="71" dur="1" fill="hold">
                                          <p:stCondLst>
                                            <p:cond delay="0"/>
                                          </p:stCondLst>
                                        </p:cTn>
                                        <p:tgtEl>
                                          <p:spTgt spid="21">
                                            <p:txEl>
                                              <p:pRg st="14" end="14"/>
                                            </p:txEl>
                                          </p:spTgt>
                                        </p:tgtEl>
                                        <p:attrNameLst>
                                          <p:attrName>style.visibility</p:attrName>
                                        </p:attrNameLst>
                                      </p:cBhvr>
                                      <p:to>
                                        <p:strVal val="visible"/>
                                      </p:to>
                                    </p:set>
                                    <p:anim calcmode="lin" valueType="num">
                                      <p:cBhvr additive="base">
                                        <p:cTn id="72" dur="500" fill="hold"/>
                                        <p:tgtEl>
                                          <p:spTgt spid="21">
                                            <p:txEl>
                                              <p:pRg st="14" end="14"/>
                                            </p:txEl>
                                          </p:spTgt>
                                        </p:tgtEl>
                                        <p:attrNameLst>
                                          <p:attrName>ppt_x</p:attrName>
                                        </p:attrNameLst>
                                      </p:cBhvr>
                                      <p:tavLst>
                                        <p:tav tm="0">
                                          <p:val>
                                            <p:strVal val="#ppt_x"/>
                                          </p:val>
                                        </p:tav>
                                        <p:tav tm="100000">
                                          <p:val>
                                            <p:strVal val="#ppt_x"/>
                                          </p:val>
                                        </p:tav>
                                      </p:tavLst>
                                    </p:anim>
                                    <p:anim calcmode="lin" valueType="num">
                                      <p:cBhvr additive="base">
                                        <p:cTn id="73" dur="500" fill="hold"/>
                                        <p:tgtEl>
                                          <p:spTgt spid="21">
                                            <p:txEl>
                                              <p:pRg st="14" end="1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0"/>
                                            </p:cond>
                                          </p:stCondLst>
                                          <p:endCondLst>
                                            <p:cond evt="onStopAudio" delay="0">
                                              <p:tgtEl>
                                                <p:sldTgt/>
                                              </p:tgtEl>
                                            </p:cond>
                                          </p:endCondLst>
                                        </p:cTn>
                                        <p:tgtEl>
                                          <p:sndTgt r:embed="rId3" name="camera.wav"/>
                                        </p:tgtEl>
                                      </p:cMediaNode>
                                    </p:audio>
                                  </p:subTnLst>
                                </p:cTn>
                              </p:par>
                            </p:childTnLst>
                          </p:cTn>
                        </p:par>
                      </p:childTnLst>
                    </p:cTn>
                  </p:par>
                  <p:par>
                    <p:cTn id="74" fill="hold">
                      <p:stCondLst>
                        <p:cond delay="indefinite"/>
                      </p:stCondLst>
                      <p:childTnLst>
                        <p:par>
                          <p:cTn id="75" fill="hold">
                            <p:stCondLst>
                              <p:cond delay="0"/>
                            </p:stCondLst>
                            <p:childTnLst>
                              <p:par>
                                <p:cTn id="76" presetID="2" presetClass="entr" presetSubtype="4" fill="hold" nodeType="clickEffect">
                                  <p:stCondLst>
                                    <p:cond delay="0"/>
                                  </p:stCondLst>
                                  <p:childTnLst>
                                    <p:set>
                                      <p:cBhvr>
                                        <p:cTn id="77" dur="1" fill="hold">
                                          <p:stCondLst>
                                            <p:cond delay="0"/>
                                          </p:stCondLst>
                                        </p:cTn>
                                        <p:tgtEl>
                                          <p:spTgt spid="21">
                                            <p:txEl>
                                              <p:pRg st="15" end="15"/>
                                            </p:txEl>
                                          </p:spTgt>
                                        </p:tgtEl>
                                        <p:attrNameLst>
                                          <p:attrName>style.visibility</p:attrName>
                                        </p:attrNameLst>
                                      </p:cBhvr>
                                      <p:to>
                                        <p:strVal val="visible"/>
                                      </p:to>
                                    </p:set>
                                    <p:anim calcmode="lin" valueType="num">
                                      <p:cBhvr additive="base">
                                        <p:cTn id="78" dur="500" fill="hold"/>
                                        <p:tgtEl>
                                          <p:spTgt spid="21">
                                            <p:txEl>
                                              <p:pRg st="15" end="15"/>
                                            </p:txEl>
                                          </p:spTgt>
                                        </p:tgtEl>
                                        <p:attrNameLst>
                                          <p:attrName>ppt_x</p:attrName>
                                        </p:attrNameLst>
                                      </p:cBhvr>
                                      <p:tavLst>
                                        <p:tav tm="0">
                                          <p:val>
                                            <p:strVal val="#ppt_x"/>
                                          </p:val>
                                        </p:tav>
                                        <p:tav tm="100000">
                                          <p:val>
                                            <p:strVal val="#ppt_x"/>
                                          </p:val>
                                        </p:tav>
                                      </p:tavLst>
                                    </p:anim>
                                    <p:anim calcmode="lin" valueType="num">
                                      <p:cBhvr additive="base">
                                        <p:cTn id="79" dur="500" fill="hold"/>
                                        <p:tgtEl>
                                          <p:spTgt spid="21">
                                            <p:txEl>
                                              <p:pRg st="15" end="1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6"/>
                                            </p:cond>
                                          </p:stCondLst>
                                          <p:endCondLst>
                                            <p:cond evt="onStopAudio" delay="0">
                                              <p:tgtEl>
                                                <p:sldTgt/>
                                              </p:tgtEl>
                                            </p:cond>
                                          </p:endCondLst>
                                        </p:cTn>
                                        <p:tgtEl>
                                          <p:sndTgt r:embed="rId3" name="camera.wav"/>
                                        </p:tgtEl>
                                      </p:cMediaNode>
                                    </p:audio>
                                  </p:subTnLst>
                                </p:cTn>
                              </p:par>
                            </p:childTnLst>
                          </p:cTn>
                        </p:par>
                      </p:childTnLst>
                    </p:cTn>
                  </p:par>
                  <p:par>
                    <p:cTn id="80" fill="hold">
                      <p:stCondLst>
                        <p:cond delay="indefinite"/>
                      </p:stCondLst>
                      <p:childTnLst>
                        <p:par>
                          <p:cTn id="81" fill="hold">
                            <p:stCondLst>
                              <p:cond delay="0"/>
                            </p:stCondLst>
                            <p:childTnLst>
                              <p:par>
                                <p:cTn id="82" presetID="2" presetClass="entr" presetSubtype="4" fill="hold" nodeType="clickEffect">
                                  <p:stCondLst>
                                    <p:cond delay="0"/>
                                  </p:stCondLst>
                                  <p:childTnLst>
                                    <p:set>
                                      <p:cBhvr>
                                        <p:cTn id="83" dur="1" fill="hold">
                                          <p:stCondLst>
                                            <p:cond delay="0"/>
                                          </p:stCondLst>
                                        </p:cTn>
                                        <p:tgtEl>
                                          <p:spTgt spid="21">
                                            <p:txEl>
                                              <p:pRg st="16" end="16"/>
                                            </p:txEl>
                                          </p:spTgt>
                                        </p:tgtEl>
                                        <p:attrNameLst>
                                          <p:attrName>style.visibility</p:attrName>
                                        </p:attrNameLst>
                                      </p:cBhvr>
                                      <p:to>
                                        <p:strVal val="visible"/>
                                      </p:to>
                                    </p:set>
                                    <p:anim calcmode="lin" valueType="num">
                                      <p:cBhvr additive="base">
                                        <p:cTn id="84" dur="500" fill="hold"/>
                                        <p:tgtEl>
                                          <p:spTgt spid="21">
                                            <p:txEl>
                                              <p:pRg st="16" end="16"/>
                                            </p:txEl>
                                          </p:spTgt>
                                        </p:tgtEl>
                                        <p:attrNameLst>
                                          <p:attrName>ppt_x</p:attrName>
                                        </p:attrNameLst>
                                      </p:cBhvr>
                                      <p:tavLst>
                                        <p:tav tm="0">
                                          <p:val>
                                            <p:strVal val="#ppt_x"/>
                                          </p:val>
                                        </p:tav>
                                        <p:tav tm="100000">
                                          <p:val>
                                            <p:strVal val="#ppt_x"/>
                                          </p:val>
                                        </p:tav>
                                      </p:tavLst>
                                    </p:anim>
                                    <p:anim calcmode="lin" valueType="num">
                                      <p:cBhvr additive="base">
                                        <p:cTn id="85" dur="500" fill="hold"/>
                                        <p:tgtEl>
                                          <p:spTgt spid="21">
                                            <p:txEl>
                                              <p:pRg st="16" end="1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2"/>
                                            </p:cond>
                                          </p:stCondLst>
                                          <p:endCondLst>
                                            <p:cond evt="onStopAudio" delay="0">
                                              <p:tgtEl>
                                                <p:sldTgt/>
                                              </p:tgtEl>
                                            </p:cond>
                                          </p:endCondLst>
                                        </p:cTn>
                                        <p:tgtEl>
                                          <p:sndTgt r:embed="rId3" name="camera.wav"/>
                                        </p:tgtEl>
                                      </p:cMediaNode>
                                    </p:audio>
                                  </p:subTnLst>
                                </p:cTn>
                              </p:par>
                            </p:childTnLst>
                          </p:cTn>
                        </p:par>
                      </p:childTnLst>
                    </p:cTn>
                  </p:par>
                  <p:par>
                    <p:cTn id="86" fill="hold">
                      <p:stCondLst>
                        <p:cond delay="indefinite"/>
                      </p:stCondLst>
                      <p:childTnLst>
                        <p:par>
                          <p:cTn id="87" fill="hold">
                            <p:stCondLst>
                              <p:cond delay="0"/>
                            </p:stCondLst>
                            <p:childTnLst>
                              <p:par>
                                <p:cTn id="88" presetID="4" presetClass="entr" presetSubtype="32" fill="hold" grpId="0" nodeType="clickEffect">
                                  <p:stCondLst>
                                    <p:cond delay="0"/>
                                  </p:stCondLst>
                                  <p:childTnLst>
                                    <p:set>
                                      <p:cBhvr>
                                        <p:cTn id="89" dur="1" fill="hold">
                                          <p:stCondLst>
                                            <p:cond delay="0"/>
                                          </p:stCondLst>
                                        </p:cTn>
                                        <p:tgtEl>
                                          <p:spTgt spid="745491"/>
                                        </p:tgtEl>
                                        <p:attrNameLst>
                                          <p:attrName>style.visibility</p:attrName>
                                        </p:attrNameLst>
                                      </p:cBhvr>
                                      <p:to>
                                        <p:strVal val="visible"/>
                                      </p:to>
                                    </p:set>
                                    <p:animEffect transition="in" filter="box(out)">
                                      <p:cBhvr>
                                        <p:cTn id="90" dur="500"/>
                                        <p:tgtEl>
                                          <p:spTgt spid="745491"/>
                                        </p:tgtEl>
                                      </p:cBhvr>
                                    </p:animEffect>
                                  </p:childTnLst>
                                  <p:subTnLst>
                                    <p:audio>
                                      <p:cMediaNode>
                                        <p:cTn display="0" masterRel="sameClick">
                                          <p:stCondLst>
                                            <p:cond evt="begin" delay="0">
                                              <p:tn val="88"/>
                                            </p:cond>
                                          </p:stCondLst>
                                          <p:endCondLst>
                                            <p:cond evt="onStopAudio" delay="0">
                                              <p:tgtEl>
                                                <p:sldTgt/>
                                              </p:tgtEl>
                                            </p:cond>
                                          </p:endCondLst>
                                        </p:cTn>
                                        <p:tgtEl>
                                          <p:sndTgt r:embed="rId4" name="chimes.wav"/>
                                        </p:tgtEl>
                                      </p:cMediaNode>
                                    </p:audio>
                                  </p:subTnLst>
                                </p:cTn>
                              </p:par>
                            </p:childTnLst>
                          </p:cTn>
                        </p:par>
                      </p:childTnLst>
                    </p:cTn>
                  </p:par>
                  <p:par>
                    <p:cTn id="91" fill="hold">
                      <p:stCondLst>
                        <p:cond delay="indefinite"/>
                      </p:stCondLst>
                      <p:childTnLst>
                        <p:par>
                          <p:cTn id="92" fill="hold">
                            <p:stCondLst>
                              <p:cond delay="0"/>
                            </p:stCondLst>
                            <p:childTnLst>
                              <p:par>
                                <p:cTn id="93" presetID="4" presetClass="entr" presetSubtype="32" fill="hold" grpId="0" nodeType="clickEffect">
                                  <p:stCondLst>
                                    <p:cond delay="0"/>
                                  </p:stCondLst>
                                  <p:childTnLst>
                                    <p:set>
                                      <p:cBhvr>
                                        <p:cTn id="94" dur="1" fill="hold">
                                          <p:stCondLst>
                                            <p:cond delay="0"/>
                                          </p:stCondLst>
                                        </p:cTn>
                                        <p:tgtEl>
                                          <p:spTgt spid="745492">
                                            <p:txEl>
                                              <p:pRg st="0" end="0"/>
                                            </p:txEl>
                                          </p:spTgt>
                                        </p:tgtEl>
                                        <p:attrNameLst>
                                          <p:attrName>style.visibility</p:attrName>
                                        </p:attrNameLst>
                                      </p:cBhvr>
                                      <p:to>
                                        <p:strVal val="visible"/>
                                      </p:to>
                                    </p:set>
                                    <p:animEffect transition="in" filter="box(out)">
                                      <p:cBhvr>
                                        <p:cTn id="95" dur="500"/>
                                        <p:tgtEl>
                                          <p:spTgt spid="745492">
                                            <p:txEl>
                                              <p:pRg st="0" end="0"/>
                                            </p:txEl>
                                          </p:spTgt>
                                        </p:tgtEl>
                                      </p:cBhvr>
                                    </p:animEffect>
                                  </p:childTnLst>
                                  <p:subTnLst>
                                    <p:audio>
                                      <p:cMediaNode>
                                        <p:cTn display="0" masterRel="sameClick">
                                          <p:stCondLst>
                                            <p:cond evt="begin" delay="0">
                                              <p:tn val="93"/>
                                            </p:cond>
                                          </p:stCondLst>
                                          <p:endCondLst>
                                            <p:cond evt="onStopAudio" delay="0">
                                              <p:tgtEl>
                                                <p:sldTgt/>
                                              </p:tgtEl>
                                            </p:cond>
                                          </p:endCondLst>
                                        </p:cTn>
                                        <p:tgtEl>
                                          <p:sndTgt r:embed="rId3" name="CAMERA.WAV"/>
                                        </p:tgtEl>
                                      </p:cMediaNode>
                                    </p:audio>
                                  </p:subTnLst>
                                </p:cTn>
                              </p:par>
                            </p:childTnLst>
                          </p:cTn>
                        </p:par>
                        <p:par>
                          <p:cTn id="96" fill="hold">
                            <p:stCondLst>
                              <p:cond delay="500"/>
                            </p:stCondLst>
                            <p:childTnLst>
                              <p:par>
                                <p:cTn id="97" presetID="18" presetClass="entr" presetSubtype="3" fill="hold" grpId="0" nodeType="afterEffect">
                                  <p:stCondLst>
                                    <p:cond delay="0"/>
                                  </p:stCondLst>
                                  <p:childTnLst>
                                    <p:set>
                                      <p:cBhvr>
                                        <p:cTn id="98" dur="1" fill="hold">
                                          <p:stCondLst>
                                            <p:cond delay="0"/>
                                          </p:stCondLst>
                                        </p:cTn>
                                        <p:tgtEl>
                                          <p:spTgt spid="745498"/>
                                        </p:tgtEl>
                                        <p:attrNameLst>
                                          <p:attrName>style.visibility</p:attrName>
                                        </p:attrNameLst>
                                      </p:cBhvr>
                                      <p:to>
                                        <p:strVal val="visible"/>
                                      </p:to>
                                    </p:set>
                                    <p:animEffect transition="in" filter="strips(upRight)">
                                      <p:cBhvr>
                                        <p:cTn id="99" dur="500"/>
                                        <p:tgtEl>
                                          <p:spTgt spid="745498"/>
                                        </p:tgtEl>
                                      </p:cBhvr>
                                    </p:animEffect>
                                  </p:childTnLst>
                                  <p:subTnLst>
                                    <p:set>
                                      <p:cBhvr override="childStyle">
                                        <p:cTn dur="1" fill="hold" display="0" masterRel="nextClick" afterEffect="1"/>
                                        <p:tgtEl>
                                          <p:spTgt spid="745498"/>
                                        </p:tgtEl>
                                        <p:attrNameLst>
                                          <p:attrName>style.visibility</p:attrName>
                                        </p:attrNameLst>
                                      </p:cBhvr>
                                      <p:to>
                                        <p:strVal val="hidden"/>
                                      </p:to>
                                    </p:set>
                                    <p:audio>
                                      <p:cMediaNode>
                                        <p:cTn display="0" masterRel="sameClick">
                                          <p:stCondLst>
                                            <p:cond evt="begin" delay="0">
                                              <p:tn val="97"/>
                                            </p:cond>
                                          </p:stCondLst>
                                          <p:endCondLst>
                                            <p:cond evt="onStopAudio" delay="0">
                                              <p:tgtEl>
                                                <p:sldTgt/>
                                              </p:tgtEl>
                                            </p:cond>
                                          </p:endCondLst>
                                        </p:cTn>
                                        <p:tgtEl>
                                          <p:sndTgt r:embed="rId4" name="chimes.wav"/>
                                        </p:tgtEl>
                                      </p:cMediaNode>
                                    </p:audio>
                                  </p:subTnLst>
                                </p:cTn>
                              </p:par>
                            </p:childTnLst>
                          </p:cTn>
                        </p:par>
                      </p:childTnLst>
                    </p:cTn>
                  </p:par>
                  <p:par>
                    <p:cTn id="100" fill="hold">
                      <p:stCondLst>
                        <p:cond delay="indefinite"/>
                      </p:stCondLst>
                      <p:childTnLst>
                        <p:par>
                          <p:cTn id="101" fill="hold">
                            <p:stCondLst>
                              <p:cond delay="0"/>
                            </p:stCondLst>
                            <p:childTnLst>
                              <p:par>
                                <p:cTn id="102" presetID="4" presetClass="entr" presetSubtype="32" fill="hold" grpId="0" nodeType="clickEffect">
                                  <p:stCondLst>
                                    <p:cond delay="0"/>
                                  </p:stCondLst>
                                  <p:childTnLst>
                                    <p:set>
                                      <p:cBhvr>
                                        <p:cTn id="103" dur="1" fill="hold">
                                          <p:stCondLst>
                                            <p:cond delay="0"/>
                                          </p:stCondLst>
                                        </p:cTn>
                                        <p:tgtEl>
                                          <p:spTgt spid="745493">
                                            <p:txEl>
                                              <p:pRg st="0" end="0"/>
                                            </p:txEl>
                                          </p:spTgt>
                                        </p:tgtEl>
                                        <p:attrNameLst>
                                          <p:attrName>style.visibility</p:attrName>
                                        </p:attrNameLst>
                                      </p:cBhvr>
                                      <p:to>
                                        <p:strVal val="visible"/>
                                      </p:to>
                                    </p:set>
                                    <p:animEffect transition="in" filter="box(out)">
                                      <p:cBhvr>
                                        <p:cTn id="104" dur="500"/>
                                        <p:tgtEl>
                                          <p:spTgt spid="745493">
                                            <p:txEl>
                                              <p:pRg st="0" end="0"/>
                                            </p:txEl>
                                          </p:spTgt>
                                        </p:tgtEl>
                                      </p:cBhvr>
                                    </p:animEffect>
                                  </p:childTnLst>
                                  <p:subTnLst>
                                    <p:audio>
                                      <p:cMediaNode>
                                        <p:cTn display="0" masterRel="sameClick">
                                          <p:stCondLst>
                                            <p:cond evt="begin" delay="0">
                                              <p:tn val="102"/>
                                            </p:cond>
                                          </p:stCondLst>
                                          <p:endCondLst>
                                            <p:cond evt="onStopAudio" delay="0">
                                              <p:tgtEl>
                                                <p:sldTgt/>
                                              </p:tgtEl>
                                            </p:cond>
                                          </p:endCondLst>
                                        </p:cTn>
                                        <p:tgtEl>
                                          <p:sndTgt r:embed="rId3" name="CAMERA.WAV"/>
                                        </p:tgtEl>
                                      </p:cMediaNode>
                                    </p:audio>
                                  </p:subTnLst>
                                </p:cTn>
                              </p:par>
                            </p:childTnLst>
                          </p:cTn>
                        </p:par>
                        <p:par>
                          <p:cTn id="105" fill="hold">
                            <p:stCondLst>
                              <p:cond delay="500"/>
                            </p:stCondLst>
                            <p:childTnLst>
                              <p:par>
                                <p:cTn id="106" presetID="18" presetClass="entr" presetSubtype="3" fill="hold" grpId="0" nodeType="afterEffect">
                                  <p:stCondLst>
                                    <p:cond delay="0"/>
                                  </p:stCondLst>
                                  <p:childTnLst>
                                    <p:set>
                                      <p:cBhvr>
                                        <p:cTn id="107" dur="1" fill="hold">
                                          <p:stCondLst>
                                            <p:cond delay="0"/>
                                          </p:stCondLst>
                                        </p:cTn>
                                        <p:tgtEl>
                                          <p:spTgt spid="745499"/>
                                        </p:tgtEl>
                                        <p:attrNameLst>
                                          <p:attrName>style.visibility</p:attrName>
                                        </p:attrNameLst>
                                      </p:cBhvr>
                                      <p:to>
                                        <p:strVal val="visible"/>
                                      </p:to>
                                    </p:set>
                                    <p:animEffect transition="in" filter="strips(upRight)">
                                      <p:cBhvr>
                                        <p:cTn id="108" dur="500"/>
                                        <p:tgtEl>
                                          <p:spTgt spid="745499"/>
                                        </p:tgtEl>
                                      </p:cBhvr>
                                    </p:animEffect>
                                  </p:childTnLst>
                                  <p:subTnLst>
                                    <p:set>
                                      <p:cBhvr override="childStyle">
                                        <p:cTn dur="1" fill="hold" display="0" masterRel="nextClick" afterEffect="1"/>
                                        <p:tgtEl>
                                          <p:spTgt spid="745499"/>
                                        </p:tgtEl>
                                        <p:attrNameLst>
                                          <p:attrName>style.visibility</p:attrName>
                                        </p:attrNameLst>
                                      </p:cBhvr>
                                      <p:to>
                                        <p:strVal val="hidden"/>
                                      </p:to>
                                    </p:set>
                                    <p:audio>
                                      <p:cMediaNode>
                                        <p:cTn display="0" masterRel="sameClick">
                                          <p:stCondLst>
                                            <p:cond evt="begin" delay="0">
                                              <p:tn val="106"/>
                                            </p:cond>
                                          </p:stCondLst>
                                          <p:endCondLst>
                                            <p:cond evt="onStopAudio" delay="0">
                                              <p:tgtEl>
                                                <p:sldTgt/>
                                              </p:tgtEl>
                                            </p:cond>
                                          </p:endCondLst>
                                        </p:cTn>
                                        <p:tgtEl>
                                          <p:sndTgt r:embed="rId4" name="chimes.wav"/>
                                        </p:tgtEl>
                                      </p:cMediaNode>
                                    </p:audio>
                                  </p:subTnLst>
                                </p:cTn>
                              </p:par>
                            </p:childTnLst>
                          </p:cTn>
                        </p:par>
                      </p:childTnLst>
                    </p:cTn>
                  </p:par>
                  <p:par>
                    <p:cTn id="109" fill="hold">
                      <p:stCondLst>
                        <p:cond delay="indefinite"/>
                      </p:stCondLst>
                      <p:childTnLst>
                        <p:par>
                          <p:cTn id="110" fill="hold">
                            <p:stCondLst>
                              <p:cond delay="0"/>
                            </p:stCondLst>
                            <p:childTnLst>
                              <p:par>
                                <p:cTn id="111" presetID="4" presetClass="entr" presetSubtype="32" fill="hold" grpId="0" nodeType="clickEffect">
                                  <p:stCondLst>
                                    <p:cond delay="0"/>
                                  </p:stCondLst>
                                  <p:childTnLst>
                                    <p:set>
                                      <p:cBhvr>
                                        <p:cTn id="112" dur="1" fill="hold">
                                          <p:stCondLst>
                                            <p:cond delay="0"/>
                                          </p:stCondLst>
                                        </p:cTn>
                                        <p:tgtEl>
                                          <p:spTgt spid="745494">
                                            <p:txEl>
                                              <p:pRg st="0" end="0"/>
                                            </p:txEl>
                                          </p:spTgt>
                                        </p:tgtEl>
                                        <p:attrNameLst>
                                          <p:attrName>style.visibility</p:attrName>
                                        </p:attrNameLst>
                                      </p:cBhvr>
                                      <p:to>
                                        <p:strVal val="visible"/>
                                      </p:to>
                                    </p:set>
                                    <p:animEffect transition="in" filter="box(out)">
                                      <p:cBhvr>
                                        <p:cTn id="113" dur="500"/>
                                        <p:tgtEl>
                                          <p:spTgt spid="745494">
                                            <p:txEl>
                                              <p:pRg st="0" end="0"/>
                                            </p:txEl>
                                          </p:spTgt>
                                        </p:tgtEl>
                                      </p:cBhvr>
                                    </p:animEffect>
                                  </p:childTnLst>
                                  <p:subTnLst>
                                    <p:audio>
                                      <p:cMediaNode>
                                        <p:cTn display="0" masterRel="sameClick">
                                          <p:stCondLst>
                                            <p:cond evt="begin" delay="0">
                                              <p:tn val="111"/>
                                            </p:cond>
                                          </p:stCondLst>
                                          <p:endCondLst>
                                            <p:cond evt="onStopAudio" delay="0">
                                              <p:tgtEl>
                                                <p:sldTgt/>
                                              </p:tgtEl>
                                            </p:cond>
                                          </p:endCondLst>
                                        </p:cTn>
                                        <p:tgtEl>
                                          <p:sndTgt r:embed="rId3" name="CAMERA.WAV"/>
                                        </p:tgtEl>
                                      </p:cMediaNode>
                                    </p:audio>
                                  </p:subTnLst>
                                </p:cTn>
                              </p:par>
                            </p:childTnLst>
                          </p:cTn>
                        </p:par>
                        <p:par>
                          <p:cTn id="114" fill="hold">
                            <p:stCondLst>
                              <p:cond delay="500"/>
                            </p:stCondLst>
                            <p:childTnLst>
                              <p:par>
                                <p:cTn id="115" presetID="18" presetClass="entr" presetSubtype="3" fill="hold" grpId="0" nodeType="afterEffect">
                                  <p:stCondLst>
                                    <p:cond delay="0"/>
                                  </p:stCondLst>
                                  <p:childTnLst>
                                    <p:set>
                                      <p:cBhvr>
                                        <p:cTn id="116" dur="1" fill="hold">
                                          <p:stCondLst>
                                            <p:cond delay="0"/>
                                          </p:stCondLst>
                                        </p:cTn>
                                        <p:tgtEl>
                                          <p:spTgt spid="745500"/>
                                        </p:tgtEl>
                                        <p:attrNameLst>
                                          <p:attrName>style.visibility</p:attrName>
                                        </p:attrNameLst>
                                      </p:cBhvr>
                                      <p:to>
                                        <p:strVal val="visible"/>
                                      </p:to>
                                    </p:set>
                                    <p:animEffect transition="in" filter="strips(upRight)">
                                      <p:cBhvr>
                                        <p:cTn id="117" dur="500"/>
                                        <p:tgtEl>
                                          <p:spTgt spid="745500"/>
                                        </p:tgtEl>
                                      </p:cBhvr>
                                    </p:animEffect>
                                  </p:childTnLst>
                                  <p:subTnLst>
                                    <p:set>
                                      <p:cBhvr override="childStyle">
                                        <p:cTn dur="1" fill="hold" display="0" masterRel="nextClick" afterEffect="1"/>
                                        <p:tgtEl>
                                          <p:spTgt spid="745500"/>
                                        </p:tgtEl>
                                        <p:attrNameLst>
                                          <p:attrName>style.visibility</p:attrName>
                                        </p:attrNameLst>
                                      </p:cBhvr>
                                      <p:to>
                                        <p:strVal val="hidden"/>
                                      </p:to>
                                    </p:set>
                                    <p:audio>
                                      <p:cMediaNode>
                                        <p:cTn display="0" masterRel="sameClick">
                                          <p:stCondLst>
                                            <p:cond evt="begin" delay="0">
                                              <p:tn val="115"/>
                                            </p:cond>
                                          </p:stCondLst>
                                          <p:endCondLst>
                                            <p:cond evt="onStopAudio" delay="0">
                                              <p:tgtEl>
                                                <p:sldTgt/>
                                              </p:tgtEl>
                                            </p:cond>
                                          </p:endCondLst>
                                        </p:cTn>
                                        <p:tgtEl>
                                          <p:sndTgt r:embed="rId4" name="chimes.wav"/>
                                        </p:tgtEl>
                                      </p:cMediaNode>
                                    </p:audio>
                                  </p:subTnLst>
                                </p:cTn>
                              </p:par>
                            </p:childTnLst>
                          </p:cTn>
                        </p:par>
                      </p:childTnLst>
                    </p:cTn>
                  </p:par>
                  <p:par>
                    <p:cTn id="118" fill="hold">
                      <p:stCondLst>
                        <p:cond delay="indefinite"/>
                      </p:stCondLst>
                      <p:childTnLst>
                        <p:par>
                          <p:cTn id="119" fill="hold">
                            <p:stCondLst>
                              <p:cond delay="0"/>
                            </p:stCondLst>
                            <p:childTnLst>
                              <p:par>
                                <p:cTn id="120" presetID="4" presetClass="entr" presetSubtype="32" fill="hold" grpId="0" nodeType="clickEffect">
                                  <p:stCondLst>
                                    <p:cond delay="0"/>
                                  </p:stCondLst>
                                  <p:childTnLst>
                                    <p:set>
                                      <p:cBhvr>
                                        <p:cTn id="121" dur="1" fill="hold">
                                          <p:stCondLst>
                                            <p:cond delay="0"/>
                                          </p:stCondLst>
                                        </p:cTn>
                                        <p:tgtEl>
                                          <p:spTgt spid="745495">
                                            <p:txEl>
                                              <p:pRg st="0" end="0"/>
                                            </p:txEl>
                                          </p:spTgt>
                                        </p:tgtEl>
                                        <p:attrNameLst>
                                          <p:attrName>style.visibility</p:attrName>
                                        </p:attrNameLst>
                                      </p:cBhvr>
                                      <p:to>
                                        <p:strVal val="visible"/>
                                      </p:to>
                                    </p:set>
                                    <p:animEffect transition="in" filter="box(out)">
                                      <p:cBhvr>
                                        <p:cTn id="122" dur="500"/>
                                        <p:tgtEl>
                                          <p:spTgt spid="745495">
                                            <p:txEl>
                                              <p:pRg st="0" end="0"/>
                                            </p:txEl>
                                          </p:spTgt>
                                        </p:tgtEl>
                                      </p:cBhvr>
                                    </p:animEffect>
                                  </p:childTnLst>
                                  <p:subTnLst>
                                    <p:audio>
                                      <p:cMediaNode>
                                        <p:cTn display="0" masterRel="sameClick">
                                          <p:stCondLst>
                                            <p:cond evt="begin" delay="0">
                                              <p:tn val="120"/>
                                            </p:cond>
                                          </p:stCondLst>
                                          <p:endCondLst>
                                            <p:cond evt="onStopAudio" delay="0">
                                              <p:tgtEl>
                                                <p:sldTgt/>
                                              </p:tgtEl>
                                            </p:cond>
                                          </p:endCondLst>
                                        </p:cTn>
                                        <p:tgtEl>
                                          <p:sndTgt r:embed="rId3" name="CAMERA.WAV"/>
                                        </p:tgtEl>
                                      </p:cMediaNode>
                                    </p:audio>
                                  </p:subTnLst>
                                </p:cTn>
                              </p:par>
                            </p:childTnLst>
                          </p:cTn>
                        </p:par>
                        <p:par>
                          <p:cTn id="123" fill="hold">
                            <p:stCondLst>
                              <p:cond delay="500"/>
                            </p:stCondLst>
                            <p:childTnLst>
                              <p:par>
                                <p:cTn id="124" presetID="18" presetClass="entr" presetSubtype="6" fill="hold" grpId="0" nodeType="afterEffect">
                                  <p:stCondLst>
                                    <p:cond delay="0"/>
                                  </p:stCondLst>
                                  <p:childTnLst>
                                    <p:set>
                                      <p:cBhvr>
                                        <p:cTn id="125" dur="1" fill="hold">
                                          <p:stCondLst>
                                            <p:cond delay="0"/>
                                          </p:stCondLst>
                                        </p:cTn>
                                        <p:tgtEl>
                                          <p:spTgt spid="745501"/>
                                        </p:tgtEl>
                                        <p:attrNameLst>
                                          <p:attrName>style.visibility</p:attrName>
                                        </p:attrNameLst>
                                      </p:cBhvr>
                                      <p:to>
                                        <p:strVal val="visible"/>
                                      </p:to>
                                    </p:set>
                                    <p:animEffect transition="in" filter="strips(downRight)">
                                      <p:cBhvr>
                                        <p:cTn id="126" dur="500"/>
                                        <p:tgtEl>
                                          <p:spTgt spid="745501"/>
                                        </p:tgtEl>
                                      </p:cBhvr>
                                    </p:animEffect>
                                  </p:childTnLst>
                                  <p:subTnLst>
                                    <p:set>
                                      <p:cBhvr override="childStyle">
                                        <p:cTn dur="1" fill="hold" display="0" masterRel="nextClick" afterEffect="1"/>
                                        <p:tgtEl>
                                          <p:spTgt spid="745501"/>
                                        </p:tgtEl>
                                        <p:attrNameLst>
                                          <p:attrName>style.visibility</p:attrName>
                                        </p:attrNameLst>
                                      </p:cBhvr>
                                      <p:to>
                                        <p:strVal val="hidden"/>
                                      </p:to>
                                    </p:set>
                                    <p:audio>
                                      <p:cMediaNode>
                                        <p:cTn display="0" masterRel="sameClick">
                                          <p:stCondLst>
                                            <p:cond evt="begin" delay="0">
                                              <p:tn val="124"/>
                                            </p:cond>
                                          </p:stCondLst>
                                          <p:endCondLst>
                                            <p:cond evt="onStopAudio" delay="0">
                                              <p:tgtEl>
                                                <p:sldTgt/>
                                              </p:tgtEl>
                                            </p:cond>
                                          </p:endCondLst>
                                        </p:cTn>
                                        <p:tgtEl>
                                          <p:sndTgt r:embed="rId4" name="chimes.wav"/>
                                        </p:tgtEl>
                                      </p:cMediaNode>
                                    </p:audio>
                                  </p:subTnLst>
                                </p:cTn>
                              </p:par>
                            </p:childTnLst>
                          </p:cTn>
                        </p:par>
                      </p:childTnLst>
                    </p:cTn>
                  </p:par>
                  <p:par>
                    <p:cTn id="127" fill="hold">
                      <p:stCondLst>
                        <p:cond delay="indefinite"/>
                      </p:stCondLst>
                      <p:childTnLst>
                        <p:par>
                          <p:cTn id="128" fill="hold">
                            <p:stCondLst>
                              <p:cond delay="0"/>
                            </p:stCondLst>
                            <p:childTnLst>
                              <p:par>
                                <p:cTn id="129" presetID="4" presetClass="entr" presetSubtype="32" fill="hold" grpId="0" nodeType="clickEffect">
                                  <p:stCondLst>
                                    <p:cond delay="0"/>
                                  </p:stCondLst>
                                  <p:childTnLst>
                                    <p:set>
                                      <p:cBhvr>
                                        <p:cTn id="130" dur="1" fill="hold">
                                          <p:stCondLst>
                                            <p:cond delay="0"/>
                                          </p:stCondLst>
                                        </p:cTn>
                                        <p:tgtEl>
                                          <p:spTgt spid="745497">
                                            <p:txEl>
                                              <p:pRg st="0" end="0"/>
                                            </p:txEl>
                                          </p:spTgt>
                                        </p:tgtEl>
                                        <p:attrNameLst>
                                          <p:attrName>style.visibility</p:attrName>
                                        </p:attrNameLst>
                                      </p:cBhvr>
                                      <p:to>
                                        <p:strVal val="visible"/>
                                      </p:to>
                                    </p:set>
                                    <p:animEffect transition="in" filter="box(out)">
                                      <p:cBhvr>
                                        <p:cTn id="131" dur="500"/>
                                        <p:tgtEl>
                                          <p:spTgt spid="745497">
                                            <p:txEl>
                                              <p:pRg st="0" end="0"/>
                                            </p:txEl>
                                          </p:spTgt>
                                        </p:tgtEl>
                                      </p:cBhvr>
                                    </p:animEffect>
                                  </p:childTnLst>
                                  <p:subTnLst>
                                    <p:audio>
                                      <p:cMediaNode>
                                        <p:cTn display="0" masterRel="sameClick">
                                          <p:stCondLst>
                                            <p:cond evt="begin" delay="0">
                                              <p:tn val="129"/>
                                            </p:cond>
                                          </p:stCondLst>
                                          <p:endCondLst>
                                            <p:cond evt="onStopAudio" delay="0">
                                              <p:tgtEl>
                                                <p:sldTgt/>
                                              </p:tgtEl>
                                            </p:cond>
                                          </p:endCondLst>
                                        </p:cTn>
                                        <p:tgtEl>
                                          <p:sndTgt r:embed="rId3" name="CAMERA.WAV"/>
                                        </p:tgtEl>
                                      </p:cMediaNode>
                                    </p:audio>
                                  </p:subTnLst>
                                </p:cTn>
                              </p:par>
                            </p:childTnLst>
                          </p:cTn>
                        </p:par>
                        <p:par>
                          <p:cTn id="132" fill="hold">
                            <p:stCondLst>
                              <p:cond delay="500"/>
                            </p:stCondLst>
                            <p:childTnLst>
                              <p:par>
                                <p:cTn id="133" presetID="18" presetClass="entr" presetSubtype="6" fill="hold" grpId="0" nodeType="afterEffect">
                                  <p:stCondLst>
                                    <p:cond delay="0"/>
                                  </p:stCondLst>
                                  <p:childTnLst>
                                    <p:set>
                                      <p:cBhvr>
                                        <p:cTn id="134" dur="1" fill="hold">
                                          <p:stCondLst>
                                            <p:cond delay="0"/>
                                          </p:stCondLst>
                                        </p:cTn>
                                        <p:tgtEl>
                                          <p:spTgt spid="745502"/>
                                        </p:tgtEl>
                                        <p:attrNameLst>
                                          <p:attrName>style.visibility</p:attrName>
                                        </p:attrNameLst>
                                      </p:cBhvr>
                                      <p:to>
                                        <p:strVal val="visible"/>
                                      </p:to>
                                    </p:set>
                                    <p:animEffect transition="in" filter="strips(downRight)">
                                      <p:cBhvr>
                                        <p:cTn id="135" dur="500"/>
                                        <p:tgtEl>
                                          <p:spTgt spid="745502"/>
                                        </p:tgtEl>
                                      </p:cBhvr>
                                    </p:animEffect>
                                  </p:childTnLst>
                                  <p:subTnLst>
                                    <p:set>
                                      <p:cBhvr override="childStyle">
                                        <p:cTn dur="1" fill="hold" display="0" masterRel="nextClick" afterEffect="1"/>
                                        <p:tgtEl>
                                          <p:spTgt spid="745502"/>
                                        </p:tgtEl>
                                        <p:attrNameLst>
                                          <p:attrName>style.visibility</p:attrName>
                                        </p:attrNameLst>
                                      </p:cBhvr>
                                      <p:to>
                                        <p:strVal val="hidden"/>
                                      </p:to>
                                    </p:set>
                                    <p:audio>
                                      <p:cMediaNode>
                                        <p:cTn display="0" masterRel="sameClick">
                                          <p:stCondLst>
                                            <p:cond evt="begin" delay="0">
                                              <p:tn val="133"/>
                                            </p:cond>
                                          </p:stCondLst>
                                          <p:endCondLst>
                                            <p:cond evt="onStopAudio" delay="0">
                                              <p:tgtEl>
                                                <p:sldTgt/>
                                              </p:tgtEl>
                                            </p:cond>
                                          </p:endCondLst>
                                        </p:cTn>
                                        <p:tgtEl>
                                          <p:sndTgt r:embed="rId4" name="chimes.wav"/>
                                        </p:tgtEl>
                                      </p:cMediaNode>
                                    </p:audio>
                                  </p:subTnLst>
                                </p:cTn>
                              </p:par>
                            </p:childTnLst>
                          </p:cTn>
                        </p:par>
                      </p:childTnLst>
                    </p:cTn>
                  </p:par>
                  <p:par>
                    <p:cTn id="136" fill="hold">
                      <p:stCondLst>
                        <p:cond delay="indefinite"/>
                      </p:stCondLst>
                      <p:childTnLst>
                        <p:par>
                          <p:cTn id="137" fill="hold">
                            <p:stCondLst>
                              <p:cond delay="0"/>
                            </p:stCondLst>
                            <p:childTnLst>
                              <p:par>
                                <p:cTn id="138" presetID="4" presetClass="entr" presetSubtype="32" fill="hold" grpId="0" nodeType="clickEffect">
                                  <p:stCondLst>
                                    <p:cond delay="0"/>
                                  </p:stCondLst>
                                  <p:childTnLst>
                                    <p:set>
                                      <p:cBhvr>
                                        <p:cTn id="139" dur="1" fill="hold">
                                          <p:stCondLst>
                                            <p:cond delay="0"/>
                                          </p:stCondLst>
                                        </p:cTn>
                                        <p:tgtEl>
                                          <p:spTgt spid="745496">
                                            <p:txEl>
                                              <p:pRg st="0" end="0"/>
                                            </p:txEl>
                                          </p:spTgt>
                                        </p:tgtEl>
                                        <p:attrNameLst>
                                          <p:attrName>style.visibility</p:attrName>
                                        </p:attrNameLst>
                                      </p:cBhvr>
                                      <p:to>
                                        <p:strVal val="visible"/>
                                      </p:to>
                                    </p:set>
                                    <p:animEffect transition="in" filter="box(out)">
                                      <p:cBhvr>
                                        <p:cTn id="140" dur="500"/>
                                        <p:tgtEl>
                                          <p:spTgt spid="745496">
                                            <p:txEl>
                                              <p:pRg st="0" end="0"/>
                                            </p:txEl>
                                          </p:spTgt>
                                        </p:tgtEl>
                                      </p:cBhvr>
                                    </p:animEffect>
                                  </p:childTnLst>
                                  <p:subTnLst>
                                    <p:audio>
                                      <p:cMediaNode>
                                        <p:cTn display="0" masterRel="sameClick">
                                          <p:stCondLst>
                                            <p:cond evt="begin" delay="0">
                                              <p:tn val="138"/>
                                            </p:cond>
                                          </p:stCondLst>
                                          <p:endCondLst>
                                            <p:cond evt="onStopAudio" delay="0">
                                              <p:tgtEl>
                                                <p:sldTgt/>
                                              </p:tgtEl>
                                            </p:cond>
                                          </p:endCondLst>
                                        </p:cTn>
                                        <p:tgtEl>
                                          <p:sndTgt r:embed="rId3" name="CAMERA.WAV"/>
                                        </p:tgtEl>
                                      </p:cMediaNode>
                                    </p:audio>
                                  </p:subTnLst>
                                </p:cTn>
                              </p:par>
                            </p:childTnLst>
                          </p:cTn>
                        </p:par>
                        <p:par>
                          <p:cTn id="141" fill="hold">
                            <p:stCondLst>
                              <p:cond delay="500"/>
                            </p:stCondLst>
                            <p:childTnLst>
                              <p:par>
                                <p:cTn id="142" presetID="18" presetClass="entr" presetSubtype="3" fill="hold" grpId="0" nodeType="afterEffect">
                                  <p:stCondLst>
                                    <p:cond delay="0"/>
                                  </p:stCondLst>
                                  <p:childTnLst>
                                    <p:set>
                                      <p:cBhvr>
                                        <p:cTn id="143" dur="1" fill="hold">
                                          <p:stCondLst>
                                            <p:cond delay="0"/>
                                          </p:stCondLst>
                                        </p:cTn>
                                        <p:tgtEl>
                                          <p:spTgt spid="745504"/>
                                        </p:tgtEl>
                                        <p:attrNameLst>
                                          <p:attrName>style.visibility</p:attrName>
                                        </p:attrNameLst>
                                      </p:cBhvr>
                                      <p:to>
                                        <p:strVal val="visible"/>
                                      </p:to>
                                    </p:set>
                                    <p:animEffect transition="in" filter="strips(upRight)">
                                      <p:cBhvr>
                                        <p:cTn id="144" dur="500"/>
                                        <p:tgtEl>
                                          <p:spTgt spid="745504"/>
                                        </p:tgtEl>
                                      </p:cBhvr>
                                    </p:animEffect>
                                  </p:childTnLst>
                                  <p:subTnLst>
                                    <p:set>
                                      <p:cBhvr override="childStyle">
                                        <p:cTn dur="1" fill="hold" display="0" masterRel="nextClick" afterEffect="1"/>
                                        <p:tgtEl>
                                          <p:spTgt spid="745504"/>
                                        </p:tgtEl>
                                        <p:attrNameLst>
                                          <p:attrName>style.visibility</p:attrName>
                                        </p:attrNameLst>
                                      </p:cBhvr>
                                      <p:to>
                                        <p:strVal val="hidden"/>
                                      </p:to>
                                    </p:set>
                                    <p:audio>
                                      <p:cMediaNode>
                                        <p:cTn display="0" masterRel="sameClick">
                                          <p:stCondLst>
                                            <p:cond evt="begin" delay="0">
                                              <p:tn val="142"/>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5490" grpId="0" animBg="1"/>
      <p:bldP spid="745491" grpId="0" animBg="1" autoUpdateAnimBg="0"/>
      <p:bldP spid="745495" grpId="0" build="p" autoUpdateAnimBg="0"/>
      <p:bldP spid="745492" grpId="0" build="p" autoUpdateAnimBg="0"/>
      <p:bldP spid="745493" grpId="0" build="p" autoUpdateAnimBg="0"/>
      <p:bldP spid="745497" grpId="0" build="p" autoUpdateAnimBg="0"/>
      <p:bldP spid="745496" grpId="0" build="p" autoUpdateAnimBg="0"/>
      <p:bldP spid="745498" grpId="0" animBg="1"/>
      <p:bldP spid="745499" grpId="0" animBg="1"/>
      <p:bldP spid="745494" grpId="0" build="p" autoUpdateAnimBg="0"/>
      <p:bldP spid="745500" grpId="0" animBg="1"/>
      <p:bldP spid="745501" grpId="0" animBg="1"/>
      <p:bldP spid="745504" grpId="0" animBg="1"/>
      <p:bldP spid="745502"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Rectangle 2">
            <a:extLst>
              <a:ext uri="{FF2B5EF4-FFF2-40B4-BE49-F238E27FC236}">
                <a16:creationId xmlns:a16="http://schemas.microsoft.com/office/drawing/2014/main" id="{04AF1788-C328-471F-BFEB-860A87D46449}"/>
              </a:ext>
            </a:extLst>
          </p:cNvPr>
          <p:cNvSpPr txBox="1">
            <a:spLocks noChangeArrowheads="1"/>
          </p:cNvSpPr>
          <p:nvPr/>
        </p:nvSpPr>
        <p:spPr>
          <a:xfrm>
            <a:off x="4836991" y="2552919"/>
            <a:ext cx="8664575" cy="1614435"/>
          </a:xfrm>
          <a:prstGeom prst="rect">
            <a:avLst/>
          </a:prstGeom>
          <a:scene3d>
            <a:camera prst="orthographicFront"/>
            <a:lightRig rig="morning" dir="t"/>
          </a:scene3d>
          <a:sp3d prstMaterial="dkEdge">
            <a:bevelT w="0" h="0"/>
          </a:sp3d>
        </p:spPr>
        <p:txBody>
          <a:bodyPr>
            <a:sp3d prstMaterial="softEdge">
              <a:bevelB w="57150" h="38100" prst="hardEdge"/>
            </a:sp3d>
          </a:bodyPr>
          <a:lst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a:lstStyle>
          <a:p>
            <a:pPr marL="914400" lvl="2" indent="0">
              <a:lnSpc>
                <a:spcPct val="90000"/>
              </a:lnSpc>
              <a:buNone/>
            </a:pPr>
            <a:r>
              <a:rPr lang="zh-CN" altLang="en-US" kern="0" dirty="0">
                <a:solidFill>
                  <a:srgbClr val="CC0000"/>
                </a:solidFill>
                <a:effectLst/>
                <a:ea typeface="楷体" pitchFamily="49" charset="-122"/>
              </a:rPr>
              <a:t>整型常量</a:t>
            </a:r>
            <a:r>
              <a:rPr lang="en-US" altLang="zh-CN" kern="0" dirty="0">
                <a:solidFill>
                  <a:srgbClr val="CC0000"/>
                </a:solidFill>
                <a:effectLst/>
                <a:ea typeface="楷体" pitchFamily="49" charset="-122"/>
              </a:rPr>
              <a:t>:</a:t>
            </a:r>
            <a:r>
              <a:rPr lang="en-US" altLang="zh-CN" kern="0" dirty="0">
                <a:solidFill>
                  <a:srgbClr val="FF00FF"/>
                </a:solidFill>
                <a:effectLst/>
                <a:ea typeface="楷体" pitchFamily="49" charset="-122"/>
              </a:rPr>
              <a:t>      </a:t>
            </a:r>
            <a:r>
              <a:rPr lang="en-US" altLang="zh-CN" kern="0" dirty="0">
                <a:effectLst/>
                <a:ea typeface="楷体" pitchFamily="49" charset="-122"/>
              </a:rPr>
              <a:t>10</a:t>
            </a:r>
            <a:r>
              <a:rPr lang="zh-CN" altLang="en-US" kern="0" dirty="0">
                <a:effectLst/>
                <a:ea typeface="楷体" pitchFamily="49" charset="-122"/>
              </a:rPr>
              <a:t>、</a:t>
            </a:r>
            <a:r>
              <a:rPr lang="en-US" altLang="zh-CN" kern="0" dirty="0">
                <a:effectLst/>
                <a:ea typeface="楷体" pitchFamily="49" charset="-122"/>
              </a:rPr>
              <a:t>15</a:t>
            </a:r>
            <a:r>
              <a:rPr lang="zh-CN" altLang="en-US" kern="0" dirty="0">
                <a:effectLst/>
                <a:ea typeface="楷体" pitchFamily="49" charset="-122"/>
              </a:rPr>
              <a:t>、</a:t>
            </a:r>
            <a:r>
              <a:rPr lang="en-US" altLang="zh-CN" kern="0" dirty="0">
                <a:effectLst/>
                <a:ea typeface="楷体" pitchFamily="49" charset="-122"/>
              </a:rPr>
              <a:t>-10</a:t>
            </a:r>
            <a:r>
              <a:rPr lang="zh-CN" altLang="en-US" kern="0" dirty="0">
                <a:effectLst/>
                <a:ea typeface="楷体" pitchFamily="49" charset="-122"/>
              </a:rPr>
              <a:t>、</a:t>
            </a:r>
            <a:r>
              <a:rPr lang="en-US" altLang="zh-CN" kern="0" dirty="0">
                <a:effectLst/>
                <a:ea typeface="楷体" pitchFamily="49" charset="-122"/>
              </a:rPr>
              <a:t>-30</a:t>
            </a:r>
          </a:p>
          <a:p>
            <a:pPr marL="914400" lvl="2" indent="0">
              <a:lnSpc>
                <a:spcPct val="90000"/>
              </a:lnSpc>
              <a:buNone/>
            </a:pPr>
            <a:r>
              <a:rPr lang="zh-CN" altLang="en-US" kern="0" dirty="0">
                <a:solidFill>
                  <a:srgbClr val="CC0000"/>
                </a:solidFill>
                <a:effectLst/>
                <a:ea typeface="楷体" pitchFamily="49" charset="-122"/>
              </a:rPr>
              <a:t>实型常量：    </a:t>
            </a:r>
            <a:r>
              <a:rPr lang="en-US" altLang="zh-CN" kern="0" dirty="0">
                <a:effectLst/>
                <a:ea typeface="楷体" pitchFamily="49" charset="-122"/>
              </a:rPr>
              <a:t>12.5</a:t>
            </a:r>
            <a:r>
              <a:rPr lang="zh-CN" altLang="en-US" kern="0" dirty="0">
                <a:effectLst/>
                <a:ea typeface="楷体" pitchFamily="49" charset="-122"/>
              </a:rPr>
              <a:t>、 </a:t>
            </a:r>
            <a:r>
              <a:rPr lang="en-US" altLang="zh-CN" kern="0" dirty="0">
                <a:effectLst/>
                <a:ea typeface="楷体" pitchFamily="49" charset="-122"/>
              </a:rPr>
              <a:t>30.0</a:t>
            </a:r>
            <a:r>
              <a:rPr lang="zh-CN" altLang="en-US" kern="0" dirty="0">
                <a:effectLst/>
                <a:ea typeface="楷体" pitchFamily="49" charset="-122"/>
              </a:rPr>
              <a:t>、</a:t>
            </a:r>
            <a:r>
              <a:rPr lang="en-US" altLang="zh-CN" kern="0" dirty="0">
                <a:effectLst/>
                <a:ea typeface="楷体" pitchFamily="49" charset="-122"/>
              </a:rPr>
              <a:t>-1.5</a:t>
            </a:r>
          </a:p>
          <a:p>
            <a:pPr marL="914400" lvl="2" indent="0">
              <a:lnSpc>
                <a:spcPct val="90000"/>
              </a:lnSpc>
              <a:buNone/>
            </a:pPr>
            <a:r>
              <a:rPr lang="zh-CN" altLang="en-US" kern="0" dirty="0">
                <a:solidFill>
                  <a:srgbClr val="CC0000"/>
                </a:solidFill>
                <a:effectLst/>
                <a:ea typeface="楷体" pitchFamily="49" charset="-122"/>
              </a:rPr>
              <a:t>字符常量</a:t>
            </a:r>
            <a:r>
              <a:rPr lang="en-US" altLang="zh-CN" kern="0" dirty="0">
                <a:solidFill>
                  <a:srgbClr val="CC0000"/>
                </a:solidFill>
                <a:effectLst/>
                <a:ea typeface="楷体" pitchFamily="49" charset="-122"/>
              </a:rPr>
              <a:t>:</a:t>
            </a:r>
            <a:r>
              <a:rPr lang="en-US" altLang="zh-CN" kern="0" dirty="0">
                <a:solidFill>
                  <a:srgbClr val="FF00FF"/>
                </a:solidFill>
                <a:effectLst/>
                <a:ea typeface="楷体" pitchFamily="49" charset="-122"/>
              </a:rPr>
              <a:t>      </a:t>
            </a:r>
            <a:r>
              <a:rPr lang="en-US" altLang="zh-CN" kern="0" dirty="0">
                <a:effectLst/>
                <a:ea typeface="楷体" pitchFamily="49" charset="-122"/>
              </a:rPr>
              <a:t>'A'</a:t>
            </a:r>
            <a:r>
              <a:rPr lang="zh-CN" altLang="en-US" kern="0" dirty="0">
                <a:effectLst/>
                <a:ea typeface="楷体" pitchFamily="49" charset="-122"/>
              </a:rPr>
              <a:t>、</a:t>
            </a:r>
            <a:r>
              <a:rPr lang="en-US" altLang="zh-CN" kern="0" dirty="0">
                <a:effectLst/>
                <a:ea typeface="楷体" pitchFamily="49" charset="-122"/>
              </a:rPr>
              <a:t>'b'</a:t>
            </a:r>
            <a:r>
              <a:rPr lang="zh-CN" altLang="en-US" kern="0" dirty="0">
                <a:effectLst/>
                <a:ea typeface="楷体" pitchFamily="49" charset="-122"/>
              </a:rPr>
              <a:t>、</a:t>
            </a:r>
            <a:r>
              <a:rPr lang="en-US" altLang="zh-CN" kern="0" dirty="0">
                <a:effectLst/>
                <a:ea typeface="楷体" pitchFamily="49" charset="-122"/>
              </a:rPr>
              <a:t>'c'</a:t>
            </a:r>
          </a:p>
          <a:p>
            <a:pPr marL="914400" lvl="2" indent="0">
              <a:lnSpc>
                <a:spcPct val="90000"/>
              </a:lnSpc>
              <a:buNone/>
            </a:pPr>
            <a:r>
              <a:rPr lang="zh-CN" altLang="en-US" kern="0" dirty="0">
                <a:solidFill>
                  <a:srgbClr val="CC0000"/>
                </a:solidFill>
                <a:effectLst/>
                <a:ea typeface="楷体" pitchFamily="49" charset="-122"/>
              </a:rPr>
              <a:t>字符串常量</a:t>
            </a:r>
            <a:r>
              <a:rPr lang="en-US" altLang="zh-CN" kern="0" dirty="0">
                <a:solidFill>
                  <a:srgbClr val="CC0000"/>
                </a:solidFill>
                <a:effectLst/>
                <a:ea typeface="楷体" pitchFamily="49" charset="-122"/>
              </a:rPr>
              <a:t>:</a:t>
            </a:r>
            <a:r>
              <a:rPr lang="en-US" altLang="zh-CN" kern="0" dirty="0">
                <a:solidFill>
                  <a:srgbClr val="FF00FF"/>
                </a:solidFill>
                <a:effectLst/>
                <a:ea typeface="楷体" pitchFamily="49" charset="-122"/>
              </a:rPr>
              <a:t>  </a:t>
            </a:r>
            <a:r>
              <a:rPr lang="en-US" altLang="zh-CN" kern="0" dirty="0">
                <a:effectLst/>
                <a:ea typeface="楷体" pitchFamily="49" charset="-122"/>
              </a:rPr>
              <a:t>"sum"</a:t>
            </a:r>
            <a:r>
              <a:rPr lang="zh-CN" altLang="en-US" kern="0" dirty="0">
                <a:effectLst/>
                <a:ea typeface="楷体" pitchFamily="49" charset="-122"/>
              </a:rPr>
              <a:t>、</a:t>
            </a:r>
            <a:r>
              <a:rPr lang="en-US" altLang="zh-CN" kern="0" dirty="0">
                <a:effectLst/>
                <a:ea typeface="楷体" pitchFamily="49" charset="-122"/>
              </a:rPr>
              <a:t>"A"</a:t>
            </a:r>
            <a:r>
              <a:rPr lang="zh-CN" altLang="en-US" kern="0" dirty="0">
                <a:effectLst/>
                <a:ea typeface="楷体" pitchFamily="49" charset="-122"/>
              </a:rPr>
              <a:t>、</a:t>
            </a:r>
            <a:r>
              <a:rPr lang="en-US" altLang="zh-CN" kern="0" dirty="0">
                <a:effectLst/>
                <a:ea typeface="楷体" pitchFamily="49" charset="-122"/>
              </a:rPr>
              <a:t>"123"</a:t>
            </a:r>
          </a:p>
        </p:txBody>
      </p:sp>
      <p:sp>
        <p:nvSpPr>
          <p:cNvPr id="13" name="TextBox 20">
            <a:extLst>
              <a:ext uri="{FF2B5EF4-FFF2-40B4-BE49-F238E27FC236}">
                <a16:creationId xmlns:a16="http://schemas.microsoft.com/office/drawing/2014/main" id="{6E493C3A-BDE3-403E-A383-DD153BCBBAD9}"/>
              </a:ext>
            </a:extLst>
          </p:cNvPr>
          <p:cNvSpPr txBox="1"/>
          <p:nvPr/>
        </p:nvSpPr>
        <p:spPr>
          <a:xfrm>
            <a:off x="796068" y="3645024"/>
            <a:ext cx="2882111" cy="461665"/>
          </a:xfrm>
          <a:prstGeom prst="rect">
            <a:avLst/>
          </a:prstGeom>
          <a:noFill/>
          <a:effectLst/>
        </p:spPr>
        <p:txBody>
          <a:bodyPr wrap="square" rtlCol="0">
            <a:spAutoFit/>
          </a:bodyPr>
          <a:lstStyle/>
          <a:p>
            <a:pPr marL="800100" lvl="2" indent="-342900">
              <a:buFont typeface="Wingdings" panose="05000000000000000000" pitchFamily="2" charset="2"/>
              <a:buChar char="l"/>
            </a:pPr>
            <a:r>
              <a:rPr lang="zh-CN" altLang="en-US" b="1" dirty="0">
                <a:solidFill>
                  <a:srgbClr val="C01920"/>
                </a:solidFill>
                <a:latin typeface="楷体" panose="02010609060101010101" pitchFamily="49" charset="-122"/>
                <a:ea typeface="楷体" panose="02010609060101010101" pitchFamily="49" charset="-122"/>
              </a:rPr>
              <a:t>常量的分类</a:t>
            </a:r>
            <a:endParaRPr lang="en-US" altLang="zh-CN" b="1" dirty="0">
              <a:solidFill>
                <a:srgbClr val="C01920"/>
              </a:solidFill>
              <a:latin typeface="楷体" panose="02010609060101010101" pitchFamily="49" charset="-122"/>
              <a:ea typeface="楷体" panose="02010609060101010101" pitchFamily="49" charset="-122"/>
            </a:endParaRPr>
          </a:p>
        </p:txBody>
      </p:sp>
      <p:sp>
        <p:nvSpPr>
          <p:cNvPr id="2" name="文本框 1">
            <a:extLst>
              <a:ext uri="{FF2B5EF4-FFF2-40B4-BE49-F238E27FC236}">
                <a16:creationId xmlns:a16="http://schemas.microsoft.com/office/drawing/2014/main" id="{F4CC478C-1831-403D-B272-7A971A128780}"/>
              </a:ext>
            </a:extLst>
          </p:cNvPr>
          <p:cNvSpPr txBox="1"/>
          <p:nvPr/>
        </p:nvSpPr>
        <p:spPr>
          <a:xfrm>
            <a:off x="3937970" y="2851972"/>
            <a:ext cx="1728192" cy="830997"/>
          </a:xfrm>
          <a:prstGeom prst="rect">
            <a:avLst/>
          </a:prstGeom>
          <a:noFill/>
        </p:spPr>
        <p:txBody>
          <a:bodyPr wrap="square" rtlCol="0">
            <a:spAutoFit/>
          </a:bodyPr>
          <a:lstStyle/>
          <a:p>
            <a:pPr algn="ctr"/>
            <a:r>
              <a:rPr lang="zh-CN" altLang="en-US" b="1" dirty="0">
                <a:latin typeface="楷体" panose="02010609060101010101" pitchFamily="49" charset="-122"/>
                <a:ea typeface="楷体" panose="02010609060101010101" pitchFamily="49" charset="-122"/>
              </a:rPr>
              <a:t>直接常量</a:t>
            </a:r>
            <a:endParaRPr lang="en-US" altLang="zh-CN" b="1" dirty="0">
              <a:latin typeface="楷体" panose="02010609060101010101" pitchFamily="49" charset="-122"/>
              <a:ea typeface="楷体" panose="02010609060101010101" pitchFamily="49" charset="-122"/>
            </a:endParaRPr>
          </a:p>
          <a:p>
            <a:pPr algn="ctr"/>
            <a:r>
              <a:rPr lang="zh-CN" altLang="en-US" b="1" dirty="0">
                <a:latin typeface="楷体" panose="02010609060101010101" pitchFamily="49" charset="-122"/>
                <a:ea typeface="楷体" panose="02010609060101010101" pitchFamily="49" charset="-122"/>
              </a:rPr>
              <a:t>（值常量）</a:t>
            </a:r>
          </a:p>
        </p:txBody>
      </p:sp>
      <p:sp>
        <p:nvSpPr>
          <p:cNvPr id="15" name="文本框 14">
            <a:extLst>
              <a:ext uri="{FF2B5EF4-FFF2-40B4-BE49-F238E27FC236}">
                <a16:creationId xmlns:a16="http://schemas.microsoft.com/office/drawing/2014/main" id="{68A10F16-8714-408C-9A29-C9531FF34A44}"/>
              </a:ext>
            </a:extLst>
          </p:cNvPr>
          <p:cNvSpPr txBox="1"/>
          <p:nvPr/>
        </p:nvSpPr>
        <p:spPr>
          <a:xfrm>
            <a:off x="3892114" y="4378010"/>
            <a:ext cx="1728192" cy="461665"/>
          </a:xfrm>
          <a:prstGeom prst="rect">
            <a:avLst/>
          </a:prstGeom>
          <a:noFill/>
        </p:spPr>
        <p:txBody>
          <a:bodyPr wrap="square" rtlCol="0">
            <a:spAutoFit/>
          </a:bodyPr>
          <a:lstStyle/>
          <a:p>
            <a:pPr algn="ctr"/>
            <a:r>
              <a:rPr lang="zh-CN" altLang="en-US" b="1" dirty="0">
                <a:latin typeface="楷体" panose="02010609060101010101" pitchFamily="49" charset="-122"/>
                <a:ea typeface="楷体" panose="02010609060101010101" pitchFamily="49" charset="-122"/>
              </a:rPr>
              <a:t>符号常量</a:t>
            </a:r>
          </a:p>
        </p:txBody>
      </p:sp>
      <p:sp>
        <p:nvSpPr>
          <p:cNvPr id="17" name="AutoShape 7">
            <a:extLst>
              <a:ext uri="{FF2B5EF4-FFF2-40B4-BE49-F238E27FC236}">
                <a16:creationId xmlns:a16="http://schemas.microsoft.com/office/drawing/2014/main" id="{82499017-3D8B-4503-A17B-5EB846F5CAA8}"/>
              </a:ext>
            </a:extLst>
          </p:cNvPr>
          <p:cNvSpPr>
            <a:spLocks/>
          </p:cNvSpPr>
          <p:nvPr/>
        </p:nvSpPr>
        <p:spPr bwMode="auto">
          <a:xfrm>
            <a:off x="3809064" y="2851972"/>
            <a:ext cx="163831" cy="2146656"/>
          </a:xfrm>
          <a:prstGeom prst="leftBrace">
            <a:avLst>
              <a:gd name="adj1" fmla="val 124479"/>
              <a:gd name="adj2" fmla="val 50000"/>
            </a:avLst>
          </a:prstGeom>
          <a:noFill/>
          <a:ln w="25400">
            <a:solidFill>
              <a:schemeClr val="tx1"/>
            </a:solidFill>
            <a:round/>
            <a:headEnd/>
            <a:tailEnd/>
          </a:ln>
          <a:effectLst/>
        </p:spPr>
        <p:txBody>
          <a:bodyPr wrap="none" anchor="ctr">
            <a:scene3d>
              <a:camera prst="orthographicFront"/>
              <a:lightRig rig="threePt" dir="t"/>
            </a:scene3d>
            <a:sp3d extrusionH="57150">
              <a:bevelT w="57150" h="38100" prst="hardEdge"/>
            </a:sp3d>
          </a:bodyPr>
          <a:lstStyle/>
          <a:p>
            <a:pPr algn="ctr"/>
            <a:endParaRPr lang="zh-CN" altLang="zh-CN" b="1">
              <a:effectLst>
                <a:outerShdw blurRad="38100" dist="38100" dir="2700000" algn="tl">
                  <a:srgbClr val="FFFFFF"/>
                </a:outerShdw>
              </a:effectLst>
              <a:latin typeface="+mn-lt"/>
              <a:ea typeface="楷体" pitchFamily="49" charset="-122"/>
            </a:endParaRPr>
          </a:p>
        </p:txBody>
      </p:sp>
      <p:sp>
        <p:nvSpPr>
          <p:cNvPr id="18" name="AutoShape 7">
            <a:extLst>
              <a:ext uri="{FF2B5EF4-FFF2-40B4-BE49-F238E27FC236}">
                <a16:creationId xmlns:a16="http://schemas.microsoft.com/office/drawing/2014/main" id="{74725EE9-7DFE-4F16-A412-D4DCD212C1AE}"/>
              </a:ext>
            </a:extLst>
          </p:cNvPr>
          <p:cNvSpPr>
            <a:spLocks/>
          </p:cNvSpPr>
          <p:nvPr/>
        </p:nvSpPr>
        <p:spPr bwMode="auto">
          <a:xfrm>
            <a:off x="5520307" y="2607696"/>
            <a:ext cx="145855" cy="1380166"/>
          </a:xfrm>
          <a:prstGeom prst="leftBrace">
            <a:avLst>
              <a:gd name="adj1" fmla="val 124479"/>
              <a:gd name="adj2" fmla="val 50000"/>
            </a:avLst>
          </a:prstGeom>
          <a:noFill/>
          <a:ln w="25400">
            <a:solidFill>
              <a:schemeClr val="tx1"/>
            </a:solidFill>
            <a:round/>
            <a:headEnd/>
            <a:tailEnd/>
          </a:ln>
          <a:effectLst/>
        </p:spPr>
        <p:txBody>
          <a:bodyPr wrap="none" anchor="ctr">
            <a:scene3d>
              <a:camera prst="orthographicFront"/>
              <a:lightRig rig="threePt" dir="t"/>
            </a:scene3d>
            <a:sp3d extrusionH="57150">
              <a:bevelT w="57150" h="38100" prst="hardEdge"/>
            </a:sp3d>
          </a:bodyPr>
          <a:lstStyle/>
          <a:p>
            <a:pPr algn="ctr"/>
            <a:endParaRPr lang="zh-CN" altLang="zh-CN" b="1">
              <a:effectLst>
                <a:outerShdw blurRad="38100" dist="38100" dir="2700000" algn="tl">
                  <a:srgbClr val="FFFFFF"/>
                </a:outerShdw>
              </a:effectLst>
              <a:latin typeface="+mn-lt"/>
              <a:ea typeface="楷体" pitchFamily="49" charset="-122"/>
            </a:endParaRPr>
          </a:p>
        </p:txBody>
      </p:sp>
      <p:sp>
        <p:nvSpPr>
          <p:cNvPr id="5" name="文本框 4">
            <a:extLst>
              <a:ext uri="{FF2B5EF4-FFF2-40B4-BE49-F238E27FC236}">
                <a16:creationId xmlns:a16="http://schemas.microsoft.com/office/drawing/2014/main" id="{7A7F6692-6B55-436F-AFEE-CFE2172A7A3E}"/>
              </a:ext>
            </a:extLst>
          </p:cNvPr>
          <p:cNvSpPr txBox="1"/>
          <p:nvPr/>
        </p:nvSpPr>
        <p:spPr>
          <a:xfrm>
            <a:off x="767408" y="1668113"/>
            <a:ext cx="7890431" cy="830997"/>
          </a:xfrm>
          <a:prstGeom prst="rect">
            <a:avLst/>
          </a:prstGeom>
          <a:noFill/>
        </p:spPr>
        <p:txBody>
          <a:bodyPr wrap="square" rtlCol="0">
            <a:spAutoFit/>
          </a:bodyPr>
          <a:lstStyle/>
          <a:p>
            <a:pPr marL="457200" lvl="2">
              <a:buFont typeface="Wingdings" pitchFamily="2" charset="2"/>
              <a:buChar char="l"/>
            </a:pPr>
            <a:r>
              <a:rPr lang="zh-CN" altLang="en-US" b="1" dirty="0">
                <a:solidFill>
                  <a:srgbClr val="C01920"/>
                </a:solidFill>
                <a:latin typeface="楷体" panose="02010609060101010101" pitchFamily="49" charset="-122"/>
                <a:ea typeface="楷体" panose="02010609060101010101" pitchFamily="49" charset="-122"/>
              </a:rPr>
              <a:t> 定义</a:t>
            </a:r>
            <a:endParaRPr lang="en-US" altLang="zh-CN" b="1" dirty="0">
              <a:solidFill>
                <a:srgbClr val="C01920"/>
              </a:solidFill>
              <a:latin typeface="楷体" panose="02010609060101010101" pitchFamily="49" charset="-122"/>
              <a:ea typeface="楷体" panose="02010609060101010101" pitchFamily="49" charset="-122"/>
            </a:endParaRPr>
          </a:p>
          <a:p>
            <a:pPr marL="0" lvl="1"/>
            <a:r>
              <a:rPr lang="zh-CN" altLang="en-US" b="1" dirty="0">
                <a:solidFill>
                  <a:srgbClr val="006600"/>
                </a:solidFill>
                <a:latin typeface="黑体" pitchFamily="49" charset="-122"/>
                <a:ea typeface="黑体" pitchFamily="49" charset="-122"/>
              </a:rPr>
              <a:t>     </a:t>
            </a:r>
            <a:r>
              <a:rPr lang="zh-CN" altLang="en-US" b="1" dirty="0">
                <a:latin typeface="楷体" panose="02010609060101010101" pitchFamily="49" charset="-122"/>
                <a:ea typeface="楷体" panose="02010609060101010101" pitchFamily="49" charset="-122"/>
              </a:rPr>
              <a:t>程序运行时其值不能改变的量（即常数）</a:t>
            </a:r>
            <a:endParaRPr lang="en-US" altLang="zh-CN" b="1" dirty="0">
              <a:latin typeface="楷体" panose="02010609060101010101" pitchFamily="49" charset="-122"/>
              <a:ea typeface="楷体" panose="02010609060101010101" pitchFamily="49" charset="-122"/>
            </a:endParaRPr>
          </a:p>
        </p:txBody>
      </p:sp>
      <p:sp>
        <p:nvSpPr>
          <p:cNvPr id="28" name="Rectangle 2">
            <a:extLst>
              <a:ext uri="{FF2B5EF4-FFF2-40B4-BE49-F238E27FC236}">
                <a16:creationId xmlns:a16="http://schemas.microsoft.com/office/drawing/2014/main" id="{A7B33645-DBFC-47F4-ACCE-F114EB026886}"/>
              </a:ext>
            </a:extLst>
          </p:cNvPr>
          <p:cNvSpPr txBox="1">
            <a:spLocks noChangeArrowheads="1"/>
          </p:cNvSpPr>
          <p:nvPr/>
        </p:nvSpPr>
        <p:spPr>
          <a:xfrm>
            <a:off x="4791722" y="4356231"/>
            <a:ext cx="4276177" cy="835089"/>
          </a:xfrm>
          <a:prstGeom prst="rect">
            <a:avLst/>
          </a:prstGeom>
          <a:scene3d>
            <a:camera prst="orthographicFront"/>
            <a:lightRig rig="morning" dir="t"/>
          </a:scene3d>
          <a:sp3d prstMaterial="dkEdge">
            <a:bevelT w="0" h="0"/>
          </a:sp3d>
        </p:spPr>
        <p:txBody>
          <a:bodyPr>
            <a:sp3d prstMaterial="softEdge">
              <a:bevelB w="57150" h="38100" prst="hardEdge"/>
            </a:sp3d>
          </a:bodyPr>
          <a:lst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a:lstStyle>
          <a:p>
            <a:pPr marL="914400" lvl="2" indent="0">
              <a:lnSpc>
                <a:spcPct val="90000"/>
              </a:lnSpc>
              <a:buNone/>
            </a:pPr>
            <a:r>
              <a:rPr lang="zh-CN" altLang="zh-CN" kern="0" dirty="0">
                <a:effectLst/>
                <a:ea typeface="楷体" pitchFamily="49" charset="-122"/>
              </a:rPr>
              <a:t>用标识符来代表常量。</a:t>
            </a:r>
            <a:endParaRPr lang="en-US" altLang="zh-CN" kern="0" dirty="0">
              <a:effectLst/>
              <a:ea typeface="楷体" pitchFamily="49" charset="-122"/>
            </a:endParaRPr>
          </a:p>
          <a:p>
            <a:pPr marL="914400" lvl="2" indent="0">
              <a:lnSpc>
                <a:spcPct val="90000"/>
              </a:lnSpc>
              <a:buNone/>
            </a:pPr>
            <a:r>
              <a:rPr lang="en-US" altLang="zh-CN" kern="0" dirty="0">
                <a:effectLst/>
                <a:ea typeface="楷体" pitchFamily="49" charset="-122"/>
              </a:rPr>
              <a:t>    </a:t>
            </a:r>
            <a:r>
              <a:rPr lang="zh-CN" altLang="en-US" kern="0" dirty="0">
                <a:effectLst/>
                <a:ea typeface="楷体" pitchFamily="49" charset="-122"/>
              </a:rPr>
              <a:t>其定义格式为：</a:t>
            </a:r>
            <a:r>
              <a:rPr lang="zh-CN" altLang="en-US" kern="0" dirty="0">
                <a:effectLst/>
              </a:rPr>
              <a:t> </a:t>
            </a:r>
            <a:endParaRPr lang="zh-CN" altLang="zh-CN" kern="0" dirty="0">
              <a:effectLst/>
            </a:endParaRPr>
          </a:p>
        </p:txBody>
      </p:sp>
      <p:sp>
        <p:nvSpPr>
          <p:cNvPr id="747540" name="Text Box 20"/>
          <p:cNvSpPr txBox="1">
            <a:spLocks noChangeArrowheads="1"/>
          </p:cNvSpPr>
          <p:nvPr/>
        </p:nvSpPr>
        <p:spPr bwMode="auto">
          <a:xfrm>
            <a:off x="4079776" y="5147203"/>
            <a:ext cx="6515100" cy="431800"/>
          </a:xfrm>
          <a:prstGeom prst="rect">
            <a:avLst/>
          </a:prstGeom>
          <a:gradFill flip="none" rotWithShape="1">
            <a:gsLst>
              <a:gs pos="0">
                <a:srgbClr val="CFCFD1"/>
              </a:gs>
              <a:gs pos="100000">
                <a:schemeClr val="bg1">
                  <a:lumMod val="95000"/>
                </a:schemeClr>
              </a:gs>
            </a:gsLst>
            <a:lin ang="13500000" scaled="1"/>
            <a:tileRect/>
          </a:gradFill>
          <a:ln w="28575">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en-US" altLang="zh-CN" sz="2000" b="1" dirty="0">
                <a:solidFill>
                  <a:srgbClr val="C01920"/>
                </a:solidFill>
                <a:latin typeface="+mn-lt"/>
                <a:ea typeface="楷体" pitchFamily="49" charset="-122"/>
              </a:rPr>
              <a:t>#define     </a:t>
            </a:r>
            <a:r>
              <a:rPr lang="zh-CN" altLang="en-US" sz="2000" b="1" dirty="0">
                <a:solidFill>
                  <a:srgbClr val="C01920"/>
                </a:solidFill>
                <a:latin typeface="+mn-lt"/>
                <a:ea typeface="楷体" pitchFamily="49" charset="-122"/>
              </a:rPr>
              <a:t>符号常量      常量</a:t>
            </a:r>
          </a:p>
        </p:txBody>
      </p:sp>
      <p:sp>
        <p:nvSpPr>
          <p:cNvPr id="747541" name="Rectangle 21"/>
          <p:cNvSpPr>
            <a:spLocks noChangeArrowheads="1"/>
          </p:cNvSpPr>
          <p:nvPr/>
        </p:nvSpPr>
        <p:spPr bwMode="auto">
          <a:xfrm>
            <a:off x="1847528" y="5589240"/>
            <a:ext cx="9001000" cy="841375"/>
          </a:xfrm>
          <a:prstGeom prst="rect">
            <a:avLst/>
          </a:prstGeom>
          <a:gradFill>
            <a:gsLst>
              <a:gs pos="0">
                <a:srgbClr val="CFCFD1"/>
              </a:gs>
              <a:gs pos="100000">
                <a:schemeClr val="bg1">
                  <a:lumMod val="95000"/>
                </a:schemeClr>
              </a:gs>
            </a:gsLst>
            <a:lin ang="135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77813"/>
            <a:r>
              <a:rPr lang="en-US" altLang="zh-CN" dirty="0">
                <a:solidFill>
                  <a:srgbClr val="002060"/>
                </a:solidFill>
              </a:rPr>
              <a:t>                    </a:t>
            </a:r>
            <a:r>
              <a:rPr lang="en-US" altLang="zh-CN" b="1" dirty="0">
                <a:solidFill>
                  <a:srgbClr val="002060"/>
                </a:solidFill>
              </a:rPr>
              <a:t>#define   NUM   20</a:t>
            </a:r>
          </a:p>
          <a:p>
            <a:pPr indent="277813"/>
            <a:r>
              <a:rPr lang="en-US" altLang="zh-CN" b="1" dirty="0">
                <a:solidFill>
                  <a:srgbClr val="002060"/>
                </a:solidFill>
              </a:rPr>
              <a:t>                    #define   PI         3.1415926</a:t>
            </a:r>
            <a:r>
              <a:rPr lang="en-US" altLang="zh-CN" dirty="0">
                <a:solidFill>
                  <a:srgbClr val="002060"/>
                </a:solidFill>
              </a:rPr>
              <a:t> </a:t>
            </a:r>
          </a:p>
        </p:txBody>
      </p:sp>
      <p:sp>
        <p:nvSpPr>
          <p:cNvPr id="747542" name="Rectangle 22"/>
          <p:cNvSpPr>
            <a:spLocks noChangeArrowheads="1"/>
          </p:cNvSpPr>
          <p:nvPr/>
        </p:nvSpPr>
        <p:spPr bwMode="auto">
          <a:xfrm>
            <a:off x="1924012" y="1587833"/>
            <a:ext cx="7632848" cy="4893647"/>
          </a:xfrm>
          <a:prstGeom prst="rect">
            <a:avLst/>
          </a:prstGeom>
          <a:gradFill>
            <a:gsLst>
              <a:gs pos="0">
                <a:srgbClr val="CFCFD1"/>
              </a:gs>
              <a:gs pos="100000">
                <a:schemeClr val="bg1">
                  <a:lumMod val="95000"/>
                </a:schemeClr>
              </a:gs>
            </a:gsLst>
            <a:lin ang="135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dirty="0">
                <a:effectLst>
                  <a:outerShdw blurRad="38100" dist="38100" dir="2700000" algn="tl">
                    <a:srgbClr val="FFFFFF"/>
                  </a:outerShdw>
                </a:effectLst>
              </a:rPr>
              <a:t>#include  &lt;</a:t>
            </a:r>
            <a:r>
              <a:rPr lang="en-US" altLang="zh-CN" dirty="0" err="1">
                <a:effectLst>
                  <a:outerShdw blurRad="38100" dist="38100" dir="2700000" algn="tl">
                    <a:srgbClr val="FFFFFF"/>
                  </a:outerShdw>
                </a:effectLst>
              </a:rPr>
              <a:t>stdio.h</a:t>
            </a:r>
            <a:r>
              <a:rPr lang="en-US" altLang="zh-CN" dirty="0">
                <a:effectLst>
                  <a:outerShdw blurRad="38100" dist="38100" dir="2700000" algn="tl">
                    <a:srgbClr val="FFFFFF"/>
                  </a:outerShdw>
                </a:effectLst>
              </a:rPr>
              <a:t>&gt;</a:t>
            </a:r>
          </a:p>
          <a:p>
            <a:endParaRPr lang="en-US" altLang="zh-CN" dirty="0">
              <a:effectLst>
                <a:outerShdw blurRad="38100" dist="38100" dir="2700000" algn="tl">
                  <a:srgbClr val="FFFFFF"/>
                </a:outerShdw>
              </a:effectLst>
            </a:endParaRPr>
          </a:p>
          <a:p>
            <a:r>
              <a:rPr lang="en-US" altLang="zh-CN" b="1" dirty="0">
                <a:solidFill>
                  <a:srgbClr val="FF00FF"/>
                </a:solidFill>
                <a:effectLst>
                  <a:outerShdw blurRad="38100" dist="38100" dir="2700000" algn="tl">
                    <a:srgbClr val="000000">
                      <a:alpha val="43137"/>
                    </a:srgbClr>
                  </a:outerShdw>
                </a:effectLst>
              </a:rPr>
              <a:t>#define   PRICE   30</a:t>
            </a:r>
          </a:p>
          <a:p>
            <a:endParaRPr lang="en-US" altLang="zh-CN" dirty="0">
              <a:solidFill>
                <a:srgbClr val="FF00FF"/>
              </a:solidFill>
              <a:effectLst>
                <a:outerShdw blurRad="38100" dist="38100" dir="2700000" algn="tl">
                  <a:srgbClr val="000000"/>
                </a:outerShdw>
              </a:effectLst>
            </a:endParaRPr>
          </a:p>
          <a:p>
            <a:r>
              <a:rPr lang="en-US" altLang="zh-CN" b="1" dirty="0" err="1">
                <a:solidFill>
                  <a:srgbClr val="C00000"/>
                </a:solidFill>
                <a:effectLst>
                  <a:outerShdw blurRad="38100" dist="38100" dir="2700000" algn="tl">
                    <a:srgbClr val="FFFFFF"/>
                  </a:outerShdw>
                </a:effectLst>
              </a:rPr>
              <a:t>int</a:t>
            </a:r>
            <a:r>
              <a:rPr lang="en-US" altLang="zh-CN" b="1" dirty="0">
                <a:solidFill>
                  <a:srgbClr val="C00000"/>
                </a:solidFill>
                <a:effectLst>
                  <a:outerShdw blurRad="38100" dist="38100" dir="2700000" algn="tl">
                    <a:srgbClr val="FFFFFF"/>
                  </a:outerShdw>
                </a:effectLst>
              </a:rPr>
              <a:t> main ( )</a:t>
            </a:r>
          </a:p>
          <a:p>
            <a:r>
              <a:rPr lang="en-US" altLang="zh-CN" dirty="0">
                <a:effectLst>
                  <a:outerShdw blurRad="38100" dist="38100" dir="2700000" algn="tl">
                    <a:srgbClr val="FFFFFF"/>
                  </a:outerShdw>
                </a:effectLst>
              </a:rPr>
              <a:t>{</a:t>
            </a:r>
          </a:p>
          <a:p>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int</a:t>
            </a:r>
            <a:r>
              <a:rPr lang="en-US" altLang="zh-CN" dirty="0">
                <a:effectLst>
                  <a:outerShdw blurRad="38100" dist="38100" dir="2700000" algn="tl">
                    <a:srgbClr val="FFFFFF"/>
                  </a:outerShdw>
                </a:effectLst>
              </a:rPr>
              <a:t> num, total;</a:t>
            </a:r>
          </a:p>
          <a:p>
            <a:endParaRPr lang="en-US" altLang="zh-CN" dirty="0">
              <a:effectLst>
                <a:outerShdw blurRad="38100" dist="38100" dir="2700000" algn="tl">
                  <a:srgbClr val="FFFFFF"/>
                </a:outerShdw>
              </a:effectLst>
            </a:endParaRPr>
          </a:p>
          <a:p>
            <a:r>
              <a:rPr lang="en-US" altLang="zh-CN" dirty="0">
                <a:effectLst>
                  <a:outerShdw blurRad="38100" dist="38100" dir="2700000" algn="tl">
                    <a:srgbClr val="FFFFFF"/>
                  </a:outerShdw>
                </a:effectLst>
              </a:rPr>
              <a:t>   num = 10;</a:t>
            </a:r>
          </a:p>
          <a:p>
            <a:r>
              <a:rPr lang="en-US" altLang="zh-CN" dirty="0">
                <a:effectLst>
                  <a:outerShdw blurRad="38100" dist="38100" dir="2700000" algn="tl">
                    <a:srgbClr val="FFFFFF"/>
                  </a:outerShdw>
                </a:effectLst>
              </a:rPr>
              <a:t>   total = num * </a:t>
            </a:r>
            <a:r>
              <a:rPr lang="en-US" altLang="zh-CN" b="1" dirty="0">
                <a:solidFill>
                  <a:srgbClr val="FF00FF"/>
                </a:solidFill>
                <a:effectLst>
                  <a:outerShdw blurRad="38100" dist="38100" dir="2700000" algn="tl">
                    <a:srgbClr val="000000"/>
                  </a:outerShdw>
                </a:effectLst>
              </a:rPr>
              <a:t>PRICE</a:t>
            </a:r>
            <a:r>
              <a:rPr lang="en-US" altLang="zh-CN" dirty="0">
                <a:effectLst>
                  <a:outerShdw blurRad="38100" dist="38100" dir="2700000" algn="tl">
                    <a:srgbClr val="FFFFFF"/>
                  </a:outerShdw>
                </a:effectLst>
              </a:rPr>
              <a:t>;</a:t>
            </a:r>
          </a:p>
          <a:p>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printf</a:t>
            </a:r>
            <a:r>
              <a:rPr lang="en-US" altLang="zh-CN" dirty="0">
                <a:effectLst>
                  <a:outerShdw blurRad="38100" dist="38100" dir="2700000" algn="tl">
                    <a:srgbClr val="FFFFFF"/>
                  </a:outerShdw>
                </a:effectLst>
              </a:rPr>
              <a:t> ("total = %d", total);</a:t>
            </a:r>
          </a:p>
          <a:p>
            <a:r>
              <a:rPr lang="en-US" altLang="zh-CN" dirty="0">
                <a:effectLst>
                  <a:outerShdw blurRad="38100" dist="38100" dir="2700000" algn="tl">
                    <a:srgbClr val="FFFFFF"/>
                  </a:outerShdw>
                </a:effectLst>
              </a:rPr>
              <a:t>   return 0;</a:t>
            </a:r>
          </a:p>
          <a:p>
            <a:r>
              <a:rPr lang="en-US" altLang="zh-CN" dirty="0">
                <a:effectLst>
                  <a:outerShdw blurRad="38100" dist="38100" dir="2700000" algn="tl">
                    <a:srgbClr val="FFFFFF"/>
                  </a:outerShdw>
                </a:effectLst>
              </a:rPr>
              <a:t>}</a:t>
            </a:r>
          </a:p>
        </p:txBody>
      </p:sp>
      <p:sp>
        <p:nvSpPr>
          <p:cNvPr id="747544" name="AutoShape 24"/>
          <p:cNvSpPr>
            <a:spLocks noChangeArrowheads="1"/>
          </p:cNvSpPr>
          <p:nvPr/>
        </p:nvSpPr>
        <p:spPr bwMode="auto">
          <a:xfrm>
            <a:off x="4973608" y="3002607"/>
            <a:ext cx="3600450" cy="1512888"/>
          </a:xfrm>
          <a:prstGeom prst="wedgeRoundRectCallout">
            <a:avLst>
              <a:gd name="adj1" fmla="val -107701"/>
              <a:gd name="adj2" fmla="val -69514"/>
              <a:gd name="adj3" fmla="val 16667"/>
            </a:avLst>
          </a:prstGeom>
          <a:gradFill flip="none" rotWithShape="1">
            <a:gsLst>
              <a:gs pos="0">
                <a:srgbClr val="CFCFD1"/>
              </a:gs>
              <a:gs pos="100000">
                <a:schemeClr val="bg1">
                  <a:lumMod val="95000"/>
                </a:schemeClr>
              </a:gs>
            </a:gsLst>
            <a:path path="circle">
              <a:fillToRect l="100000" b="100000"/>
            </a:path>
            <a:tileRect t="-100000" r="-100000"/>
          </a:gradFill>
          <a:ln w="9525">
            <a:solidFill>
              <a:srgbClr val="002060"/>
            </a:solidFill>
            <a:miter lim="800000"/>
            <a:headEnd/>
            <a:tailEnd/>
          </a:ln>
          <a:effectLst>
            <a:outerShdw blurRad="190500"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lstStyle/>
          <a:p>
            <a:pPr>
              <a:buFontTx/>
              <a:buChar char="•"/>
            </a:pPr>
            <a:r>
              <a:rPr lang="zh-CN" altLang="en-US" sz="2000" b="1" dirty="0">
                <a:solidFill>
                  <a:srgbClr val="C01920"/>
                </a:solidFill>
                <a:latin typeface="+mn-lt"/>
                <a:ea typeface="楷体" pitchFamily="49" charset="-122"/>
              </a:rPr>
              <a:t> 行尾不能有分号</a:t>
            </a:r>
          </a:p>
          <a:p>
            <a:pPr>
              <a:buFontTx/>
              <a:buChar char="•"/>
            </a:pPr>
            <a:r>
              <a:rPr lang="zh-CN" altLang="en-US" sz="2000" b="1" dirty="0">
                <a:solidFill>
                  <a:srgbClr val="C01920"/>
                </a:solidFill>
                <a:latin typeface="+mn-lt"/>
                <a:ea typeface="楷体" pitchFamily="49" charset="-122"/>
              </a:rPr>
              <a:t> </a:t>
            </a:r>
            <a:r>
              <a:rPr lang="en-US" altLang="zh-CN" sz="2000" b="1" dirty="0">
                <a:solidFill>
                  <a:srgbClr val="C01920"/>
                </a:solidFill>
                <a:latin typeface="+mn-lt"/>
                <a:ea typeface="楷体" pitchFamily="49" charset="-122"/>
              </a:rPr>
              <a:t>define</a:t>
            </a:r>
            <a:r>
              <a:rPr lang="zh-CN" altLang="en-US" sz="2000" b="1" dirty="0">
                <a:solidFill>
                  <a:srgbClr val="C01920"/>
                </a:solidFill>
                <a:latin typeface="+mn-lt"/>
                <a:ea typeface="楷体" pitchFamily="49" charset="-122"/>
              </a:rPr>
              <a:t>前面一定要有</a:t>
            </a:r>
            <a:r>
              <a:rPr lang="en-US" altLang="zh-CN" sz="2000" b="1" dirty="0">
                <a:solidFill>
                  <a:srgbClr val="C01920"/>
                </a:solidFill>
                <a:latin typeface="+mn-lt"/>
                <a:ea typeface="楷体" pitchFamily="49" charset="-122"/>
              </a:rPr>
              <a:t>#</a:t>
            </a:r>
          </a:p>
          <a:p>
            <a:pPr>
              <a:buFontTx/>
              <a:buChar char="•"/>
            </a:pPr>
            <a:r>
              <a:rPr lang="en-US" altLang="zh-CN" sz="2000" b="1" dirty="0">
                <a:solidFill>
                  <a:srgbClr val="C01920"/>
                </a:solidFill>
                <a:latin typeface="+mn-lt"/>
                <a:ea typeface="楷体" pitchFamily="49" charset="-122"/>
              </a:rPr>
              <a:t> </a:t>
            </a:r>
            <a:r>
              <a:rPr lang="zh-CN" altLang="en-US" sz="2000" b="1" dirty="0">
                <a:solidFill>
                  <a:srgbClr val="C01920"/>
                </a:solidFill>
                <a:latin typeface="+mn-lt"/>
                <a:ea typeface="楷体" pitchFamily="49" charset="-122"/>
              </a:rPr>
              <a:t>符号常量名最好使用大写</a:t>
            </a:r>
          </a:p>
          <a:p>
            <a:pPr>
              <a:buFontTx/>
              <a:buChar char="•"/>
            </a:pPr>
            <a:r>
              <a:rPr lang="zh-CN" altLang="en-US" sz="2000" b="1" dirty="0">
                <a:solidFill>
                  <a:srgbClr val="C01920"/>
                </a:solidFill>
                <a:latin typeface="+mn-lt"/>
                <a:ea typeface="楷体" pitchFamily="49" charset="-122"/>
              </a:rPr>
              <a:t> 符号常量名最好有意义 </a:t>
            </a:r>
          </a:p>
        </p:txBody>
      </p:sp>
      <p:sp>
        <p:nvSpPr>
          <p:cNvPr id="747543" name="Rectangle 23"/>
          <p:cNvSpPr>
            <a:spLocks noChangeArrowheads="1"/>
          </p:cNvSpPr>
          <p:nvPr/>
        </p:nvSpPr>
        <p:spPr bwMode="auto">
          <a:xfrm>
            <a:off x="6406832" y="5758294"/>
            <a:ext cx="3505592" cy="461665"/>
          </a:xfrm>
          <a:prstGeom prst="rect">
            <a:avLst/>
          </a:prstGeom>
          <a:solidFill>
            <a:srgbClr val="FFFFFF"/>
          </a:solidFill>
          <a:ln w="38100">
            <a:solidFill>
              <a:srgbClr val="FF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77813"/>
            <a:r>
              <a:rPr lang="zh-CN" altLang="en-US" b="1" dirty="0">
                <a:solidFill>
                  <a:srgbClr val="C01920"/>
                </a:solidFill>
                <a:latin typeface="隶书" pitchFamily="49" charset="-122"/>
                <a:ea typeface="隶书" pitchFamily="49" charset="-122"/>
              </a:rPr>
              <a:t>运行结果</a:t>
            </a:r>
            <a:r>
              <a:rPr lang="zh-CN" altLang="en-US" b="1" dirty="0">
                <a:solidFill>
                  <a:srgbClr val="FF3399"/>
                </a:solidFill>
                <a:latin typeface="隶书" pitchFamily="49" charset="-122"/>
                <a:ea typeface="隶书" pitchFamily="49" charset="-122"/>
              </a:rPr>
              <a:t>：</a:t>
            </a:r>
            <a:r>
              <a:rPr lang="en-US" altLang="zh-CN" b="1" dirty="0">
                <a:solidFill>
                  <a:srgbClr val="002060"/>
                </a:solidFill>
              </a:rPr>
              <a:t>total = 300</a:t>
            </a:r>
            <a:endParaRPr lang="en-US" altLang="zh-CN" dirty="0">
              <a:solidFill>
                <a:srgbClr val="002060"/>
              </a:solidFill>
            </a:endParaRPr>
          </a:p>
        </p:txBody>
      </p:sp>
      <p:sp>
        <p:nvSpPr>
          <p:cNvPr id="11" name="Rectangle 4">
            <a:extLst>
              <a:ext uri="{FF2B5EF4-FFF2-40B4-BE49-F238E27FC236}">
                <a16:creationId xmlns:a16="http://schemas.microsoft.com/office/drawing/2014/main" id="{4C4929B1-BF06-4AE0-A989-4025E07F0D29}"/>
              </a:ext>
            </a:extLst>
          </p:cNvPr>
          <p:cNvSpPr>
            <a:spLocks noChangeArrowheads="1"/>
          </p:cNvSpPr>
          <p:nvPr/>
        </p:nvSpPr>
        <p:spPr bwMode="auto">
          <a:xfrm>
            <a:off x="767408" y="288132"/>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常量、变量和标识符</a:t>
            </a:r>
          </a:p>
        </p:txBody>
      </p:sp>
      <p:sp>
        <p:nvSpPr>
          <p:cNvPr id="22" name="TextBox 20">
            <a:extLst>
              <a:ext uri="{FF2B5EF4-FFF2-40B4-BE49-F238E27FC236}">
                <a16:creationId xmlns:a16="http://schemas.microsoft.com/office/drawing/2014/main" id="{A405971A-C9AB-4DB8-B14C-5D0241F0C0FF}"/>
              </a:ext>
            </a:extLst>
          </p:cNvPr>
          <p:cNvSpPr txBox="1"/>
          <p:nvPr/>
        </p:nvSpPr>
        <p:spPr>
          <a:xfrm>
            <a:off x="819260" y="1052302"/>
            <a:ext cx="10898431" cy="535531"/>
          </a:xfrm>
          <a:prstGeom prst="rect">
            <a:avLst/>
          </a:prstGeom>
          <a:noFill/>
          <a:effectLst/>
        </p:spPr>
        <p:txBody>
          <a:bodyPr wrap="square" rtlCol="0">
            <a:spAutoFit/>
          </a:bodyPr>
          <a:lstStyle/>
          <a:p>
            <a:pPr marL="0" lvl="1">
              <a:lnSpc>
                <a:spcPct val="90000"/>
              </a:lnSpc>
            </a:pPr>
            <a:r>
              <a:rPr lang="en-US" altLang="zh-CN" sz="3200" dirty="0">
                <a:solidFill>
                  <a:srgbClr val="C01920"/>
                </a:solidFill>
                <a:latin typeface="楷体" panose="02010609060101010101" pitchFamily="49" charset="-122"/>
                <a:ea typeface="楷体" panose="02010609060101010101" pitchFamily="49" charset="-122"/>
              </a:rPr>
              <a:t>2.</a:t>
            </a:r>
            <a:r>
              <a:rPr lang="zh-CN" altLang="en-US" sz="3200" dirty="0">
                <a:solidFill>
                  <a:srgbClr val="C01920"/>
                </a:solidFill>
                <a:latin typeface="楷体" panose="02010609060101010101" pitchFamily="49" charset="-122"/>
                <a:ea typeface="楷体" panose="02010609060101010101" pitchFamily="49" charset="-122"/>
              </a:rPr>
              <a:t>常量</a:t>
            </a:r>
          </a:p>
        </p:txBody>
      </p:sp>
      <p:sp>
        <p:nvSpPr>
          <p:cNvPr id="26" name="AutoShape 7">
            <a:extLst>
              <a:ext uri="{FF2B5EF4-FFF2-40B4-BE49-F238E27FC236}">
                <a16:creationId xmlns:a16="http://schemas.microsoft.com/office/drawing/2014/main" id="{02BA5480-5C53-4AE6-928E-672AF6A4FD0C}"/>
              </a:ext>
            </a:extLst>
          </p:cNvPr>
          <p:cNvSpPr>
            <a:spLocks/>
          </p:cNvSpPr>
          <p:nvPr/>
        </p:nvSpPr>
        <p:spPr bwMode="auto">
          <a:xfrm>
            <a:off x="1703511" y="7523169"/>
            <a:ext cx="145855" cy="1380166"/>
          </a:xfrm>
          <a:prstGeom prst="leftBrace">
            <a:avLst>
              <a:gd name="adj1" fmla="val 124479"/>
              <a:gd name="adj2" fmla="val 50000"/>
            </a:avLst>
          </a:prstGeom>
          <a:noFill/>
          <a:ln w="25400">
            <a:solidFill>
              <a:schemeClr val="tx1"/>
            </a:solidFill>
            <a:round/>
            <a:headEnd/>
            <a:tailEnd/>
          </a:ln>
          <a:effectLst/>
        </p:spPr>
        <p:txBody>
          <a:bodyPr wrap="none" anchor="ctr">
            <a:scene3d>
              <a:camera prst="orthographicFront"/>
              <a:lightRig rig="threePt" dir="t"/>
            </a:scene3d>
            <a:sp3d extrusionH="57150">
              <a:bevelT w="57150" h="38100" prst="hardEdge"/>
            </a:sp3d>
          </a:bodyPr>
          <a:lstStyle/>
          <a:p>
            <a:pPr algn="ctr"/>
            <a:endParaRPr lang="zh-CN" altLang="zh-CN" b="1">
              <a:effectLst>
                <a:outerShdw blurRad="38100" dist="38100" dir="2700000" algn="tl">
                  <a:srgbClr val="FFFFFF"/>
                </a:outerShdw>
              </a:effectLst>
              <a:latin typeface="+mn-lt"/>
              <a:ea typeface="楷体" pitchFamily="49" charset="-122"/>
            </a:endParaRP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Effect transition="in" filter="box(out)">
                                      <p:cBhvr>
                                        <p:cTn id="7" dur="500"/>
                                        <p:tgtEl>
                                          <p:spTgt spid="22">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ircle(in)">
                                      <p:cBhvr>
                                        <p:cTn id="12" dur="500"/>
                                        <p:tgtEl>
                                          <p:spTgt spid="5"/>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circle(in)">
                                      <p:cBhvr>
                                        <p:cTn id="17" dur="500"/>
                                        <p:tgtEl>
                                          <p:spTgt spid="13"/>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circle(in)">
                                      <p:cBhvr>
                                        <p:cTn id="22" dur="500"/>
                                        <p:tgtEl>
                                          <p:spTgt spid="17"/>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circle(in)">
                                      <p:cBhvr>
                                        <p:cTn id="27" dur="500"/>
                                        <p:tgtEl>
                                          <p:spTgt spid="2"/>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circle(in)">
                                      <p:cBhvr>
                                        <p:cTn id="32" dur="500"/>
                                        <p:tgtEl>
                                          <p:spTgt spid="18"/>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par>
                          <p:cTn id="33" fill="hold">
                            <p:stCondLst>
                              <p:cond delay="500"/>
                            </p:stCondLst>
                            <p:childTnLst>
                              <p:par>
                                <p:cTn id="34" presetID="6" presetClass="entr" presetSubtype="16"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circle(in)">
                                      <p:cBhvr>
                                        <p:cTn id="36" dur="500"/>
                                        <p:tgtEl>
                                          <p:spTgt spid="12"/>
                                        </p:tgtEl>
                                      </p:cBhvr>
                                    </p:animEffect>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6" presetClass="entr" presetSubtype="16"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circle(in)">
                                      <p:cBhvr>
                                        <p:cTn id="41" dur="500"/>
                                        <p:tgtEl>
                                          <p:spTgt spid="15"/>
                                        </p:tgtEl>
                                      </p:cBhvr>
                                    </p:animEffect>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par>
                    <p:cTn id="42" fill="hold">
                      <p:stCondLst>
                        <p:cond delay="indefinite"/>
                      </p:stCondLst>
                      <p:childTnLst>
                        <p:par>
                          <p:cTn id="43" fill="hold">
                            <p:stCondLst>
                              <p:cond delay="0"/>
                            </p:stCondLst>
                            <p:childTnLst>
                              <p:par>
                                <p:cTn id="44" presetID="6" presetClass="entr" presetSubtype="16" fill="hold" grpId="0" nodeType="click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circle(in)">
                                      <p:cBhvr>
                                        <p:cTn id="46" dur="500"/>
                                        <p:tgtEl>
                                          <p:spTgt spid="28"/>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childTnLst>
                    </p:cTn>
                  </p:par>
                  <p:par>
                    <p:cTn id="47" fill="hold">
                      <p:stCondLst>
                        <p:cond delay="indefinite"/>
                      </p:stCondLst>
                      <p:childTnLst>
                        <p:par>
                          <p:cTn id="48" fill="hold">
                            <p:stCondLst>
                              <p:cond delay="0"/>
                            </p:stCondLst>
                            <p:childTnLst>
                              <p:par>
                                <p:cTn id="49" presetID="2" presetClass="entr" presetSubtype="8" fill="hold" grpId="0" nodeType="clickEffect">
                                  <p:stCondLst>
                                    <p:cond delay="0"/>
                                  </p:stCondLst>
                                  <p:childTnLst>
                                    <p:set>
                                      <p:cBhvr>
                                        <p:cTn id="50" dur="1" fill="hold">
                                          <p:stCondLst>
                                            <p:cond delay="0"/>
                                          </p:stCondLst>
                                        </p:cTn>
                                        <p:tgtEl>
                                          <p:spTgt spid="747540"/>
                                        </p:tgtEl>
                                        <p:attrNameLst>
                                          <p:attrName>style.visibility</p:attrName>
                                        </p:attrNameLst>
                                      </p:cBhvr>
                                      <p:to>
                                        <p:strVal val="visible"/>
                                      </p:to>
                                    </p:set>
                                    <p:anim calcmode="lin" valueType="num">
                                      <p:cBhvr additive="base">
                                        <p:cTn id="51" dur="500" fill="hold"/>
                                        <p:tgtEl>
                                          <p:spTgt spid="747540"/>
                                        </p:tgtEl>
                                        <p:attrNameLst>
                                          <p:attrName>ppt_x</p:attrName>
                                        </p:attrNameLst>
                                      </p:cBhvr>
                                      <p:tavLst>
                                        <p:tav tm="0">
                                          <p:val>
                                            <p:strVal val="0-#ppt_w/2"/>
                                          </p:val>
                                        </p:tav>
                                        <p:tav tm="100000">
                                          <p:val>
                                            <p:strVal val="#ppt_x"/>
                                          </p:val>
                                        </p:tav>
                                      </p:tavLst>
                                    </p:anim>
                                    <p:anim calcmode="lin" valueType="num">
                                      <p:cBhvr additive="base">
                                        <p:cTn id="52" dur="500" fill="hold"/>
                                        <p:tgtEl>
                                          <p:spTgt spid="74754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747541"/>
                                        </p:tgtEl>
                                        <p:attrNameLst>
                                          <p:attrName>style.visibility</p:attrName>
                                        </p:attrNameLst>
                                      </p:cBhvr>
                                      <p:to>
                                        <p:strVal val="visible"/>
                                      </p:to>
                                    </p:set>
                                    <p:anim calcmode="lin" valueType="num">
                                      <p:cBhvr additive="base">
                                        <p:cTn id="57" dur="500" fill="hold"/>
                                        <p:tgtEl>
                                          <p:spTgt spid="747541"/>
                                        </p:tgtEl>
                                        <p:attrNameLst>
                                          <p:attrName>ppt_x</p:attrName>
                                        </p:attrNameLst>
                                      </p:cBhvr>
                                      <p:tavLst>
                                        <p:tav tm="0">
                                          <p:val>
                                            <p:strVal val="#ppt_x"/>
                                          </p:val>
                                        </p:tav>
                                        <p:tav tm="100000">
                                          <p:val>
                                            <p:strVal val="#ppt_x"/>
                                          </p:val>
                                        </p:tav>
                                      </p:tavLst>
                                    </p:anim>
                                    <p:anim calcmode="lin" valueType="num">
                                      <p:cBhvr additive="base">
                                        <p:cTn id="58" dur="500" fill="hold"/>
                                        <p:tgtEl>
                                          <p:spTgt spid="747541"/>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5"/>
                                            </p:cond>
                                          </p:stCondLst>
                                          <p:endCondLst>
                                            <p:cond evt="onStopAudio" delay="0">
                                              <p:tgtEl>
                                                <p:sldTgt/>
                                              </p:tgtEl>
                                            </p:cond>
                                          </p:endCondLst>
                                        </p:cTn>
                                        <p:tgtEl>
                                          <p:sndTgt r:embed="rId3" name="camera.wav"/>
                                        </p:tgtEl>
                                      </p:cMediaNode>
                                    </p:audio>
                                  </p:sub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747542"/>
                                        </p:tgtEl>
                                        <p:attrNameLst>
                                          <p:attrName>style.visibility</p:attrName>
                                        </p:attrNameLst>
                                      </p:cBhvr>
                                      <p:to>
                                        <p:strVal val="visible"/>
                                      </p:to>
                                    </p:set>
                                    <p:anim calcmode="lin" valueType="num">
                                      <p:cBhvr additive="base">
                                        <p:cTn id="63" dur="500" fill="hold"/>
                                        <p:tgtEl>
                                          <p:spTgt spid="747542"/>
                                        </p:tgtEl>
                                        <p:attrNameLst>
                                          <p:attrName>ppt_x</p:attrName>
                                        </p:attrNameLst>
                                      </p:cBhvr>
                                      <p:tavLst>
                                        <p:tav tm="0">
                                          <p:val>
                                            <p:strVal val="#ppt_x"/>
                                          </p:val>
                                        </p:tav>
                                        <p:tav tm="100000">
                                          <p:val>
                                            <p:strVal val="#ppt_x"/>
                                          </p:val>
                                        </p:tav>
                                      </p:tavLst>
                                    </p:anim>
                                    <p:anim calcmode="lin" valueType="num">
                                      <p:cBhvr additive="base">
                                        <p:cTn id="64" dur="500" fill="hold"/>
                                        <p:tgtEl>
                                          <p:spTgt spid="747542"/>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1"/>
                                            </p:cond>
                                          </p:stCondLst>
                                          <p:endCondLst>
                                            <p:cond evt="onStopAudio" delay="0">
                                              <p:tgtEl>
                                                <p:sldTgt/>
                                              </p:tgtEl>
                                            </p:cond>
                                          </p:endCondLst>
                                        </p:cTn>
                                        <p:tgtEl>
                                          <p:sndTgt r:embed="rId4" name="chimes.wav"/>
                                        </p:tgtEl>
                                      </p:cMediaNode>
                                    </p:audio>
                                  </p:subTnLst>
                                </p:cTn>
                              </p:par>
                            </p:childTnLst>
                          </p:cTn>
                        </p:par>
                      </p:childTnLst>
                    </p:cTn>
                  </p:par>
                  <p:par>
                    <p:cTn id="65" fill="hold">
                      <p:stCondLst>
                        <p:cond delay="indefinite"/>
                      </p:stCondLst>
                      <p:childTnLst>
                        <p:par>
                          <p:cTn id="66" fill="hold">
                            <p:stCondLst>
                              <p:cond delay="0"/>
                            </p:stCondLst>
                            <p:childTnLst>
                              <p:par>
                                <p:cTn id="67" presetID="8" presetClass="entr" presetSubtype="16" fill="hold" grpId="0" nodeType="clickEffect">
                                  <p:stCondLst>
                                    <p:cond delay="0"/>
                                  </p:stCondLst>
                                  <p:childTnLst>
                                    <p:set>
                                      <p:cBhvr>
                                        <p:cTn id="68" dur="1" fill="hold">
                                          <p:stCondLst>
                                            <p:cond delay="0"/>
                                          </p:stCondLst>
                                        </p:cTn>
                                        <p:tgtEl>
                                          <p:spTgt spid="747543"/>
                                        </p:tgtEl>
                                        <p:attrNameLst>
                                          <p:attrName>style.visibility</p:attrName>
                                        </p:attrNameLst>
                                      </p:cBhvr>
                                      <p:to>
                                        <p:strVal val="visible"/>
                                      </p:to>
                                    </p:set>
                                    <p:animEffect transition="in" filter="diamond(in)">
                                      <p:cBhvr>
                                        <p:cTn id="69" dur="2000"/>
                                        <p:tgtEl>
                                          <p:spTgt spid="747543"/>
                                        </p:tgtEl>
                                      </p:cBhvr>
                                    </p:animEffect>
                                  </p:childTnLst>
                                  <p:subTnLst>
                                    <p:audio>
                                      <p:cMediaNode>
                                        <p:cTn display="0" masterRel="sameClick">
                                          <p:stCondLst>
                                            <p:cond evt="begin" delay="0">
                                              <p:tn val="67"/>
                                            </p:cond>
                                          </p:stCondLst>
                                          <p:endCondLst>
                                            <p:cond evt="onStopAudio" delay="0">
                                              <p:tgtEl>
                                                <p:sldTgt/>
                                              </p:tgtEl>
                                            </p:cond>
                                          </p:endCondLst>
                                        </p:cTn>
                                        <p:tgtEl>
                                          <p:sndTgt r:embed="rId4" name="chimes.wav"/>
                                        </p:tgtEl>
                                      </p:cMediaNode>
                                    </p:audio>
                                  </p:subTnLst>
                                </p:cTn>
                              </p:par>
                            </p:childTnLst>
                          </p:cTn>
                        </p:par>
                      </p:childTnLst>
                    </p:cTn>
                  </p:par>
                  <p:par>
                    <p:cTn id="70" fill="hold">
                      <p:stCondLst>
                        <p:cond delay="indefinite"/>
                      </p:stCondLst>
                      <p:childTnLst>
                        <p:par>
                          <p:cTn id="71" fill="hold">
                            <p:stCondLst>
                              <p:cond delay="0"/>
                            </p:stCondLst>
                            <p:childTnLst>
                              <p:par>
                                <p:cTn id="72" presetID="18" presetClass="entr" presetSubtype="6" fill="hold" grpId="0" nodeType="clickEffect">
                                  <p:stCondLst>
                                    <p:cond delay="0"/>
                                  </p:stCondLst>
                                  <p:childTnLst>
                                    <p:set>
                                      <p:cBhvr>
                                        <p:cTn id="73" dur="1" fill="hold">
                                          <p:stCondLst>
                                            <p:cond delay="0"/>
                                          </p:stCondLst>
                                        </p:cTn>
                                        <p:tgtEl>
                                          <p:spTgt spid="747544"/>
                                        </p:tgtEl>
                                        <p:attrNameLst>
                                          <p:attrName>style.visibility</p:attrName>
                                        </p:attrNameLst>
                                      </p:cBhvr>
                                      <p:to>
                                        <p:strVal val="visible"/>
                                      </p:to>
                                    </p:set>
                                    <p:animEffect transition="in" filter="strips(downRight)">
                                      <p:cBhvr>
                                        <p:cTn id="74" dur="500"/>
                                        <p:tgtEl>
                                          <p:spTgt spid="747544"/>
                                        </p:tgtEl>
                                      </p:cBhvr>
                                    </p:animEffect>
                                  </p:childTnLst>
                                  <p:subTnLst>
                                    <p:audio>
                                      <p:cMediaNode>
                                        <p:cTn display="0" masterRel="sameClick">
                                          <p:stCondLst>
                                            <p:cond evt="begin" delay="0">
                                              <p:tn val="72"/>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2" grpId="0"/>
      <p:bldP spid="15" grpId="0"/>
      <p:bldP spid="17" grpId="0" animBg="1"/>
      <p:bldP spid="18" grpId="0" animBg="1"/>
      <p:bldP spid="5" grpId="0"/>
      <p:bldP spid="28" grpId="0"/>
      <p:bldP spid="747540" grpId="0" animBg="1"/>
      <p:bldP spid="747541" grpId="0" animBg="1"/>
      <p:bldP spid="747542" grpId="0" animBg="1"/>
      <p:bldP spid="747544" grpId="0" animBg="1"/>
      <p:bldP spid="747543" grpId="0" animBg="1"/>
      <p:bldP spid="22" grpId="0" build="p" bldLvl="3"/>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 name="Rectangle 2">
            <a:extLst>
              <a:ext uri="{FF2B5EF4-FFF2-40B4-BE49-F238E27FC236}">
                <a16:creationId xmlns:a16="http://schemas.microsoft.com/office/drawing/2014/main" id="{37CD965B-6D4A-46C0-9E61-7283B514BF7E}"/>
              </a:ext>
            </a:extLst>
          </p:cNvPr>
          <p:cNvSpPr txBox="1">
            <a:spLocks noChangeArrowheads="1"/>
          </p:cNvSpPr>
          <p:nvPr/>
        </p:nvSpPr>
        <p:spPr>
          <a:xfrm>
            <a:off x="309671" y="848307"/>
            <a:ext cx="10704864" cy="4962525"/>
          </a:xfrm>
          <a:prstGeom prst="rect">
            <a:avLst/>
          </a:prstGeom>
        </p:spPr>
        <p:txBody>
          <a:bodyPr/>
          <a:lst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a:lstStyle>
          <a:p>
            <a:pPr lvl="1">
              <a:buFontTx/>
              <a:buNone/>
            </a:pPr>
            <a:r>
              <a:rPr lang="en-US" altLang="zh-CN" sz="3200" kern="0" dirty="0">
                <a:solidFill>
                  <a:srgbClr val="C01920"/>
                </a:solidFill>
                <a:effectLst/>
                <a:latin typeface="楷体" panose="02010609060101010101" pitchFamily="49" charset="-122"/>
                <a:ea typeface="楷体" panose="02010609060101010101" pitchFamily="49" charset="-122"/>
              </a:rPr>
              <a:t>3.</a:t>
            </a:r>
            <a:r>
              <a:rPr lang="zh-CN" altLang="en-US" sz="3200" kern="0" dirty="0">
                <a:solidFill>
                  <a:srgbClr val="C01920"/>
                </a:solidFill>
                <a:effectLst/>
                <a:latin typeface="楷体" panose="02010609060101010101" pitchFamily="49" charset="-122"/>
                <a:ea typeface="楷体" panose="02010609060101010101" pitchFamily="49" charset="-122"/>
              </a:rPr>
              <a:t>变量</a:t>
            </a:r>
            <a:endParaRPr lang="en-US" altLang="zh-CN" sz="3200" kern="0" dirty="0">
              <a:solidFill>
                <a:srgbClr val="C01920"/>
              </a:solidFill>
              <a:effectLst/>
              <a:latin typeface="楷体" panose="02010609060101010101" pitchFamily="49" charset="-122"/>
              <a:ea typeface="楷体" panose="02010609060101010101" pitchFamily="49" charset="-122"/>
            </a:endParaRPr>
          </a:p>
          <a:p>
            <a:pPr lvl="1">
              <a:buFontTx/>
              <a:buNone/>
            </a:pPr>
            <a:endParaRPr lang="zh-CN" altLang="en-US" sz="900" kern="0" dirty="0">
              <a:solidFill>
                <a:srgbClr val="C01920"/>
              </a:solidFill>
              <a:effectLst/>
              <a:latin typeface="楷体" panose="02010609060101010101" pitchFamily="49" charset="-122"/>
              <a:ea typeface="楷体" panose="02010609060101010101" pitchFamily="49" charset="-122"/>
            </a:endParaRPr>
          </a:p>
          <a:p>
            <a:pPr lvl="2">
              <a:buFont typeface="Wingdings" panose="05000000000000000000" pitchFamily="2" charset="2"/>
              <a:buChar char="l"/>
            </a:pPr>
            <a:r>
              <a:rPr lang="zh-CN" altLang="en-US" kern="0" dirty="0">
                <a:solidFill>
                  <a:srgbClr val="C01920"/>
                </a:solidFill>
                <a:effectLst/>
                <a:latin typeface="楷体" panose="02010609060101010101" pitchFamily="49" charset="-122"/>
                <a:ea typeface="楷体" panose="02010609060101010101" pitchFamily="49" charset="-122"/>
              </a:rPr>
              <a:t>定义：</a:t>
            </a:r>
            <a:r>
              <a:rPr lang="zh-CN" altLang="en-US" kern="0" dirty="0">
                <a:effectLst/>
                <a:latin typeface="楷体" pitchFamily="49" charset="-122"/>
                <a:ea typeface="楷体" pitchFamily="49" charset="-122"/>
              </a:rPr>
              <a:t>程序运行时其值可以被改变的量</a:t>
            </a:r>
            <a:endParaRPr lang="en-US" altLang="zh-CN" kern="0" dirty="0">
              <a:effectLst/>
              <a:latin typeface="楷体" pitchFamily="49" charset="-122"/>
              <a:ea typeface="楷体" pitchFamily="49" charset="-122"/>
            </a:endParaRPr>
          </a:p>
          <a:p>
            <a:pPr marL="914400" lvl="2" indent="0">
              <a:buNone/>
            </a:pPr>
            <a:r>
              <a:rPr lang="zh-CN" altLang="en-US" sz="1050" kern="0" dirty="0">
                <a:effectLst/>
                <a:latin typeface="楷体" pitchFamily="49" charset="-122"/>
                <a:ea typeface="楷体" pitchFamily="49" charset="-122"/>
              </a:rPr>
              <a:t> </a:t>
            </a:r>
          </a:p>
          <a:p>
            <a:pPr lvl="2">
              <a:buFont typeface="Wingdings" panose="05000000000000000000" pitchFamily="2" charset="2"/>
              <a:buChar char="l"/>
            </a:pPr>
            <a:r>
              <a:rPr lang="zh-CN" altLang="en-US" kern="0" dirty="0">
                <a:solidFill>
                  <a:srgbClr val="C01920"/>
                </a:solidFill>
                <a:effectLst/>
                <a:latin typeface="楷体" panose="02010609060101010101" pitchFamily="49" charset="-122"/>
                <a:ea typeface="楷体" panose="02010609060101010101" pitchFamily="49" charset="-122"/>
              </a:rPr>
              <a:t>变量的两要素：</a:t>
            </a:r>
            <a:r>
              <a:rPr lang="zh-CN" altLang="en-US" kern="0" dirty="0">
                <a:effectLst/>
                <a:latin typeface="楷体" pitchFamily="49" charset="-122"/>
                <a:ea typeface="楷体" pitchFamily="49" charset="-122"/>
              </a:rPr>
              <a:t>变量名 、变量值</a:t>
            </a:r>
            <a:endParaRPr lang="en-US" altLang="zh-CN" kern="0" dirty="0">
              <a:effectLst/>
              <a:latin typeface="楷体" pitchFamily="49" charset="-122"/>
              <a:ea typeface="楷体" pitchFamily="49" charset="-122"/>
            </a:endParaRPr>
          </a:p>
          <a:p>
            <a:pPr lvl="1">
              <a:buFont typeface="Wingdings" panose="05000000000000000000" pitchFamily="2" charset="2"/>
              <a:buChar char="l"/>
            </a:pPr>
            <a:endParaRPr lang="zh-CN" altLang="en-US" sz="1050" kern="0" dirty="0">
              <a:effectLst/>
              <a:latin typeface="楷体" pitchFamily="49" charset="-122"/>
              <a:ea typeface="楷体" pitchFamily="49" charset="-122"/>
            </a:endParaRPr>
          </a:p>
          <a:p>
            <a:pPr lvl="2">
              <a:buFont typeface="Wingdings" panose="05000000000000000000" pitchFamily="2" charset="2"/>
              <a:buChar char="l"/>
            </a:pPr>
            <a:r>
              <a:rPr lang="zh-CN" altLang="en-US" kern="0" dirty="0">
                <a:solidFill>
                  <a:srgbClr val="C01920"/>
                </a:solidFill>
                <a:effectLst/>
                <a:latin typeface="楷体" panose="02010609060101010101" pitchFamily="49" charset="-122"/>
                <a:ea typeface="楷体" panose="02010609060101010101" pitchFamily="49" charset="-122"/>
              </a:rPr>
              <a:t>变量的定义格式：</a:t>
            </a:r>
          </a:p>
          <a:p>
            <a:pPr lvl="2"/>
            <a:endParaRPr lang="zh-CN" altLang="en-US" kern="0" dirty="0">
              <a:solidFill>
                <a:srgbClr val="006600"/>
              </a:solidFill>
              <a:effectLst/>
              <a:latin typeface="楷体" pitchFamily="49" charset="-122"/>
              <a:ea typeface="楷体" pitchFamily="49" charset="-122"/>
            </a:endParaRPr>
          </a:p>
          <a:p>
            <a:pPr lvl="2">
              <a:buFontTx/>
              <a:buNone/>
            </a:pPr>
            <a:endParaRPr lang="zh-CN" altLang="en-US" kern="0" dirty="0">
              <a:solidFill>
                <a:srgbClr val="006600"/>
              </a:solidFill>
              <a:effectLst/>
              <a:latin typeface="楷体" pitchFamily="49" charset="-122"/>
              <a:ea typeface="楷体" pitchFamily="49" charset="-122"/>
            </a:endParaRPr>
          </a:p>
          <a:p>
            <a:pPr lvl="2">
              <a:buFont typeface="Wingdings" panose="05000000000000000000" pitchFamily="2" charset="2"/>
              <a:buChar char="l"/>
            </a:pPr>
            <a:r>
              <a:rPr lang="zh-CN" altLang="en-US" kern="0" dirty="0">
                <a:solidFill>
                  <a:srgbClr val="C01920"/>
                </a:solidFill>
                <a:effectLst/>
                <a:latin typeface="楷体" panose="02010609060101010101" pitchFamily="49" charset="-122"/>
                <a:ea typeface="楷体" panose="02010609060101010101" pitchFamily="49" charset="-122"/>
              </a:rPr>
              <a:t>变量的初始化：</a:t>
            </a:r>
            <a:r>
              <a:rPr lang="zh-CN" altLang="en-US" kern="0" dirty="0">
                <a:effectLst/>
                <a:latin typeface="楷体" pitchFamily="49" charset="-122"/>
                <a:ea typeface="楷体" pitchFamily="49" charset="-122"/>
              </a:rPr>
              <a:t>定义时赋初始值</a:t>
            </a:r>
            <a:endParaRPr lang="en-US" altLang="zh-CN" kern="0" dirty="0">
              <a:effectLst/>
              <a:latin typeface="楷体" pitchFamily="49" charset="-122"/>
              <a:ea typeface="楷体" pitchFamily="49" charset="-122"/>
            </a:endParaRPr>
          </a:p>
          <a:p>
            <a:pPr lvl="2">
              <a:buFont typeface="Wingdings" panose="05000000000000000000" pitchFamily="2" charset="2"/>
              <a:buChar char="l"/>
            </a:pPr>
            <a:endParaRPr lang="zh-CN" altLang="en-US" sz="1050" kern="0" dirty="0">
              <a:effectLst/>
              <a:latin typeface="楷体" pitchFamily="49" charset="-122"/>
              <a:ea typeface="楷体" pitchFamily="49" charset="-122"/>
            </a:endParaRPr>
          </a:p>
          <a:p>
            <a:pPr lvl="2">
              <a:buFont typeface="Wingdings" panose="05000000000000000000" pitchFamily="2" charset="2"/>
              <a:buChar char="l"/>
            </a:pPr>
            <a:r>
              <a:rPr lang="zh-CN" altLang="en-US" kern="0" dirty="0">
                <a:solidFill>
                  <a:srgbClr val="C01920"/>
                </a:solidFill>
                <a:effectLst/>
                <a:latin typeface="楷体" panose="02010609060101010101" pitchFamily="49" charset="-122"/>
                <a:ea typeface="楷体" panose="02010609060101010101" pitchFamily="49" charset="-122"/>
              </a:rPr>
              <a:t>变量的使用：</a:t>
            </a:r>
            <a:r>
              <a:rPr lang="zh-CN" altLang="en-US" kern="0" dirty="0">
                <a:solidFill>
                  <a:srgbClr val="002060"/>
                </a:solidFill>
                <a:effectLst/>
                <a:latin typeface="楷体" pitchFamily="49" charset="-122"/>
                <a:ea typeface="楷体" pitchFamily="49" charset="-122"/>
              </a:rPr>
              <a:t>先定义，后赋值</a:t>
            </a:r>
            <a:endParaRPr lang="en-US" altLang="zh-CN" kern="0" dirty="0">
              <a:solidFill>
                <a:srgbClr val="002060"/>
              </a:solidFill>
              <a:effectLst/>
              <a:latin typeface="楷体" pitchFamily="49" charset="-122"/>
              <a:ea typeface="楷体" pitchFamily="49" charset="-122"/>
            </a:endParaRPr>
          </a:p>
          <a:p>
            <a:pPr lvl="2">
              <a:buFont typeface="Wingdings" panose="05000000000000000000" pitchFamily="2" charset="2"/>
              <a:buChar char="l"/>
            </a:pPr>
            <a:endParaRPr lang="zh-CN" altLang="en-US" sz="1050" kern="0" dirty="0">
              <a:solidFill>
                <a:srgbClr val="CC3300"/>
              </a:solidFill>
              <a:effectLst/>
              <a:latin typeface="楷体" pitchFamily="49" charset="-122"/>
              <a:ea typeface="楷体" pitchFamily="49" charset="-122"/>
            </a:endParaRPr>
          </a:p>
          <a:p>
            <a:pPr lvl="2">
              <a:buFont typeface="Wingdings" panose="05000000000000000000" pitchFamily="2" charset="2"/>
              <a:buChar char="l"/>
            </a:pPr>
            <a:r>
              <a:rPr lang="zh-CN" altLang="en-US" kern="0" dirty="0">
                <a:solidFill>
                  <a:srgbClr val="C01920"/>
                </a:solidFill>
                <a:effectLst/>
                <a:latin typeface="楷体" panose="02010609060101010101" pitchFamily="49" charset="-122"/>
                <a:ea typeface="楷体" panose="02010609060101010101" pitchFamily="49" charset="-122"/>
              </a:rPr>
              <a:t>变量定义位置：</a:t>
            </a:r>
            <a:r>
              <a:rPr lang="zh-CN" altLang="en-US" kern="0" dirty="0">
                <a:solidFill>
                  <a:schemeClr val="accent1">
                    <a:lumMod val="50000"/>
                  </a:schemeClr>
                </a:solidFill>
                <a:effectLst/>
                <a:latin typeface="楷体" pitchFamily="49" charset="-122"/>
                <a:ea typeface="楷体" pitchFamily="49" charset="-122"/>
              </a:rPr>
              <a:t>一般</a:t>
            </a:r>
            <a:r>
              <a:rPr lang="zh-CN" altLang="en-US" kern="0" dirty="0">
                <a:effectLst/>
                <a:latin typeface="楷体" pitchFamily="49" charset="-122"/>
                <a:ea typeface="楷体" pitchFamily="49" charset="-122"/>
              </a:rPr>
              <a:t>放在函数开头</a:t>
            </a:r>
          </a:p>
        </p:txBody>
      </p:sp>
      <p:sp>
        <p:nvSpPr>
          <p:cNvPr id="749574" name="Text Box 6"/>
          <p:cNvSpPr txBox="1">
            <a:spLocks noChangeArrowheads="1"/>
          </p:cNvSpPr>
          <p:nvPr/>
        </p:nvSpPr>
        <p:spPr bwMode="auto">
          <a:xfrm>
            <a:off x="1688277" y="3350118"/>
            <a:ext cx="9725514" cy="504056"/>
          </a:xfrm>
          <a:prstGeom prst="rect">
            <a:avLst/>
          </a:prstGeom>
          <a:gradFill flip="none" rotWithShape="1">
            <a:gsLst>
              <a:gs pos="0">
                <a:srgbClr val="F0E5B7"/>
              </a:gs>
              <a:gs pos="100000">
                <a:schemeClr val="bg1"/>
              </a:gs>
            </a:gsLst>
            <a:lin ang="16200000" scaled="1"/>
            <a:tileRect/>
          </a:gradFill>
          <a:ln w="28575">
            <a:solidFill>
              <a:srgbClr val="F0E5B7"/>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0"/>
          <a:lstStyle/>
          <a:p>
            <a:pPr algn="ctr"/>
            <a:r>
              <a:rPr lang="en-US" altLang="zh-CN" sz="2000" b="1" dirty="0">
                <a:solidFill>
                  <a:srgbClr val="C00000"/>
                </a:solidFill>
                <a:latin typeface="+mn-lt"/>
                <a:ea typeface="隶书" pitchFamily="49" charset="-122"/>
              </a:rPr>
              <a:t>[</a:t>
            </a:r>
            <a:r>
              <a:rPr lang="zh-CN" altLang="en-US" sz="2000" b="1" dirty="0">
                <a:solidFill>
                  <a:srgbClr val="C00000"/>
                </a:solidFill>
                <a:latin typeface="+mn-lt"/>
                <a:ea typeface="隶书" pitchFamily="49" charset="-122"/>
              </a:rPr>
              <a:t>存储类型</a:t>
            </a:r>
            <a:r>
              <a:rPr lang="en-US" altLang="zh-CN" sz="2000" b="1" dirty="0">
                <a:solidFill>
                  <a:srgbClr val="C00000"/>
                </a:solidFill>
                <a:latin typeface="+mn-lt"/>
                <a:ea typeface="隶书" pitchFamily="49" charset="-122"/>
              </a:rPr>
              <a:t>]    </a:t>
            </a:r>
            <a:r>
              <a:rPr lang="zh-CN" altLang="en-US" sz="2000" b="1" dirty="0">
                <a:solidFill>
                  <a:srgbClr val="C00000"/>
                </a:solidFill>
                <a:latin typeface="+mn-lt"/>
                <a:ea typeface="隶书" pitchFamily="49" charset="-122"/>
              </a:rPr>
              <a:t>数据类型   变量名</a:t>
            </a:r>
            <a:r>
              <a:rPr lang="en-US" altLang="zh-CN" sz="2000" b="1" dirty="0">
                <a:solidFill>
                  <a:srgbClr val="C00000"/>
                </a:solidFill>
                <a:latin typeface="+mn-lt"/>
                <a:ea typeface="隶书" pitchFamily="49" charset="-122"/>
              </a:rPr>
              <a:t>1[</a:t>
            </a:r>
            <a:r>
              <a:rPr lang="zh-CN" altLang="en-US" sz="2000" b="1" dirty="0">
                <a:solidFill>
                  <a:srgbClr val="C00000"/>
                </a:solidFill>
                <a:latin typeface="+mn-lt"/>
                <a:ea typeface="隶书" pitchFamily="49" charset="-122"/>
              </a:rPr>
              <a:t>，变量名</a:t>
            </a:r>
            <a:r>
              <a:rPr lang="en-US" altLang="zh-CN" sz="2000" b="1" dirty="0">
                <a:solidFill>
                  <a:srgbClr val="C00000"/>
                </a:solidFill>
                <a:latin typeface="+mn-lt"/>
                <a:ea typeface="隶书" pitchFamily="49" charset="-122"/>
              </a:rPr>
              <a:t>2</a:t>
            </a:r>
            <a:r>
              <a:rPr lang="zh-CN" altLang="en-US" sz="2000" b="1" dirty="0">
                <a:solidFill>
                  <a:srgbClr val="C00000"/>
                </a:solidFill>
                <a:latin typeface="+mn-lt"/>
                <a:ea typeface="隶书" pitchFamily="49" charset="-122"/>
              </a:rPr>
              <a:t>，</a:t>
            </a:r>
            <a:r>
              <a:rPr lang="en-US" altLang="zh-CN" sz="2000" b="1" dirty="0">
                <a:solidFill>
                  <a:srgbClr val="C00000"/>
                </a:solidFill>
                <a:latin typeface="+mn-lt"/>
                <a:ea typeface="隶书" pitchFamily="49" charset="-122"/>
              </a:rPr>
              <a:t>…</a:t>
            </a:r>
            <a:r>
              <a:rPr lang="zh-CN" altLang="en-US" sz="2000" b="1" dirty="0">
                <a:solidFill>
                  <a:srgbClr val="C00000"/>
                </a:solidFill>
                <a:latin typeface="+mn-lt"/>
                <a:ea typeface="隶书" pitchFamily="49" charset="-122"/>
              </a:rPr>
              <a:t>，变量名</a:t>
            </a:r>
            <a:r>
              <a:rPr lang="en-US" altLang="zh-CN" sz="2000" b="1" dirty="0">
                <a:solidFill>
                  <a:srgbClr val="C00000"/>
                </a:solidFill>
                <a:latin typeface="+mn-lt"/>
                <a:ea typeface="隶书" pitchFamily="49" charset="-122"/>
              </a:rPr>
              <a:t>n]</a:t>
            </a:r>
            <a:r>
              <a:rPr lang="zh-CN" altLang="en-US" sz="2000" b="1" dirty="0">
                <a:solidFill>
                  <a:srgbClr val="C00000"/>
                </a:solidFill>
                <a:latin typeface="+mn-lt"/>
                <a:ea typeface="隶书" pitchFamily="49" charset="-122"/>
              </a:rPr>
              <a:t>；</a:t>
            </a:r>
          </a:p>
        </p:txBody>
      </p:sp>
      <p:sp>
        <p:nvSpPr>
          <p:cNvPr id="749579" name="AutoShape 11"/>
          <p:cNvSpPr>
            <a:spLocks noChangeArrowheads="1"/>
          </p:cNvSpPr>
          <p:nvPr/>
        </p:nvSpPr>
        <p:spPr bwMode="auto">
          <a:xfrm>
            <a:off x="4079776" y="3991626"/>
            <a:ext cx="1987550" cy="730250"/>
          </a:xfrm>
          <a:prstGeom prst="wedgeRectCallout">
            <a:avLst>
              <a:gd name="adj1" fmla="val 16456"/>
              <a:gd name="adj2" fmla="val -91154"/>
            </a:avLst>
          </a:prstGeom>
          <a:gradFill flip="none" rotWithShape="1">
            <a:gsLst>
              <a:gs pos="0">
                <a:srgbClr val="CFCFD1"/>
              </a:gs>
              <a:gs pos="100000">
                <a:schemeClr val="bg1">
                  <a:lumMod val="95000"/>
                </a:schemeClr>
              </a:gs>
            </a:gsLst>
            <a:lin ang="10800000" scaled="1"/>
            <a:tileRect/>
          </a:gradFill>
          <a:ln w="28575">
            <a:solidFill>
              <a:srgbClr val="F0E5B7"/>
            </a:solidFill>
            <a:miter lim="800000"/>
            <a:headEnd/>
            <a:tailEnd/>
          </a:ln>
          <a:effectLst>
            <a:outerShdw blurRad="50800" dist="106680" dir="2700000" algn="tl" rotWithShape="0">
              <a:prstClr val="black">
                <a:alpha val="43000"/>
              </a:prstClr>
            </a:outerShdw>
          </a:effectLst>
        </p:spPr>
        <p:txBody>
          <a:bodyPr wrap="none" lIns="90000" tIns="46800" rIns="90000" bIns="46800" anchor="ctr">
            <a:spAutoFit/>
          </a:bodyPr>
          <a:lstStyle/>
          <a:p>
            <a:pPr algn="ctr" eaLnBrk="0" hangingPunct="0"/>
            <a:r>
              <a:rPr lang="zh-CN" altLang="en-US" sz="2000">
                <a:effectLst>
                  <a:outerShdw dist="38100" dir="2700000" algn="ctr" rotWithShape="0">
                    <a:schemeClr val="bg1"/>
                  </a:outerShdw>
                </a:effectLst>
                <a:latin typeface="Arial" pitchFamily="34" charset="0"/>
                <a:ea typeface="隶书" pitchFamily="49" charset="-122"/>
              </a:rPr>
              <a:t>决定分配字节数</a:t>
            </a:r>
          </a:p>
          <a:p>
            <a:pPr algn="ctr" eaLnBrk="0" hangingPunct="0"/>
            <a:r>
              <a:rPr lang="zh-CN" altLang="en-US" sz="2000">
                <a:effectLst>
                  <a:outerShdw dist="38100" dir="2700000" algn="ctr" rotWithShape="0">
                    <a:schemeClr val="bg1"/>
                  </a:outerShdw>
                </a:effectLst>
                <a:latin typeface="Arial" pitchFamily="34" charset="0"/>
                <a:ea typeface="隶书" pitchFamily="49" charset="-122"/>
              </a:rPr>
              <a:t>和数的表示范围</a:t>
            </a:r>
          </a:p>
        </p:txBody>
      </p:sp>
      <p:sp>
        <p:nvSpPr>
          <p:cNvPr id="749580" name="AutoShape 12"/>
          <p:cNvSpPr>
            <a:spLocks noChangeArrowheads="1"/>
          </p:cNvSpPr>
          <p:nvPr/>
        </p:nvSpPr>
        <p:spPr bwMode="auto">
          <a:xfrm>
            <a:off x="6096000" y="4037422"/>
            <a:ext cx="2044700" cy="402291"/>
          </a:xfrm>
          <a:prstGeom prst="wedgeRectCallout">
            <a:avLst>
              <a:gd name="adj1" fmla="val -29038"/>
              <a:gd name="adj2" fmla="val -151415"/>
            </a:avLst>
          </a:prstGeom>
          <a:gradFill flip="none" rotWithShape="1">
            <a:gsLst>
              <a:gs pos="0">
                <a:srgbClr val="CFCFD1"/>
              </a:gs>
              <a:gs pos="100000">
                <a:schemeClr val="bg1">
                  <a:lumMod val="95000"/>
                </a:schemeClr>
              </a:gs>
            </a:gsLst>
            <a:lin ang="10800000" scaled="1"/>
            <a:tileRect/>
          </a:gradFill>
          <a:ln w="28575">
            <a:solidFill>
              <a:srgbClr val="F0E5B7"/>
            </a:solidFill>
            <a:miter lim="800000"/>
            <a:headEnd/>
            <a:tailEnd/>
          </a:ln>
          <a:effectLst>
            <a:outerShdw blurRad="50800" dist="106680" dir="2700000" algn="tl" rotWithShape="0">
              <a:prstClr val="black">
                <a:alpha val="43000"/>
              </a:prstClr>
            </a:outerShdw>
          </a:effectLst>
        </p:spPr>
        <p:txBody>
          <a:bodyPr lIns="90000" tIns="46800" rIns="90000" bIns="46800" anchor="ctr">
            <a:spAutoFit/>
          </a:bodyPr>
          <a:lstStyle/>
          <a:p>
            <a:pPr algn="ctr" eaLnBrk="0" hangingPunct="0"/>
            <a:r>
              <a:rPr lang="zh-CN" altLang="en-US" sz="2000">
                <a:effectLst>
                  <a:outerShdw dist="38100" dir="2700000" algn="ctr" rotWithShape="0">
                    <a:schemeClr val="bg1"/>
                  </a:outerShdw>
                </a:effectLst>
                <a:latin typeface="Arial" pitchFamily="34" charset="0"/>
                <a:ea typeface="隶书" pitchFamily="49" charset="-122"/>
              </a:rPr>
              <a:t>合法标识符</a:t>
            </a:r>
          </a:p>
        </p:txBody>
      </p:sp>
      <p:sp>
        <p:nvSpPr>
          <p:cNvPr id="66" name="AutoShape 11"/>
          <p:cNvSpPr>
            <a:spLocks noChangeArrowheads="1"/>
          </p:cNvSpPr>
          <p:nvPr/>
        </p:nvSpPr>
        <p:spPr bwMode="auto">
          <a:xfrm>
            <a:off x="2575159" y="3988860"/>
            <a:ext cx="1720641" cy="710067"/>
          </a:xfrm>
          <a:prstGeom prst="wedgeRectCallout">
            <a:avLst>
              <a:gd name="adj1" fmla="val 16932"/>
              <a:gd name="adj2" fmla="val -96466"/>
            </a:avLst>
          </a:prstGeom>
          <a:gradFill flip="none" rotWithShape="1">
            <a:gsLst>
              <a:gs pos="0">
                <a:srgbClr val="CFCFD1"/>
              </a:gs>
              <a:gs pos="100000">
                <a:schemeClr val="bg1">
                  <a:lumMod val="95000"/>
                </a:schemeClr>
              </a:gs>
            </a:gsLst>
            <a:lin ang="10800000" scaled="1"/>
            <a:tileRect/>
          </a:gradFill>
          <a:ln w="28575">
            <a:solidFill>
              <a:srgbClr val="F0E5B7"/>
            </a:solidFill>
            <a:miter lim="800000"/>
            <a:headEnd/>
            <a:tailEnd/>
          </a:ln>
          <a:effectLst>
            <a:outerShdw blurRad="50800" dist="106680" dir="2700000" algn="tl" rotWithShape="0">
              <a:prstClr val="black">
                <a:alpha val="43000"/>
              </a:prstClr>
            </a:outerShdw>
          </a:effectLst>
        </p:spPr>
        <p:txBody>
          <a:bodyPr wrap="none" lIns="90000" tIns="46800" rIns="90000" bIns="46800" anchor="ctr">
            <a:spAutoFit/>
          </a:bodyPr>
          <a:lstStyle/>
          <a:p>
            <a:pPr algn="ctr" eaLnBrk="0" hangingPunct="0"/>
            <a:r>
              <a:rPr lang="zh-CN" altLang="en-US" sz="2000" dirty="0">
                <a:effectLst>
                  <a:outerShdw dist="38100" dir="2700000" algn="ctr" rotWithShape="0">
                    <a:schemeClr val="bg1"/>
                  </a:outerShdw>
                </a:effectLst>
                <a:latin typeface="Arial" pitchFamily="34" charset="0"/>
                <a:ea typeface="隶书" pitchFamily="49" charset="-122"/>
              </a:rPr>
              <a:t>变量占用内存</a:t>
            </a:r>
            <a:endParaRPr lang="en-US" altLang="zh-CN" sz="2000" dirty="0">
              <a:effectLst>
                <a:outerShdw dist="38100" dir="2700000" algn="ctr" rotWithShape="0">
                  <a:schemeClr val="bg1"/>
                </a:outerShdw>
              </a:effectLst>
              <a:latin typeface="Arial" pitchFamily="34" charset="0"/>
              <a:ea typeface="隶书" pitchFamily="49" charset="-122"/>
            </a:endParaRPr>
          </a:p>
          <a:p>
            <a:pPr algn="ctr" eaLnBrk="0" hangingPunct="0"/>
            <a:r>
              <a:rPr lang="zh-CN" altLang="en-US" sz="2000" dirty="0">
                <a:effectLst>
                  <a:outerShdw dist="38100" dir="2700000" algn="ctr" rotWithShape="0">
                    <a:schemeClr val="bg1"/>
                  </a:outerShdw>
                </a:effectLst>
                <a:latin typeface="Arial" pitchFamily="34" charset="0"/>
                <a:ea typeface="隶书" pitchFamily="49" charset="-122"/>
              </a:rPr>
              <a:t>空间的方式</a:t>
            </a:r>
          </a:p>
        </p:txBody>
      </p:sp>
      <p:sp>
        <p:nvSpPr>
          <p:cNvPr id="749575" name="Rectangle 7"/>
          <p:cNvSpPr>
            <a:spLocks noChangeArrowheads="1"/>
          </p:cNvSpPr>
          <p:nvPr/>
        </p:nvSpPr>
        <p:spPr bwMode="auto">
          <a:xfrm>
            <a:off x="2084841" y="4610626"/>
            <a:ext cx="8410575" cy="1225550"/>
          </a:xfrm>
          <a:prstGeom prst="rect">
            <a:avLst/>
          </a:prstGeom>
          <a:solidFill>
            <a:schemeClr val="bg1"/>
          </a:solidFill>
          <a:ln w="38100">
            <a:solidFill>
              <a:srgbClr val="BD6368"/>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隶书" pitchFamily="49" charset="-122"/>
                <a:ea typeface="隶书" pitchFamily="49" charset="-122"/>
              </a:rPr>
              <a:t>例：  </a:t>
            </a:r>
            <a:r>
              <a:rPr lang="en-US" altLang="zh-CN" b="1" dirty="0" err="1">
                <a:effectLst>
                  <a:outerShdw blurRad="38100" dist="38100" dir="2700000" algn="tl">
                    <a:srgbClr val="000000">
                      <a:alpha val="43137"/>
                    </a:srgbClr>
                  </a:outerShdw>
                </a:effectLst>
              </a:rPr>
              <a:t>int</a:t>
            </a:r>
            <a:r>
              <a:rPr lang="en-US" altLang="zh-CN" b="1" dirty="0">
                <a:effectLst>
                  <a:outerShdw blurRad="38100" dist="38100" dir="2700000" algn="tl">
                    <a:srgbClr val="000000">
                      <a:alpha val="43137"/>
                    </a:srgbClr>
                  </a:outerShdw>
                </a:effectLst>
              </a:rPr>
              <a:t> x,  y, z;</a:t>
            </a:r>
          </a:p>
          <a:p>
            <a:pPr lvl="2"/>
            <a:r>
              <a:rPr lang="en-US" altLang="zh-CN" b="1" dirty="0">
                <a:effectLst>
                  <a:outerShdw blurRad="38100" dist="38100" dir="2700000" algn="tl">
                    <a:srgbClr val="000000">
                      <a:alpha val="43137"/>
                    </a:srgbClr>
                  </a:outerShdw>
                </a:effectLst>
              </a:rPr>
              <a:t>float  radius,  length,  area; </a:t>
            </a:r>
          </a:p>
          <a:p>
            <a:pPr lvl="2"/>
            <a:r>
              <a:rPr lang="en-US" altLang="zh-CN" b="1" dirty="0">
                <a:effectLst>
                  <a:outerShdw blurRad="38100" dist="38100" dir="2700000" algn="tl">
                    <a:srgbClr val="000000">
                      <a:alpha val="43137"/>
                    </a:srgbClr>
                  </a:outerShdw>
                </a:effectLst>
              </a:rPr>
              <a:t>char </a:t>
            </a:r>
            <a:r>
              <a:rPr lang="en-US" altLang="zh-CN" b="1" dirty="0" err="1">
                <a:effectLst>
                  <a:outerShdw blurRad="38100" dist="38100" dir="2700000" algn="tl">
                    <a:srgbClr val="000000">
                      <a:alpha val="43137"/>
                    </a:srgbClr>
                  </a:outerShdw>
                </a:effectLst>
              </a:rPr>
              <a:t>ch</a:t>
            </a:r>
            <a:r>
              <a:rPr lang="en-US" altLang="zh-CN" b="1" dirty="0">
                <a:effectLst>
                  <a:outerShdw blurRad="38100" dist="38100" dir="2700000" algn="tl">
                    <a:srgbClr val="000000">
                      <a:alpha val="43137"/>
                    </a:srgbClr>
                  </a:outerShdw>
                </a:effectLst>
              </a:rPr>
              <a:t>;</a:t>
            </a:r>
          </a:p>
        </p:txBody>
      </p:sp>
      <p:sp>
        <p:nvSpPr>
          <p:cNvPr id="749581" name="Text Box 13"/>
          <p:cNvSpPr txBox="1">
            <a:spLocks noChangeArrowheads="1"/>
          </p:cNvSpPr>
          <p:nvPr/>
        </p:nvSpPr>
        <p:spPr bwMode="auto">
          <a:xfrm>
            <a:off x="6192725" y="3731747"/>
            <a:ext cx="5109317" cy="2311400"/>
          </a:xfrm>
          <a:prstGeom prst="rect">
            <a:avLst/>
          </a:prstGeom>
          <a:solidFill>
            <a:schemeClr val="bg1"/>
          </a:solidFill>
          <a:ln w="38100">
            <a:solidFill>
              <a:srgbClr val="BD6368"/>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spAutoFit/>
          </a:bodyPr>
          <a:lstStyle/>
          <a:p>
            <a:pPr eaLnBrk="0" hangingPunct="0"/>
            <a:r>
              <a:rPr lang="zh-CN" altLang="en-US" b="1" dirty="0">
                <a:solidFill>
                  <a:srgbClr val="C01920"/>
                </a:solidFill>
                <a:effectLst>
                  <a:outerShdw blurRad="38100" dist="38100" dir="2700000" algn="tl">
                    <a:srgbClr val="000000">
                      <a:alpha val="43137"/>
                    </a:srgbClr>
                  </a:outerShdw>
                </a:effectLst>
                <a:ea typeface="隶书" pitchFamily="49" charset="-122"/>
              </a:rPr>
              <a:t>例</a:t>
            </a:r>
            <a:r>
              <a:rPr lang="en-US" altLang="zh-CN" b="1" dirty="0">
                <a:solidFill>
                  <a:srgbClr val="C01920"/>
                </a:solidFill>
                <a:effectLst>
                  <a:outerShdw blurRad="38100" dist="38100" dir="2700000" algn="tl">
                    <a:srgbClr val="000000">
                      <a:alpha val="43137"/>
                    </a:srgbClr>
                  </a:outerShdw>
                </a:effectLst>
                <a:ea typeface="隶书" pitchFamily="49" charset="-122"/>
              </a:rPr>
              <a:t>:</a:t>
            </a:r>
            <a:endParaRPr lang="en-US" altLang="zh-CN" b="1" dirty="0">
              <a:solidFill>
                <a:srgbClr val="C01920"/>
              </a:solidFill>
              <a:effectLst>
                <a:outerShdw blurRad="38100" dist="38100" dir="2700000" algn="tl">
                  <a:srgbClr val="000000">
                    <a:alpha val="43137"/>
                  </a:srgbClr>
                </a:outerShdw>
              </a:effectLst>
            </a:endParaRPr>
          </a:p>
          <a:p>
            <a:pPr eaLnBrk="0" hangingPunct="0"/>
            <a:r>
              <a:rPr lang="en-US" altLang="zh-CN" b="1" dirty="0">
                <a:effectLst>
                  <a:outerShdw blurRad="38100" dist="38100" dir="2700000" algn="tl">
                    <a:srgbClr val="000000">
                      <a:alpha val="43137"/>
                    </a:srgbClr>
                  </a:outerShdw>
                </a:effectLst>
              </a:rPr>
              <a:t>     </a:t>
            </a:r>
            <a:r>
              <a:rPr lang="en-US" altLang="zh-CN" b="1" dirty="0" err="1">
                <a:effectLst>
                  <a:outerShdw blurRad="38100" dist="38100" dir="2700000" algn="tl">
                    <a:srgbClr val="000000">
                      <a:alpha val="43137"/>
                    </a:srgbClr>
                  </a:outerShdw>
                </a:effectLst>
              </a:rPr>
              <a:t>int</a:t>
            </a:r>
            <a:r>
              <a:rPr lang="en-US" altLang="zh-CN" b="1" dirty="0">
                <a:effectLst>
                  <a:outerShdw blurRad="38100" dist="38100" dir="2700000" algn="tl">
                    <a:srgbClr val="000000">
                      <a:alpha val="43137"/>
                    </a:srgbClr>
                  </a:outerShdw>
                </a:effectLst>
              </a:rPr>
              <a:t>     a = 2, b, c = 4;</a:t>
            </a:r>
          </a:p>
          <a:p>
            <a:pPr eaLnBrk="0" hangingPunct="0"/>
            <a:r>
              <a:rPr lang="en-US" altLang="zh-CN" b="1" dirty="0">
                <a:effectLst>
                  <a:outerShdw blurRad="38100" dist="38100" dir="2700000" algn="tl">
                    <a:srgbClr val="000000">
                      <a:alpha val="43137"/>
                    </a:srgbClr>
                  </a:outerShdw>
                </a:effectLst>
              </a:rPr>
              <a:t>     float  data = 3.67;</a:t>
            </a:r>
          </a:p>
          <a:p>
            <a:pPr eaLnBrk="0" hangingPunct="0"/>
            <a:r>
              <a:rPr lang="en-US" altLang="zh-CN" b="1" dirty="0">
                <a:effectLst>
                  <a:outerShdw blurRad="38100" dist="38100" dir="2700000" algn="tl">
                    <a:srgbClr val="000000">
                      <a:alpha val="43137"/>
                    </a:srgbClr>
                  </a:outerShdw>
                </a:effectLst>
              </a:rPr>
              <a:t>     char   </a:t>
            </a:r>
            <a:r>
              <a:rPr lang="en-US" altLang="zh-CN" b="1" dirty="0" err="1">
                <a:effectLst>
                  <a:outerShdw blurRad="38100" dist="38100" dir="2700000" algn="tl">
                    <a:srgbClr val="000000">
                      <a:alpha val="43137"/>
                    </a:srgbClr>
                  </a:outerShdw>
                </a:effectLst>
              </a:rPr>
              <a:t>ch</a:t>
            </a:r>
            <a:r>
              <a:rPr lang="en-US" altLang="zh-CN" b="1" dirty="0">
                <a:effectLst>
                  <a:outerShdw blurRad="38100" dist="38100" dir="2700000" algn="tl">
                    <a:srgbClr val="000000">
                      <a:alpha val="43137"/>
                    </a:srgbClr>
                  </a:outerShdw>
                </a:effectLst>
              </a:rPr>
              <a:t> = 'A';</a:t>
            </a:r>
          </a:p>
          <a:p>
            <a:pPr eaLnBrk="0" hangingPunct="0"/>
            <a:r>
              <a:rPr lang="en-US" altLang="zh-CN" b="1" dirty="0">
                <a:effectLst>
                  <a:outerShdw blurRad="38100" dist="38100" dir="2700000" algn="tl">
                    <a:srgbClr val="000000">
                      <a:alpha val="43137"/>
                    </a:srgbClr>
                  </a:outerShdw>
                </a:effectLst>
              </a:rPr>
              <a:t>     </a:t>
            </a:r>
            <a:r>
              <a:rPr lang="en-US" altLang="zh-CN" b="1" dirty="0" err="1">
                <a:effectLst>
                  <a:outerShdw blurRad="38100" dist="38100" dir="2700000" algn="tl">
                    <a:srgbClr val="000000">
                      <a:alpha val="43137"/>
                    </a:srgbClr>
                  </a:outerShdw>
                </a:effectLst>
              </a:rPr>
              <a:t>int</a:t>
            </a:r>
            <a:r>
              <a:rPr lang="en-US" altLang="zh-CN" b="1" dirty="0">
                <a:effectLst>
                  <a:outerShdw blurRad="38100" dist="38100" dir="2700000" algn="tl">
                    <a:srgbClr val="000000">
                      <a:alpha val="43137"/>
                    </a:srgbClr>
                  </a:outerShdw>
                </a:effectLst>
              </a:rPr>
              <a:t>     x = 1, y = 1, z = 1;</a:t>
            </a:r>
          </a:p>
          <a:p>
            <a:pPr eaLnBrk="0" hangingPunct="0"/>
            <a:r>
              <a:rPr lang="en-US" altLang="zh-CN" b="1" dirty="0">
                <a:effectLst>
                  <a:outerShdw blurRad="38100" dist="38100" dir="2700000" algn="tl">
                    <a:srgbClr val="000000">
                      <a:alpha val="43137"/>
                    </a:srgbClr>
                  </a:outerShdw>
                </a:effectLst>
              </a:rPr>
              <a:t>     </a:t>
            </a:r>
            <a:r>
              <a:rPr lang="en-US" altLang="zh-CN" b="1" dirty="0" err="1">
                <a:solidFill>
                  <a:srgbClr val="FF0000"/>
                </a:solidFill>
                <a:effectLst>
                  <a:outerShdw blurRad="38100" dist="38100" dir="2700000" algn="tl">
                    <a:srgbClr val="000000">
                      <a:alpha val="43137"/>
                    </a:srgbClr>
                  </a:outerShdw>
                </a:effectLst>
              </a:rPr>
              <a:t>int</a:t>
            </a:r>
            <a:r>
              <a:rPr lang="en-US" altLang="zh-CN" b="1" dirty="0">
                <a:solidFill>
                  <a:srgbClr val="FF0000"/>
                </a:solidFill>
                <a:effectLst>
                  <a:outerShdw blurRad="38100" dist="38100" dir="2700000" algn="tl">
                    <a:srgbClr val="000000">
                      <a:alpha val="43137"/>
                    </a:srgbClr>
                  </a:outerShdw>
                </a:effectLst>
              </a:rPr>
              <a:t>     x = y = z = 1;</a:t>
            </a:r>
            <a:endParaRPr lang="en-US" altLang="zh-CN" b="1" dirty="0">
              <a:effectLst>
                <a:outerShdw blurRad="38100" dist="38100" dir="2700000" algn="tl">
                  <a:srgbClr val="000000">
                    <a:alpha val="43137"/>
                  </a:srgbClr>
                </a:outerShdw>
              </a:effectLst>
            </a:endParaRPr>
          </a:p>
        </p:txBody>
      </p:sp>
      <p:grpSp>
        <p:nvGrpSpPr>
          <p:cNvPr id="67" name="Group 89">
            <a:extLst>
              <a:ext uri="{FF2B5EF4-FFF2-40B4-BE49-F238E27FC236}">
                <a16:creationId xmlns:a16="http://schemas.microsoft.com/office/drawing/2014/main" id="{D58D754D-EA42-4E2E-967F-A7095134F2DF}"/>
              </a:ext>
            </a:extLst>
          </p:cNvPr>
          <p:cNvGrpSpPr>
            <a:grpSpLocks/>
          </p:cNvGrpSpPr>
          <p:nvPr/>
        </p:nvGrpSpPr>
        <p:grpSpPr bwMode="auto">
          <a:xfrm>
            <a:off x="3884722" y="2242796"/>
            <a:ext cx="7878762" cy="4273550"/>
            <a:chOff x="911" y="1434"/>
            <a:chExt cx="4963" cy="2692"/>
          </a:xfrm>
          <a:gradFill>
            <a:gsLst>
              <a:gs pos="0">
                <a:srgbClr val="CFCFD1"/>
              </a:gs>
              <a:gs pos="100000">
                <a:schemeClr val="bg1">
                  <a:lumMod val="95000"/>
                </a:schemeClr>
              </a:gs>
            </a:gsLst>
            <a:lin ang="10800000" scaled="1"/>
          </a:gradFill>
        </p:grpSpPr>
        <p:sp>
          <p:nvSpPr>
            <p:cNvPr id="68" name="Rectangle 90">
              <a:extLst>
                <a:ext uri="{FF2B5EF4-FFF2-40B4-BE49-F238E27FC236}">
                  <a16:creationId xmlns:a16="http://schemas.microsoft.com/office/drawing/2014/main" id="{A1D12054-99D0-41EF-82AB-C34A32B9F2E4}"/>
                </a:ext>
              </a:extLst>
            </p:cNvPr>
            <p:cNvSpPr>
              <a:spLocks noChangeArrowheads="1"/>
            </p:cNvSpPr>
            <p:nvPr/>
          </p:nvSpPr>
          <p:spPr bwMode="auto">
            <a:xfrm>
              <a:off x="911" y="1434"/>
              <a:ext cx="4718" cy="2675"/>
            </a:xfrm>
            <a:prstGeom prst="rect">
              <a:avLst/>
            </a:prstGeom>
            <a:grp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dirty="0"/>
            </a:p>
          </p:txBody>
        </p:sp>
        <p:grpSp>
          <p:nvGrpSpPr>
            <p:cNvPr id="69" name="Group 91">
              <a:extLst>
                <a:ext uri="{FF2B5EF4-FFF2-40B4-BE49-F238E27FC236}">
                  <a16:creationId xmlns:a16="http://schemas.microsoft.com/office/drawing/2014/main" id="{13F515B9-F38E-4DB5-91ED-8E22A04DA1D8}"/>
                </a:ext>
              </a:extLst>
            </p:cNvPr>
            <p:cNvGrpSpPr>
              <a:grpSpLocks/>
            </p:cNvGrpSpPr>
            <p:nvPr/>
          </p:nvGrpSpPr>
          <p:grpSpPr bwMode="auto">
            <a:xfrm>
              <a:off x="1108" y="1446"/>
              <a:ext cx="4766" cy="2680"/>
              <a:chOff x="1153" y="1644"/>
              <a:chExt cx="4766" cy="2680"/>
            </a:xfrm>
            <a:grpFill/>
          </p:grpSpPr>
          <p:sp>
            <p:nvSpPr>
              <p:cNvPr id="70" name="AutoShape 92">
                <a:extLst>
                  <a:ext uri="{FF2B5EF4-FFF2-40B4-BE49-F238E27FC236}">
                    <a16:creationId xmlns:a16="http://schemas.microsoft.com/office/drawing/2014/main" id="{60D8AA04-C4E3-4057-986A-871403A6A265}"/>
                  </a:ext>
                </a:extLst>
              </p:cNvPr>
              <p:cNvSpPr>
                <a:spLocks/>
              </p:cNvSpPr>
              <p:nvPr/>
            </p:nvSpPr>
            <p:spPr bwMode="auto">
              <a:xfrm>
                <a:off x="4836" y="2795"/>
                <a:ext cx="60" cy="504"/>
              </a:xfrm>
              <a:prstGeom prst="rightBrace">
                <a:avLst>
                  <a:gd name="adj1" fmla="val 70000"/>
                  <a:gd name="adj2" fmla="val 50000"/>
                </a:avLst>
              </a:prstGeom>
              <a:grpFill/>
              <a:ln w="9525">
                <a:solidFill>
                  <a:srgbClr val="FF66FF"/>
                </a:solidFill>
                <a:round/>
                <a:headEnd/>
                <a:tailEnd/>
              </a:ln>
              <a:effectLst/>
            </p:spPr>
            <p:txBody>
              <a:bodyPr wrap="none" lIns="90000" tIns="46800" rIns="90000" bIns="46800" anchor="ctr">
                <a:spAutoFit/>
              </a:bodyPr>
              <a:lstStyle/>
              <a:p>
                <a:endParaRPr lang="zh-CN" altLang="en-US"/>
              </a:p>
            </p:txBody>
          </p:sp>
          <p:grpSp>
            <p:nvGrpSpPr>
              <p:cNvPr id="71" name="Group 93">
                <a:extLst>
                  <a:ext uri="{FF2B5EF4-FFF2-40B4-BE49-F238E27FC236}">
                    <a16:creationId xmlns:a16="http://schemas.microsoft.com/office/drawing/2014/main" id="{3CBBD183-1824-4A1D-812F-3ABABDE39837}"/>
                  </a:ext>
                </a:extLst>
              </p:cNvPr>
              <p:cNvGrpSpPr>
                <a:grpSpLocks/>
              </p:cNvGrpSpPr>
              <p:nvPr/>
            </p:nvGrpSpPr>
            <p:grpSpPr bwMode="auto">
              <a:xfrm>
                <a:off x="1153" y="1644"/>
                <a:ext cx="4766" cy="2680"/>
                <a:chOff x="1162" y="1644"/>
                <a:chExt cx="4766" cy="2680"/>
              </a:xfrm>
              <a:grpFill/>
            </p:grpSpPr>
            <p:sp>
              <p:nvSpPr>
                <p:cNvPr id="72" name="AutoShape 94">
                  <a:extLst>
                    <a:ext uri="{FF2B5EF4-FFF2-40B4-BE49-F238E27FC236}">
                      <a16:creationId xmlns:a16="http://schemas.microsoft.com/office/drawing/2014/main" id="{108921FC-E4AB-415C-9E13-0FEC156D902B}"/>
                    </a:ext>
                  </a:extLst>
                </p:cNvPr>
                <p:cNvSpPr>
                  <a:spLocks noChangeArrowheads="1"/>
                </p:cNvSpPr>
                <p:nvPr/>
              </p:nvSpPr>
              <p:spPr bwMode="auto">
                <a:xfrm>
                  <a:off x="1162" y="3493"/>
                  <a:ext cx="2105" cy="495"/>
                </a:xfrm>
                <a:prstGeom prst="wedgeRoundRectCallout">
                  <a:avLst>
                    <a:gd name="adj1" fmla="val 63000"/>
                    <a:gd name="adj2" fmla="val -150000"/>
                    <a:gd name="adj3" fmla="val 16667"/>
                  </a:avLst>
                </a:prstGeom>
                <a:grpFill/>
                <a:ln w="12700">
                  <a:solidFill>
                    <a:srgbClr val="006600"/>
                  </a:solidFill>
                  <a:miter lim="800000"/>
                  <a:headEnd/>
                  <a:tailEnd/>
                </a:ln>
                <a:effectLst>
                  <a:outerShdw blurRad="50800" dist="106680" dir="2700000" algn="tl" rotWithShape="0">
                    <a:prstClr val="black">
                      <a:alpha val="43000"/>
                    </a:prstClr>
                  </a:outerShdw>
                </a:effectLst>
              </p:spPr>
              <p:txBody>
                <a:bodyPr wrap="none" lIns="90000" tIns="46800" rIns="90000" bIns="46800" anchor="ctr">
                  <a:spAutoFit/>
                </a:bodyPr>
                <a:lstStyle/>
                <a:p>
                  <a:pPr algn="ctr" eaLnBrk="0" hangingPunct="0"/>
                  <a:r>
                    <a:rPr lang="zh-CN" altLang="en-US" sz="2000" b="1" dirty="0">
                      <a:solidFill>
                        <a:srgbClr val="FF0000"/>
                      </a:solidFill>
                      <a:effectLst>
                        <a:outerShdw blurRad="38100" dist="38100" dir="2700000" algn="ctr" rotWithShape="0">
                          <a:schemeClr val="bg1"/>
                        </a:outerShdw>
                      </a:effectLst>
                      <a:latin typeface="Arial" pitchFamily="34" charset="0"/>
                      <a:ea typeface="隶书" pitchFamily="49" charset="-122"/>
                    </a:rPr>
                    <a:t>编译程序根据变量定义为其</a:t>
                  </a:r>
                </a:p>
                <a:p>
                  <a:pPr algn="ctr" eaLnBrk="0" hangingPunct="0"/>
                  <a:r>
                    <a:rPr lang="zh-CN" altLang="en-US" sz="2000" b="1" dirty="0">
                      <a:solidFill>
                        <a:srgbClr val="FF0000"/>
                      </a:solidFill>
                      <a:effectLst>
                        <a:outerShdw blurRad="38100" dist="38100" dir="2700000" algn="ctr" rotWithShape="0">
                          <a:schemeClr val="bg1"/>
                        </a:outerShdw>
                      </a:effectLst>
                      <a:latin typeface="Arial" pitchFamily="34" charset="0"/>
                      <a:ea typeface="隶书" pitchFamily="49" charset="-122"/>
                    </a:rPr>
                    <a:t>分配指定字节的内存单元</a:t>
                  </a:r>
                </a:p>
              </p:txBody>
            </p:sp>
            <p:grpSp>
              <p:nvGrpSpPr>
                <p:cNvPr id="73" name="Group 95">
                  <a:extLst>
                    <a:ext uri="{FF2B5EF4-FFF2-40B4-BE49-F238E27FC236}">
                      <a16:creationId xmlns:a16="http://schemas.microsoft.com/office/drawing/2014/main" id="{B540963E-65A5-4056-B1B1-129FC8E37409}"/>
                    </a:ext>
                  </a:extLst>
                </p:cNvPr>
                <p:cNvGrpSpPr>
                  <a:grpSpLocks/>
                </p:cNvGrpSpPr>
                <p:nvPr/>
              </p:nvGrpSpPr>
              <p:grpSpPr bwMode="auto">
                <a:xfrm>
                  <a:off x="2931" y="2145"/>
                  <a:ext cx="705" cy="253"/>
                  <a:chOff x="1515" y="922"/>
                  <a:chExt cx="705" cy="253"/>
                </a:xfrm>
                <a:grpFill/>
              </p:grpSpPr>
              <p:sp>
                <p:nvSpPr>
                  <p:cNvPr id="105" name="Line 96">
                    <a:extLst>
                      <a:ext uri="{FF2B5EF4-FFF2-40B4-BE49-F238E27FC236}">
                        <a16:creationId xmlns:a16="http://schemas.microsoft.com/office/drawing/2014/main" id="{F12B0F86-3954-4EC6-9E1C-FC142D3AAC88}"/>
                      </a:ext>
                    </a:extLst>
                  </p:cNvPr>
                  <p:cNvSpPr>
                    <a:spLocks noChangeShapeType="1"/>
                  </p:cNvSpPr>
                  <p:nvPr/>
                </p:nvSpPr>
                <p:spPr bwMode="auto">
                  <a:xfrm>
                    <a:off x="1872" y="1068"/>
                    <a:ext cx="348" cy="0"/>
                  </a:xfrm>
                  <a:prstGeom prst="line">
                    <a:avLst/>
                  </a:prstGeom>
                  <a:grpFill/>
                  <a:ln w="9525">
                    <a:solidFill>
                      <a:srgbClr val="0000FF"/>
                    </a:solidFill>
                    <a:round/>
                    <a:headEnd/>
                    <a:tailEnd type="triangle" w="med" len="med"/>
                  </a:ln>
                  <a:effectLst/>
                </p:spPr>
                <p:txBody>
                  <a:bodyPr wrap="none" lIns="90000" tIns="46800" rIns="90000" bIns="46800" anchor="ctr">
                    <a:spAutoFit/>
                  </a:bodyPr>
                  <a:lstStyle/>
                  <a:p>
                    <a:endParaRPr lang="zh-CN" altLang="en-US"/>
                  </a:p>
                </p:txBody>
              </p:sp>
              <p:sp>
                <p:nvSpPr>
                  <p:cNvPr id="106" name="Text Box 97">
                    <a:extLst>
                      <a:ext uri="{FF2B5EF4-FFF2-40B4-BE49-F238E27FC236}">
                        <a16:creationId xmlns:a16="http://schemas.microsoft.com/office/drawing/2014/main" id="{FA80DC84-CD1B-470A-A8DE-9DDDC202F36A}"/>
                      </a:ext>
                    </a:extLst>
                  </p:cNvPr>
                  <p:cNvSpPr txBox="1">
                    <a:spLocks noChangeArrowheads="1"/>
                  </p:cNvSpPr>
                  <p:nvPr/>
                </p:nvSpPr>
                <p:spPr bwMode="auto">
                  <a:xfrm>
                    <a:off x="1515" y="922"/>
                    <a:ext cx="438" cy="253"/>
                  </a:xfrm>
                  <a:prstGeom prst="rect">
                    <a:avLst/>
                  </a:prstGeom>
                  <a:noFill/>
                  <a:ln w="9525">
                    <a:noFill/>
                    <a:miter lim="800000"/>
                    <a:headEnd/>
                    <a:tailEnd/>
                  </a:ln>
                  <a:effectLst/>
                </p:spPr>
                <p:txBody>
                  <a:bodyPr wrap="none" lIns="90000" tIns="46800" rIns="90000" bIns="46800">
                    <a:spAutoFit/>
                  </a:bodyPr>
                  <a:lstStyle/>
                  <a:p>
                    <a:pPr eaLnBrk="0" hangingPunct="0"/>
                    <a:r>
                      <a:rPr lang="zh-CN" altLang="en-US" sz="2000">
                        <a:solidFill>
                          <a:srgbClr val="0000FF"/>
                        </a:solidFill>
                        <a:effectLst>
                          <a:outerShdw blurRad="38100" dist="38100" dir="2700000" algn="ctr" rotWithShape="0">
                            <a:schemeClr val="bg1"/>
                          </a:outerShdw>
                        </a:effectLst>
                        <a:latin typeface="Arial" pitchFamily="34" charset="0"/>
                        <a:ea typeface="隶书" pitchFamily="49" charset="-122"/>
                      </a:rPr>
                      <a:t>地址</a:t>
                    </a:r>
                  </a:p>
                </p:txBody>
              </p:sp>
            </p:grpSp>
            <p:sp>
              <p:nvSpPr>
                <p:cNvPr id="74" name="Text Box 98">
                  <a:extLst>
                    <a:ext uri="{FF2B5EF4-FFF2-40B4-BE49-F238E27FC236}">
                      <a16:creationId xmlns:a16="http://schemas.microsoft.com/office/drawing/2014/main" id="{E7775C10-2925-4209-870A-0B586D71E445}"/>
                    </a:ext>
                  </a:extLst>
                </p:cNvPr>
                <p:cNvSpPr txBox="1">
                  <a:spLocks noChangeArrowheads="1"/>
                </p:cNvSpPr>
                <p:nvPr/>
              </p:nvSpPr>
              <p:spPr bwMode="auto">
                <a:xfrm>
                  <a:off x="3570" y="1644"/>
                  <a:ext cx="1994" cy="292"/>
                </a:xfrm>
                <a:prstGeom prst="rect">
                  <a:avLst/>
                </a:prstGeom>
                <a:noFill/>
                <a:ln w="9525">
                  <a:noFill/>
                  <a:miter lim="800000"/>
                  <a:headEnd/>
                  <a:tailEnd/>
                </a:ln>
                <a:effectLst/>
              </p:spPr>
              <p:txBody>
                <a:bodyPr wrap="none" lIns="90000" tIns="46800" rIns="90000" bIns="46800">
                  <a:spAutoFit/>
                </a:bodyPr>
                <a:lstStyle/>
                <a:p>
                  <a:pPr eaLnBrk="0" hangingPunct="0"/>
                  <a:r>
                    <a:rPr kumimoji="0" lang="en-US" altLang="zh-CN" b="1" dirty="0">
                      <a:solidFill>
                        <a:srgbClr val="C00000"/>
                      </a:solidFill>
                      <a:latin typeface="+mn-lt"/>
                      <a:ea typeface="隶书" pitchFamily="49" charset="-122"/>
                    </a:rPr>
                    <a:t>sh</a:t>
                  </a:r>
                  <a:r>
                    <a:rPr lang="en-US" altLang="zh-CN" b="1" dirty="0">
                      <a:solidFill>
                        <a:srgbClr val="C00000"/>
                      </a:solidFill>
                      <a:latin typeface="+mn-lt"/>
                      <a:ea typeface="隶书" pitchFamily="49" charset="-122"/>
                    </a:rPr>
                    <a:t>ort </a:t>
                  </a:r>
                  <a:r>
                    <a:rPr lang="en-US" altLang="zh-CN" b="1" dirty="0" err="1">
                      <a:solidFill>
                        <a:srgbClr val="C00000"/>
                      </a:solidFill>
                      <a:latin typeface="+mn-lt"/>
                      <a:ea typeface="隶书" pitchFamily="49" charset="-122"/>
                    </a:rPr>
                    <a:t>int</a:t>
                  </a:r>
                  <a:r>
                    <a:rPr lang="en-US" altLang="zh-CN" b="1" dirty="0">
                      <a:solidFill>
                        <a:srgbClr val="C00000"/>
                      </a:solidFill>
                      <a:latin typeface="+mn-lt"/>
                      <a:ea typeface="隶书" pitchFamily="49" charset="-122"/>
                    </a:rPr>
                    <a:t>  a=1, b=-3, c;</a:t>
                  </a:r>
                  <a:endParaRPr lang="en-US" altLang="zh-CN" sz="2000" b="1" dirty="0">
                    <a:solidFill>
                      <a:srgbClr val="C00000"/>
                    </a:solidFill>
                    <a:latin typeface="+mn-lt"/>
                    <a:ea typeface="隶书" pitchFamily="49" charset="-122"/>
                  </a:endParaRPr>
                </a:p>
              </p:txBody>
            </p:sp>
            <p:sp>
              <p:nvSpPr>
                <p:cNvPr id="75" name="Text Box 99">
                  <a:extLst>
                    <a:ext uri="{FF2B5EF4-FFF2-40B4-BE49-F238E27FC236}">
                      <a16:creationId xmlns:a16="http://schemas.microsoft.com/office/drawing/2014/main" id="{726716F0-2AA0-45B0-BAB1-CFA9A09573FD}"/>
                    </a:ext>
                  </a:extLst>
                </p:cNvPr>
                <p:cNvSpPr txBox="1">
                  <a:spLocks noChangeArrowheads="1"/>
                </p:cNvSpPr>
                <p:nvPr/>
              </p:nvSpPr>
              <p:spPr bwMode="auto">
                <a:xfrm>
                  <a:off x="3387" y="2400"/>
                  <a:ext cx="223" cy="292"/>
                </a:xfrm>
                <a:prstGeom prst="rect">
                  <a:avLst/>
                </a:prstGeom>
                <a:noFill/>
                <a:ln w="9525">
                  <a:noFill/>
                  <a:miter lim="800000"/>
                  <a:headEnd/>
                  <a:tailEnd/>
                </a:ln>
                <a:effectLst/>
              </p:spPr>
              <p:txBody>
                <a:bodyPr wrap="none" lIns="90000" tIns="46800" rIns="90000" bIns="46800">
                  <a:spAutoFit/>
                </a:bodyPr>
                <a:lstStyle/>
                <a:p>
                  <a:pPr eaLnBrk="0" hangingPunct="0"/>
                  <a:r>
                    <a:rPr lang="en-US" altLang="zh-CN">
                      <a:solidFill>
                        <a:srgbClr val="FF0000"/>
                      </a:solidFill>
                      <a:effectLst>
                        <a:outerShdw blurRad="38100" dist="38100" dir="2700000" algn="ctr" rotWithShape="0">
                          <a:schemeClr val="bg1"/>
                        </a:outerShdw>
                      </a:effectLst>
                      <a:latin typeface="Arial" pitchFamily="34" charset="0"/>
                      <a:ea typeface="隶书" pitchFamily="49" charset="-122"/>
                    </a:rPr>
                    <a:t>a</a:t>
                  </a:r>
                </a:p>
              </p:txBody>
            </p:sp>
            <p:sp>
              <p:nvSpPr>
                <p:cNvPr id="76" name="Text Box 100">
                  <a:extLst>
                    <a:ext uri="{FF2B5EF4-FFF2-40B4-BE49-F238E27FC236}">
                      <a16:creationId xmlns:a16="http://schemas.microsoft.com/office/drawing/2014/main" id="{8B6A3ACA-FAB4-459D-B563-4B1B78BF1CE4}"/>
                    </a:ext>
                  </a:extLst>
                </p:cNvPr>
                <p:cNvSpPr txBox="1">
                  <a:spLocks noChangeArrowheads="1"/>
                </p:cNvSpPr>
                <p:nvPr/>
              </p:nvSpPr>
              <p:spPr bwMode="auto">
                <a:xfrm>
                  <a:off x="3387" y="2892"/>
                  <a:ext cx="223" cy="292"/>
                </a:xfrm>
                <a:prstGeom prst="rect">
                  <a:avLst/>
                </a:prstGeom>
                <a:noFill/>
                <a:ln w="9525">
                  <a:noFill/>
                  <a:miter lim="800000"/>
                  <a:headEnd/>
                  <a:tailEnd/>
                </a:ln>
                <a:effectLst/>
              </p:spPr>
              <p:txBody>
                <a:bodyPr wrap="none" lIns="90000" tIns="46800" rIns="90000" bIns="46800">
                  <a:spAutoFit/>
                </a:bodyPr>
                <a:lstStyle/>
                <a:p>
                  <a:pPr eaLnBrk="0" hangingPunct="0"/>
                  <a:r>
                    <a:rPr lang="en-US" altLang="zh-CN">
                      <a:solidFill>
                        <a:srgbClr val="FF0000"/>
                      </a:solidFill>
                      <a:effectLst>
                        <a:outerShdw blurRad="38100" dist="38100" dir="2700000" algn="ctr" rotWithShape="0">
                          <a:schemeClr val="bg1"/>
                        </a:outerShdw>
                      </a:effectLst>
                      <a:latin typeface="Arial" pitchFamily="34" charset="0"/>
                      <a:ea typeface="隶书" pitchFamily="49" charset="-122"/>
                    </a:rPr>
                    <a:t>b</a:t>
                  </a:r>
                </a:p>
              </p:txBody>
            </p:sp>
            <p:sp>
              <p:nvSpPr>
                <p:cNvPr id="77" name="Text Box 101">
                  <a:extLst>
                    <a:ext uri="{FF2B5EF4-FFF2-40B4-BE49-F238E27FC236}">
                      <a16:creationId xmlns:a16="http://schemas.microsoft.com/office/drawing/2014/main" id="{557A93C5-2AC1-4C90-B05E-5F94B4CB5DAB}"/>
                    </a:ext>
                  </a:extLst>
                </p:cNvPr>
                <p:cNvSpPr txBox="1">
                  <a:spLocks noChangeArrowheads="1"/>
                </p:cNvSpPr>
                <p:nvPr/>
              </p:nvSpPr>
              <p:spPr bwMode="auto">
                <a:xfrm>
                  <a:off x="3387" y="3420"/>
                  <a:ext cx="211" cy="292"/>
                </a:xfrm>
                <a:prstGeom prst="rect">
                  <a:avLst/>
                </a:prstGeom>
                <a:noFill/>
                <a:ln w="9525">
                  <a:noFill/>
                  <a:miter lim="800000"/>
                  <a:headEnd/>
                  <a:tailEnd/>
                </a:ln>
                <a:effectLst/>
              </p:spPr>
              <p:txBody>
                <a:bodyPr wrap="none" lIns="90000" tIns="46800" rIns="90000" bIns="46800">
                  <a:spAutoFit/>
                </a:bodyPr>
                <a:lstStyle/>
                <a:p>
                  <a:pPr eaLnBrk="0" hangingPunct="0"/>
                  <a:r>
                    <a:rPr lang="en-US" altLang="zh-CN">
                      <a:solidFill>
                        <a:srgbClr val="FF0000"/>
                      </a:solidFill>
                      <a:effectLst>
                        <a:outerShdw blurRad="38100" dist="38100" dir="2700000" algn="ctr" rotWithShape="0">
                          <a:schemeClr val="bg1"/>
                        </a:outerShdw>
                      </a:effectLst>
                      <a:latin typeface="Arial" pitchFamily="34" charset="0"/>
                      <a:ea typeface="隶书" pitchFamily="49" charset="-122"/>
                    </a:rPr>
                    <a:t>c</a:t>
                  </a:r>
                </a:p>
              </p:txBody>
            </p:sp>
            <p:sp>
              <p:nvSpPr>
                <p:cNvPr id="78" name="AutoShape 102">
                  <a:extLst>
                    <a:ext uri="{FF2B5EF4-FFF2-40B4-BE49-F238E27FC236}">
                      <a16:creationId xmlns:a16="http://schemas.microsoft.com/office/drawing/2014/main" id="{E7A2FE9B-5637-47C0-910A-75A6A120F0E6}"/>
                    </a:ext>
                  </a:extLst>
                </p:cNvPr>
                <p:cNvSpPr>
                  <a:spLocks/>
                </p:cNvSpPr>
                <p:nvPr/>
              </p:nvSpPr>
              <p:spPr bwMode="auto">
                <a:xfrm>
                  <a:off x="4836" y="2303"/>
                  <a:ext cx="60" cy="504"/>
                </a:xfrm>
                <a:prstGeom prst="rightBrace">
                  <a:avLst>
                    <a:gd name="adj1" fmla="val 70000"/>
                    <a:gd name="adj2" fmla="val 50000"/>
                  </a:avLst>
                </a:prstGeom>
                <a:grpFill/>
                <a:ln w="9525">
                  <a:solidFill>
                    <a:srgbClr val="FF66FF"/>
                  </a:solidFill>
                  <a:round/>
                  <a:headEnd/>
                  <a:tailEnd/>
                </a:ln>
                <a:effectLst/>
              </p:spPr>
              <p:txBody>
                <a:bodyPr wrap="none" lIns="90000" tIns="46800" rIns="90000" bIns="46800" anchor="ctr">
                  <a:spAutoFit/>
                </a:bodyPr>
                <a:lstStyle/>
                <a:p>
                  <a:endParaRPr lang="zh-CN" altLang="en-US"/>
                </a:p>
              </p:txBody>
            </p:sp>
            <p:sp>
              <p:nvSpPr>
                <p:cNvPr id="79" name="AutoShape 103">
                  <a:extLst>
                    <a:ext uri="{FF2B5EF4-FFF2-40B4-BE49-F238E27FC236}">
                      <a16:creationId xmlns:a16="http://schemas.microsoft.com/office/drawing/2014/main" id="{62D79513-07F9-48D1-8459-D3F7F28F01D8}"/>
                    </a:ext>
                  </a:extLst>
                </p:cNvPr>
                <p:cNvSpPr>
                  <a:spLocks/>
                </p:cNvSpPr>
                <p:nvPr/>
              </p:nvSpPr>
              <p:spPr bwMode="auto">
                <a:xfrm>
                  <a:off x="4836" y="3299"/>
                  <a:ext cx="60" cy="504"/>
                </a:xfrm>
                <a:prstGeom prst="rightBrace">
                  <a:avLst>
                    <a:gd name="adj1" fmla="val 70000"/>
                    <a:gd name="adj2" fmla="val 50000"/>
                  </a:avLst>
                </a:prstGeom>
                <a:grpFill/>
                <a:ln w="9525">
                  <a:solidFill>
                    <a:srgbClr val="FF66FF"/>
                  </a:solidFill>
                  <a:round/>
                  <a:headEnd/>
                  <a:tailEnd/>
                </a:ln>
                <a:effectLst/>
              </p:spPr>
              <p:txBody>
                <a:bodyPr wrap="none" lIns="90000" tIns="46800" rIns="90000" bIns="46800" anchor="ctr">
                  <a:spAutoFit/>
                </a:bodyPr>
                <a:lstStyle/>
                <a:p>
                  <a:endParaRPr lang="zh-CN" altLang="en-US"/>
                </a:p>
              </p:txBody>
            </p:sp>
            <p:sp>
              <p:nvSpPr>
                <p:cNvPr id="80" name="Text Box 104">
                  <a:extLst>
                    <a:ext uri="{FF2B5EF4-FFF2-40B4-BE49-F238E27FC236}">
                      <a16:creationId xmlns:a16="http://schemas.microsoft.com/office/drawing/2014/main" id="{842EB6F2-D922-492F-9C52-5F520CA13354}"/>
                    </a:ext>
                  </a:extLst>
                </p:cNvPr>
                <p:cNvSpPr txBox="1">
                  <a:spLocks noChangeArrowheads="1"/>
                </p:cNvSpPr>
                <p:nvPr/>
              </p:nvSpPr>
              <p:spPr bwMode="auto">
                <a:xfrm>
                  <a:off x="4887" y="2418"/>
                  <a:ext cx="527" cy="253"/>
                </a:xfrm>
                <a:prstGeom prst="rect">
                  <a:avLst/>
                </a:prstGeom>
                <a:noFill/>
                <a:ln w="9525">
                  <a:noFill/>
                  <a:miter lim="800000"/>
                  <a:headEnd/>
                  <a:tailEnd/>
                </a:ln>
                <a:effectLst/>
              </p:spPr>
              <p:txBody>
                <a:bodyPr wrap="none" lIns="90000" tIns="46800" rIns="90000" bIns="46800">
                  <a:spAutoFit/>
                </a:bodyPr>
                <a:lstStyle/>
                <a:p>
                  <a:pPr eaLnBrk="0" hangingPunct="0"/>
                  <a:r>
                    <a:rPr lang="en-US" altLang="zh-CN" sz="2000" dirty="0">
                      <a:effectLst>
                        <a:outerShdw blurRad="38100" dist="38100" dir="2700000" algn="ctr" rotWithShape="0">
                          <a:schemeClr val="bg1"/>
                        </a:outerShdw>
                      </a:effectLst>
                      <a:latin typeface="Arial" pitchFamily="34" charset="0"/>
                      <a:ea typeface="隶书" pitchFamily="49" charset="-122"/>
                    </a:rPr>
                    <a:t>2</a:t>
                  </a:r>
                  <a:r>
                    <a:rPr lang="zh-CN" altLang="en-US" sz="2000" dirty="0">
                      <a:effectLst>
                        <a:outerShdw blurRad="38100" dist="38100" dir="2700000" algn="ctr" rotWithShape="0">
                          <a:schemeClr val="bg1"/>
                        </a:outerShdw>
                      </a:effectLst>
                      <a:latin typeface="Arial" pitchFamily="34" charset="0"/>
                      <a:ea typeface="隶书" pitchFamily="49" charset="-122"/>
                    </a:rPr>
                    <a:t>字节</a:t>
                  </a:r>
                </a:p>
              </p:txBody>
            </p:sp>
            <p:sp>
              <p:nvSpPr>
                <p:cNvPr id="81" name="Text Box 105">
                  <a:extLst>
                    <a:ext uri="{FF2B5EF4-FFF2-40B4-BE49-F238E27FC236}">
                      <a16:creationId xmlns:a16="http://schemas.microsoft.com/office/drawing/2014/main" id="{040ACEEC-E405-4892-8701-09E3BE93E162}"/>
                    </a:ext>
                  </a:extLst>
                </p:cNvPr>
                <p:cNvSpPr txBox="1">
                  <a:spLocks noChangeArrowheads="1"/>
                </p:cNvSpPr>
                <p:nvPr/>
              </p:nvSpPr>
              <p:spPr bwMode="auto">
                <a:xfrm>
                  <a:off x="4887" y="2922"/>
                  <a:ext cx="527" cy="253"/>
                </a:xfrm>
                <a:prstGeom prst="rect">
                  <a:avLst/>
                </a:prstGeom>
                <a:noFill/>
                <a:ln w="9525">
                  <a:noFill/>
                  <a:miter lim="800000"/>
                  <a:headEnd/>
                  <a:tailEnd/>
                </a:ln>
                <a:effectLst/>
              </p:spPr>
              <p:txBody>
                <a:bodyPr wrap="none" lIns="90000" tIns="46800" rIns="90000" bIns="46800">
                  <a:spAutoFit/>
                </a:bodyPr>
                <a:lstStyle/>
                <a:p>
                  <a:pPr eaLnBrk="0" hangingPunct="0"/>
                  <a:r>
                    <a:rPr lang="en-US" altLang="zh-CN" sz="2000">
                      <a:effectLst>
                        <a:outerShdw blurRad="38100" dist="38100" dir="2700000" algn="ctr" rotWithShape="0">
                          <a:schemeClr val="bg1"/>
                        </a:outerShdw>
                      </a:effectLst>
                      <a:latin typeface="Arial" pitchFamily="34" charset="0"/>
                      <a:ea typeface="隶书" pitchFamily="49" charset="-122"/>
                    </a:rPr>
                    <a:t>2</a:t>
                  </a:r>
                  <a:r>
                    <a:rPr lang="zh-CN" altLang="en-US" sz="2000">
                      <a:effectLst>
                        <a:outerShdw blurRad="38100" dist="38100" dir="2700000" algn="ctr" rotWithShape="0">
                          <a:schemeClr val="bg1"/>
                        </a:outerShdw>
                      </a:effectLst>
                      <a:latin typeface="Arial" pitchFamily="34" charset="0"/>
                      <a:ea typeface="隶书" pitchFamily="49" charset="-122"/>
                    </a:rPr>
                    <a:t>字节</a:t>
                  </a:r>
                </a:p>
              </p:txBody>
            </p:sp>
            <p:sp>
              <p:nvSpPr>
                <p:cNvPr id="82" name="Text Box 106">
                  <a:extLst>
                    <a:ext uri="{FF2B5EF4-FFF2-40B4-BE49-F238E27FC236}">
                      <a16:creationId xmlns:a16="http://schemas.microsoft.com/office/drawing/2014/main" id="{A0BD6C50-78D7-4052-9E27-A571E5A245D1}"/>
                    </a:ext>
                  </a:extLst>
                </p:cNvPr>
                <p:cNvSpPr txBox="1">
                  <a:spLocks noChangeArrowheads="1"/>
                </p:cNvSpPr>
                <p:nvPr/>
              </p:nvSpPr>
              <p:spPr bwMode="auto">
                <a:xfrm>
                  <a:off x="4887" y="3426"/>
                  <a:ext cx="527" cy="253"/>
                </a:xfrm>
                <a:prstGeom prst="rect">
                  <a:avLst/>
                </a:prstGeom>
                <a:noFill/>
                <a:ln w="9525">
                  <a:noFill/>
                  <a:miter lim="800000"/>
                  <a:headEnd/>
                  <a:tailEnd/>
                </a:ln>
                <a:effectLst/>
              </p:spPr>
              <p:txBody>
                <a:bodyPr wrap="none" lIns="90000" tIns="46800" rIns="90000" bIns="46800">
                  <a:spAutoFit/>
                </a:bodyPr>
                <a:lstStyle/>
                <a:p>
                  <a:pPr eaLnBrk="0" hangingPunct="0"/>
                  <a:r>
                    <a:rPr lang="en-US" altLang="zh-CN" sz="2000">
                      <a:effectLst>
                        <a:outerShdw blurRad="38100" dist="38100" dir="2700000" algn="ctr" rotWithShape="0">
                          <a:schemeClr val="bg1"/>
                        </a:outerShdw>
                      </a:effectLst>
                      <a:latin typeface="Arial" pitchFamily="34" charset="0"/>
                      <a:ea typeface="隶书" pitchFamily="49" charset="-122"/>
                    </a:rPr>
                    <a:t>2</a:t>
                  </a:r>
                  <a:r>
                    <a:rPr lang="zh-CN" altLang="en-US" sz="2000">
                      <a:effectLst>
                        <a:outerShdw blurRad="38100" dist="38100" dir="2700000" algn="ctr" rotWithShape="0">
                          <a:schemeClr val="bg1"/>
                        </a:outerShdw>
                      </a:effectLst>
                      <a:latin typeface="Arial" pitchFamily="34" charset="0"/>
                      <a:ea typeface="隶书" pitchFamily="49" charset="-122"/>
                    </a:rPr>
                    <a:t>字节</a:t>
                  </a:r>
                </a:p>
              </p:txBody>
            </p:sp>
            <p:grpSp>
              <p:nvGrpSpPr>
                <p:cNvPr id="83" name="Group 107">
                  <a:extLst>
                    <a:ext uri="{FF2B5EF4-FFF2-40B4-BE49-F238E27FC236}">
                      <a16:creationId xmlns:a16="http://schemas.microsoft.com/office/drawing/2014/main" id="{5B834970-5E0E-40EB-A991-6CCE913BA40C}"/>
                    </a:ext>
                  </a:extLst>
                </p:cNvPr>
                <p:cNvGrpSpPr>
                  <a:grpSpLocks/>
                </p:cNvGrpSpPr>
                <p:nvPr/>
              </p:nvGrpSpPr>
              <p:grpSpPr bwMode="auto">
                <a:xfrm>
                  <a:off x="2931" y="2649"/>
                  <a:ext cx="705" cy="253"/>
                  <a:chOff x="1515" y="922"/>
                  <a:chExt cx="705" cy="253"/>
                </a:xfrm>
                <a:grpFill/>
              </p:grpSpPr>
              <p:sp>
                <p:nvSpPr>
                  <p:cNvPr id="103" name="Line 108">
                    <a:extLst>
                      <a:ext uri="{FF2B5EF4-FFF2-40B4-BE49-F238E27FC236}">
                        <a16:creationId xmlns:a16="http://schemas.microsoft.com/office/drawing/2014/main" id="{FC41C448-98F7-4FFC-B1DC-04A9AB11C044}"/>
                      </a:ext>
                    </a:extLst>
                  </p:cNvPr>
                  <p:cNvSpPr>
                    <a:spLocks noChangeShapeType="1"/>
                  </p:cNvSpPr>
                  <p:nvPr/>
                </p:nvSpPr>
                <p:spPr bwMode="auto">
                  <a:xfrm>
                    <a:off x="1872" y="1068"/>
                    <a:ext cx="348" cy="0"/>
                  </a:xfrm>
                  <a:prstGeom prst="line">
                    <a:avLst/>
                  </a:prstGeom>
                  <a:grpFill/>
                  <a:ln w="9525">
                    <a:solidFill>
                      <a:srgbClr val="0000FF"/>
                    </a:solidFill>
                    <a:round/>
                    <a:headEnd/>
                    <a:tailEnd type="triangle" w="med" len="med"/>
                  </a:ln>
                  <a:effectLst/>
                </p:spPr>
                <p:txBody>
                  <a:bodyPr wrap="none" lIns="90000" tIns="46800" rIns="90000" bIns="46800" anchor="ctr">
                    <a:spAutoFit/>
                  </a:bodyPr>
                  <a:lstStyle/>
                  <a:p>
                    <a:endParaRPr lang="zh-CN" altLang="en-US"/>
                  </a:p>
                </p:txBody>
              </p:sp>
              <p:sp>
                <p:nvSpPr>
                  <p:cNvPr id="104" name="Text Box 109">
                    <a:extLst>
                      <a:ext uri="{FF2B5EF4-FFF2-40B4-BE49-F238E27FC236}">
                        <a16:creationId xmlns:a16="http://schemas.microsoft.com/office/drawing/2014/main" id="{825E6C29-B74F-46BA-88ED-48277173C14B}"/>
                      </a:ext>
                    </a:extLst>
                  </p:cNvPr>
                  <p:cNvSpPr txBox="1">
                    <a:spLocks noChangeArrowheads="1"/>
                  </p:cNvSpPr>
                  <p:nvPr/>
                </p:nvSpPr>
                <p:spPr bwMode="auto">
                  <a:xfrm>
                    <a:off x="1515" y="922"/>
                    <a:ext cx="438" cy="253"/>
                  </a:xfrm>
                  <a:prstGeom prst="rect">
                    <a:avLst/>
                  </a:prstGeom>
                  <a:noFill/>
                  <a:ln w="9525">
                    <a:noFill/>
                    <a:miter lim="800000"/>
                    <a:headEnd/>
                    <a:tailEnd/>
                  </a:ln>
                  <a:effectLst/>
                </p:spPr>
                <p:txBody>
                  <a:bodyPr wrap="none" lIns="90000" tIns="46800" rIns="90000" bIns="46800">
                    <a:spAutoFit/>
                  </a:bodyPr>
                  <a:lstStyle/>
                  <a:p>
                    <a:pPr eaLnBrk="0" hangingPunct="0"/>
                    <a:r>
                      <a:rPr lang="zh-CN" altLang="en-US" sz="2000">
                        <a:solidFill>
                          <a:srgbClr val="0000FF"/>
                        </a:solidFill>
                        <a:effectLst>
                          <a:outerShdw blurRad="38100" dist="38100" dir="2700000" algn="ctr" rotWithShape="0">
                            <a:schemeClr val="bg1"/>
                          </a:outerShdw>
                        </a:effectLst>
                        <a:latin typeface="Arial" pitchFamily="34" charset="0"/>
                        <a:ea typeface="隶书" pitchFamily="49" charset="-122"/>
                      </a:rPr>
                      <a:t>地址</a:t>
                    </a:r>
                  </a:p>
                </p:txBody>
              </p:sp>
            </p:grpSp>
            <p:grpSp>
              <p:nvGrpSpPr>
                <p:cNvPr id="84" name="Group 110">
                  <a:extLst>
                    <a:ext uri="{FF2B5EF4-FFF2-40B4-BE49-F238E27FC236}">
                      <a16:creationId xmlns:a16="http://schemas.microsoft.com/office/drawing/2014/main" id="{7360AE2B-0151-4318-8AB5-B7B485F35DAA}"/>
                    </a:ext>
                  </a:extLst>
                </p:cNvPr>
                <p:cNvGrpSpPr>
                  <a:grpSpLocks/>
                </p:cNvGrpSpPr>
                <p:nvPr/>
              </p:nvGrpSpPr>
              <p:grpSpPr bwMode="auto">
                <a:xfrm>
                  <a:off x="2931" y="3153"/>
                  <a:ext cx="705" cy="253"/>
                  <a:chOff x="1515" y="922"/>
                  <a:chExt cx="705" cy="253"/>
                </a:xfrm>
                <a:grpFill/>
              </p:grpSpPr>
              <p:sp>
                <p:nvSpPr>
                  <p:cNvPr id="101" name="Line 111">
                    <a:extLst>
                      <a:ext uri="{FF2B5EF4-FFF2-40B4-BE49-F238E27FC236}">
                        <a16:creationId xmlns:a16="http://schemas.microsoft.com/office/drawing/2014/main" id="{64851BB2-ACD2-45C5-883B-384CE9B2CDD6}"/>
                      </a:ext>
                    </a:extLst>
                  </p:cNvPr>
                  <p:cNvSpPr>
                    <a:spLocks noChangeShapeType="1"/>
                  </p:cNvSpPr>
                  <p:nvPr/>
                </p:nvSpPr>
                <p:spPr bwMode="auto">
                  <a:xfrm>
                    <a:off x="1872" y="1068"/>
                    <a:ext cx="348" cy="0"/>
                  </a:xfrm>
                  <a:prstGeom prst="line">
                    <a:avLst/>
                  </a:prstGeom>
                  <a:grpFill/>
                  <a:ln w="9525">
                    <a:solidFill>
                      <a:srgbClr val="0000FF"/>
                    </a:solidFill>
                    <a:round/>
                    <a:headEnd/>
                    <a:tailEnd type="triangle" w="med" len="med"/>
                  </a:ln>
                  <a:effectLst/>
                </p:spPr>
                <p:txBody>
                  <a:bodyPr wrap="none" lIns="90000" tIns="46800" rIns="90000" bIns="46800" anchor="ctr">
                    <a:spAutoFit/>
                  </a:bodyPr>
                  <a:lstStyle/>
                  <a:p>
                    <a:endParaRPr lang="zh-CN" altLang="en-US"/>
                  </a:p>
                </p:txBody>
              </p:sp>
              <p:sp>
                <p:nvSpPr>
                  <p:cNvPr id="102" name="Text Box 112">
                    <a:extLst>
                      <a:ext uri="{FF2B5EF4-FFF2-40B4-BE49-F238E27FC236}">
                        <a16:creationId xmlns:a16="http://schemas.microsoft.com/office/drawing/2014/main" id="{940F598C-3C22-4BD7-9156-A5A3455371D1}"/>
                      </a:ext>
                    </a:extLst>
                  </p:cNvPr>
                  <p:cNvSpPr txBox="1">
                    <a:spLocks noChangeArrowheads="1"/>
                  </p:cNvSpPr>
                  <p:nvPr/>
                </p:nvSpPr>
                <p:spPr bwMode="auto">
                  <a:xfrm>
                    <a:off x="1515" y="922"/>
                    <a:ext cx="438" cy="253"/>
                  </a:xfrm>
                  <a:prstGeom prst="rect">
                    <a:avLst/>
                  </a:prstGeom>
                  <a:noFill/>
                  <a:ln w="9525">
                    <a:noFill/>
                    <a:miter lim="800000"/>
                    <a:headEnd/>
                    <a:tailEnd/>
                  </a:ln>
                  <a:effectLst/>
                </p:spPr>
                <p:txBody>
                  <a:bodyPr wrap="none" lIns="90000" tIns="46800" rIns="90000" bIns="46800">
                    <a:spAutoFit/>
                  </a:bodyPr>
                  <a:lstStyle/>
                  <a:p>
                    <a:pPr eaLnBrk="0" hangingPunct="0"/>
                    <a:r>
                      <a:rPr lang="zh-CN" altLang="en-US" sz="2000">
                        <a:solidFill>
                          <a:srgbClr val="0000FF"/>
                        </a:solidFill>
                        <a:effectLst>
                          <a:outerShdw blurRad="38100" dist="38100" dir="2700000" algn="ctr" rotWithShape="0">
                            <a:schemeClr val="bg1"/>
                          </a:outerShdw>
                        </a:effectLst>
                        <a:latin typeface="Arial" pitchFamily="34" charset="0"/>
                        <a:ea typeface="隶书" pitchFamily="49" charset="-122"/>
                      </a:rPr>
                      <a:t>地址</a:t>
                    </a:r>
                  </a:p>
                </p:txBody>
              </p:sp>
            </p:grpSp>
            <p:sp>
              <p:nvSpPr>
                <p:cNvPr id="85" name="Text Box 113">
                  <a:extLst>
                    <a:ext uri="{FF2B5EF4-FFF2-40B4-BE49-F238E27FC236}">
                      <a16:creationId xmlns:a16="http://schemas.microsoft.com/office/drawing/2014/main" id="{5E1D3780-73A8-48BB-ADED-6F620B349557}"/>
                    </a:ext>
                  </a:extLst>
                </p:cNvPr>
                <p:cNvSpPr txBox="1">
                  <a:spLocks noChangeArrowheads="1"/>
                </p:cNvSpPr>
                <p:nvPr/>
              </p:nvSpPr>
              <p:spPr bwMode="auto">
                <a:xfrm>
                  <a:off x="3987" y="4032"/>
                  <a:ext cx="502" cy="292"/>
                </a:xfrm>
                <a:prstGeom prst="rect">
                  <a:avLst/>
                </a:prstGeom>
                <a:noFill/>
                <a:ln w="9525">
                  <a:noFill/>
                  <a:miter lim="800000"/>
                  <a:headEnd/>
                  <a:tailEnd/>
                </a:ln>
                <a:effectLst/>
              </p:spPr>
              <p:txBody>
                <a:bodyPr wrap="none" lIns="90000" tIns="46800" rIns="90000" bIns="46800">
                  <a:spAutoFit/>
                </a:bodyPr>
                <a:lstStyle/>
                <a:p>
                  <a:pPr eaLnBrk="0" hangingPunct="0"/>
                  <a:r>
                    <a:rPr lang="zh-CN" altLang="en-US">
                      <a:effectLst>
                        <a:outerShdw blurRad="38100" dist="38100" dir="2700000" algn="ctr" rotWithShape="0">
                          <a:schemeClr val="bg1"/>
                        </a:outerShdw>
                      </a:effectLst>
                      <a:latin typeface="Arial" pitchFamily="34" charset="0"/>
                      <a:ea typeface="隶书" pitchFamily="49" charset="-122"/>
                    </a:rPr>
                    <a:t>内存</a:t>
                  </a:r>
                  <a:endParaRPr lang="zh-CN" altLang="en-US" sz="2000">
                    <a:effectLst>
                      <a:outerShdw blurRad="38100" dist="38100" dir="2700000" algn="ctr" rotWithShape="0">
                        <a:schemeClr val="bg1"/>
                      </a:outerShdw>
                    </a:effectLst>
                    <a:latin typeface="Arial" pitchFamily="34" charset="0"/>
                    <a:ea typeface="隶书" pitchFamily="49" charset="-122"/>
                  </a:endParaRPr>
                </a:p>
              </p:txBody>
            </p:sp>
            <p:grpSp>
              <p:nvGrpSpPr>
                <p:cNvPr id="86" name="Group 114">
                  <a:extLst>
                    <a:ext uri="{FF2B5EF4-FFF2-40B4-BE49-F238E27FC236}">
                      <a16:creationId xmlns:a16="http://schemas.microsoft.com/office/drawing/2014/main" id="{08FE6EF2-B697-4431-B9D1-CB39088A1263}"/>
                    </a:ext>
                  </a:extLst>
                </p:cNvPr>
                <p:cNvGrpSpPr>
                  <a:grpSpLocks/>
                </p:cNvGrpSpPr>
                <p:nvPr/>
              </p:nvGrpSpPr>
              <p:grpSpPr bwMode="auto">
                <a:xfrm>
                  <a:off x="3636" y="1974"/>
                  <a:ext cx="1188" cy="2138"/>
                  <a:chOff x="3636" y="1974"/>
                  <a:chExt cx="1188" cy="2138"/>
                </a:xfrm>
                <a:grpFill/>
              </p:grpSpPr>
              <p:sp>
                <p:nvSpPr>
                  <p:cNvPr id="88" name="Rectangle 115">
                    <a:extLst>
                      <a:ext uri="{FF2B5EF4-FFF2-40B4-BE49-F238E27FC236}">
                        <a16:creationId xmlns:a16="http://schemas.microsoft.com/office/drawing/2014/main" id="{D94A6598-4796-4A9E-93F9-36B6D89954D5}"/>
                      </a:ext>
                    </a:extLst>
                  </p:cNvPr>
                  <p:cNvSpPr>
                    <a:spLocks noChangeArrowheads="1"/>
                  </p:cNvSpPr>
                  <p:nvPr/>
                </p:nvSpPr>
                <p:spPr bwMode="auto">
                  <a:xfrm>
                    <a:off x="3636" y="1979"/>
                    <a:ext cx="1188" cy="2088"/>
                  </a:xfrm>
                  <a:prstGeom prst="rect">
                    <a:avLst/>
                  </a:prstGeom>
                  <a:noFill/>
                  <a:ln w="28575">
                    <a:solidFill>
                      <a:srgbClr val="CC99FF"/>
                    </a:solidFill>
                    <a:miter lim="800000"/>
                    <a:headEnd/>
                    <a:tailEnd/>
                  </a:ln>
                  <a:effectLst>
                    <a:outerShdw blurRad="50800" dist="38100" dir="2700000" algn="tl" rotWithShape="0">
                      <a:prstClr val="black">
                        <a:alpha val="40000"/>
                      </a:prstClr>
                    </a:outerShdw>
                  </a:effectLst>
                </p:spPr>
                <p:txBody>
                  <a:bodyPr lIns="90000" tIns="46800" rIns="90000" bIns="46800" anchor="ctr">
                    <a:spAutoFit/>
                  </a:bodyPr>
                  <a:lstStyle/>
                  <a:p>
                    <a:endParaRPr lang="zh-CN" altLang="en-US"/>
                  </a:p>
                </p:txBody>
              </p:sp>
              <p:sp>
                <p:nvSpPr>
                  <p:cNvPr id="89" name="Line 116">
                    <a:extLst>
                      <a:ext uri="{FF2B5EF4-FFF2-40B4-BE49-F238E27FC236}">
                        <a16:creationId xmlns:a16="http://schemas.microsoft.com/office/drawing/2014/main" id="{01A47E2B-D26B-449E-8850-028BB298CB42}"/>
                      </a:ext>
                    </a:extLst>
                  </p:cNvPr>
                  <p:cNvSpPr>
                    <a:spLocks noChangeShapeType="1"/>
                  </p:cNvSpPr>
                  <p:nvPr/>
                </p:nvSpPr>
                <p:spPr bwMode="auto">
                  <a:xfrm>
                    <a:off x="3636" y="2303"/>
                    <a:ext cx="1188" cy="0"/>
                  </a:xfrm>
                  <a:prstGeom prst="line">
                    <a:avLst/>
                  </a:prstGeom>
                  <a:grpFill/>
                  <a:ln w="9525">
                    <a:solidFill>
                      <a:srgbClr val="3366FF"/>
                    </a:solidFill>
                    <a:round/>
                    <a:headEnd/>
                    <a:tailEnd/>
                  </a:ln>
                  <a:effectLst/>
                </p:spPr>
                <p:txBody>
                  <a:bodyPr wrap="none" lIns="90000" tIns="46800" rIns="90000" bIns="46800" anchor="ctr">
                    <a:spAutoFit/>
                  </a:bodyPr>
                  <a:lstStyle/>
                  <a:p>
                    <a:endParaRPr lang="zh-CN" altLang="en-US"/>
                  </a:p>
                </p:txBody>
              </p:sp>
              <p:sp>
                <p:nvSpPr>
                  <p:cNvPr id="90" name="Line 117">
                    <a:extLst>
                      <a:ext uri="{FF2B5EF4-FFF2-40B4-BE49-F238E27FC236}">
                        <a16:creationId xmlns:a16="http://schemas.microsoft.com/office/drawing/2014/main" id="{081A80C4-98A2-4A17-898C-4AA08733F4FD}"/>
                      </a:ext>
                    </a:extLst>
                  </p:cNvPr>
                  <p:cNvSpPr>
                    <a:spLocks noChangeShapeType="1"/>
                  </p:cNvSpPr>
                  <p:nvPr/>
                </p:nvSpPr>
                <p:spPr bwMode="auto">
                  <a:xfrm>
                    <a:off x="3636" y="2553"/>
                    <a:ext cx="1188" cy="0"/>
                  </a:xfrm>
                  <a:prstGeom prst="line">
                    <a:avLst/>
                  </a:prstGeom>
                  <a:grpFill/>
                  <a:ln w="9525">
                    <a:solidFill>
                      <a:srgbClr val="3366FF"/>
                    </a:solidFill>
                    <a:prstDash val="dash"/>
                    <a:round/>
                    <a:headEnd/>
                    <a:tailEnd/>
                  </a:ln>
                  <a:effectLst/>
                </p:spPr>
                <p:txBody>
                  <a:bodyPr wrap="none" lIns="90000" tIns="46800" rIns="90000" bIns="46800" anchor="ctr">
                    <a:spAutoFit/>
                  </a:bodyPr>
                  <a:lstStyle/>
                  <a:p>
                    <a:endParaRPr lang="zh-CN" altLang="en-US"/>
                  </a:p>
                </p:txBody>
              </p:sp>
              <p:sp>
                <p:nvSpPr>
                  <p:cNvPr id="91" name="Line 118">
                    <a:extLst>
                      <a:ext uri="{FF2B5EF4-FFF2-40B4-BE49-F238E27FC236}">
                        <a16:creationId xmlns:a16="http://schemas.microsoft.com/office/drawing/2014/main" id="{EFFE19D6-2C17-44CF-AD33-E6B6316C4464}"/>
                      </a:ext>
                    </a:extLst>
                  </p:cNvPr>
                  <p:cNvSpPr>
                    <a:spLocks noChangeShapeType="1"/>
                  </p:cNvSpPr>
                  <p:nvPr/>
                </p:nvSpPr>
                <p:spPr bwMode="auto">
                  <a:xfrm>
                    <a:off x="3636" y="2803"/>
                    <a:ext cx="1188" cy="0"/>
                  </a:xfrm>
                  <a:prstGeom prst="line">
                    <a:avLst/>
                  </a:prstGeom>
                  <a:grpFill/>
                  <a:ln w="9525">
                    <a:solidFill>
                      <a:srgbClr val="3366FF"/>
                    </a:solidFill>
                    <a:round/>
                    <a:headEnd/>
                    <a:tailEnd/>
                  </a:ln>
                  <a:effectLst/>
                </p:spPr>
                <p:txBody>
                  <a:bodyPr wrap="none" lIns="90000" tIns="46800" rIns="90000" bIns="46800" anchor="ctr">
                    <a:spAutoFit/>
                  </a:bodyPr>
                  <a:lstStyle/>
                  <a:p>
                    <a:endParaRPr lang="zh-CN" altLang="en-US"/>
                  </a:p>
                </p:txBody>
              </p:sp>
              <p:sp>
                <p:nvSpPr>
                  <p:cNvPr id="92" name="Line 119">
                    <a:extLst>
                      <a:ext uri="{FF2B5EF4-FFF2-40B4-BE49-F238E27FC236}">
                        <a16:creationId xmlns:a16="http://schemas.microsoft.com/office/drawing/2014/main" id="{8722E8D4-5289-43D5-AA86-75AA5D017C4A}"/>
                      </a:ext>
                    </a:extLst>
                  </p:cNvPr>
                  <p:cNvSpPr>
                    <a:spLocks noChangeShapeType="1"/>
                  </p:cNvSpPr>
                  <p:nvPr/>
                </p:nvSpPr>
                <p:spPr bwMode="auto">
                  <a:xfrm>
                    <a:off x="3636" y="3053"/>
                    <a:ext cx="1188" cy="0"/>
                  </a:xfrm>
                  <a:prstGeom prst="line">
                    <a:avLst/>
                  </a:prstGeom>
                  <a:grpFill/>
                  <a:ln w="9525">
                    <a:solidFill>
                      <a:srgbClr val="3366FF"/>
                    </a:solidFill>
                    <a:prstDash val="dash"/>
                    <a:round/>
                    <a:headEnd/>
                    <a:tailEnd/>
                  </a:ln>
                  <a:effectLst/>
                </p:spPr>
                <p:txBody>
                  <a:bodyPr wrap="none" lIns="90000" tIns="46800" rIns="90000" bIns="46800" anchor="ctr">
                    <a:spAutoFit/>
                  </a:bodyPr>
                  <a:lstStyle/>
                  <a:p>
                    <a:endParaRPr lang="zh-CN" altLang="en-US"/>
                  </a:p>
                </p:txBody>
              </p:sp>
              <p:sp>
                <p:nvSpPr>
                  <p:cNvPr id="93" name="Line 120">
                    <a:extLst>
                      <a:ext uri="{FF2B5EF4-FFF2-40B4-BE49-F238E27FC236}">
                        <a16:creationId xmlns:a16="http://schemas.microsoft.com/office/drawing/2014/main" id="{7842CD6F-6310-4524-9883-5C5B4AEE9265}"/>
                      </a:ext>
                    </a:extLst>
                  </p:cNvPr>
                  <p:cNvSpPr>
                    <a:spLocks noChangeShapeType="1"/>
                  </p:cNvSpPr>
                  <p:nvPr/>
                </p:nvSpPr>
                <p:spPr bwMode="auto">
                  <a:xfrm>
                    <a:off x="3636" y="3303"/>
                    <a:ext cx="1188" cy="0"/>
                  </a:xfrm>
                  <a:prstGeom prst="line">
                    <a:avLst/>
                  </a:prstGeom>
                  <a:grpFill/>
                  <a:ln w="9525">
                    <a:solidFill>
                      <a:srgbClr val="3366FF"/>
                    </a:solidFill>
                    <a:round/>
                    <a:headEnd/>
                    <a:tailEnd/>
                  </a:ln>
                  <a:effectLst/>
                </p:spPr>
                <p:txBody>
                  <a:bodyPr wrap="none" lIns="90000" tIns="46800" rIns="90000" bIns="46800" anchor="ctr">
                    <a:spAutoFit/>
                  </a:bodyPr>
                  <a:lstStyle/>
                  <a:p>
                    <a:endParaRPr lang="zh-CN" altLang="en-US"/>
                  </a:p>
                </p:txBody>
              </p:sp>
              <p:sp>
                <p:nvSpPr>
                  <p:cNvPr id="94" name="Line 121">
                    <a:extLst>
                      <a:ext uri="{FF2B5EF4-FFF2-40B4-BE49-F238E27FC236}">
                        <a16:creationId xmlns:a16="http://schemas.microsoft.com/office/drawing/2014/main" id="{586D9F12-92CA-4571-9154-A579AB2ED5D1}"/>
                      </a:ext>
                    </a:extLst>
                  </p:cNvPr>
                  <p:cNvSpPr>
                    <a:spLocks noChangeShapeType="1"/>
                  </p:cNvSpPr>
                  <p:nvPr/>
                </p:nvSpPr>
                <p:spPr bwMode="auto">
                  <a:xfrm>
                    <a:off x="3636" y="3553"/>
                    <a:ext cx="1188" cy="0"/>
                  </a:xfrm>
                  <a:prstGeom prst="line">
                    <a:avLst/>
                  </a:prstGeom>
                  <a:grpFill/>
                  <a:ln w="9525">
                    <a:solidFill>
                      <a:srgbClr val="3366FF"/>
                    </a:solidFill>
                    <a:prstDash val="dash"/>
                    <a:round/>
                    <a:headEnd/>
                    <a:tailEnd/>
                  </a:ln>
                  <a:effectLst/>
                </p:spPr>
                <p:txBody>
                  <a:bodyPr wrap="none" lIns="90000" tIns="46800" rIns="90000" bIns="46800" anchor="ctr">
                    <a:spAutoFit/>
                  </a:bodyPr>
                  <a:lstStyle/>
                  <a:p>
                    <a:endParaRPr lang="zh-CN" altLang="en-US"/>
                  </a:p>
                </p:txBody>
              </p:sp>
              <p:sp>
                <p:nvSpPr>
                  <p:cNvPr id="95" name="Line 122">
                    <a:extLst>
                      <a:ext uri="{FF2B5EF4-FFF2-40B4-BE49-F238E27FC236}">
                        <a16:creationId xmlns:a16="http://schemas.microsoft.com/office/drawing/2014/main" id="{80E70411-A9BD-4202-9A52-94EA2225898F}"/>
                      </a:ext>
                    </a:extLst>
                  </p:cNvPr>
                  <p:cNvSpPr>
                    <a:spLocks noChangeShapeType="1"/>
                  </p:cNvSpPr>
                  <p:nvPr/>
                </p:nvSpPr>
                <p:spPr bwMode="auto">
                  <a:xfrm>
                    <a:off x="3636" y="3803"/>
                    <a:ext cx="1188" cy="0"/>
                  </a:xfrm>
                  <a:prstGeom prst="line">
                    <a:avLst/>
                  </a:prstGeom>
                  <a:grpFill/>
                  <a:ln w="9525">
                    <a:solidFill>
                      <a:srgbClr val="3366FF"/>
                    </a:solidFill>
                    <a:round/>
                    <a:headEnd/>
                    <a:tailEnd/>
                  </a:ln>
                  <a:effectLst/>
                </p:spPr>
                <p:txBody>
                  <a:bodyPr wrap="none" lIns="90000" tIns="46800" rIns="90000" bIns="46800" anchor="ctr">
                    <a:spAutoFit/>
                  </a:bodyPr>
                  <a:lstStyle/>
                  <a:p>
                    <a:endParaRPr lang="zh-CN" altLang="en-US"/>
                  </a:p>
                </p:txBody>
              </p:sp>
              <p:sp>
                <p:nvSpPr>
                  <p:cNvPr id="96" name="Text Box 123">
                    <a:extLst>
                      <a:ext uri="{FF2B5EF4-FFF2-40B4-BE49-F238E27FC236}">
                        <a16:creationId xmlns:a16="http://schemas.microsoft.com/office/drawing/2014/main" id="{CC806CB5-0F39-4D05-B762-C9C480DB3C2B}"/>
                      </a:ext>
                    </a:extLst>
                  </p:cNvPr>
                  <p:cNvSpPr txBox="1">
                    <a:spLocks noChangeArrowheads="1"/>
                  </p:cNvSpPr>
                  <p:nvPr/>
                </p:nvSpPr>
                <p:spPr bwMode="auto">
                  <a:xfrm>
                    <a:off x="4107" y="3762"/>
                    <a:ext cx="306" cy="350"/>
                  </a:xfrm>
                  <a:prstGeom prst="rect">
                    <a:avLst/>
                  </a:prstGeom>
                  <a:noFill/>
                  <a:ln w="9525">
                    <a:noFill/>
                    <a:miter lim="800000"/>
                    <a:headEnd/>
                    <a:tailEnd/>
                  </a:ln>
                  <a:effectLst/>
                </p:spPr>
                <p:txBody>
                  <a:bodyPr vert="eaVert" wrap="none" lIns="90000" tIns="46800" rIns="90000" bIns="46800">
                    <a:spAutoFit/>
                  </a:bodyPr>
                  <a:lstStyle/>
                  <a:p>
                    <a:pPr eaLnBrk="0" hangingPunct="0"/>
                    <a:r>
                      <a:rPr lang="en-US" altLang="zh-CN" sz="2000">
                        <a:latin typeface="Arial" pitchFamily="34" charset="0"/>
                        <a:ea typeface="隶书" pitchFamily="49" charset="-122"/>
                      </a:rPr>
                      <a:t>…...</a:t>
                    </a:r>
                  </a:p>
                </p:txBody>
              </p:sp>
              <p:sp>
                <p:nvSpPr>
                  <p:cNvPr id="97" name="Text Box 124">
                    <a:extLst>
                      <a:ext uri="{FF2B5EF4-FFF2-40B4-BE49-F238E27FC236}">
                        <a16:creationId xmlns:a16="http://schemas.microsoft.com/office/drawing/2014/main" id="{A0FE5729-B75D-44EA-8322-5EC62D4E2CAA}"/>
                      </a:ext>
                    </a:extLst>
                  </p:cNvPr>
                  <p:cNvSpPr txBox="1">
                    <a:spLocks noChangeArrowheads="1"/>
                  </p:cNvSpPr>
                  <p:nvPr/>
                </p:nvSpPr>
                <p:spPr bwMode="auto">
                  <a:xfrm>
                    <a:off x="4083" y="1974"/>
                    <a:ext cx="306" cy="350"/>
                  </a:xfrm>
                  <a:prstGeom prst="rect">
                    <a:avLst/>
                  </a:prstGeom>
                  <a:noFill/>
                  <a:ln w="9525">
                    <a:noFill/>
                    <a:miter lim="800000"/>
                    <a:headEnd/>
                    <a:tailEnd/>
                  </a:ln>
                  <a:effectLst/>
                </p:spPr>
                <p:txBody>
                  <a:bodyPr vert="eaVert" wrap="none" lIns="90000" tIns="46800" rIns="90000" bIns="46800">
                    <a:spAutoFit/>
                  </a:bodyPr>
                  <a:lstStyle/>
                  <a:p>
                    <a:pPr eaLnBrk="0" hangingPunct="0"/>
                    <a:r>
                      <a:rPr lang="en-US" altLang="zh-CN" sz="2000">
                        <a:latin typeface="Arial" pitchFamily="34" charset="0"/>
                        <a:ea typeface="隶书" pitchFamily="49" charset="-122"/>
                      </a:rPr>
                      <a:t>…...</a:t>
                    </a:r>
                  </a:p>
                </p:txBody>
              </p:sp>
              <p:sp>
                <p:nvSpPr>
                  <p:cNvPr id="98" name="Text Box 125">
                    <a:extLst>
                      <a:ext uri="{FF2B5EF4-FFF2-40B4-BE49-F238E27FC236}">
                        <a16:creationId xmlns:a16="http://schemas.microsoft.com/office/drawing/2014/main" id="{9D7869DB-4220-47C9-8FF4-77F795B5DD5D}"/>
                      </a:ext>
                    </a:extLst>
                  </p:cNvPr>
                  <p:cNvSpPr txBox="1">
                    <a:spLocks noChangeArrowheads="1"/>
                  </p:cNvSpPr>
                  <p:nvPr/>
                </p:nvSpPr>
                <p:spPr bwMode="auto">
                  <a:xfrm>
                    <a:off x="4095" y="2388"/>
                    <a:ext cx="223" cy="292"/>
                  </a:xfrm>
                  <a:prstGeom prst="rect">
                    <a:avLst/>
                  </a:prstGeom>
                  <a:noFill/>
                  <a:ln w="9525">
                    <a:noFill/>
                    <a:miter lim="800000"/>
                    <a:headEnd/>
                    <a:tailEnd/>
                  </a:ln>
                  <a:effectLst/>
                </p:spPr>
                <p:txBody>
                  <a:bodyPr wrap="none" lIns="90000" tIns="46800" rIns="90000" bIns="46800">
                    <a:spAutoFit/>
                  </a:bodyPr>
                  <a:lstStyle/>
                  <a:p>
                    <a:pPr eaLnBrk="0" hangingPunct="0"/>
                    <a:r>
                      <a:rPr lang="en-US" altLang="zh-CN" dirty="0">
                        <a:solidFill>
                          <a:srgbClr val="FF3399"/>
                        </a:solidFill>
                        <a:effectLst>
                          <a:outerShdw blurRad="38100" dist="38100" dir="2700000" algn="ctr" rotWithShape="0">
                            <a:schemeClr val="bg1"/>
                          </a:outerShdw>
                        </a:effectLst>
                        <a:latin typeface="Arial" pitchFamily="34" charset="0"/>
                        <a:ea typeface="隶书" pitchFamily="49" charset="-122"/>
                      </a:rPr>
                      <a:t>1</a:t>
                    </a:r>
                  </a:p>
                </p:txBody>
              </p:sp>
              <p:sp>
                <p:nvSpPr>
                  <p:cNvPr id="99" name="Text Box 126">
                    <a:extLst>
                      <a:ext uri="{FF2B5EF4-FFF2-40B4-BE49-F238E27FC236}">
                        <a16:creationId xmlns:a16="http://schemas.microsoft.com/office/drawing/2014/main" id="{F96AE09F-3A57-454B-9FDA-A1A86D558888}"/>
                      </a:ext>
                    </a:extLst>
                  </p:cNvPr>
                  <p:cNvSpPr txBox="1">
                    <a:spLocks noChangeArrowheads="1"/>
                  </p:cNvSpPr>
                  <p:nvPr/>
                </p:nvSpPr>
                <p:spPr bwMode="auto">
                  <a:xfrm>
                    <a:off x="4047" y="2904"/>
                    <a:ext cx="287" cy="292"/>
                  </a:xfrm>
                  <a:prstGeom prst="rect">
                    <a:avLst/>
                  </a:prstGeom>
                  <a:noFill/>
                  <a:ln w="9525">
                    <a:noFill/>
                    <a:miter lim="800000"/>
                    <a:headEnd/>
                    <a:tailEnd/>
                  </a:ln>
                  <a:effectLst/>
                </p:spPr>
                <p:txBody>
                  <a:bodyPr wrap="none" lIns="90000" tIns="46800" rIns="90000" bIns="46800">
                    <a:spAutoFit/>
                  </a:bodyPr>
                  <a:lstStyle/>
                  <a:p>
                    <a:pPr eaLnBrk="0" hangingPunct="0"/>
                    <a:r>
                      <a:rPr lang="en-US" altLang="zh-CN" dirty="0">
                        <a:solidFill>
                          <a:srgbClr val="FF3399"/>
                        </a:solidFill>
                        <a:effectLst>
                          <a:outerShdw blurRad="38100" dist="38100" dir="2700000" algn="ctr" rotWithShape="0">
                            <a:schemeClr val="bg1"/>
                          </a:outerShdw>
                        </a:effectLst>
                        <a:latin typeface="Arial" pitchFamily="34" charset="0"/>
                        <a:ea typeface="隶书" pitchFamily="49" charset="-122"/>
                      </a:rPr>
                      <a:t>-3</a:t>
                    </a:r>
                  </a:p>
                </p:txBody>
              </p:sp>
              <p:sp>
                <p:nvSpPr>
                  <p:cNvPr id="100" name="Text Box 127">
                    <a:extLst>
                      <a:ext uri="{FF2B5EF4-FFF2-40B4-BE49-F238E27FC236}">
                        <a16:creationId xmlns:a16="http://schemas.microsoft.com/office/drawing/2014/main" id="{87575549-0BF4-4BA4-9D28-6D01C2F0AC9E}"/>
                      </a:ext>
                    </a:extLst>
                  </p:cNvPr>
                  <p:cNvSpPr txBox="1">
                    <a:spLocks noChangeArrowheads="1"/>
                  </p:cNvSpPr>
                  <p:nvPr/>
                </p:nvSpPr>
                <p:spPr bwMode="auto">
                  <a:xfrm>
                    <a:off x="4047" y="3405"/>
                    <a:ext cx="327" cy="292"/>
                  </a:xfrm>
                  <a:prstGeom prst="rect">
                    <a:avLst/>
                  </a:prstGeom>
                  <a:noFill/>
                  <a:ln w="9525">
                    <a:noFill/>
                    <a:miter lim="800000"/>
                    <a:headEnd/>
                    <a:tailEnd/>
                  </a:ln>
                  <a:effectLst/>
                </p:spPr>
                <p:txBody>
                  <a:bodyPr wrap="none" lIns="90000" tIns="46800" rIns="90000" bIns="46800">
                    <a:spAutoFit/>
                  </a:bodyPr>
                  <a:lstStyle/>
                  <a:p>
                    <a:pPr eaLnBrk="0" hangingPunct="0"/>
                    <a:r>
                      <a:rPr lang="en-US" altLang="zh-CN" b="1" dirty="0">
                        <a:solidFill>
                          <a:srgbClr val="FF3399"/>
                        </a:solidFill>
                        <a:effectLst>
                          <a:outerShdw blurRad="38100" dist="38100" dir="2700000" algn="ctr" rotWithShape="0">
                            <a:schemeClr val="bg1"/>
                          </a:outerShdw>
                        </a:effectLst>
                        <a:latin typeface="Arial" pitchFamily="34" charset="0"/>
                        <a:ea typeface="隶书" pitchFamily="49" charset="-122"/>
                        <a:sym typeface="Symbol" pitchFamily="18" charset="2"/>
                      </a:rPr>
                      <a:t></a:t>
                    </a:r>
                    <a:endParaRPr lang="en-US" altLang="zh-CN" b="1" dirty="0">
                      <a:solidFill>
                        <a:srgbClr val="FF3399"/>
                      </a:solidFill>
                      <a:effectLst>
                        <a:outerShdw blurRad="38100" dist="38100" dir="2700000" algn="ctr" rotWithShape="0">
                          <a:schemeClr val="bg1"/>
                        </a:outerShdw>
                      </a:effectLst>
                      <a:latin typeface="Arial" pitchFamily="34" charset="0"/>
                      <a:ea typeface="隶书" pitchFamily="49" charset="-122"/>
                    </a:endParaRPr>
                  </a:p>
                </p:txBody>
              </p:sp>
            </p:grpSp>
            <p:sp>
              <p:nvSpPr>
                <p:cNvPr id="87" name="AutoShape 128">
                  <a:extLst>
                    <a:ext uri="{FF2B5EF4-FFF2-40B4-BE49-F238E27FC236}">
                      <a16:creationId xmlns:a16="http://schemas.microsoft.com/office/drawing/2014/main" id="{164E365C-F65B-428D-B9AB-EF2D591BF896}"/>
                    </a:ext>
                  </a:extLst>
                </p:cNvPr>
                <p:cNvSpPr>
                  <a:spLocks/>
                </p:cNvSpPr>
                <p:nvPr/>
              </p:nvSpPr>
              <p:spPr bwMode="auto">
                <a:xfrm>
                  <a:off x="4992" y="3867"/>
                  <a:ext cx="936" cy="294"/>
                </a:xfrm>
                <a:prstGeom prst="callout2">
                  <a:avLst>
                    <a:gd name="adj1" fmla="val 24491"/>
                    <a:gd name="adj2" fmla="val -5130"/>
                    <a:gd name="adj3" fmla="val 24491"/>
                    <a:gd name="adj4" fmla="val -24250"/>
                    <a:gd name="adj5" fmla="val -87755"/>
                    <a:gd name="adj6" fmla="val -77778"/>
                  </a:avLst>
                </a:prstGeom>
                <a:noFill/>
                <a:ln w="9525">
                  <a:solidFill>
                    <a:srgbClr val="0000FF"/>
                  </a:solidFill>
                  <a:miter lim="800000"/>
                  <a:headEnd/>
                  <a:tailEnd/>
                </a:ln>
                <a:effectLst/>
              </p:spPr>
              <p:txBody>
                <a:bodyPr lIns="90000" tIns="46800" rIns="90000" bIns="46800">
                  <a:spAutoFit/>
                </a:bodyPr>
                <a:lstStyle/>
                <a:p>
                  <a:pPr eaLnBrk="0" hangingPunct="0"/>
                  <a:r>
                    <a:rPr lang="zh-CN" altLang="en-US">
                      <a:solidFill>
                        <a:srgbClr val="FF0000"/>
                      </a:solidFill>
                      <a:effectLst>
                        <a:outerShdw blurRad="38100" dist="38100" dir="2700000" algn="ctr" rotWithShape="0">
                          <a:schemeClr val="bg1"/>
                        </a:outerShdw>
                      </a:effectLst>
                      <a:latin typeface="Arial" pitchFamily="34" charset="0"/>
                      <a:ea typeface="隶书" pitchFamily="49" charset="-122"/>
                    </a:rPr>
                    <a:t>随机数</a:t>
                  </a:r>
                  <a:endParaRPr lang="zh-CN" altLang="en-US">
                    <a:effectLst>
                      <a:outerShdw blurRad="38100" dist="38100" dir="2700000" algn="ctr" rotWithShape="0">
                        <a:schemeClr val="bg1"/>
                      </a:outerShdw>
                    </a:effectLst>
                    <a:latin typeface="Arial" pitchFamily="34" charset="0"/>
                    <a:ea typeface="隶书" pitchFamily="49" charset="-122"/>
                  </a:endParaRPr>
                </a:p>
              </p:txBody>
            </p:sp>
          </p:grpSp>
        </p:grpSp>
      </p:grpSp>
      <p:sp>
        <p:nvSpPr>
          <p:cNvPr id="749697" name="Text Box 129"/>
          <p:cNvSpPr txBox="1">
            <a:spLocks noChangeArrowheads="1"/>
          </p:cNvSpPr>
          <p:nvPr/>
        </p:nvSpPr>
        <p:spPr bwMode="auto">
          <a:xfrm>
            <a:off x="1859126" y="5310063"/>
            <a:ext cx="9335675" cy="1200329"/>
          </a:xfrm>
          <a:prstGeom prst="rect">
            <a:avLst/>
          </a:prstGeom>
          <a:solidFill>
            <a:schemeClr val="bg1"/>
          </a:solidFill>
          <a:ln w="38100">
            <a:solidFill>
              <a:srgbClr val="BEDFC4"/>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b="1" dirty="0">
                <a:solidFill>
                  <a:srgbClr val="FF3399"/>
                </a:solidFill>
                <a:effectLst>
                  <a:outerShdw blurRad="38100" dist="38100" dir="2700000" algn="tl">
                    <a:srgbClr val="000000">
                      <a:alpha val="43137"/>
                    </a:srgbClr>
                  </a:outerShdw>
                </a:effectLst>
                <a:latin typeface="隶书" pitchFamily="49" charset="-122"/>
                <a:ea typeface="隶书" pitchFamily="49" charset="-122"/>
              </a:rPr>
              <a:t>例</a:t>
            </a:r>
            <a:r>
              <a:rPr lang="en-US" altLang="zh-CN" b="1" dirty="0">
                <a:solidFill>
                  <a:srgbClr val="FF3399"/>
                </a:solidFill>
                <a:effectLst>
                  <a:outerShdw blurRad="38100" dist="38100" dir="2700000" algn="tl">
                    <a:srgbClr val="000000">
                      <a:alpha val="43137"/>
                    </a:srgbClr>
                  </a:outerShdw>
                </a:effectLst>
                <a:latin typeface="隶书" pitchFamily="49" charset="-122"/>
                <a:ea typeface="隶书" pitchFamily="49" charset="-122"/>
              </a:rPr>
              <a:t>1</a:t>
            </a:r>
            <a:r>
              <a:rPr lang="zh-CN" altLang="en-US" b="1" dirty="0">
                <a:solidFill>
                  <a:srgbClr val="FF3399"/>
                </a:solidFill>
                <a:effectLst>
                  <a:outerShdw blurRad="38100" dist="38100" dir="2700000" algn="tl">
                    <a:srgbClr val="000000">
                      <a:alpha val="43137"/>
                    </a:srgbClr>
                  </a:outerShdw>
                </a:effectLst>
                <a:latin typeface="隶书" pitchFamily="49" charset="-122"/>
                <a:ea typeface="隶书" pitchFamily="49" charset="-122"/>
              </a:rPr>
              <a:t>： </a:t>
            </a:r>
          </a:p>
          <a:p>
            <a:r>
              <a:rPr lang="zh-CN" altLang="en-US" b="1" dirty="0">
                <a:latin typeface="+mn-lt"/>
              </a:rPr>
              <a:t>    </a:t>
            </a:r>
            <a:r>
              <a:rPr lang="en-US" altLang="zh-CN" b="1" dirty="0" err="1">
                <a:latin typeface="+mn-lt"/>
              </a:rPr>
              <a:t>int</a:t>
            </a:r>
            <a:r>
              <a:rPr lang="en-US" altLang="zh-CN" b="1" dirty="0">
                <a:latin typeface="+mn-lt"/>
              </a:rPr>
              <a:t>   student;</a:t>
            </a:r>
          </a:p>
          <a:p>
            <a:r>
              <a:rPr lang="en-US" altLang="zh-CN" b="1" dirty="0">
                <a:latin typeface="+mn-lt"/>
              </a:rPr>
              <a:t>    </a:t>
            </a:r>
            <a:r>
              <a:rPr lang="en-US" altLang="zh-CN" b="1" dirty="0" err="1">
                <a:latin typeface="+mn-lt"/>
              </a:rPr>
              <a:t>stadent</a:t>
            </a:r>
            <a:r>
              <a:rPr lang="en-US" altLang="zh-CN" b="1" dirty="0">
                <a:latin typeface="+mn-lt"/>
              </a:rPr>
              <a:t> = 19;  </a:t>
            </a:r>
            <a:r>
              <a:rPr lang="en-US" altLang="zh-CN" dirty="0">
                <a:latin typeface="+mn-lt"/>
              </a:rPr>
              <a:t>//</a:t>
            </a:r>
            <a:r>
              <a:rPr lang="en-US" altLang="zh-CN" dirty="0">
                <a:solidFill>
                  <a:srgbClr val="FF0000"/>
                </a:solidFill>
                <a:latin typeface="+mn-lt"/>
              </a:rPr>
              <a:t>Undefined symbol ‘</a:t>
            </a:r>
            <a:r>
              <a:rPr lang="en-US" altLang="zh-CN" dirty="0" err="1">
                <a:solidFill>
                  <a:srgbClr val="FF0000"/>
                </a:solidFill>
                <a:latin typeface="+mn-lt"/>
              </a:rPr>
              <a:t>statent</a:t>
            </a:r>
            <a:r>
              <a:rPr lang="en-US" altLang="zh-CN" dirty="0">
                <a:solidFill>
                  <a:srgbClr val="FF0000"/>
                </a:solidFill>
                <a:latin typeface="+mn-lt"/>
              </a:rPr>
              <a:t>’ in function main</a:t>
            </a:r>
            <a:r>
              <a:rPr lang="en-US" altLang="zh-CN" sz="2000" dirty="0">
                <a:solidFill>
                  <a:srgbClr val="FF0000"/>
                </a:solidFill>
                <a:latin typeface="+mn-lt"/>
              </a:rPr>
              <a:t> </a:t>
            </a:r>
          </a:p>
        </p:txBody>
      </p:sp>
      <p:sp>
        <p:nvSpPr>
          <p:cNvPr id="749698" name="Text Box 130"/>
          <p:cNvSpPr txBox="1">
            <a:spLocks noChangeArrowheads="1"/>
          </p:cNvSpPr>
          <p:nvPr/>
        </p:nvSpPr>
        <p:spPr bwMode="auto">
          <a:xfrm>
            <a:off x="1878488" y="5283648"/>
            <a:ext cx="9335675" cy="1200329"/>
          </a:xfrm>
          <a:prstGeom prst="rect">
            <a:avLst/>
          </a:prstGeom>
          <a:solidFill>
            <a:schemeClr val="bg1"/>
          </a:solidFill>
          <a:ln w="38100">
            <a:solidFill>
              <a:srgbClr val="BEDFC4"/>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b="1" dirty="0">
                <a:solidFill>
                  <a:srgbClr val="C01920"/>
                </a:solidFill>
                <a:latin typeface="隶书" pitchFamily="49" charset="-122"/>
                <a:ea typeface="隶书" pitchFamily="49" charset="-122"/>
              </a:rPr>
              <a:t>例</a:t>
            </a:r>
            <a:r>
              <a:rPr lang="en-US" altLang="zh-CN" b="1" dirty="0">
                <a:solidFill>
                  <a:srgbClr val="C01920"/>
                </a:solidFill>
                <a:latin typeface="隶书" pitchFamily="49" charset="-122"/>
                <a:ea typeface="隶书" pitchFamily="49" charset="-122"/>
              </a:rPr>
              <a:t>2</a:t>
            </a:r>
            <a:r>
              <a:rPr lang="zh-CN" altLang="en-US" b="1" dirty="0">
                <a:solidFill>
                  <a:srgbClr val="C01920"/>
                </a:solidFill>
                <a:latin typeface="隶书" pitchFamily="49" charset="-122"/>
                <a:ea typeface="隶书" pitchFamily="49" charset="-122"/>
              </a:rPr>
              <a:t>： </a:t>
            </a:r>
          </a:p>
          <a:p>
            <a:r>
              <a:rPr lang="zh-CN" altLang="en-US" dirty="0">
                <a:latin typeface="+mn-lt"/>
              </a:rPr>
              <a:t>   </a:t>
            </a:r>
            <a:r>
              <a:rPr lang="en-US" altLang="zh-CN" b="1" dirty="0">
                <a:latin typeface="+mn-lt"/>
              </a:rPr>
              <a:t>float  a, b, c;</a:t>
            </a:r>
          </a:p>
          <a:p>
            <a:r>
              <a:rPr lang="en-US" altLang="zh-CN" b="1" dirty="0">
                <a:latin typeface="+mn-lt"/>
              </a:rPr>
              <a:t>   c = a % b;    </a:t>
            </a:r>
            <a:r>
              <a:rPr lang="en-US" altLang="zh-CN" dirty="0">
                <a:latin typeface="+mn-lt"/>
              </a:rPr>
              <a:t>//</a:t>
            </a:r>
            <a:r>
              <a:rPr lang="en-US" altLang="zh-CN" dirty="0">
                <a:solidFill>
                  <a:srgbClr val="FF0000"/>
                </a:solidFill>
                <a:latin typeface="+mn-lt"/>
              </a:rPr>
              <a:t>Illegal  use of floating point  in function main</a:t>
            </a:r>
            <a:r>
              <a:rPr lang="en-US" altLang="zh-CN" sz="2000" dirty="0">
                <a:latin typeface="+mn-lt"/>
              </a:rPr>
              <a:t> </a:t>
            </a:r>
          </a:p>
        </p:txBody>
      </p:sp>
      <p:grpSp>
        <p:nvGrpSpPr>
          <p:cNvPr id="749699" name="Group 131"/>
          <p:cNvGrpSpPr>
            <a:grpSpLocks/>
          </p:cNvGrpSpPr>
          <p:nvPr/>
        </p:nvGrpSpPr>
        <p:grpSpPr bwMode="auto">
          <a:xfrm>
            <a:off x="5918543" y="2453090"/>
            <a:ext cx="5408729" cy="3973245"/>
            <a:chOff x="1233" y="1551"/>
            <a:chExt cx="2789" cy="2485"/>
          </a:xfrm>
        </p:grpSpPr>
        <p:sp>
          <p:nvSpPr>
            <p:cNvPr id="749700" name="Text Box 132"/>
            <p:cNvSpPr txBox="1">
              <a:spLocks noChangeArrowheads="1"/>
            </p:cNvSpPr>
            <p:nvPr/>
          </p:nvSpPr>
          <p:spPr bwMode="auto">
            <a:xfrm>
              <a:off x="1233" y="1551"/>
              <a:ext cx="2789" cy="2485"/>
            </a:xfrm>
            <a:prstGeom prst="rect">
              <a:avLst/>
            </a:prstGeom>
            <a:gradFill>
              <a:gsLst>
                <a:gs pos="0">
                  <a:srgbClr val="CFCFD1"/>
                </a:gs>
                <a:gs pos="100000">
                  <a:schemeClr val="bg1">
                    <a:lumMod val="95000"/>
                  </a:schemeClr>
                </a:gs>
              </a:gsLst>
              <a:lin ang="10800000" scaled="1"/>
            </a:gradFill>
            <a:ln w="38100">
              <a:solidFill>
                <a:srgbClr val="F0E5B7"/>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spAutoFit/>
            </a:bodyPr>
            <a:lstStyle/>
            <a:p>
              <a:pPr eaLnBrk="0" hangingPunct="0"/>
              <a:r>
                <a:rPr lang="en-US" altLang="zh-CN" sz="2800" b="1" dirty="0" err="1">
                  <a:solidFill>
                    <a:srgbClr val="C00000"/>
                  </a:solidFill>
                  <a:effectLst>
                    <a:outerShdw blurRad="50800" dist="50800" dir="2700000" algn="ctr" rotWithShape="0">
                      <a:schemeClr val="bg1"/>
                    </a:outerShdw>
                  </a:effectLst>
                </a:rPr>
                <a:t>int</a:t>
              </a:r>
              <a:r>
                <a:rPr lang="en-US" altLang="zh-CN" sz="2800" b="1" dirty="0">
                  <a:solidFill>
                    <a:srgbClr val="C00000"/>
                  </a:solidFill>
                  <a:effectLst>
                    <a:outerShdw blurRad="50800" dist="50800" dir="2700000" algn="ctr" rotWithShape="0">
                      <a:schemeClr val="bg1"/>
                    </a:outerShdw>
                  </a:effectLst>
                </a:rPr>
                <a:t> main ( )</a:t>
              </a:r>
            </a:p>
            <a:p>
              <a:pPr eaLnBrk="0" hangingPunct="0"/>
              <a:r>
                <a:rPr lang="en-US" altLang="zh-CN" sz="2800" dirty="0">
                  <a:effectLst>
                    <a:outerShdw blurRad="50800" dist="50800" dir="2700000" algn="ctr" rotWithShape="0">
                      <a:schemeClr val="bg1"/>
                    </a:outerShdw>
                  </a:effectLst>
                </a:rPr>
                <a:t>{    </a:t>
              </a:r>
            </a:p>
            <a:p>
              <a:pPr eaLnBrk="0" hangingPunct="0"/>
              <a:r>
                <a:rPr lang="en-US" altLang="zh-CN" sz="2800" dirty="0">
                  <a:solidFill>
                    <a:srgbClr val="0000FF"/>
                  </a:solidFill>
                  <a:effectLst>
                    <a:outerShdw blurRad="50800" dist="50800" dir="2700000" algn="ctr" rotWithShape="0">
                      <a:schemeClr val="bg1"/>
                    </a:outerShdw>
                  </a:effectLst>
                </a:rPr>
                <a:t>   </a:t>
              </a:r>
              <a:r>
                <a:rPr lang="en-US" altLang="zh-CN" sz="2800" dirty="0" err="1">
                  <a:solidFill>
                    <a:srgbClr val="0000FF"/>
                  </a:solidFill>
                  <a:effectLst>
                    <a:outerShdw blurRad="50800" dist="50800" dir="2700000" algn="ctr" rotWithShape="0">
                      <a:schemeClr val="bg1"/>
                    </a:outerShdw>
                  </a:effectLst>
                </a:rPr>
                <a:t>int</a:t>
              </a:r>
              <a:r>
                <a:rPr lang="en-US" altLang="zh-CN" sz="2800" dirty="0">
                  <a:solidFill>
                    <a:srgbClr val="0000FF"/>
                  </a:solidFill>
                  <a:effectLst>
                    <a:outerShdw blurRad="50800" dist="50800" dir="2700000" algn="ctr" rotWithShape="0">
                      <a:schemeClr val="bg1"/>
                    </a:outerShdw>
                  </a:effectLst>
                </a:rPr>
                <a:t>  a, b = 2;</a:t>
              </a:r>
            </a:p>
            <a:p>
              <a:pPr eaLnBrk="0" hangingPunct="0"/>
              <a:r>
                <a:rPr lang="en-US" altLang="zh-CN" sz="2800" dirty="0">
                  <a:solidFill>
                    <a:srgbClr val="0000FF"/>
                  </a:solidFill>
                  <a:effectLst>
                    <a:outerShdw blurRad="50800" dist="50800" dir="2700000" algn="ctr" rotWithShape="0">
                      <a:schemeClr val="bg1"/>
                    </a:outerShdw>
                  </a:effectLst>
                </a:rPr>
                <a:t>   float  data;</a:t>
              </a:r>
            </a:p>
            <a:p>
              <a:pPr eaLnBrk="0" hangingPunct="0"/>
              <a:r>
                <a:rPr lang="en-US" altLang="zh-CN" sz="2800" dirty="0">
                  <a:effectLst>
                    <a:outerShdw blurRad="50800" dist="50800" dir="2700000" algn="ctr" rotWithShape="0">
                      <a:schemeClr val="bg1"/>
                    </a:outerShdw>
                  </a:effectLst>
                </a:rPr>
                <a:t>   a = 1;</a:t>
              </a:r>
            </a:p>
            <a:p>
              <a:pPr eaLnBrk="0" hangingPunct="0"/>
              <a:r>
                <a:rPr lang="en-US" altLang="zh-CN" sz="2800" dirty="0">
                  <a:effectLst>
                    <a:outerShdw blurRad="50800" dist="50800" dir="2700000" algn="ctr" rotWithShape="0">
                      <a:schemeClr val="bg1"/>
                    </a:outerShdw>
                  </a:effectLst>
                </a:rPr>
                <a:t>   data = (a + b) * 1.2;</a:t>
              </a:r>
            </a:p>
            <a:p>
              <a:pPr eaLnBrk="0" hangingPunct="0"/>
              <a:r>
                <a:rPr lang="en-US" altLang="zh-CN" sz="2800" dirty="0">
                  <a:effectLst>
                    <a:outerShdw blurRad="50800" dist="50800" dir="2700000" algn="ctr" rotWithShape="0">
                      <a:schemeClr val="bg1"/>
                    </a:outerShdw>
                  </a:effectLst>
                </a:rPr>
                <a:t>   </a:t>
              </a:r>
              <a:r>
                <a:rPr lang="en-US" altLang="zh-CN" sz="2800" dirty="0" err="1">
                  <a:effectLst>
                    <a:outerShdw blurRad="50800" dist="50800" dir="2700000" algn="ctr" rotWithShape="0">
                      <a:schemeClr val="bg1"/>
                    </a:outerShdw>
                  </a:effectLst>
                </a:rPr>
                <a:t>printf</a:t>
              </a:r>
              <a:r>
                <a:rPr lang="en-US" altLang="zh-CN" sz="2800" dirty="0">
                  <a:effectLst>
                    <a:outerShdw blurRad="50800" dist="50800" dir="2700000" algn="ctr" rotWithShape="0">
                      <a:schemeClr val="bg1"/>
                    </a:outerShdw>
                  </a:effectLst>
                </a:rPr>
                <a:t> ("data=%f\n", data);</a:t>
              </a:r>
            </a:p>
            <a:p>
              <a:pPr eaLnBrk="0" hangingPunct="0"/>
              <a:r>
                <a:rPr lang="en-US" altLang="zh-CN" sz="2800" dirty="0">
                  <a:effectLst>
                    <a:outerShdw blurRad="50800" dist="50800" dir="2700000" algn="ctr" rotWithShape="0">
                      <a:schemeClr val="bg1"/>
                    </a:outerShdw>
                  </a:effectLst>
                </a:rPr>
                <a:t>   return 0;</a:t>
              </a:r>
            </a:p>
            <a:p>
              <a:pPr eaLnBrk="0" hangingPunct="0"/>
              <a:r>
                <a:rPr lang="en-US" altLang="zh-CN" sz="2800" dirty="0">
                  <a:effectLst>
                    <a:outerShdw blurRad="50800" dist="50800" dir="2700000" algn="ctr" rotWithShape="0">
                      <a:schemeClr val="bg1"/>
                    </a:outerShdw>
                  </a:effectLst>
                </a:rPr>
                <a:t>}</a:t>
              </a:r>
            </a:p>
          </p:txBody>
        </p:sp>
        <p:grpSp>
          <p:nvGrpSpPr>
            <p:cNvPr id="749701" name="Group 133"/>
            <p:cNvGrpSpPr>
              <a:grpSpLocks/>
            </p:cNvGrpSpPr>
            <p:nvPr/>
          </p:nvGrpSpPr>
          <p:grpSpPr bwMode="auto">
            <a:xfrm>
              <a:off x="2365" y="2145"/>
              <a:ext cx="1298" cy="290"/>
              <a:chOff x="2761" y="874"/>
              <a:chExt cx="1298" cy="290"/>
            </a:xfrm>
          </p:grpSpPr>
          <p:sp>
            <p:nvSpPr>
              <p:cNvPr id="749702" name="Line 134"/>
              <p:cNvSpPr>
                <a:spLocks noChangeShapeType="1"/>
              </p:cNvSpPr>
              <p:nvPr/>
            </p:nvSpPr>
            <p:spPr bwMode="auto">
              <a:xfrm flipH="1">
                <a:off x="2761" y="1029"/>
                <a:ext cx="444" cy="0"/>
              </a:xfrm>
              <a:prstGeom prst="line">
                <a:avLst/>
              </a:prstGeom>
              <a:noFill/>
              <a:ln w="38100">
                <a:solidFill>
                  <a:srgbClr val="0000FF"/>
                </a:solidFill>
                <a:round/>
                <a:headEnd/>
                <a:tailEnd type="stealth" w="lg" len="lg"/>
              </a:ln>
              <a:effectLst/>
            </p:spPr>
            <p:txBody>
              <a:bodyPr wrap="none" lIns="90000" tIns="46800" rIns="90000" bIns="46800" anchor="ctr"/>
              <a:lstStyle/>
              <a:p>
                <a:endParaRPr lang="zh-CN" altLang="en-US"/>
              </a:p>
            </p:txBody>
          </p:sp>
          <p:sp>
            <p:nvSpPr>
              <p:cNvPr id="749703" name="Text Box 135"/>
              <p:cNvSpPr txBox="1">
                <a:spLocks noChangeArrowheads="1"/>
              </p:cNvSpPr>
              <p:nvPr/>
            </p:nvSpPr>
            <p:spPr bwMode="auto">
              <a:xfrm>
                <a:off x="3169" y="874"/>
                <a:ext cx="890" cy="290"/>
              </a:xfrm>
              <a:prstGeom prst="rect">
                <a:avLst/>
              </a:prstGeom>
              <a:noFill/>
              <a:ln w="38100">
                <a:noFill/>
                <a:miter lim="800000"/>
                <a:headEnd/>
                <a:tailEnd/>
              </a:ln>
              <a:effectLst/>
            </p:spPr>
            <p:txBody>
              <a:bodyPr wrap="none" lIns="90000" tIns="46800" rIns="90000" bIns="46800">
                <a:spAutoFit/>
              </a:bodyPr>
              <a:lstStyle/>
              <a:p>
                <a:pPr eaLnBrk="0" hangingPunct="0"/>
                <a:r>
                  <a:rPr lang="zh-CN" altLang="en-US" dirty="0">
                    <a:solidFill>
                      <a:schemeClr val="accent2"/>
                    </a:solidFill>
                    <a:latin typeface="Arial" pitchFamily="34" charset="0"/>
                    <a:ea typeface="隶书" pitchFamily="49" charset="-122"/>
                  </a:rPr>
                  <a:t>变量定义</a:t>
                </a:r>
              </a:p>
            </p:txBody>
          </p:sp>
        </p:grpSp>
        <p:grpSp>
          <p:nvGrpSpPr>
            <p:cNvPr id="749704" name="Group 136"/>
            <p:cNvGrpSpPr>
              <a:grpSpLocks/>
            </p:cNvGrpSpPr>
            <p:nvPr/>
          </p:nvGrpSpPr>
          <p:grpSpPr bwMode="auto">
            <a:xfrm>
              <a:off x="2356" y="2557"/>
              <a:ext cx="1483" cy="290"/>
              <a:chOff x="2776" y="1394"/>
              <a:chExt cx="1483" cy="290"/>
            </a:xfrm>
          </p:grpSpPr>
          <p:sp>
            <p:nvSpPr>
              <p:cNvPr id="749705" name="Line 137"/>
              <p:cNvSpPr>
                <a:spLocks noChangeShapeType="1"/>
              </p:cNvSpPr>
              <p:nvPr/>
            </p:nvSpPr>
            <p:spPr bwMode="auto">
              <a:xfrm flipH="1">
                <a:off x="2776" y="1549"/>
                <a:ext cx="444" cy="0"/>
              </a:xfrm>
              <a:prstGeom prst="line">
                <a:avLst/>
              </a:prstGeom>
              <a:noFill/>
              <a:ln w="38100">
                <a:solidFill>
                  <a:srgbClr val="FF0000"/>
                </a:solidFill>
                <a:round/>
                <a:headEnd/>
                <a:tailEnd type="stealth" w="lg" len="lg"/>
              </a:ln>
              <a:effectLst/>
            </p:spPr>
            <p:txBody>
              <a:bodyPr wrap="none" lIns="90000" tIns="46800" rIns="90000" bIns="46800" anchor="ctr"/>
              <a:lstStyle/>
              <a:p>
                <a:endParaRPr lang="zh-CN" altLang="en-US"/>
              </a:p>
            </p:txBody>
          </p:sp>
          <p:sp>
            <p:nvSpPr>
              <p:cNvPr id="749706" name="Text Box 138"/>
              <p:cNvSpPr txBox="1">
                <a:spLocks noChangeArrowheads="1"/>
              </p:cNvSpPr>
              <p:nvPr/>
            </p:nvSpPr>
            <p:spPr bwMode="auto">
              <a:xfrm>
                <a:off x="3175" y="1394"/>
                <a:ext cx="1084" cy="290"/>
              </a:xfrm>
              <a:prstGeom prst="rect">
                <a:avLst/>
              </a:prstGeom>
              <a:noFill/>
              <a:ln w="38100">
                <a:noFill/>
                <a:miter lim="800000"/>
                <a:headEnd/>
                <a:tailEnd/>
              </a:ln>
              <a:effectLst/>
            </p:spPr>
            <p:txBody>
              <a:bodyPr wrap="none" lIns="90000" tIns="46800" rIns="90000" bIns="46800">
                <a:spAutoFit/>
              </a:bodyPr>
              <a:lstStyle/>
              <a:p>
                <a:pPr eaLnBrk="0" hangingPunct="0"/>
                <a:r>
                  <a:rPr lang="zh-CN" altLang="en-US" dirty="0">
                    <a:solidFill>
                      <a:srgbClr val="FF0000"/>
                    </a:solidFill>
                    <a:latin typeface="Arial" pitchFamily="34" charset="0"/>
                    <a:ea typeface="隶书" pitchFamily="49" charset="-122"/>
                  </a:rPr>
                  <a:t>可执行语句</a:t>
                </a:r>
              </a:p>
            </p:txBody>
          </p:sp>
        </p:grpSp>
      </p:grpSp>
      <p:grpSp>
        <p:nvGrpSpPr>
          <p:cNvPr id="749707" name="Group 139"/>
          <p:cNvGrpSpPr>
            <a:grpSpLocks/>
          </p:cNvGrpSpPr>
          <p:nvPr/>
        </p:nvGrpSpPr>
        <p:grpSpPr bwMode="auto">
          <a:xfrm>
            <a:off x="6054839" y="2475113"/>
            <a:ext cx="5070604" cy="3971924"/>
            <a:chOff x="-1802" y="1931"/>
            <a:chExt cx="2617" cy="2502"/>
          </a:xfrm>
          <a:gradFill>
            <a:gsLst>
              <a:gs pos="0">
                <a:srgbClr val="CFCFD1"/>
              </a:gs>
              <a:gs pos="100000">
                <a:schemeClr val="bg1">
                  <a:lumMod val="95000"/>
                </a:schemeClr>
              </a:gs>
            </a:gsLst>
            <a:lin ang="10800000" scaled="1"/>
          </a:gradFill>
        </p:grpSpPr>
        <p:sp>
          <p:nvSpPr>
            <p:cNvPr id="749708" name="Text Box 140"/>
            <p:cNvSpPr txBox="1">
              <a:spLocks noChangeArrowheads="1"/>
            </p:cNvSpPr>
            <p:nvPr/>
          </p:nvSpPr>
          <p:spPr bwMode="auto">
            <a:xfrm>
              <a:off x="-1802" y="1931"/>
              <a:ext cx="2617" cy="2502"/>
            </a:xfrm>
            <a:prstGeom prst="rect">
              <a:avLst/>
            </a:prstGeom>
            <a:grpFill/>
            <a:ln w="38100">
              <a:solidFill>
                <a:srgbClr val="F0E5B7"/>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spAutoFit/>
            </a:bodyPr>
            <a:lstStyle/>
            <a:p>
              <a:pPr eaLnBrk="0" hangingPunct="0"/>
              <a:r>
                <a:rPr lang="en-US" altLang="zh-CN" sz="2800" b="1" dirty="0" err="1">
                  <a:solidFill>
                    <a:srgbClr val="C00000"/>
                  </a:solidFill>
                  <a:effectLst>
                    <a:outerShdw blurRad="50800" dist="50800" dir="2700000" algn="ctr" rotWithShape="0">
                      <a:schemeClr val="bg1"/>
                    </a:outerShdw>
                  </a:effectLst>
                </a:rPr>
                <a:t>int</a:t>
              </a:r>
              <a:r>
                <a:rPr lang="en-US" altLang="zh-CN" sz="2800" b="1" dirty="0">
                  <a:solidFill>
                    <a:srgbClr val="C00000"/>
                  </a:solidFill>
                  <a:effectLst>
                    <a:outerShdw blurRad="50800" dist="50800" dir="2700000" algn="ctr" rotWithShape="0">
                      <a:schemeClr val="bg1"/>
                    </a:outerShdw>
                  </a:effectLst>
                </a:rPr>
                <a:t> main ( )</a:t>
              </a:r>
            </a:p>
            <a:p>
              <a:pPr eaLnBrk="0" hangingPunct="0"/>
              <a:r>
                <a:rPr lang="en-US" altLang="zh-CN" sz="2800" dirty="0">
                  <a:effectLst>
                    <a:outerShdw blurRad="50800" dist="50800" dir="2700000" algn="ctr" rotWithShape="0">
                      <a:schemeClr val="bg1"/>
                    </a:outerShdw>
                  </a:effectLst>
                </a:rPr>
                <a:t>{    </a:t>
              </a:r>
            </a:p>
            <a:p>
              <a:pPr eaLnBrk="0" hangingPunct="0"/>
              <a:r>
                <a:rPr lang="en-US" altLang="zh-CN" sz="2800" dirty="0">
                  <a:effectLst>
                    <a:outerShdw blurRad="50800" dist="50800" dir="2700000" algn="ctr" rotWithShape="0">
                      <a:schemeClr val="bg1"/>
                    </a:outerShdw>
                  </a:effectLst>
                </a:rPr>
                <a:t>   </a:t>
              </a:r>
              <a:r>
                <a:rPr lang="en-US" altLang="zh-CN" sz="2800" dirty="0" err="1">
                  <a:effectLst>
                    <a:outerShdw blurRad="50800" dist="50800" dir="2700000" algn="ctr" rotWithShape="0">
                      <a:schemeClr val="bg1"/>
                    </a:outerShdw>
                  </a:effectLst>
                </a:rPr>
                <a:t>int</a:t>
              </a:r>
              <a:r>
                <a:rPr lang="en-US" altLang="zh-CN" sz="2800" dirty="0">
                  <a:effectLst>
                    <a:outerShdw blurRad="50800" dist="50800" dir="2700000" algn="ctr" rotWithShape="0">
                      <a:schemeClr val="bg1"/>
                    </a:outerShdw>
                  </a:effectLst>
                </a:rPr>
                <a:t>  a, b = 2;</a:t>
              </a:r>
            </a:p>
            <a:p>
              <a:pPr eaLnBrk="0" hangingPunct="0"/>
              <a:r>
                <a:rPr lang="en-US" altLang="zh-CN" sz="2800" dirty="0">
                  <a:effectLst>
                    <a:outerShdw blurRad="50800" dist="50800" dir="2700000" algn="ctr" rotWithShape="0">
                      <a:schemeClr val="bg1"/>
                    </a:outerShdw>
                  </a:effectLst>
                </a:rPr>
                <a:t>   a = 1;</a:t>
              </a:r>
            </a:p>
            <a:p>
              <a:pPr eaLnBrk="0" hangingPunct="0"/>
              <a:r>
                <a:rPr lang="en-US" altLang="zh-CN" sz="2800" dirty="0">
                  <a:solidFill>
                    <a:srgbClr val="FF0000"/>
                  </a:solidFill>
                  <a:effectLst>
                    <a:outerShdw blurRad="50800" dist="50800" dir="2700000" algn="ctr" rotWithShape="0">
                      <a:schemeClr val="bg1"/>
                    </a:outerShdw>
                  </a:effectLst>
                </a:rPr>
                <a:t>   </a:t>
              </a:r>
              <a:r>
                <a:rPr lang="en-US" altLang="zh-CN" sz="2800" dirty="0">
                  <a:solidFill>
                    <a:srgbClr val="0000FF"/>
                  </a:solidFill>
                  <a:effectLst>
                    <a:outerShdw blurRad="50800" dist="50800" dir="2700000" algn="ctr" rotWithShape="0">
                      <a:schemeClr val="bg1"/>
                    </a:outerShdw>
                  </a:effectLst>
                </a:rPr>
                <a:t>float  data;</a:t>
              </a:r>
            </a:p>
            <a:p>
              <a:pPr eaLnBrk="0" hangingPunct="0"/>
              <a:r>
                <a:rPr lang="en-US" altLang="zh-CN" sz="2800" dirty="0">
                  <a:effectLst>
                    <a:outerShdw blurRad="50800" dist="50800" dir="2700000" algn="ctr" rotWithShape="0">
                      <a:schemeClr val="bg1"/>
                    </a:outerShdw>
                  </a:effectLst>
                </a:rPr>
                <a:t>   data = (a + b) * 1.2;</a:t>
              </a:r>
            </a:p>
            <a:p>
              <a:pPr eaLnBrk="0" hangingPunct="0"/>
              <a:r>
                <a:rPr lang="en-US" altLang="zh-CN" sz="2800" dirty="0">
                  <a:effectLst>
                    <a:outerShdw blurRad="50800" dist="50800" dir="2700000" algn="ctr" rotWithShape="0">
                      <a:schemeClr val="bg1"/>
                    </a:outerShdw>
                  </a:effectLst>
                </a:rPr>
                <a:t>   </a:t>
              </a:r>
              <a:r>
                <a:rPr lang="en-US" altLang="zh-CN" sz="2800" dirty="0" err="1">
                  <a:effectLst>
                    <a:outerShdw blurRad="50800" dist="50800" dir="2700000" algn="ctr" rotWithShape="0">
                      <a:schemeClr val="bg1"/>
                    </a:outerShdw>
                  </a:effectLst>
                </a:rPr>
                <a:t>printf</a:t>
              </a:r>
              <a:r>
                <a:rPr lang="en-US" altLang="zh-CN" sz="2800" dirty="0">
                  <a:effectLst>
                    <a:outerShdw blurRad="50800" dist="50800" dir="2700000" algn="ctr" rotWithShape="0">
                      <a:schemeClr val="bg1"/>
                    </a:outerShdw>
                  </a:effectLst>
                </a:rPr>
                <a:t>("data=%f\</a:t>
              </a:r>
              <a:r>
                <a:rPr lang="en-US" altLang="zh-CN" sz="2800" dirty="0" err="1">
                  <a:effectLst>
                    <a:outerShdw blurRad="50800" dist="50800" dir="2700000" algn="ctr" rotWithShape="0">
                      <a:schemeClr val="bg1"/>
                    </a:outerShdw>
                  </a:effectLst>
                </a:rPr>
                <a:t>n",data</a:t>
              </a:r>
              <a:r>
                <a:rPr lang="en-US" altLang="zh-CN" sz="2800" dirty="0">
                  <a:effectLst>
                    <a:outerShdw blurRad="50800" dist="50800" dir="2700000" algn="ctr" rotWithShape="0">
                      <a:schemeClr val="bg1"/>
                    </a:outerShdw>
                  </a:effectLst>
                </a:rPr>
                <a:t>);</a:t>
              </a:r>
            </a:p>
            <a:p>
              <a:pPr eaLnBrk="0" hangingPunct="0"/>
              <a:r>
                <a:rPr lang="en-US" altLang="zh-CN" sz="2800" dirty="0">
                  <a:effectLst>
                    <a:outerShdw blurRad="50800" dist="50800" dir="2700000" algn="ctr" rotWithShape="0">
                      <a:schemeClr val="bg1"/>
                    </a:outerShdw>
                  </a:effectLst>
                </a:rPr>
                <a:t>   return 0;</a:t>
              </a:r>
            </a:p>
            <a:p>
              <a:pPr eaLnBrk="0" hangingPunct="0"/>
              <a:r>
                <a:rPr lang="en-US" altLang="zh-CN" sz="2800" dirty="0">
                  <a:effectLst>
                    <a:outerShdw blurRad="50800" dist="50800" dir="2700000" algn="ctr" rotWithShape="0">
                      <a:schemeClr val="bg1"/>
                    </a:outerShdw>
                  </a:effectLst>
                </a:rPr>
                <a:t>}</a:t>
              </a:r>
            </a:p>
          </p:txBody>
        </p:sp>
        <p:grpSp>
          <p:nvGrpSpPr>
            <p:cNvPr id="749709" name="Group 141"/>
            <p:cNvGrpSpPr>
              <a:grpSpLocks/>
            </p:cNvGrpSpPr>
            <p:nvPr/>
          </p:nvGrpSpPr>
          <p:grpSpPr bwMode="auto">
            <a:xfrm>
              <a:off x="-431" y="2517"/>
              <a:ext cx="216" cy="252"/>
              <a:chOff x="-431" y="2517"/>
              <a:chExt cx="216" cy="252"/>
            </a:xfrm>
            <a:grpFill/>
          </p:grpSpPr>
          <p:sp>
            <p:nvSpPr>
              <p:cNvPr id="749710" name="Line 142"/>
              <p:cNvSpPr>
                <a:spLocks noChangeShapeType="1"/>
              </p:cNvSpPr>
              <p:nvPr/>
            </p:nvSpPr>
            <p:spPr bwMode="auto">
              <a:xfrm flipH="1">
                <a:off x="-431" y="2531"/>
                <a:ext cx="216" cy="216"/>
              </a:xfrm>
              <a:prstGeom prst="line">
                <a:avLst/>
              </a:prstGeom>
              <a:grpFill/>
              <a:ln w="38100">
                <a:solidFill>
                  <a:srgbClr val="C01920"/>
                </a:solidFill>
                <a:round/>
                <a:headEnd/>
                <a:tailEnd/>
              </a:ln>
              <a:effectLst>
                <a:outerShdw blurRad="50800" dist="38100" dir="2700000" algn="tl" rotWithShape="0">
                  <a:prstClr val="black">
                    <a:alpha val="40000"/>
                  </a:prstClr>
                </a:outerShdw>
              </a:effectLst>
            </p:spPr>
            <p:txBody>
              <a:bodyPr wrap="none" lIns="90000" tIns="46800" rIns="90000" bIns="46800" anchor="ctr"/>
              <a:lstStyle/>
              <a:p>
                <a:endParaRPr lang="zh-CN" altLang="en-US"/>
              </a:p>
            </p:txBody>
          </p:sp>
          <p:sp>
            <p:nvSpPr>
              <p:cNvPr id="749711" name="Line 143"/>
              <p:cNvSpPr>
                <a:spLocks noChangeShapeType="1"/>
              </p:cNvSpPr>
              <p:nvPr/>
            </p:nvSpPr>
            <p:spPr bwMode="auto">
              <a:xfrm>
                <a:off x="-421" y="2517"/>
                <a:ext cx="204" cy="252"/>
              </a:xfrm>
              <a:prstGeom prst="line">
                <a:avLst/>
              </a:prstGeom>
              <a:grpFill/>
              <a:ln w="38100">
                <a:solidFill>
                  <a:srgbClr val="C01920"/>
                </a:solidFill>
                <a:round/>
                <a:headEnd/>
                <a:tailEnd/>
              </a:ln>
              <a:effectLst>
                <a:outerShdw blurRad="50800" dist="38100" dir="2700000" algn="tl" rotWithShape="0">
                  <a:prstClr val="black">
                    <a:alpha val="40000"/>
                  </a:prstClr>
                </a:outerShdw>
              </a:effectLst>
            </p:spPr>
            <p:txBody>
              <a:bodyPr wrap="none" lIns="90000" tIns="46800" rIns="90000" bIns="46800" anchor="ctr"/>
              <a:lstStyle/>
              <a:p>
                <a:endParaRPr lang="zh-CN" altLang="en-US"/>
              </a:p>
            </p:txBody>
          </p:sp>
        </p:grpSp>
      </p:grpSp>
      <p:sp>
        <p:nvSpPr>
          <p:cNvPr id="108" name="Rectangle 4">
            <a:extLst>
              <a:ext uri="{FF2B5EF4-FFF2-40B4-BE49-F238E27FC236}">
                <a16:creationId xmlns:a16="http://schemas.microsoft.com/office/drawing/2014/main" id="{7B4BC01F-7FEA-499D-8F54-254298A7371D}"/>
              </a:ext>
            </a:extLst>
          </p:cNvPr>
          <p:cNvSpPr>
            <a:spLocks noChangeArrowheads="1"/>
          </p:cNvSpPr>
          <p:nvPr/>
        </p:nvSpPr>
        <p:spPr bwMode="auto">
          <a:xfrm>
            <a:off x="768375" y="288132"/>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常量、变量和标识符</a:t>
            </a: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9">
                                            <p:txEl>
                                              <p:pRg st="0" end="0"/>
                                            </p:txEl>
                                          </p:spTgt>
                                        </p:tgtEl>
                                        <p:attrNameLst>
                                          <p:attrName>style.visibility</p:attrName>
                                        </p:attrNameLst>
                                      </p:cBhvr>
                                      <p:to>
                                        <p:strVal val="visible"/>
                                      </p:to>
                                    </p:set>
                                    <p:animEffect transition="in" filter="box(out)">
                                      <p:cBhvr>
                                        <p:cTn id="7" dur="500"/>
                                        <p:tgtEl>
                                          <p:spTgt spid="109">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9">
                                            <p:txEl>
                                              <p:pRg st="2" end="2"/>
                                            </p:txEl>
                                          </p:spTgt>
                                        </p:tgtEl>
                                        <p:attrNameLst>
                                          <p:attrName>style.visibility</p:attrName>
                                        </p:attrNameLst>
                                      </p:cBhvr>
                                      <p:to>
                                        <p:strVal val="visible"/>
                                      </p:to>
                                    </p:set>
                                    <p:animEffect transition="in" filter="box(out)">
                                      <p:cBhvr>
                                        <p:cTn id="12" dur="500"/>
                                        <p:tgtEl>
                                          <p:spTgt spid="109">
                                            <p:txEl>
                                              <p:pRg st="2" end="2"/>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9">
                                            <p:txEl>
                                              <p:pRg st="4" end="4"/>
                                            </p:txEl>
                                          </p:spTgt>
                                        </p:tgtEl>
                                        <p:attrNameLst>
                                          <p:attrName>style.visibility</p:attrName>
                                        </p:attrNameLst>
                                      </p:cBhvr>
                                      <p:to>
                                        <p:strVal val="visible"/>
                                      </p:to>
                                    </p:set>
                                    <p:animEffect transition="in" filter="blinds(horizontal)">
                                      <p:cBhvr>
                                        <p:cTn id="17" dur="500"/>
                                        <p:tgtEl>
                                          <p:spTgt spid="109">
                                            <p:txEl>
                                              <p:pRg st="4" end="4"/>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09">
                                            <p:txEl>
                                              <p:pRg st="6" end="6"/>
                                            </p:txEl>
                                          </p:spTgt>
                                        </p:tgtEl>
                                        <p:attrNameLst>
                                          <p:attrName>style.visibility</p:attrName>
                                        </p:attrNameLst>
                                      </p:cBhvr>
                                      <p:to>
                                        <p:strVal val="visible"/>
                                      </p:to>
                                    </p:set>
                                    <p:animEffect transition="in" filter="blinds(horizontal)">
                                      <p:cBhvr>
                                        <p:cTn id="22" dur="500"/>
                                        <p:tgtEl>
                                          <p:spTgt spid="109">
                                            <p:txEl>
                                              <p:pRg st="6" end="6"/>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749574"/>
                                        </p:tgtEl>
                                        <p:attrNameLst>
                                          <p:attrName>style.visibility</p:attrName>
                                        </p:attrNameLst>
                                      </p:cBhvr>
                                      <p:to>
                                        <p:strVal val="visible"/>
                                      </p:to>
                                    </p:set>
                                    <p:anim calcmode="lin" valueType="num">
                                      <p:cBhvr additive="base">
                                        <p:cTn id="27" dur="500" fill="hold"/>
                                        <p:tgtEl>
                                          <p:spTgt spid="749574"/>
                                        </p:tgtEl>
                                        <p:attrNameLst>
                                          <p:attrName>ppt_x</p:attrName>
                                        </p:attrNameLst>
                                      </p:cBhvr>
                                      <p:tavLst>
                                        <p:tav tm="0">
                                          <p:val>
                                            <p:strVal val="#ppt_x"/>
                                          </p:val>
                                        </p:tav>
                                        <p:tav tm="100000">
                                          <p:val>
                                            <p:strVal val="#ppt_x"/>
                                          </p:val>
                                        </p:tav>
                                      </p:tavLst>
                                    </p:anim>
                                    <p:anim calcmode="lin" valueType="num">
                                      <p:cBhvr additive="base">
                                        <p:cTn id="28" dur="500" fill="hold"/>
                                        <p:tgtEl>
                                          <p:spTgt spid="74957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66"/>
                                        </p:tgtEl>
                                        <p:attrNameLst>
                                          <p:attrName>style.visibility</p:attrName>
                                        </p:attrNameLst>
                                      </p:cBhvr>
                                      <p:to>
                                        <p:strVal val="visible"/>
                                      </p:to>
                                    </p:set>
                                    <p:animEffect transition="in" filter="box(out)">
                                      <p:cBhvr>
                                        <p:cTn id="33" dur="500"/>
                                        <p:tgtEl>
                                          <p:spTgt spid="66"/>
                                        </p:tgtEl>
                                      </p:cBhvr>
                                    </p:animEffect>
                                  </p:childTnLst>
                                  <p:subTnLst>
                                    <p:set>
                                      <p:cBhvr override="childStyle">
                                        <p:cTn dur="1" fill="hold" display="0" masterRel="nextClick" afterEffect="1"/>
                                        <p:tgtEl>
                                          <p:spTgt spid="66"/>
                                        </p:tgtEl>
                                        <p:attrNameLst>
                                          <p:attrName>style.visibility</p:attrName>
                                        </p:attrNameLst>
                                      </p:cBhvr>
                                      <p:to>
                                        <p:strVal val="hidden"/>
                                      </p:to>
                                    </p:se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749579"/>
                                        </p:tgtEl>
                                        <p:attrNameLst>
                                          <p:attrName>style.visibility</p:attrName>
                                        </p:attrNameLst>
                                      </p:cBhvr>
                                      <p:to>
                                        <p:strVal val="visible"/>
                                      </p:to>
                                    </p:set>
                                    <p:animEffect transition="in" filter="box(out)">
                                      <p:cBhvr>
                                        <p:cTn id="38" dur="500"/>
                                        <p:tgtEl>
                                          <p:spTgt spid="749579"/>
                                        </p:tgtEl>
                                      </p:cBhvr>
                                    </p:animEffect>
                                  </p:childTnLst>
                                  <p:subTnLst>
                                    <p:set>
                                      <p:cBhvr override="childStyle">
                                        <p:cTn dur="1" fill="hold" display="0" masterRel="nextClick" afterEffect="1"/>
                                        <p:tgtEl>
                                          <p:spTgt spid="749579"/>
                                        </p:tgtEl>
                                        <p:attrNameLst>
                                          <p:attrName>style.visibility</p:attrName>
                                        </p:attrNameLst>
                                      </p:cBhvr>
                                      <p:to>
                                        <p:strVal val="hidden"/>
                                      </p:to>
                                    </p:se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749580"/>
                                        </p:tgtEl>
                                        <p:attrNameLst>
                                          <p:attrName>style.visibility</p:attrName>
                                        </p:attrNameLst>
                                      </p:cBhvr>
                                      <p:to>
                                        <p:strVal val="visible"/>
                                      </p:to>
                                    </p:set>
                                    <p:animEffect transition="in" filter="box(out)">
                                      <p:cBhvr>
                                        <p:cTn id="43" dur="500"/>
                                        <p:tgtEl>
                                          <p:spTgt spid="749580"/>
                                        </p:tgtEl>
                                      </p:cBhvr>
                                    </p:animEffect>
                                  </p:childTnLst>
                                  <p:subTnLst>
                                    <p:set>
                                      <p:cBhvr override="childStyle">
                                        <p:cTn dur="1" fill="hold" display="0" masterRel="nextClick" afterEffect="1"/>
                                        <p:tgtEl>
                                          <p:spTgt spid="749580"/>
                                        </p:tgtEl>
                                        <p:attrNameLst>
                                          <p:attrName>style.visibility</p:attrName>
                                        </p:attrNameLst>
                                      </p:cBhvr>
                                      <p:to>
                                        <p:strVal val="hidden"/>
                                      </p:to>
                                    </p:se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childTnLst>
                    </p:cTn>
                  </p:par>
                  <p:par>
                    <p:cTn id="44" fill="hold">
                      <p:stCondLst>
                        <p:cond delay="indefinite"/>
                      </p:stCondLst>
                      <p:childTnLst>
                        <p:par>
                          <p:cTn id="45" fill="hold">
                            <p:stCondLst>
                              <p:cond delay="0"/>
                            </p:stCondLst>
                            <p:childTnLst>
                              <p:par>
                                <p:cTn id="46" presetID="8" presetClass="entr" presetSubtype="16" fill="hold" grpId="0" nodeType="clickEffect">
                                  <p:stCondLst>
                                    <p:cond delay="0"/>
                                  </p:stCondLst>
                                  <p:childTnLst>
                                    <p:set>
                                      <p:cBhvr>
                                        <p:cTn id="47" dur="1" fill="hold">
                                          <p:stCondLst>
                                            <p:cond delay="0"/>
                                          </p:stCondLst>
                                        </p:cTn>
                                        <p:tgtEl>
                                          <p:spTgt spid="749575"/>
                                        </p:tgtEl>
                                        <p:attrNameLst>
                                          <p:attrName>style.visibility</p:attrName>
                                        </p:attrNameLst>
                                      </p:cBhvr>
                                      <p:to>
                                        <p:strVal val="visible"/>
                                      </p:to>
                                    </p:set>
                                    <p:animEffect transition="in" filter="diamond(in)">
                                      <p:cBhvr>
                                        <p:cTn id="48" dur="2000"/>
                                        <p:tgtEl>
                                          <p:spTgt spid="749575"/>
                                        </p:tgtEl>
                                      </p:cBhvr>
                                    </p:animEffect>
                                  </p:childTnLst>
                                  <p:subTnLst>
                                    <p:set>
                                      <p:cBhvr override="childStyle">
                                        <p:cTn dur="1" fill="hold" display="0" masterRel="nextClick" afterEffect="1"/>
                                        <p:tgtEl>
                                          <p:spTgt spid="749575"/>
                                        </p:tgtEl>
                                        <p:attrNameLst>
                                          <p:attrName>style.visibility</p:attrName>
                                        </p:attrNameLst>
                                      </p:cBhvr>
                                      <p:to>
                                        <p:strVal val="hidden"/>
                                      </p:to>
                                    </p:set>
                                    <p:audio>
                                      <p:cMediaNode>
                                        <p:cTn display="0" masterRel="sameClick">
                                          <p:stCondLst>
                                            <p:cond evt="begin" delay="0">
                                              <p:tn val="46"/>
                                            </p:cond>
                                          </p:stCondLst>
                                          <p:endCondLst>
                                            <p:cond evt="onStopAudio" delay="0">
                                              <p:tgtEl>
                                                <p:sldTgt/>
                                              </p:tgtEl>
                                            </p:cond>
                                          </p:endCondLst>
                                        </p:cTn>
                                        <p:tgtEl>
                                          <p:sndTgt r:embed="rId3" name="camera.wav"/>
                                        </p:tgtEl>
                                      </p:cMediaNode>
                                    </p:audio>
                                  </p:sub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109">
                                            <p:txEl>
                                              <p:pRg st="9" end="9"/>
                                            </p:txEl>
                                          </p:spTgt>
                                        </p:tgtEl>
                                        <p:attrNameLst>
                                          <p:attrName>style.visibility</p:attrName>
                                        </p:attrNameLst>
                                      </p:cBhvr>
                                      <p:to>
                                        <p:strVal val="visible"/>
                                      </p:to>
                                    </p:set>
                                    <p:animEffect transition="in" filter="blinds(horizontal)">
                                      <p:cBhvr>
                                        <p:cTn id="53" dur="500"/>
                                        <p:tgtEl>
                                          <p:spTgt spid="109">
                                            <p:txEl>
                                              <p:pRg st="9" end="9"/>
                                            </p:txEl>
                                          </p:spTgt>
                                        </p:tgtEl>
                                      </p:cBhvr>
                                    </p:animEffect>
                                  </p:childTnLst>
                                  <p:subTnLst>
                                    <p:audio>
                                      <p:cMediaNode>
                                        <p:cTn display="0" masterRel="sameClick">
                                          <p:stCondLst>
                                            <p:cond evt="begin" delay="0">
                                              <p:tn val="51"/>
                                            </p:cond>
                                          </p:stCondLst>
                                          <p:endCondLst>
                                            <p:cond evt="onStopAudio" delay="0">
                                              <p:tgtEl>
                                                <p:sldTgt/>
                                              </p:tgtEl>
                                            </p:cond>
                                          </p:endCondLst>
                                        </p:cTn>
                                        <p:tgtEl>
                                          <p:sndTgt r:embed="rId3" name="camera.wav"/>
                                        </p:tgtEl>
                                      </p:cMediaNode>
                                    </p:audio>
                                  </p:subTnLst>
                                </p:cTn>
                              </p:par>
                            </p:childTnLst>
                          </p:cTn>
                        </p:par>
                      </p:childTnLst>
                    </p:cTn>
                  </p:par>
                  <p:par>
                    <p:cTn id="54" fill="hold">
                      <p:stCondLst>
                        <p:cond delay="indefinite"/>
                      </p:stCondLst>
                      <p:childTnLst>
                        <p:par>
                          <p:cTn id="55" fill="hold">
                            <p:stCondLst>
                              <p:cond delay="0"/>
                            </p:stCondLst>
                            <p:childTnLst>
                              <p:par>
                                <p:cTn id="56" presetID="4" presetClass="entr" presetSubtype="32" fill="hold" grpId="0" nodeType="clickEffect">
                                  <p:stCondLst>
                                    <p:cond delay="0"/>
                                  </p:stCondLst>
                                  <p:childTnLst>
                                    <p:set>
                                      <p:cBhvr>
                                        <p:cTn id="57" dur="1" fill="hold">
                                          <p:stCondLst>
                                            <p:cond delay="0"/>
                                          </p:stCondLst>
                                        </p:cTn>
                                        <p:tgtEl>
                                          <p:spTgt spid="749581"/>
                                        </p:tgtEl>
                                        <p:attrNameLst>
                                          <p:attrName>style.visibility</p:attrName>
                                        </p:attrNameLst>
                                      </p:cBhvr>
                                      <p:to>
                                        <p:strVal val="visible"/>
                                      </p:to>
                                    </p:set>
                                    <p:animEffect transition="in" filter="box(out)">
                                      <p:cBhvr>
                                        <p:cTn id="58" dur="500"/>
                                        <p:tgtEl>
                                          <p:spTgt spid="749581"/>
                                        </p:tgtEl>
                                      </p:cBhvr>
                                    </p:animEffect>
                                  </p:childTnLst>
                                  <p:subTnLst>
                                    <p:set>
                                      <p:cBhvr override="childStyle">
                                        <p:cTn dur="1" fill="hold" display="0" masterRel="nextClick" afterEffect="1"/>
                                        <p:tgtEl>
                                          <p:spTgt spid="749581"/>
                                        </p:tgtEl>
                                        <p:attrNameLst>
                                          <p:attrName>style.visibility</p:attrName>
                                        </p:attrNameLst>
                                      </p:cBhvr>
                                      <p:to>
                                        <p:strVal val="hidden"/>
                                      </p:to>
                                    </p:set>
                                    <p:audio>
                                      <p:cMediaNode>
                                        <p:cTn display="0" masterRel="sameClick">
                                          <p:stCondLst>
                                            <p:cond evt="begin" delay="0">
                                              <p:tn val="56"/>
                                            </p:cond>
                                          </p:stCondLst>
                                          <p:endCondLst>
                                            <p:cond evt="onStopAudio" delay="0">
                                              <p:tgtEl>
                                                <p:sldTgt/>
                                              </p:tgtEl>
                                            </p:cond>
                                          </p:endCondLst>
                                        </p:cTn>
                                        <p:tgtEl>
                                          <p:sndTgt r:embed="rId3" name="CAMERA.WAV"/>
                                        </p:tgtEl>
                                      </p:cMediaNode>
                                    </p:audio>
                                  </p:sub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67"/>
                                        </p:tgtEl>
                                        <p:attrNameLst>
                                          <p:attrName>style.visibility</p:attrName>
                                        </p:attrNameLst>
                                      </p:cBhvr>
                                      <p:to>
                                        <p:strVal val="visible"/>
                                      </p:to>
                                    </p:set>
                                    <p:animEffect transition="in" filter="blinds(horizontal)">
                                      <p:cBhvr>
                                        <p:cTn id="63" dur="500"/>
                                        <p:tgtEl>
                                          <p:spTgt spid="67"/>
                                        </p:tgtEl>
                                      </p:cBhvr>
                                    </p:animEffect>
                                  </p:childTnLst>
                                  <p:subTnLst>
                                    <p:set>
                                      <p:cBhvr override="childStyle">
                                        <p:cTn dur="1" fill="hold" display="0" masterRel="nextClick" afterEffect="1"/>
                                        <p:tgtEl>
                                          <p:spTgt spid="67"/>
                                        </p:tgtEl>
                                        <p:attrNameLst>
                                          <p:attrName>style.visibility</p:attrName>
                                        </p:attrNameLst>
                                      </p:cBhvr>
                                      <p:to>
                                        <p:strVal val="hidden"/>
                                      </p:to>
                                    </p:set>
                                    <p:audio>
                                      <p:cMediaNode>
                                        <p:cTn display="0" masterRel="sameClick">
                                          <p:stCondLst>
                                            <p:cond evt="begin" delay="0">
                                              <p:tn val="61"/>
                                            </p:cond>
                                          </p:stCondLst>
                                          <p:endCondLst>
                                            <p:cond evt="onStopAudio" delay="0">
                                              <p:tgtEl>
                                                <p:sldTgt/>
                                              </p:tgtEl>
                                            </p:cond>
                                          </p:endCondLst>
                                        </p:cTn>
                                        <p:tgtEl>
                                          <p:sndTgt r:embed="rId4" name="chimes.wav"/>
                                        </p:tgtEl>
                                      </p:cMediaNode>
                                    </p:audio>
                                  </p:subTnLst>
                                </p:cTn>
                              </p:par>
                            </p:childTnLst>
                          </p:cTn>
                        </p:par>
                      </p:childTnLst>
                    </p:cTn>
                  </p:par>
                  <p:par>
                    <p:cTn id="64" fill="hold">
                      <p:stCondLst>
                        <p:cond delay="indefinite"/>
                      </p:stCondLst>
                      <p:childTnLst>
                        <p:par>
                          <p:cTn id="65" fill="hold">
                            <p:stCondLst>
                              <p:cond delay="0"/>
                            </p:stCondLst>
                            <p:childTnLst>
                              <p:par>
                                <p:cTn id="66" presetID="3" presetClass="entr" presetSubtype="10" fill="hold" nodeType="clickEffect">
                                  <p:stCondLst>
                                    <p:cond delay="0"/>
                                  </p:stCondLst>
                                  <p:childTnLst>
                                    <p:set>
                                      <p:cBhvr>
                                        <p:cTn id="67" dur="1" fill="hold">
                                          <p:stCondLst>
                                            <p:cond delay="0"/>
                                          </p:stCondLst>
                                        </p:cTn>
                                        <p:tgtEl>
                                          <p:spTgt spid="109">
                                            <p:txEl>
                                              <p:pRg st="11" end="11"/>
                                            </p:txEl>
                                          </p:spTgt>
                                        </p:tgtEl>
                                        <p:attrNameLst>
                                          <p:attrName>style.visibility</p:attrName>
                                        </p:attrNameLst>
                                      </p:cBhvr>
                                      <p:to>
                                        <p:strVal val="visible"/>
                                      </p:to>
                                    </p:set>
                                    <p:animEffect transition="in" filter="blinds(horizontal)">
                                      <p:cBhvr>
                                        <p:cTn id="68" dur="500"/>
                                        <p:tgtEl>
                                          <p:spTgt spid="109">
                                            <p:txEl>
                                              <p:pRg st="11" end="11"/>
                                            </p:txEl>
                                          </p:spTgt>
                                        </p:tgtEl>
                                      </p:cBhvr>
                                    </p:animEffect>
                                  </p:childTnLst>
                                  <p:subTnLst>
                                    <p:audio>
                                      <p:cMediaNode>
                                        <p:cTn display="0" masterRel="sameClick">
                                          <p:stCondLst>
                                            <p:cond evt="begin" delay="0">
                                              <p:tn val="66"/>
                                            </p:cond>
                                          </p:stCondLst>
                                          <p:endCondLst>
                                            <p:cond evt="onStopAudio" delay="0">
                                              <p:tgtEl>
                                                <p:sldTgt/>
                                              </p:tgtEl>
                                            </p:cond>
                                          </p:endCondLst>
                                        </p:cTn>
                                        <p:tgtEl>
                                          <p:sndTgt r:embed="rId3" name="camera.wav"/>
                                        </p:tgtEl>
                                      </p:cMediaNode>
                                    </p:audio>
                                  </p:subTnLst>
                                </p:cTn>
                              </p:par>
                            </p:childTnLst>
                          </p:cTn>
                        </p:par>
                      </p:childTnLst>
                    </p:cTn>
                  </p:par>
                  <p:par>
                    <p:cTn id="69" fill="hold">
                      <p:stCondLst>
                        <p:cond delay="indefinite"/>
                      </p:stCondLst>
                      <p:childTnLst>
                        <p:par>
                          <p:cTn id="70" fill="hold">
                            <p:stCondLst>
                              <p:cond delay="0"/>
                            </p:stCondLst>
                            <p:childTnLst>
                              <p:par>
                                <p:cTn id="71" presetID="4" presetClass="entr" presetSubtype="32" fill="hold" grpId="0" nodeType="clickEffect">
                                  <p:stCondLst>
                                    <p:cond delay="0"/>
                                  </p:stCondLst>
                                  <p:childTnLst>
                                    <p:set>
                                      <p:cBhvr>
                                        <p:cTn id="72" dur="1" fill="hold">
                                          <p:stCondLst>
                                            <p:cond delay="0"/>
                                          </p:stCondLst>
                                        </p:cTn>
                                        <p:tgtEl>
                                          <p:spTgt spid="749697"/>
                                        </p:tgtEl>
                                        <p:attrNameLst>
                                          <p:attrName>style.visibility</p:attrName>
                                        </p:attrNameLst>
                                      </p:cBhvr>
                                      <p:to>
                                        <p:strVal val="visible"/>
                                      </p:to>
                                    </p:set>
                                    <p:animEffect transition="in" filter="box(out)">
                                      <p:cBhvr>
                                        <p:cTn id="73" dur="500"/>
                                        <p:tgtEl>
                                          <p:spTgt spid="749697"/>
                                        </p:tgtEl>
                                      </p:cBhvr>
                                    </p:animEffect>
                                  </p:childTnLst>
                                  <p:subTnLst>
                                    <p:set>
                                      <p:cBhvr override="childStyle">
                                        <p:cTn dur="1" fill="hold" display="0" masterRel="nextClick" afterEffect="1"/>
                                        <p:tgtEl>
                                          <p:spTgt spid="749697"/>
                                        </p:tgtEl>
                                        <p:attrNameLst>
                                          <p:attrName>style.visibility</p:attrName>
                                        </p:attrNameLst>
                                      </p:cBhvr>
                                      <p:to>
                                        <p:strVal val="hidden"/>
                                      </p:to>
                                    </p:set>
                                    <p:audio>
                                      <p:cMediaNode>
                                        <p:cTn display="0" masterRel="sameClick">
                                          <p:stCondLst>
                                            <p:cond evt="begin" delay="0">
                                              <p:tn val="71"/>
                                            </p:cond>
                                          </p:stCondLst>
                                          <p:endCondLst>
                                            <p:cond evt="onStopAudio" delay="0">
                                              <p:tgtEl>
                                                <p:sldTgt/>
                                              </p:tgtEl>
                                            </p:cond>
                                          </p:endCondLst>
                                        </p:cTn>
                                        <p:tgtEl>
                                          <p:sndTgt r:embed="rId3" name="CAMERA.WAV"/>
                                        </p:tgtEl>
                                      </p:cMediaNode>
                                    </p:audio>
                                  </p:subTnLst>
                                </p:cTn>
                              </p:par>
                            </p:childTnLst>
                          </p:cTn>
                        </p:par>
                      </p:childTnLst>
                    </p:cTn>
                  </p:par>
                  <p:par>
                    <p:cTn id="74" fill="hold">
                      <p:stCondLst>
                        <p:cond delay="indefinite"/>
                      </p:stCondLst>
                      <p:childTnLst>
                        <p:par>
                          <p:cTn id="75" fill="hold">
                            <p:stCondLst>
                              <p:cond delay="0"/>
                            </p:stCondLst>
                            <p:childTnLst>
                              <p:par>
                                <p:cTn id="76" presetID="4" presetClass="entr" presetSubtype="32" fill="hold" grpId="0" nodeType="clickEffect">
                                  <p:stCondLst>
                                    <p:cond delay="0"/>
                                  </p:stCondLst>
                                  <p:childTnLst>
                                    <p:set>
                                      <p:cBhvr>
                                        <p:cTn id="77" dur="1" fill="hold">
                                          <p:stCondLst>
                                            <p:cond delay="0"/>
                                          </p:stCondLst>
                                        </p:cTn>
                                        <p:tgtEl>
                                          <p:spTgt spid="749698"/>
                                        </p:tgtEl>
                                        <p:attrNameLst>
                                          <p:attrName>style.visibility</p:attrName>
                                        </p:attrNameLst>
                                      </p:cBhvr>
                                      <p:to>
                                        <p:strVal val="visible"/>
                                      </p:to>
                                    </p:set>
                                    <p:animEffect transition="in" filter="box(out)">
                                      <p:cBhvr>
                                        <p:cTn id="78" dur="500"/>
                                        <p:tgtEl>
                                          <p:spTgt spid="749698"/>
                                        </p:tgtEl>
                                      </p:cBhvr>
                                    </p:animEffect>
                                  </p:childTnLst>
                                  <p:subTnLst>
                                    <p:set>
                                      <p:cBhvr override="childStyle">
                                        <p:cTn dur="1" fill="hold" display="0" masterRel="nextClick" afterEffect="1"/>
                                        <p:tgtEl>
                                          <p:spTgt spid="749698"/>
                                        </p:tgtEl>
                                        <p:attrNameLst>
                                          <p:attrName>style.visibility</p:attrName>
                                        </p:attrNameLst>
                                      </p:cBhvr>
                                      <p:to>
                                        <p:strVal val="hidden"/>
                                      </p:to>
                                    </p:set>
                                    <p:audio>
                                      <p:cMediaNode>
                                        <p:cTn display="0" masterRel="sameClick">
                                          <p:stCondLst>
                                            <p:cond evt="begin" delay="0">
                                              <p:tn val="76"/>
                                            </p:cond>
                                          </p:stCondLst>
                                          <p:endCondLst>
                                            <p:cond evt="onStopAudio" delay="0">
                                              <p:tgtEl>
                                                <p:sldTgt/>
                                              </p:tgtEl>
                                            </p:cond>
                                          </p:endCondLst>
                                        </p:cTn>
                                        <p:tgtEl>
                                          <p:sndTgt r:embed="rId3" name="CAMERA.WAV"/>
                                        </p:tgtEl>
                                      </p:cMediaNode>
                                    </p:audio>
                                  </p:subTnLst>
                                </p:cTn>
                              </p:par>
                            </p:childTnLst>
                          </p:cTn>
                        </p:par>
                      </p:childTnLst>
                    </p:cTn>
                  </p:par>
                  <p:par>
                    <p:cTn id="79" fill="hold">
                      <p:stCondLst>
                        <p:cond delay="indefinite"/>
                      </p:stCondLst>
                      <p:childTnLst>
                        <p:par>
                          <p:cTn id="80" fill="hold">
                            <p:stCondLst>
                              <p:cond delay="0"/>
                            </p:stCondLst>
                            <p:childTnLst>
                              <p:par>
                                <p:cTn id="81" presetID="3" presetClass="entr" presetSubtype="10" fill="hold" nodeType="clickEffect">
                                  <p:stCondLst>
                                    <p:cond delay="0"/>
                                  </p:stCondLst>
                                  <p:childTnLst>
                                    <p:set>
                                      <p:cBhvr>
                                        <p:cTn id="82" dur="1" fill="hold">
                                          <p:stCondLst>
                                            <p:cond delay="0"/>
                                          </p:stCondLst>
                                        </p:cTn>
                                        <p:tgtEl>
                                          <p:spTgt spid="109">
                                            <p:txEl>
                                              <p:pRg st="13" end="13"/>
                                            </p:txEl>
                                          </p:spTgt>
                                        </p:tgtEl>
                                        <p:attrNameLst>
                                          <p:attrName>style.visibility</p:attrName>
                                        </p:attrNameLst>
                                      </p:cBhvr>
                                      <p:to>
                                        <p:strVal val="visible"/>
                                      </p:to>
                                    </p:set>
                                    <p:animEffect transition="in" filter="blinds(horizontal)">
                                      <p:cBhvr>
                                        <p:cTn id="83" dur="500"/>
                                        <p:tgtEl>
                                          <p:spTgt spid="109">
                                            <p:txEl>
                                              <p:pRg st="13" end="13"/>
                                            </p:txEl>
                                          </p:spTgt>
                                        </p:tgtEl>
                                      </p:cBhvr>
                                    </p:animEffect>
                                  </p:childTnLst>
                                  <p:subTnLst>
                                    <p:audio>
                                      <p:cMediaNode>
                                        <p:cTn display="0" masterRel="sameClick">
                                          <p:stCondLst>
                                            <p:cond evt="begin" delay="0">
                                              <p:tn val="81"/>
                                            </p:cond>
                                          </p:stCondLst>
                                          <p:endCondLst>
                                            <p:cond evt="onStopAudio" delay="0">
                                              <p:tgtEl>
                                                <p:sldTgt/>
                                              </p:tgtEl>
                                            </p:cond>
                                          </p:endCondLst>
                                        </p:cTn>
                                        <p:tgtEl>
                                          <p:sndTgt r:embed="rId3" name="camera.wav"/>
                                        </p:tgtEl>
                                      </p:cMediaNode>
                                    </p:audio>
                                  </p:subTnLst>
                                </p:cTn>
                              </p:par>
                            </p:childTnLst>
                          </p:cTn>
                        </p:par>
                      </p:childTnLst>
                    </p:cTn>
                  </p:par>
                  <p:par>
                    <p:cTn id="84" fill="hold">
                      <p:stCondLst>
                        <p:cond delay="indefinite"/>
                      </p:stCondLst>
                      <p:childTnLst>
                        <p:par>
                          <p:cTn id="85" fill="hold">
                            <p:stCondLst>
                              <p:cond delay="0"/>
                            </p:stCondLst>
                            <p:childTnLst>
                              <p:par>
                                <p:cTn id="86" presetID="4" presetClass="entr" presetSubtype="32" fill="hold" nodeType="clickEffect">
                                  <p:stCondLst>
                                    <p:cond delay="0"/>
                                  </p:stCondLst>
                                  <p:childTnLst>
                                    <p:set>
                                      <p:cBhvr>
                                        <p:cTn id="87" dur="1" fill="hold">
                                          <p:stCondLst>
                                            <p:cond delay="0"/>
                                          </p:stCondLst>
                                        </p:cTn>
                                        <p:tgtEl>
                                          <p:spTgt spid="749699"/>
                                        </p:tgtEl>
                                        <p:attrNameLst>
                                          <p:attrName>style.visibility</p:attrName>
                                        </p:attrNameLst>
                                      </p:cBhvr>
                                      <p:to>
                                        <p:strVal val="visible"/>
                                      </p:to>
                                    </p:set>
                                    <p:animEffect transition="in" filter="box(out)">
                                      <p:cBhvr>
                                        <p:cTn id="88" dur="500"/>
                                        <p:tgtEl>
                                          <p:spTgt spid="749699"/>
                                        </p:tgtEl>
                                      </p:cBhvr>
                                    </p:animEffect>
                                  </p:childTnLst>
                                  <p:subTnLst>
                                    <p:set>
                                      <p:cBhvr override="childStyle">
                                        <p:cTn dur="1" fill="hold" display="0" masterRel="nextClick" afterEffect="1"/>
                                        <p:tgtEl>
                                          <p:spTgt spid="749699"/>
                                        </p:tgtEl>
                                        <p:attrNameLst>
                                          <p:attrName>style.visibility</p:attrName>
                                        </p:attrNameLst>
                                      </p:cBhvr>
                                      <p:to>
                                        <p:strVal val="hidden"/>
                                      </p:to>
                                    </p:set>
                                    <p:audio>
                                      <p:cMediaNode>
                                        <p:cTn display="0" masterRel="sameClick">
                                          <p:stCondLst>
                                            <p:cond evt="begin" delay="0">
                                              <p:tn val="86"/>
                                            </p:cond>
                                          </p:stCondLst>
                                          <p:endCondLst>
                                            <p:cond evt="onStopAudio" delay="0">
                                              <p:tgtEl>
                                                <p:sldTgt/>
                                              </p:tgtEl>
                                            </p:cond>
                                          </p:endCondLst>
                                        </p:cTn>
                                        <p:tgtEl>
                                          <p:sndTgt r:embed="rId3" name="CAMERA.WAV"/>
                                        </p:tgtEl>
                                      </p:cMediaNode>
                                    </p:audio>
                                  </p:subTnLst>
                                </p:cTn>
                              </p:par>
                            </p:childTnLst>
                          </p:cTn>
                        </p:par>
                      </p:childTnLst>
                    </p:cTn>
                  </p:par>
                  <p:par>
                    <p:cTn id="89" fill="hold">
                      <p:stCondLst>
                        <p:cond delay="indefinite"/>
                      </p:stCondLst>
                      <p:childTnLst>
                        <p:par>
                          <p:cTn id="90" fill="hold">
                            <p:stCondLst>
                              <p:cond delay="0"/>
                            </p:stCondLst>
                            <p:childTnLst>
                              <p:par>
                                <p:cTn id="91" presetID="4" presetClass="entr" presetSubtype="32" fill="hold" nodeType="clickEffect">
                                  <p:stCondLst>
                                    <p:cond delay="0"/>
                                  </p:stCondLst>
                                  <p:childTnLst>
                                    <p:set>
                                      <p:cBhvr>
                                        <p:cTn id="92" dur="1" fill="hold">
                                          <p:stCondLst>
                                            <p:cond delay="0"/>
                                          </p:stCondLst>
                                        </p:cTn>
                                        <p:tgtEl>
                                          <p:spTgt spid="749707"/>
                                        </p:tgtEl>
                                        <p:attrNameLst>
                                          <p:attrName>style.visibility</p:attrName>
                                        </p:attrNameLst>
                                      </p:cBhvr>
                                      <p:to>
                                        <p:strVal val="visible"/>
                                      </p:to>
                                    </p:set>
                                    <p:animEffect transition="in" filter="box(out)">
                                      <p:cBhvr>
                                        <p:cTn id="93" dur="500"/>
                                        <p:tgtEl>
                                          <p:spTgt spid="749707"/>
                                        </p:tgtEl>
                                      </p:cBhvr>
                                    </p:animEffect>
                                  </p:childTnLst>
                                  <p:subTnLst>
                                    <p:audio>
                                      <p:cMediaNode>
                                        <p:cTn display="0" masterRel="sameClick">
                                          <p:stCondLst>
                                            <p:cond evt="begin" delay="0">
                                              <p:tn val="9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uiExpand="1" build="p" bldLvl="3" autoUpdateAnimBg="0"/>
      <p:bldP spid="749574" grpId="0" animBg="1"/>
      <p:bldP spid="749579" grpId="0" animBg="1" autoUpdateAnimBg="0"/>
      <p:bldP spid="749580" grpId="0" animBg="1" autoUpdateAnimBg="0"/>
      <p:bldP spid="66" grpId="0" animBg="1" autoUpdateAnimBg="0"/>
      <p:bldP spid="749575" grpId="0" animBg="1"/>
      <p:bldP spid="749581" grpId="0" animBg="1" autoUpdateAnimBg="0"/>
      <p:bldP spid="749697" grpId="0" animBg="1" autoUpdateAnimBg="0"/>
      <p:bldP spid="749698"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4694" name="Rectangle 6"/>
          <p:cNvSpPr>
            <a:spLocks noChangeArrowheads="1"/>
          </p:cNvSpPr>
          <p:nvPr/>
        </p:nvSpPr>
        <p:spPr bwMode="auto">
          <a:xfrm>
            <a:off x="695400" y="918082"/>
            <a:ext cx="2606804" cy="584775"/>
          </a:xfrm>
          <a:prstGeom prst="rect">
            <a:avLst/>
          </a:prstGeom>
          <a:noFill/>
          <a:ln w="9525">
            <a:noFill/>
            <a:miter lim="800000"/>
            <a:headEnd/>
            <a:tailEnd/>
          </a:ln>
          <a:effectLst/>
        </p:spPr>
        <p:txBody>
          <a:bodyPr wrap="none" anchor="ctr">
            <a:spAutoFit/>
          </a:bodyPr>
          <a:lstStyle/>
          <a:p>
            <a:r>
              <a:rPr lang="en-US" altLang="zh-CN" sz="3200" b="1" dirty="0">
                <a:solidFill>
                  <a:srgbClr val="C01920"/>
                </a:solidFill>
                <a:latin typeface="楷体" panose="02010609060101010101" pitchFamily="49" charset="-122"/>
                <a:ea typeface="楷体" panose="02010609060101010101" pitchFamily="49" charset="-122"/>
              </a:rPr>
              <a:t>1. </a:t>
            </a:r>
            <a:r>
              <a:rPr lang="zh-CN" altLang="en-US" sz="3200" b="1" dirty="0">
                <a:solidFill>
                  <a:srgbClr val="C01920"/>
                </a:solidFill>
                <a:latin typeface="楷体" panose="02010609060101010101" pitchFamily="49" charset="-122"/>
                <a:ea typeface="楷体" panose="02010609060101010101" pitchFamily="49" charset="-122"/>
              </a:rPr>
              <a:t>整型数据</a:t>
            </a:r>
            <a:r>
              <a:rPr lang="zh-CN" altLang="en-US" b="1" dirty="0">
                <a:solidFill>
                  <a:srgbClr val="C01920"/>
                </a:solidFill>
                <a:latin typeface="楷体" panose="02010609060101010101" pitchFamily="49" charset="-122"/>
                <a:ea typeface="楷体" panose="02010609060101010101" pitchFamily="49" charset="-122"/>
              </a:rPr>
              <a:t> </a:t>
            </a:r>
          </a:p>
        </p:txBody>
      </p:sp>
      <p:sp>
        <p:nvSpPr>
          <p:cNvPr id="754695" name="Rectangle 7"/>
          <p:cNvSpPr>
            <a:spLocks noChangeArrowheads="1"/>
          </p:cNvSpPr>
          <p:nvPr/>
        </p:nvSpPr>
        <p:spPr bwMode="auto">
          <a:xfrm>
            <a:off x="1006854" y="1455738"/>
            <a:ext cx="4249737" cy="457200"/>
          </a:xfrm>
          <a:prstGeom prst="rect">
            <a:avLst/>
          </a:prstGeom>
          <a:noFill/>
          <a:ln w="9525">
            <a:noFill/>
            <a:miter lim="800000"/>
            <a:headEnd/>
            <a:tailEnd/>
          </a:ln>
          <a:effectLst/>
        </p:spPr>
        <p:txBody>
          <a:bodyPr anchor="ctr">
            <a:spAutoFit/>
          </a:bodyPr>
          <a:lstStyle/>
          <a:p>
            <a:pPr marL="457200" indent="-457200">
              <a:buClr>
                <a:srgbClr val="C01920"/>
              </a:buClr>
              <a:buFont typeface="Wingdings" pitchFamily="2" charset="2"/>
              <a:buChar char="Ø"/>
              <a:tabLst>
                <a:tab pos="495300" algn="l"/>
              </a:tabLst>
            </a:pPr>
            <a:r>
              <a:rPr lang="zh-CN" altLang="en-US" b="1" dirty="0">
                <a:solidFill>
                  <a:srgbClr val="C01920"/>
                </a:solidFill>
                <a:latin typeface="楷体" panose="02010609060101010101" pitchFamily="49" charset="-122"/>
                <a:ea typeface="楷体" panose="02010609060101010101" pitchFamily="49" charset="-122"/>
              </a:rPr>
              <a:t>整型常量    </a:t>
            </a:r>
          </a:p>
        </p:txBody>
      </p:sp>
      <p:sp>
        <p:nvSpPr>
          <p:cNvPr id="754696" name="Rectangle 8"/>
          <p:cNvSpPr>
            <a:spLocks noChangeArrowheads="1"/>
          </p:cNvSpPr>
          <p:nvPr/>
        </p:nvSpPr>
        <p:spPr bwMode="auto">
          <a:xfrm>
            <a:off x="1454225" y="1846707"/>
            <a:ext cx="10440540" cy="1569660"/>
          </a:xfrm>
          <a:prstGeom prst="rect">
            <a:avLst/>
          </a:prstGeom>
          <a:noFill/>
          <a:ln w="9525">
            <a:noFill/>
            <a:miter lim="800000"/>
            <a:headEnd/>
            <a:tailEnd/>
          </a:ln>
          <a:effectLst/>
        </p:spPr>
        <p:txBody>
          <a:bodyPr wrap="square" anchor="ctr">
            <a:spAutoFit/>
          </a:bodyPr>
          <a:lstStyle/>
          <a:p>
            <a:pPr marL="342900" indent="-342900">
              <a:buClr>
                <a:srgbClr val="C01920"/>
              </a:buClr>
              <a:buFont typeface="Wingdings" panose="05000000000000000000" pitchFamily="2" charset="2"/>
              <a:buChar char="l"/>
              <a:tabLst>
                <a:tab pos="571500" algn="l"/>
              </a:tabLst>
            </a:pPr>
            <a:r>
              <a:rPr lang="zh-CN" altLang="en-US" b="1" dirty="0">
                <a:effectLst>
                  <a:outerShdw blurRad="38100" dist="38100" dir="2700000" algn="tl">
                    <a:srgbClr val="FFFFFF"/>
                  </a:outerShdw>
                </a:effectLst>
                <a:latin typeface="+mn-lt"/>
                <a:ea typeface="楷体" pitchFamily="49" charset="-122"/>
              </a:rPr>
              <a:t>十进制整数：由数字</a:t>
            </a:r>
            <a:r>
              <a:rPr lang="en-US" altLang="zh-CN" b="1" dirty="0">
                <a:effectLst>
                  <a:outerShdw blurRad="38100" dist="38100" dir="2700000" algn="tl">
                    <a:srgbClr val="FFFFFF"/>
                  </a:outerShdw>
                </a:effectLst>
                <a:latin typeface="+mn-lt"/>
                <a:ea typeface="楷体" pitchFamily="49" charset="-122"/>
              </a:rPr>
              <a:t>0</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9</a:t>
            </a:r>
            <a:r>
              <a:rPr lang="zh-CN" altLang="en-US" b="1" dirty="0">
                <a:effectLst>
                  <a:outerShdw blurRad="38100" dist="38100" dir="2700000" algn="tl">
                    <a:srgbClr val="FFFFFF"/>
                  </a:outerShdw>
                </a:effectLst>
                <a:latin typeface="+mn-lt"/>
                <a:ea typeface="楷体" pitchFamily="49" charset="-122"/>
              </a:rPr>
              <a:t>和正负号表示</a:t>
            </a:r>
            <a:r>
              <a:rPr lang="zh-CN" altLang="en-US" dirty="0">
                <a:latin typeface="+mn-lt"/>
                <a:ea typeface="楷体" pitchFamily="49" charset="-122"/>
              </a:rPr>
              <a:t>。</a:t>
            </a:r>
            <a:r>
              <a:rPr lang="en-US" altLang="zh-CN" dirty="0">
                <a:latin typeface="+mn-lt"/>
                <a:ea typeface="楷体" pitchFamily="49" charset="-122"/>
              </a:rPr>
              <a:t> </a:t>
            </a:r>
            <a:r>
              <a:rPr lang="zh-CN" altLang="en-US" b="1" dirty="0">
                <a:solidFill>
                  <a:srgbClr val="C01920"/>
                </a:solidFill>
                <a:latin typeface="+mn-lt"/>
                <a:ea typeface="楷体" pitchFamily="49" charset="-122"/>
              </a:rPr>
              <a:t>如：</a:t>
            </a:r>
            <a:r>
              <a:rPr lang="en-US" altLang="zh-CN" b="1" dirty="0">
                <a:solidFill>
                  <a:srgbClr val="C01920"/>
                </a:solidFill>
                <a:latin typeface="+mn-lt"/>
                <a:ea typeface="楷体" pitchFamily="49" charset="-122"/>
              </a:rPr>
              <a:t>123,  -456</a:t>
            </a:r>
            <a:r>
              <a:rPr lang="zh-CN" altLang="en-US" b="1" dirty="0">
                <a:solidFill>
                  <a:srgbClr val="C01920"/>
                </a:solidFill>
                <a:latin typeface="+mn-lt"/>
                <a:ea typeface="楷体" pitchFamily="49" charset="-122"/>
              </a:rPr>
              <a:t>，</a:t>
            </a:r>
            <a:r>
              <a:rPr lang="en-US" altLang="zh-CN" b="1" dirty="0">
                <a:solidFill>
                  <a:srgbClr val="C01920"/>
                </a:solidFill>
                <a:latin typeface="+mn-lt"/>
                <a:ea typeface="楷体" pitchFamily="49" charset="-122"/>
              </a:rPr>
              <a:t>0</a:t>
            </a:r>
          </a:p>
          <a:p>
            <a:pPr marL="342900" indent="-342900">
              <a:buClr>
                <a:srgbClr val="C01920"/>
              </a:buClr>
              <a:buFont typeface="Wingdings" panose="05000000000000000000" pitchFamily="2" charset="2"/>
              <a:buChar char="l"/>
              <a:tabLst>
                <a:tab pos="571500" algn="l"/>
              </a:tabLst>
            </a:pPr>
            <a:r>
              <a:rPr lang="zh-CN" altLang="en-US" b="1" dirty="0">
                <a:effectLst>
                  <a:outerShdw blurRad="38100" dist="38100" dir="2700000" algn="tl">
                    <a:srgbClr val="FFFFFF"/>
                  </a:outerShdw>
                </a:effectLst>
                <a:latin typeface="+mn-lt"/>
                <a:ea typeface="楷体" pitchFamily="49" charset="-122"/>
              </a:rPr>
              <a:t>八进制整数：由</a:t>
            </a:r>
            <a:r>
              <a:rPr lang="zh-CN" altLang="en-US" b="1" dirty="0">
                <a:solidFill>
                  <a:schemeClr val="accent1">
                    <a:lumMod val="50000"/>
                  </a:schemeClr>
                </a:solidFill>
                <a:effectLst>
                  <a:outerShdw blurRad="38100" dist="38100" dir="2700000" algn="tl">
                    <a:srgbClr val="FFFFFF"/>
                  </a:outerShdw>
                </a:effectLst>
                <a:latin typeface="+mn-lt"/>
                <a:ea typeface="楷体" pitchFamily="49" charset="-122"/>
              </a:rPr>
              <a:t>数字</a:t>
            </a:r>
            <a:r>
              <a:rPr lang="en-US" altLang="zh-CN" b="1" dirty="0">
                <a:solidFill>
                  <a:schemeClr val="accent1">
                    <a:lumMod val="50000"/>
                  </a:schemeClr>
                </a:solidFill>
                <a:effectLst>
                  <a:outerShdw blurRad="38100" dist="38100" dir="2700000" algn="tl">
                    <a:srgbClr val="FFFFFF"/>
                  </a:outerShdw>
                </a:effectLst>
                <a:latin typeface="+mn-lt"/>
                <a:ea typeface="楷体" pitchFamily="49" charset="-122"/>
              </a:rPr>
              <a:t>0</a:t>
            </a:r>
            <a:r>
              <a:rPr lang="zh-CN" altLang="en-US" b="1" dirty="0">
                <a:effectLst>
                  <a:outerShdw blurRad="38100" dist="38100" dir="2700000" algn="tl">
                    <a:srgbClr val="FFFFFF"/>
                  </a:outerShdw>
                </a:effectLst>
                <a:latin typeface="+mn-lt"/>
                <a:ea typeface="楷体" pitchFamily="49" charset="-122"/>
              </a:rPr>
              <a:t>开头，后跟数字</a:t>
            </a:r>
            <a:r>
              <a:rPr lang="en-US" altLang="zh-CN" b="1" dirty="0">
                <a:effectLst>
                  <a:outerShdw blurRad="38100" dist="38100" dir="2700000" algn="tl">
                    <a:srgbClr val="FFFFFF"/>
                  </a:outerShdw>
                </a:effectLst>
                <a:latin typeface="+mn-lt"/>
                <a:ea typeface="楷体" pitchFamily="49" charset="-122"/>
              </a:rPr>
              <a:t>0</a:t>
            </a:r>
            <a:r>
              <a:rPr lang="en-US"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7</a:t>
            </a:r>
            <a:r>
              <a:rPr lang="zh-CN" altLang="en-US" b="1" dirty="0">
                <a:effectLst>
                  <a:outerShdw blurRad="38100" dist="38100" dir="2700000" algn="tl">
                    <a:srgbClr val="FFFFFF"/>
                  </a:outerShdw>
                </a:effectLst>
                <a:latin typeface="+mn-lt"/>
                <a:ea typeface="楷体" pitchFamily="49" charset="-122"/>
              </a:rPr>
              <a:t>表示。</a:t>
            </a:r>
            <a:r>
              <a:rPr lang="zh-CN" altLang="en-US" b="1" dirty="0">
                <a:solidFill>
                  <a:srgbClr val="C01920"/>
                </a:solidFill>
                <a:latin typeface="+mn-lt"/>
                <a:ea typeface="楷体" pitchFamily="49" charset="-122"/>
              </a:rPr>
              <a:t>如：</a:t>
            </a:r>
            <a:r>
              <a:rPr lang="en-US" altLang="zh-CN" b="1" dirty="0">
                <a:solidFill>
                  <a:srgbClr val="C01920"/>
                </a:solidFill>
                <a:latin typeface="+mn-lt"/>
                <a:ea typeface="楷体" pitchFamily="49" charset="-122"/>
              </a:rPr>
              <a:t>0123,  011</a:t>
            </a:r>
          </a:p>
          <a:p>
            <a:pPr marL="342900" indent="-342900">
              <a:buClr>
                <a:srgbClr val="C01920"/>
              </a:buClr>
              <a:buFont typeface="Wingdings" panose="05000000000000000000" pitchFamily="2" charset="2"/>
              <a:buChar char="l"/>
              <a:tabLst>
                <a:tab pos="571500" algn="l"/>
              </a:tabLst>
            </a:pPr>
            <a:r>
              <a:rPr lang="zh-CN" altLang="en-US" b="1" dirty="0">
                <a:effectLst>
                  <a:outerShdw blurRad="38100" dist="38100" dir="2700000" algn="tl">
                    <a:srgbClr val="FFFFFF"/>
                  </a:outerShdw>
                </a:effectLst>
                <a:latin typeface="+mn-lt"/>
                <a:ea typeface="楷体" pitchFamily="49" charset="-122"/>
              </a:rPr>
              <a:t>十六进制整数：由</a:t>
            </a:r>
            <a:r>
              <a:rPr lang="en-US" altLang="zh-CN" b="1" dirty="0">
                <a:solidFill>
                  <a:schemeClr val="accent1">
                    <a:lumMod val="50000"/>
                  </a:schemeClr>
                </a:solidFill>
                <a:effectLst>
                  <a:outerShdw blurRad="38100" dist="38100" dir="2700000" algn="tl">
                    <a:srgbClr val="FFFFFF"/>
                  </a:outerShdw>
                </a:effectLst>
                <a:latin typeface="+mn-lt"/>
                <a:ea typeface="楷体" pitchFamily="49" charset="-122"/>
              </a:rPr>
              <a:t>0x</a:t>
            </a:r>
            <a:r>
              <a:rPr lang="zh-CN" altLang="en-US" b="1" dirty="0">
                <a:solidFill>
                  <a:schemeClr val="accent1">
                    <a:lumMod val="50000"/>
                  </a:schemeClr>
                </a:solidFill>
                <a:effectLst>
                  <a:outerShdw blurRad="38100" dist="38100" dir="2700000" algn="tl">
                    <a:srgbClr val="FFFFFF"/>
                  </a:outerShdw>
                </a:effectLst>
                <a:latin typeface="+mn-lt"/>
                <a:ea typeface="楷体" pitchFamily="49" charset="-122"/>
              </a:rPr>
              <a:t>或</a:t>
            </a:r>
            <a:r>
              <a:rPr lang="en-US" altLang="zh-CN" b="1" dirty="0">
                <a:solidFill>
                  <a:schemeClr val="accent1">
                    <a:lumMod val="50000"/>
                  </a:schemeClr>
                </a:solidFill>
                <a:effectLst>
                  <a:outerShdw blurRad="38100" dist="38100" dir="2700000" algn="tl">
                    <a:srgbClr val="FFFFFF"/>
                  </a:outerShdw>
                </a:effectLst>
                <a:latin typeface="+mn-lt"/>
                <a:ea typeface="楷体" pitchFamily="49" charset="-122"/>
              </a:rPr>
              <a:t>0X</a:t>
            </a:r>
            <a:r>
              <a:rPr lang="zh-CN" altLang="en-US" b="1" dirty="0">
                <a:effectLst>
                  <a:outerShdw blurRad="38100" dist="38100" dir="2700000" algn="tl">
                    <a:srgbClr val="FFFFFF"/>
                  </a:outerShdw>
                </a:effectLst>
                <a:latin typeface="+mn-lt"/>
                <a:ea typeface="楷体" pitchFamily="49" charset="-122"/>
              </a:rPr>
              <a:t>开头，后跟</a:t>
            </a:r>
            <a:r>
              <a:rPr lang="en-US" altLang="zh-CN" b="1" dirty="0">
                <a:effectLst>
                  <a:outerShdw blurRad="38100" dist="38100" dir="2700000" algn="tl">
                    <a:srgbClr val="FFFFFF"/>
                  </a:outerShdw>
                </a:effectLst>
                <a:latin typeface="+mn-lt"/>
                <a:ea typeface="楷体" pitchFamily="49" charset="-122"/>
              </a:rPr>
              <a:t>0</a:t>
            </a:r>
            <a:r>
              <a:rPr lang="zh-CN" altLang="en-US" b="1" dirty="0">
                <a:effectLst>
                  <a:outerShdw blurRad="38100" dist="38100" dir="2700000" algn="tl">
                    <a:srgbClr val="FFFFFF"/>
                  </a:outerShdw>
                </a:effectLst>
                <a:latin typeface="+mn-ea"/>
                <a:ea typeface="+mn-ea"/>
              </a:rPr>
              <a:t>～</a:t>
            </a:r>
            <a:r>
              <a:rPr lang="en-US" altLang="zh-CN" b="1" dirty="0">
                <a:effectLst>
                  <a:outerShdw blurRad="38100" dist="38100" dir="2700000" algn="tl">
                    <a:srgbClr val="FFFFFF"/>
                  </a:outerShdw>
                </a:effectLst>
                <a:latin typeface="+mn-lt"/>
                <a:ea typeface="楷体" pitchFamily="49" charset="-122"/>
              </a:rPr>
              <a:t>9</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a</a:t>
            </a:r>
            <a:r>
              <a:rPr lang="zh-CN" altLang="en-US" b="1" dirty="0">
                <a:effectLst>
                  <a:outerShdw blurRad="38100" dist="38100" dir="2700000" algn="tl">
                    <a:srgbClr val="FFFFFF"/>
                  </a:outerShdw>
                </a:effectLst>
                <a:latin typeface="+mn-ea"/>
                <a:ea typeface="+mn-ea"/>
              </a:rPr>
              <a:t>～</a:t>
            </a:r>
            <a:r>
              <a:rPr lang="en-US" altLang="zh-CN" b="1" dirty="0">
                <a:effectLst>
                  <a:outerShdw blurRad="38100" dist="38100" dir="2700000" algn="tl">
                    <a:srgbClr val="FFFFFF"/>
                  </a:outerShdw>
                </a:effectLst>
                <a:latin typeface="+mn-lt"/>
                <a:ea typeface="楷体" pitchFamily="49" charset="-122"/>
              </a:rPr>
              <a:t>f</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A</a:t>
            </a:r>
            <a:r>
              <a:rPr lang="zh-CN" altLang="en-US" b="1" dirty="0">
                <a:effectLst>
                  <a:outerShdw blurRad="38100" dist="38100" dir="2700000" algn="tl">
                    <a:srgbClr val="FFFFFF"/>
                  </a:outerShdw>
                </a:effectLst>
                <a:latin typeface="+mn-ea"/>
                <a:ea typeface="+mn-ea"/>
              </a:rPr>
              <a:t>～</a:t>
            </a:r>
            <a:r>
              <a:rPr lang="en-US" altLang="zh-CN" b="1" dirty="0">
                <a:effectLst>
                  <a:outerShdw blurRad="38100" dist="38100" dir="2700000" algn="tl">
                    <a:srgbClr val="FFFFFF"/>
                  </a:outerShdw>
                </a:effectLst>
                <a:latin typeface="+mn-lt"/>
                <a:ea typeface="楷体" pitchFamily="49" charset="-122"/>
              </a:rPr>
              <a:t>F</a:t>
            </a:r>
            <a:r>
              <a:rPr lang="zh-CN" altLang="en-US" b="1" dirty="0">
                <a:effectLst>
                  <a:outerShdw blurRad="38100" dist="38100" dir="2700000" algn="tl">
                    <a:srgbClr val="FFFFFF"/>
                  </a:outerShdw>
                </a:effectLst>
                <a:latin typeface="+mn-lt"/>
                <a:ea typeface="楷体" pitchFamily="49" charset="-122"/>
              </a:rPr>
              <a:t>表示。</a:t>
            </a:r>
            <a:r>
              <a:rPr lang="zh-CN" altLang="en-US" b="1" dirty="0">
                <a:solidFill>
                  <a:srgbClr val="C01920"/>
                </a:solidFill>
                <a:latin typeface="+mn-lt"/>
                <a:ea typeface="楷体" pitchFamily="49" charset="-122"/>
              </a:rPr>
              <a:t>如：</a:t>
            </a:r>
            <a:r>
              <a:rPr lang="en-US" altLang="zh-CN" b="1" dirty="0">
                <a:solidFill>
                  <a:srgbClr val="C01920"/>
                </a:solidFill>
                <a:latin typeface="+mn-lt"/>
                <a:ea typeface="楷体" pitchFamily="49" charset="-122"/>
              </a:rPr>
              <a:t>0x123,  0Xff</a:t>
            </a:r>
            <a:endParaRPr lang="en-US" altLang="zh-CN" b="1" dirty="0">
              <a:solidFill>
                <a:srgbClr val="C01920"/>
              </a:solidFill>
              <a:latin typeface="楷体_GB2312" pitchFamily="49" charset="-122"/>
              <a:ea typeface="楷体_GB2312" pitchFamily="49" charset="-122"/>
            </a:endParaRPr>
          </a:p>
        </p:txBody>
      </p:sp>
      <p:sp>
        <p:nvSpPr>
          <p:cNvPr id="754697" name="Rectangle 9"/>
          <p:cNvSpPr>
            <a:spLocks noChangeArrowheads="1"/>
          </p:cNvSpPr>
          <p:nvPr/>
        </p:nvSpPr>
        <p:spPr bwMode="auto">
          <a:xfrm>
            <a:off x="1846659" y="3371508"/>
            <a:ext cx="9721949" cy="1569660"/>
          </a:xfrm>
          <a:prstGeom prst="rect">
            <a:avLst/>
          </a:prstGeom>
          <a:gradFill>
            <a:gsLst>
              <a:gs pos="0">
                <a:srgbClr val="CFCFD1"/>
              </a:gs>
              <a:gs pos="100000">
                <a:schemeClr val="bg1">
                  <a:lumMod val="95000"/>
                </a:schemeClr>
              </a:gs>
            </a:gsLst>
            <a:lin ang="10800000" scaled="1"/>
          </a:gradFill>
          <a:ln w="28575">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zh-CN" altLang="en-US" b="1" dirty="0">
                <a:solidFill>
                  <a:srgbClr val="C01920"/>
                </a:solidFill>
                <a:latin typeface="+mn-lt"/>
                <a:ea typeface="楷体" pitchFamily="49" charset="-122"/>
              </a:rPr>
              <a:t>定义整数的符号常量</a:t>
            </a:r>
          </a:p>
          <a:p>
            <a:pPr indent="266700"/>
            <a:r>
              <a:rPr lang="zh-CN" altLang="en-US" b="1" dirty="0">
                <a:solidFill>
                  <a:srgbClr val="002060"/>
                </a:solidFill>
                <a:latin typeface="+mn-lt"/>
                <a:ea typeface="楷体" pitchFamily="49" charset="-122"/>
              </a:rPr>
              <a:t>  </a:t>
            </a:r>
            <a:r>
              <a:rPr lang="en-US" altLang="zh-CN" b="1" dirty="0">
                <a:solidFill>
                  <a:srgbClr val="002060"/>
                </a:solidFill>
                <a:latin typeface="+mn-lt"/>
                <a:ea typeface="楷体" pitchFamily="49" charset="-122"/>
              </a:rPr>
              <a:t>#define    NUM1      20         //</a:t>
            </a:r>
            <a:r>
              <a:rPr lang="zh-CN" altLang="en-US" b="1" dirty="0">
                <a:solidFill>
                  <a:srgbClr val="002060"/>
                </a:solidFill>
                <a:latin typeface="+mn-lt"/>
                <a:ea typeface="楷体" pitchFamily="49" charset="-122"/>
              </a:rPr>
              <a:t>十进制数</a:t>
            </a:r>
            <a:r>
              <a:rPr lang="en-US" altLang="zh-CN" b="1" dirty="0">
                <a:solidFill>
                  <a:srgbClr val="002060"/>
                </a:solidFill>
                <a:latin typeface="+mn-lt"/>
                <a:ea typeface="楷体" pitchFamily="49" charset="-122"/>
              </a:rPr>
              <a:t>20</a:t>
            </a:r>
          </a:p>
          <a:p>
            <a:pPr indent="266700"/>
            <a:r>
              <a:rPr lang="en-US" altLang="zh-CN" b="1" dirty="0">
                <a:solidFill>
                  <a:srgbClr val="002060"/>
                </a:solidFill>
                <a:latin typeface="+mn-lt"/>
                <a:ea typeface="楷体" pitchFamily="49" charset="-122"/>
              </a:rPr>
              <a:t>  #define    NUM2      020       //</a:t>
            </a:r>
            <a:r>
              <a:rPr lang="zh-CN" altLang="en-US" b="1" dirty="0">
                <a:solidFill>
                  <a:srgbClr val="002060"/>
                </a:solidFill>
                <a:latin typeface="+mn-lt"/>
                <a:ea typeface="楷体" pitchFamily="49" charset="-122"/>
              </a:rPr>
              <a:t>八进制数（十进制</a:t>
            </a:r>
            <a:r>
              <a:rPr lang="en-US" altLang="zh-CN" b="1" dirty="0">
                <a:solidFill>
                  <a:srgbClr val="002060"/>
                </a:solidFill>
                <a:latin typeface="+mn-lt"/>
                <a:ea typeface="楷体" pitchFamily="49" charset="-122"/>
              </a:rPr>
              <a:t>16</a:t>
            </a:r>
            <a:r>
              <a:rPr lang="zh-CN" altLang="en-US" b="1" dirty="0">
                <a:solidFill>
                  <a:srgbClr val="002060"/>
                </a:solidFill>
                <a:latin typeface="+mn-lt"/>
                <a:ea typeface="楷体" pitchFamily="49" charset="-122"/>
              </a:rPr>
              <a:t>）</a:t>
            </a:r>
          </a:p>
          <a:p>
            <a:pPr indent="266700"/>
            <a:r>
              <a:rPr lang="zh-CN" altLang="en-US" b="1" dirty="0">
                <a:solidFill>
                  <a:srgbClr val="002060"/>
                </a:solidFill>
                <a:latin typeface="+mn-lt"/>
                <a:ea typeface="楷体" pitchFamily="49" charset="-122"/>
              </a:rPr>
              <a:t>  </a:t>
            </a:r>
            <a:r>
              <a:rPr lang="en-US" altLang="zh-CN" b="1" dirty="0">
                <a:solidFill>
                  <a:srgbClr val="002060"/>
                </a:solidFill>
                <a:latin typeface="+mn-lt"/>
                <a:ea typeface="楷体" pitchFamily="49" charset="-122"/>
              </a:rPr>
              <a:t>#define    NUM3      0x2a     //</a:t>
            </a:r>
            <a:r>
              <a:rPr lang="zh-CN" altLang="en-US" b="1" dirty="0">
                <a:solidFill>
                  <a:srgbClr val="002060"/>
                </a:solidFill>
                <a:latin typeface="+mn-lt"/>
                <a:ea typeface="楷体" pitchFamily="49" charset="-122"/>
              </a:rPr>
              <a:t>十六进制数（十进制</a:t>
            </a:r>
            <a:r>
              <a:rPr lang="en-US" altLang="zh-CN" b="1" dirty="0">
                <a:solidFill>
                  <a:srgbClr val="002060"/>
                </a:solidFill>
                <a:latin typeface="+mn-lt"/>
                <a:ea typeface="楷体" pitchFamily="49" charset="-122"/>
              </a:rPr>
              <a:t>42</a:t>
            </a:r>
            <a:r>
              <a:rPr lang="zh-CN" altLang="en-US" b="1" dirty="0">
                <a:solidFill>
                  <a:srgbClr val="002060"/>
                </a:solidFill>
                <a:latin typeface="+mn-lt"/>
                <a:ea typeface="楷体" pitchFamily="49" charset="-122"/>
              </a:rPr>
              <a:t>）</a:t>
            </a:r>
          </a:p>
        </p:txBody>
      </p:sp>
      <p:sp>
        <p:nvSpPr>
          <p:cNvPr id="754698" name="Text Box 10"/>
          <p:cNvSpPr txBox="1">
            <a:spLocks noChangeArrowheads="1"/>
          </p:cNvSpPr>
          <p:nvPr/>
        </p:nvSpPr>
        <p:spPr bwMode="auto">
          <a:xfrm>
            <a:off x="1846909" y="5084764"/>
            <a:ext cx="9721699" cy="936625"/>
          </a:xfrm>
          <a:prstGeom prst="rect">
            <a:avLst/>
          </a:prstGeom>
          <a:gradFill>
            <a:gsLst>
              <a:gs pos="0">
                <a:srgbClr val="CFCFD1"/>
              </a:gs>
              <a:gs pos="100000">
                <a:schemeClr val="bg1">
                  <a:lumMod val="95000"/>
                </a:schemeClr>
              </a:gs>
            </a:gsLst>
            <a:lin ang="13500000" scaled="1"/>
          </a:gradFill>
          <a:ln w="28575">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b="1" dirty="0">
                <a:solidFill>
                  <a:srgbClr val="000000"/>
                </a:solidFill>
                <a:latin typeface="+mn-lt"/>
                <a:ea typeface="楷体" pitchFamily="49" charset="-122"/>
              </a:rPr>
              <a:t>【</a:t>
            </a:r>
            <a:r>
              <a:rPr lang="zh-CN" altLang="en-US" b="1" dirty="0">
                <a:solidFill>
                  <a:srgbClr val="000000"/>
                </a:solidFill>
                <a:latin typeface="+mn-lt"/>
                <a:ea typeface="楷体" pitchFamily="49" charset="-122"/>
              </a:rPr>
              <a:t>思考题</a:t>
            </a:r>
            <a:r>
              <a:rPr lang="en-US" altLang="zh-CN" b="1" dirty="0">
                <a:solidFill>
                  <a:srgbClr val="000000"/>
                </a:solidFill>
                <a:latin typeface="+mn-lt"/>
                <a:ea typeface="楷体" pitchFamily="49" charset="-122"/>
              </a:rPr>
              <a:t>】</a:t>
            </a:r>
            <a:r>
              <a:rPr lang="zh-CN" altLang="en-US" b="1" dirty="0">
                <a:solidFill>
                  <a:srgbClr val="000000"/>
                </a:solidFill>
                <a:latin typeface="+mn-lt"/>
                <a:ea typeface="楷体" pitchFamily="49" charset="-122"/>
              </a:rPr>
              <a:t>：下列整型常量哪些是非法的？</a:t>
            </a:r>
          </a:p>
          <a:p>
            <a:pPr algn="just"/>
            <a:r>
              <a:rPr lang="zh-CN" altLang="en-US" b="1" dirty="0">
                <a:solidFill>
                  <a:srgbClr val="000000"/>
                </a:solidFill>
                <a:latin typeface="+mn-lt"/>
                <a:ea typeface="楷体" pitchFamily="49" charset="-122"/>
              </a:rPr>
              <a:t>         </a:t>
            </a:r>
            <a:r>
              <a:rPr lang="en-US" altLang="zh-CN" b="1" dirty="0">
                <a:solidFill>
                  <a:srgbClr val="000000"/>
                </a:solidFill>
                <a:latin typeface="+mn-lt"/>
                <a:ea typeface="楷体" pitchFamily="49" charset="-122"/>
              </a:rPr>
              <a:t>012</a:t>
            </a:r>
            <a:r>
              <a:rPr lang="zh-CN" altLang="en-US" b="1" dirty="0">
                <a:solidFill>
                  <a:srgbClr val="000000"/>
                </a:solidFill>
                <a:latin typeface="+mn-lt"/>
                <a:ea typeface="楷体" pitchFamily="49" charset="-122"/>
              </a:rPr>
              <a:t>，</a:t>
            </a:r>
            <a:r>
              <a:rPr lang="en-US" altLang="zh-CN" b="1" dirty="0">
                <a:solidFill>
                  <a:srgbClr val="000000"/>
                </a:solidFill>
                <a:latin typeface="+mn-lt"/>
                <a:ea typeface="楷体" pitchFamily="49" charset="-122"/>
              </a:rPr>
              <a:t>oX7A</a:t>
            </a:r>
            <a:r>
              <a:rPr lang="zh-CN" altLang="en-US" b="1" dirty="0">
                <a:solidFill>
                  <a:srgbClr val="000000"/>
                </a:solidFill>
                <a:latin typeface="+mn-lt"/>
                <a:ea typeface="楷体" pitchFamily="49" charset="-122"/>
              </a:rPr>
              <a:t>，</a:t>
            </a:r>
            <a:r>
              <a:rPr lang="en-US" altLang="zh-CN" b="1" dirty="0">
                <a:solidFill>
                  <a:srgbClr val="000000"/>
                </a:solidFill>
                <a:latin typeface="+mn-lt"/>
                <a:ea typeface="楷体" pitchFamily="49" charset="-122"/>
              </a:rPr>
              <a:t>00</a:t>
            </a:r>
            <a:r>
              <a:rPr lang="zh-CN" altLang="en-US" b="1" dirty="0">
                <a:solidFill>
                  <a:srgbClr val="000000"/>
                </a:solidFill>
                <a:latin typeface="+mn-lt"/>
                <a:ea typeface="楷体" pitchFamily="49" charset="-122"/>
              </a:rPr>
              <a:t>，</a:t>
            </a:r>
            <a:r>
              <a:rPr lang="en-US" altLang="zh-CN" b="1" dirty="0">
                <a:solidFill>
                  <a:srgbClr val="000000"/>
                </a:solidFill>
                <a:latin typeface="+mn-lt"/>
                <a:ea typeface="楷体" pitchFamily="49" charset="-122"/>
              </a:rPr>
              <a:t>078</a:t>
            </a:r>
            <a:r>
              <a:rPr lang="zh-CN" altLang="en-US" b="1" dirty="0">
                <a:solidFill>
                  <a:srgbClr val="000000"/>
                </a:solidFill>
                <a:latin typeface="+mn-lt"/>
                <a:ea typeface="楷体" pitchFamily="49" charset="-122"/>
              </a:rPr>
              <a:t>，</a:t>
            </a:r>
            <a:r>
              <a:rPr lang="en-US" altLang="zh-CN" b="1" dirty="0">
                <a:solidFill>
                  <a:srgbClr val="000000"/>
                </a:solidFill>
                <a:latin typeface="+mn-lt"/>
                <a:ea typeface="楷体" pitchFamily="49" charset="-122"/>
              </a:rPr>
              <a:t>0x5Ac</a:t>
            </a:r>
            <a:r>
              <a:rPr lang="zh-CN" altLang="en-US" b="1" dirty="0">
                <a:solidFill>
                  <a:srgbClr val="000000"/>
                </a:solidFill>
                <a:latin typeface="+mn-lt"/>
                <a:ea typeface="楷体" pitchFamily="49" charset="-122"/>
              </a:rPr>
              <a:t>，</a:t>
            </a:r>
            <a:r>
              <a:rPr lang="en-US" altLang="zh-CN" b="1" dirty="0">
                <a:solidFill>
                  <a:srgbClr val="000000"/>
                </a:solidFill>
                <a:latin typeface="+mn-lt"/>
                <a:ea typeface="楷体" pitchFamily="49" charset="-122"/>
              </a:rPr>
              <a:t>-0xFFFF</a:t>
            </a:r>
            <a:r>
              <a:rPr lang="zh-CN" altLang="en-US" b="1" dirty="0">
                <a:solidFill>
                  <a:srgbClr val="000000"/>
                </a:solidFill>
                <a:latin typeface="+mn-lt"/>
                <a:ea typeface="楷体" pitchFamily="49" charset="-122"/>
              </a:rPr>
              <a:t>，</a:t>
            </a:r>
            <a:r>
              <a:rPr lang="en-US" altLang="zh-CN" b="1" dirty="0">
                <a:solidFill>
                  <a:srgbClr val="000000"/>
                </a:solidFill>
                <a:latin typeface="+mn-lt"/>
                <a:ea typeface="楷体" pitchFamily="49" charset="-122"/>
              </a:rPr>
              <a:t>0034</a:t>
            </a:r>
            <a:r>
              <a:rPr lang="zh-CN" altLang="en-US" b="1" dirty="0">
                <a:solidFill>
                  <a:srgbClr val="000000"/>
                </a:solidFill>
                <a:latin typeface="+mn-lt"/>
                <a:ea typeface="楷体" pitchFamily="49" charset="-122"/>
              </a:rPr>
              <a:t>，</a:t>
            </a:r>
            <a:r>
              <a:rPr lang="en-US" altLang="zh-CN" b="1" dirty="0">
                <a:solidFill>
                  <a:srgbClr val="000000"/>
                </a:solidFill>
                <a:latin typeface="+mn-lt"/>
                <a:ea typeface="楷体" pitchFamily="49" charset="-122"/>
              </a:rPr>
              <a:t>7B</a:t>
            </a:r>
            <a:r>
              <a:rPr lang="zh-CN" altLang="en-US" b="1" dirty="0">
                <a:solidFill>
                  <a:srgbClr val="000000"/>
                </a:solidFill>
                <a:latin typeface="+mn-lt"/>
                <a:ea typeface="楷体" pitchFamily="49" charset="-122"/>
              </a:rPr>
              <a:t>。</a:t>
            </a:r>
            <a:endParaRPr lang="zh-CN" altLang="en-US" b="1" dirty="0">
              <a:latin typeface="+mn-lt"/>
              <a:ea typeface="楷体" pitchFamily="49" charset="-122"/>
            </a:endParaRPr>
          </a:p>
        </p:txBody>
      </p:sp>
      <p:grpSp>
        <p:nvGrpSpPr>
          <p:cNvPr id="754699" name="Group 11"/>
          <p:cNvGrpSpPr>
            <a:grpSpLocks/>
          </p:cNvGrpSpPr>
          <p:nvPr/>
        </p:nvGrpSpPr>
        <p:grpSpPr bwMode="auto">
          <a:xfrm>
            <a:off x="3565877" y="5496272"/>
            <a:ext cx="381000" cy="381000"/>
            <a:chOff x="4344" y="3540"/>
            <a:chExt cx="240" cy="240"/>
          </a:xfrm>
        </p:grpSpPr>
        <p:sp>
          <p:nvSpPr>
            <p:cNvPr id="754700" name="Line 12"/>
            <p:cNvSpPr>
              <a:spLocks noChangeShapeType="1"/>
            </p:cNvSpPr>
            <p:nvPr/>
          </p:nvSpPr>
          <p:spPr bwMode="auto">
            <a:xfrm flipH="1">
              <a:off x="4344" y="3540"/>
              <a:ext cx="240" cy="240"/>
            </a:xfrm>
            <a:prstGeom prst="line">
              <a:avLst/>
            </a:prstGeom>
            <a:noFill/>
            <a:ln w="38100">
              <a:solidFill>
                <a:srgbClr val="FF0000"/>
              </a:solidFill>
              <a:round/>
              <a:headEnd/>
              <a:tailEnd/>
            </a:ln>
            <a:effectLst/>
          </p:spPr>
          <p:txBody>
            <a:bodyPr wrap="none" lIns="90000" tIns="46800" rIns="90000" bIns="46800" anchor="ctr"/>
            <a:lstStyle/>
            <a:p>
              <a:endParaRPr lang="zh-CN" altLang="en-US"/>
            </a:p>
          </p:txBody>
        </p:sp>
        <p:sp>
          <p:nvSpPr>
            <p:cNvPr id="754701" name="Line 13"/>
            <p:cNvSpPr>
              <a:spLocks noChangeShapeType="1"/>
            </p:cNvSpPr>
            <p:nvPr/>
          </p:nvSpPr>
          <p:spPr bwMode="auto">
            <a:xfrm>
              <a:off x="4356" y="3540"/>
              <a:ext cx="228" cy="216"/>
            </a:xfrm>
            <a:prstGeom prst="line">
              <a:avLst/>
            </a:prstGeom>
            <a:noFill/>
            <a:ln w="38100">
              <a:solidFill>
                <a:srgbClr val="FF0000"/>
              </a:solidFill>
              <a:round/>
              <a:headEnd/>
              <a:tailEnd/>
            </a:ln>
            <a:effectLst/>
          </p:spPr>
          <p:txBody>
            <a:bodyPr wrap="none" lIns="90000" tIns="46800" rIns="90000" bIns="46800" anchor="ctr"/>
            <a:lstStyle/>
            <a:p>
              <a:endParaRPr lang="zh-CN" altLang="en-US"/>
            </a:p>
          </p:txBody>
        </p:sp>
      </p:grpSp>
      <p:grpSp>
        <p:nvGrpSpPr>
          <p:cNvPr id="754702" name="Group 14"/>
          <p:cNvGrpSpPr>
            <a:grpSpLocks/>
          </p:cNvGrpSpPr>
          <p:nvPr/>
        </p:nvGrpSpPr>
        <p:grpSpPr bwMode="auto">
          <a:xfrm>
            <a:off x="5066928" y="5496272"/>
            <a:ext cx="381000" cy="381000"/>
            <a:chOff x="4344" y="3540"/>
            <a:chExt cx="240" cy="240"/>
          </a:xfrm>
        </p:grpSpPr>
        <p:sp>
          <p:nvSpPr>
            <p:cNvPr id="754703" name="Line 15"/>
            <p:cNvSpPr>
              <a:spLocks noChangeShapeType="1"/>
            </p:cNvSpPr>
            <p:nvPr/>
          </p:nvSpPr>
          <p:spPr bwMode="auto">
            <a:xfrm flipH="1">
              <a:off x="4344" y="3540"/>
              <a:ext cx="240" cy="240"/>
            </a:xfrm>
            <a:prstGeom prst="line">
              <a:avLst/>
            </a:prstGeom>
            <a:noFill/>
            <a:ln w="38100">
              <a:solidFill>
                <a:srgbClr val="FF0000"/>
              </a:solidFill>
              <a:round/>
              <a:headEnd/>
              <a:tailEnd/>
            </a:ln>
            <a:effectLst/>
          </p:spPr>
          <p:txBody>
            <a:bodyPr wrap="none" lIns="90000" tIns="46800" rIns="90000" bIns="46800" anchor="ctr"/>
            <a:lstStyle/>
            <a:p>
              <a:endParaRPr lang="zh-CN" altLang="en-US"/>
            </a:p>
          </p:txBody>
        </p:sp>
        <p:sp>
          <p:nvSpPr>
            <p:cNvPr id="754704" name="Line 16"/>
            <p:cNvSpPr>
              <a:spLocks noChangeShapeType="1"/>
            </p:cNvSpPr>
            <p:nvPr/>
          </p:nvSpPr>
          <p:spPr bwMode="auto">
            <a:xfrm>
              <a:off x="4356" y="3540"/>
              <a:ext cx="228" cy="216"/>
            </a:xfrm>
            <a:prstGeom prst="line">
              <a:avLst/>
            </a:prstGeom>
            <a:noFill/>
            <a:ln w="38100">
              <a:solidFill>
                <a:srgbClr val="FF0000"/>
              </a:solidFill>
              <a:round/>
              <a:headEnd/>
              <a:tailEnd/>
            </a:ln>
            <a:effectLst/>
          </p:spPr>
          <p:txBody>
            <a:bodyPr wrap="none" lIns="90000" tIns="46800" rIns="90000" bIns="46800" anchor="ctr"/>
            <a:lstStyle/>
            <a:p>
              <a:endParaRPr lang="zh-CN" altLang="en-US"/>
            </a:p>
          </p:txBody>
        </p:sp>
      </p:grpSp>
      <p:grpSp>
        <p:nvGrpSpPr>
          <p:cNvPr id="754705" name="Group 17"/>
          <p:cNvGrpSpPr>
            <a:grpSpLocks/>
          </p:cNvGrpSpPr>
          <p:nvPr/>
        </p:nvGrpSpPr>
        <p:grpSpPr bwMode="auto">
          <a:xfrm>
            <a:off x="9291650" y="5492724"/>
            <a:ext cx="381000" cy="381000"/>
            <a:chOff x="4344" y="3540"/>
            <a:chExt cx="240" cy="240"/>
          </a:xfrm>
        </p:grpSpPr>
        <p:sp>
          <p:nvSpPr>
            <p:cNvPr id="754706" name="Line 18"/>
            <p:cNvSpPr>
              <a:spLocks noChangeShapeType="1"/>
            </p:cNvSpPr>
            <p:nvPr/>
          </p:nvSpPr>
          <p:spPr bwMode="auto">
            <a:xfrm flipH="1">
              <a:off x="4344" y="3540"/>
              <a:ext cx="240" cy="240"/>
            </a:xfrm>
            <a:prstGeom prst="line">
              <a:avLst/>
            </a:prstGeom>
            <a:noFill/>
            <a:ln w="38100">
              <a:solidFill>
                <a:srgbClr val="FF0000"/>
              </a:solidFill>
              <a:round/>
              <a:headEnd/>
              <a:tailEnd/>
            </a:ln>
            <a:effectLst/>
          </p:spPr>
          <p:txBody>
            <a:bodyPr wrap="none" lIns="90000" tIns="46800" rIns="90000" bIns="46800" anchor="ctr"/>
            <a:lstStyle/>
            <a:p>
              <a:endParaRPr lang="zh-CN" altLang="en-US"/>
            </a:p>
          </p:txBody>
        </p:sp>
        <p:sp>
          <p:nvSpPr>
            <p:cNvPr id="754707" name="Line 19"/>
            <p:cNvSpPr>
              <a:spLocks noChangeShapeType="1"/>
            </p:cNvSpPr>
            <p:nvPr/>
          </p:nvSpPr>
          <p:spPr bwMode="auto">
            <a:xfrm>
              <a:off x="4356" y="3540"/>
              <a:ext cx="228" cy="216"/>
            </a:xfrm>
            <a:prstGeom prst="line">
              <a:avLst/>
            </a:prstGeom>
            <a:noFill/>
            <a:ln w="38100">
              <a:solidFill>
                <a:srgbClr val="FF0000"/>
              </a:solidFill>
              <a:round/>
              <a:headEnd/>
              <a:tailEnd/>
            </a:ln>
            <a:effectLst/>
          </p:spPr>
          <p:txBody>
            <a:bodyPr wrap="none" lIns="90000" tIns="46800" rIns="90000" bIns="46800" anchor="ctr"/>
            <a:lstStyle/>
            <a:p>
              <a:endParaRPr lang="zh-CN" altLang="en-US"/>
            </a:p>
          </p:txBody>
        </p:sp>
      </p:grpSp>
      <p:sp>
        <p:nvSpPr>
          <p:cNvPr id="754708" name="AutoShape 20"/>
          <p:cNvSpPr>
            <a:spLocks noChangeArrowheads="1"/>
          </p:cNvSpPr>
          <p:nvPr/>
        </p:nvSpPr>
        <p:spPr bwMode="auto">
          <a:xfrm>
            <a:off x="1559496" y="5950794"/>
            <a:ext cx="1657350" cy="790575"/>
          </a:xfrm>
          <a:prstGeom prst="wedgeRoundRectCallout">
            <a:avLst>
              <a:gd name="adj1" fmla="val 63325"/>
              <a:gd name="adj2" fmla="val -68393"/>
              <a:gd name="adj3" fmla="val 16667"/>
            </a:avLst>
          </a:prstGeom>
          <a:gradFill flip="none" rotWithShape="1">
            <a:gsLst>
              <a:gs pos="0">
                <a:srgbClr val="CFCFD1"/>
              </a:gs>
              <a:gs pos="100000">
                <a:schemeClr val="bg1">
                  <a:lumMod val="95000"/>
                </a:schemeClr>
              </a:gs>
            </a:gsLst>
            <a:lin ang="13500000" scaled="1"/>
            <a:tileRect/>
          </a:gradFill>
          <a:ln w="22225">
            <a:solidFill>
              <a:srgbClr val="C0192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dirty="0">
                <a:solidFill>
                  <a:srgbClr val="002060"/>
                </a:solidFill>
                <a:latin typeface="楷体" pitchFamily="49" charset="-122"/>
                <a:ea typeface="楷体" pitchFamily="49" charset="-122"/>
              </a:rPr>
              <a:t>首字符不能是字母</a:t>
            </a:r>
            <a:r>
              <a:rPr lang="en-US" altLang="zh-CN" sz="2000" b="1" dirty="0">
                <a:solidFill>
                  <a:srgbClr val="002060"/>
                </a:solidFill>
                <a:latin typeface="楷体" pitchFamily="49" charset="-122"/>
                <a:ea typeface="楷体" pitchFamily="49" charset="-122"/>
              </a:rPr>
              <a:t>o </a:t>
            </a:r>
          </a:p>
        </p:txBody>
      </p:sp>
      <p:sp>
        <p:nvSpPr>
          <p:cNvPr id="754709" name="AutoShape 21"/>
          <p:cNvSpPr>
            <a:spLocks noChangeArrowheads="1"/>
          </p:cNvSpPr>
          <p:nvPr/>
        </p:nvSpPr>
        <p:spPr bwMode="auto">
          <a:xfrm>
            <a:off x="5913859" y="5949281"/>
            <a:ext cx="1838325" cy="790575"/>
          </a:xfrm>
          <a:prstGeom prst="wedgeRoundRectCallout">
            <a:avLst>
              <a:gd name="adj1" fmla="val -80070"/>
              <a:gd name="adj2" fmla="val -67511"/>
              <a:gd name="adj3" fmla="val 16667"/>
            </a:avLst>
          </a:prstGeom>
          <a:gradFill flip="none" rotWithShape="1">
            <a:gsLst>
              <a:gs pos="0">
                <a:srgbClr val="CFCFD1"/>
              </a:gs>
              <a:gs pos="100000">
                <a:schemeClr val="bg1">
                  <a:lumMod val="95000"/>
                </a:schemeClr>
              </a:gs>
            </a:gsLst>
            <a:lin ang="13500000" scaled="1"/>
            <a:tileRect/>
          </a:gradFill>
          <a:ln w="22225">
            <a:solidFill>
              <a:srgbClr val="C0192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dirty="0">
                <a:solidFill>
                  <a:srgbClr val="002060"/>
                </a:solidFill>
                <a:latin typeface="+mn-lt"/>
                <a:ea typeface="楷体" pitchFamily="49" charset="-122"/>
              </a:rPr>
              <a:t>八进制数中不能有数字</a:t>
            </a:r>
            <a:r>
              <a:rPr lang="en-US" altLang="zh-CN" sz="2000" b="1" dirty="0">
                <a:solidFill>
                  <a:srgbClr val="002060"/>
                </a:solidFill>
                <a:latin typeface="+mn-lt"/>
                <a:ea typeface="楷体" pitchFamily="49" charset="-122"/>
              </a:rPr>
              <a:t>8</a:t>
            </a:r>
            <a:r>
              <a:rPr lang="en-US" altLang="zh-CN" dirty="0">
                <a:solidFill>
                  <a:srgbClr val="002060"/>
                </a:solidFill>
                <a:latin typeface="+mn-lt"/>
                <a:ea typeface="楷体" pitchFamily="49" charset="-122"/>
              </a:rPr>
              <a:t> </a:t>
            </a:r>
          </a:p>
        </p:txBody>
      </p:sp>
      <p:sp>
        <p:nvSpPr>
          <p:cNvPr id="754710" name="AutoShape 22"/>
          <p:cNvSpPr>
            <a:spLocks noChangeArrowheads="1"/>
          </p:cNvSpPr>
          <p:nvPr/>
        </p:nvSpPr>
        <p:spPr bwMode="auto">
          <a:xfrm>
            <a:off x="10056440" y="5968171"/>
            <a:ext cx="1838325" cy="790575"/>
          </a:xfrm>
          <a:prstGeom prst="wedgeRoundRectCallout">
            <a:avLst>
              <a:gd name="adj1" fmla="val -76727"/>
              <a:gd name="adj2" fmla="val -64736"/>
              <a:gd name="adj3" fmla="val 16667"/>
            </a:avLst>
          </a:prstGeom>
          <a:gradFill flip="none" rotWithShape="1">
            <a:gsLst>
              <a:gs pos="0">
                <a:srgbClr val="CFCFD1"/>
              </a:gs>
              <a:gs pos="100000">
                <a:schemeClr val="bg1">
                  <a:lumMod val="95000"/>
                </a:schemeClr>
              </a:gs>
            </a:gsLst>
            <a:lin ang="13500000" scaled="1"/>
            <a:tileRect/>
          </a:gradFill>
          <a:ln w="22225">
            <a:solidFill>
              <a:srgbClr val="C0192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dirty="0">
                <a:solidFill>
                  <a:srgbClr val="002060"/>
                </a:solidFill>
                <a:latin typeface="+mn-lt"/>
                <a:ea typeface="楷体" pitchFamily="49" charset="-122"/>
              </a:rPr>
              <a:t>十进制数中不能有字母</a:t>
            </a:r>
            <a:r>
              <a:rPr lang="en-US" altLang="zh-CN" sz="2000" b="1" dirty="0">
                <a:solidFill>
                  <a:srgbClr val="002060"/>
                </a:solidFill>
                <a:latin typeface="+mn-lt"/>
                <a:ea typeface="楷体" pitchFamily="49" charset="-122"/>
              </a:rPr>
              <a:t>B</a:t>
            </a:r>
            <a:r>
              <a:rPr lang="en-US" altLang="zh-CN" dirty="0">
                <a:solidFill>
                  <a:srgbClr val="002060"/>
                </a:solidFill>
                <a:latin typeface="+mn-lt"/>
                <a:ea typeface="楷体" pitchFamily="49" charset="-122"/>
              </a:rPr>
              <a:t> </a:t>
            </a:r>
          </a:p>
        </p:txBody>
      </p:sp>
      <p:sp>
        <p:nvSpPr>
          <p:cNvPr id="25" name="Rectangle 4">
            <a:extLst>
              <a:ext uri="{FF2B5EF4-FFF2-40B4-BE49-F238E27FC236}">
                <a16:creationId xmlns:a16="http://schemas.microsoft.com/office/drawing/2014/main" id="{39E23F8C-2E78-41EE-B8DF-076CCBCC5042}"/>
              </a:ext>
            </a:extLst>
          </p:cNvPr>
          <p:cNvSpPr>
            <a:spLocks noChangeArrowheads="1"/>
          </p:cNvSpPr>
          <p:nvPr/>
        </p:nvSpPr>
        <p:spPr bwMode="auto">
          <a:xfrm>
            <a:off x="767408" y="288132"/>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简单数据类型与表示范围</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54694"/>
                                        </p:tgtEl>
                                        <p:attrNameLst>
                                          <p:attrName>style.visibility</p:attrName>
                                        </p:attrNameLst>
                                      </p:cBhvr>
                                      <p:to>
                                        <p:strVal val="visible"/>
                                      </p:to>
                                    </p:set>
                                    <p:animEffect transition="in" filter="blinds(horizontal)">
                                      <p:cBhvr>
                                        <p:cTn id="7" dur="500"/>
                                        <p:tgtEl>
                                          <p:spTgt spid="754694"/>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754695"/>
                                        </p:tgtEl>
                                        <p:attrNameLst>
                                          <p:attrName>style.visibility</p:attrName>
                                        </p:attrNameLst>
                                      </p:cBhvr>
                                      <p:to>
                                        <p:strVal val="visible"/>
                                      </p:to>
                                    </p:set>
                                    <p:anim calcmode="lin" valueType="num">
                                      <p:cBhvr additive="base">
                                        <p:cTn id="12" dur="500" fill="hold"/>
                                        <p:tgtEl>
                                          <p:spTgt spid="754695"/>
                                        </p:tgtEl>
                                        <p:attrNameLst>
                                          <p:attrName>ppt_x</p:attrName>
                                        </p:attrNameLst>
                                      </p:cBhvr>
                                      <p:tavLst>
                                        <p:tav tm="0">
                                          <p:val>
                                            <p:strVal val="0-#ppt_w/2"/>
                                          </p:val>
                                        </p:tav>
                                        <p:tav tm="100000">
                                          <p:val>
                                            <p:strVal val="#ppt_x"/>
                                          </p:val>
                                        </p:tav>
                                      </p:tavLst>
                                    </p:anim>
                                    <p:anim calcmode="lin" valueType="num">
                                      <p:cBhvr additive="base">
                                        <p:cTn id="13" dur="500" fill="hold"/>
                                        <p:tgtEl>
                                          <p:spTgt spid="75469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754696">
                                            <p:txEl>
                                              <p:pRg st="0" end="0"/>
                                            </p:txEl>
                                          </p:spTgt>
                                        </p:tgtEl>
                                        <p:attrNameLst>
                                          <p:attrName>style.visibility</p:attrName>
                                        </p:attrNameLst>
                                      </p:cBhvr>
                                      <p:to>
                                        <p:strVal val="visible"/>
                                      </p:to>
                                    </p:set>
                                    <p:anim calcmode="lin" valueType="num">
                                      <p:cBhvr additive="base">
                                        <p:cTn id="18" dur="500" fill="hold"/>
                                        <p:tgtEl>
                                          <p:spTgt spid="754696">
                                            <p:txEl>
                                              <p:pRg st="0" end="0"/>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75469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754696">
                                            <p:txEl>
                                              <p:pRg st="1" end="1"/>
                                            </p:txEl>
                                          </p:spTgt>
                                        </p:tgtEl>
                                        <p:attrNameLst>
                                          <p:attrName>style.visibility</p:attrName>
                                        </p:attrNameLst>
                                      </p:cBhvr>
                                      <p:to>
                                        <p:strVal val="visible"/>
                                      </p:to>
                                    </p:set>
                                    <p:anim calcmode="lin" valueType="num">
                                      <p:cBhvr additive="base">
                                        <p:cTn id="24" dur="500" fill="hold"/>
                                        <p:tgtEl>
                                          <p:spTgt spid="754696">
                                            <p:txEl>
                                              <p:pRg st="1" end="1"/>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754696">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754696">
                                            <p:txEl>
                                              <p:pRg st="2" end="2"/>
                                            </p:txEl>
                                          </p:spTgt>
                                        </p:tgtEl>
                                        <p:attrNameLst>
                                          <p:attrName>style.visibility</p:attrName>
                                        </p:attrNameLst>
                                      </p:cBhvr>
                                      <p:to>
                                        <p:strVal val="visible"/>
                                      </p:to>
                                    </p:set>
                                    <p:anim calcmode="lin" valueType="num">
                                      <p:cBhvr additive="base">
                                        <p:cTn id="30" dur="500" fill="hold"/>
                                        <p:tgtEl>
                                          <p:spTgt spid="754696">
                                            <p:txEl>
                                              <p:pRg st="2" end="2"/>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754696">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childTnLst>
                          </p:cTn>
                        </p:par>
                      </p:childTnLst>
                    </p:cTn>
                  </p:par>
                  <p:par>
                    <p:cTn id="32" fill="hold">
                      <p:stCondLst>
                        <p:cond delay="indefinite"/>
                      </p:stCondLst>
                      <p:childTnLst>
                        <p:par>
                          <p:cTn id="33" fill="hold">
                            <p:stCondLst>
                              <p:cond delay="0"/>
                            </p:stCondLst>
                            <p:childTnLst>
                              <p:par>
                                <p:cTn id="34" presetID="4" presetClass="entr" presetSubtype="32" fill="hold" grpId="0" nodeType="clickEffect">
                                  <p:stCondLst>
                                    <p:cond delay="0"/>
                                  </p:stCondLst>
                                  <p:childTnLst>
                                    <p:set>
                                      <p:cBhvr>
                                        <p:cTn id="35" dur="1" fill="hold">
                                          <p:stCondLst>
                                            <p:cond delay="0"/>
                                          </p:stCondLst>
                                        </p:cTn>
                                        <p:tgtEl>
                                          <p:spTgt spid="754697"/>
                                        </p:tgtEl>
                                        <p:attrNameLst>
                                          <p:attrName>style.visibility</p:attrName>
                                        </p:attrNameLst>
                                      </p:cBhvr>
                                      <p:to>
                                        <p:strVal val="visible"/>
                                      </p:to>
                                    </p:set>
                                    <p:animEffect transition="in" filter="box(out)">
                                      <p:cBhvr>
                                        <p:cTn id="36" dur="500"/>
                                        <p:tgtEl>
                                          <p:spTgt spid="754697"/>
                                        </p:tgtEl>
                                      </p:cBhvr>
                                    </p:animEffect>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4" presetClass="entr" presetSubtype="32" fill="hold" grpId="0" nodeType="clickEffect">
                                  <p:stCondLst>
                                    <p:cond delay="0"/>
                                  </p:stCondLst>
                                  <p:childTnLst>
                                    <p:set>
                                      <p:cBhvr>
                                        <p:cTn id="40" dur="1" fill="hold">
                                          <p:stCondLst>
                                            <p:cond delay="0"/>
                                          </p:stCondLst>
                                        </p:cTn>
                                        <p:tgtEl>
                                          <p:spTgt spid="754698"/>
                                        </p:tgtEl>
                                        <p:attrNameLst>
                                          <p:attrName>style.visibility</p:attrName>
                                        </p:attrNameLst>
                                      </p:cBhvr>
                                      <p:to>
                                        <p:strVal val="visible"/>
                                      </p:to>
                                    </p:set>
                                    <p:animEffect transition="in" filter="box(out)">
                                      <p:cBhvr>
                                        <p:cTn id="41" dur="500"/>
                                        <p:tgtEl>
                                          <p:spTgt spid="754698"/>
                                        </p:tgtEl>
                                      </p:cBhvr>
                                    </p:animEffect>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par>
                    <p:cTn id="42" fill="hold">
                      <p:stCondLst>
                        <p:cond delay="indefinite"/>
                      </p:stCondLst>
                      <p:childTnLst>
                        <p:par>
                          <p:cTn id="43" fill="hold">
                            <p:stCondLst>
                              <p:cond delay="0"/>
                            </p:stCondLst>
                            <p:childTnLst>
                              <p:par>
                                <p:cTn id="44" presetID="4" presetClass="entr" presetSubtype="16" fill="hold" nodeType="clickEffect">
                                  <p:stCondLst>
                                    <p:cond delay="0"/>
                                  </p:stCondLst>
                                  <p:childTnLst>
                                    <p:set>
                                      <p:cBhvr>
                                        <p:cTn id="45" dur="1" fill="hold">
                                          <p:stCondLst>
                                            <p:cond delay="0"/>
                                          </p:stCondLst>
                                        </p:cTn>
                                        <p:tgtEl>
                                          <p:spTgt spid="754699"/>
                                        </p:tgtEl>
                                        <p:attrNameLst>
                                          <p:attrName>style.visibility</p:attrName>
                                        </p:attrNameLst>
                                      </p:cBhvr>
                                      <p:to>
                                        <p:strVal val="visible"/>
                                      </p:to>
                                    </p:set>
                                    <p:animEffect transition="in" filter="box(in)">
                                      <p:cBhvr>
                                        <p:cTn id="46" dur="500"/>
                                        <p:tgtEl>
                                          <p:spTgt spid="754699"/>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754708"/>
                                        </p:tgtEl>
                                        <p:attrNameLst>
                                          <p:attrName>style.visibility</p:attrName>
                                        </p:attrNameLst>
                                      </p:cBhvr>
                                      <p:to>
                                        <p:strVal val="visible"/>
                                      </p:to>
                                    </p:set>
                                    <p:anim calcmode="lin" valueType="num">
                                      <p:cBhvr additive="base">
                                        <p:cTn id="51" dur="500" fill="hold"/>
                                        <p:tgtEl>
                                          <p:spTgt spid="754708"/>
                                        </p:tgtEl>
                                        <p:attrNameLst>
                                          <p:attrName>ppt_x</p:attrName>
                                        </p:attrNameLst>
                                      </p:cBhvr>
                                      <p:tavLst>
                                        <p:tav tm="0">
                                          <p:val>
                                            <p:strVal val="#ppt_x"/>
                                          </p:val>
                                        </p:tav>
                                        <p:tav tm="100000">
                                          <p:val>
                                            <p:strVal val="#ppt_x"/>
                                          </p:val>
                                        </p:tav>
                                      </p:tavLst>
                                    </p:anim>
                                    <p:anim calcmode="lin" valueType="num">
                                      <p:cBhvr additive="base">
                                        <p:cTn id="52" dur="500" fill="hold"/>
                                        <p:tgtEl>
                                          <p:spTgt spid="754708"/>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childTnLst>
                    </p:cTn>
                  </p:par>
                  <p:par>
                    <p:cTn id="53" fill="hold">
                      <p:stCondLst>
                        <p:cond delay="indefinite"/>
                      </p:stCondLst>
                      <p:childTnLst>
                        <p:par>
                          <p:cTn id="54" fill="hold">
                            <p:stCondLst>
                              <p:cond delay="0"/>
                            </p:stCondLst>
                            <p:childTnLst>
                              <p:par>
                                <p:cTn id="55" presetID="4" presetClass="entr" presetSubtype="16" fill="hold" nodeType="clickEffect">
                                  <p:stCondLst>
                                    <p:cond delay="0"/>
                                  </p:stCondLst>
                                  <p:childTnLst>
                                    <p:set>
                                      <p:cBhvr>
                                        <p:cTn id="56" dur="1" fill="hold">
                                          <p:stCondLst>
                                            <p:cond delay="0"/>
                                          </p:stCondLst>
                                        </p:cTn>
                                        <p:tgtEl>
                                          <p:spTgt spid="754702"/>
                                        </p:tgtEl>
                                        <p:attrNameLst>
                                          <p:attrName>style.visibility</p:attrName>
                                        </p:attrNameLst>
                                      </p:cBhvr>
                                      <p:to>
                                        <p:strVal val="visible"/>
                                      </p:to>
                                    </p:set>
                                    <p:animEffect transition="in" filter="box(in)">
                                      <p:cBhvr>
                                        <p:cTn id="57" dur="500"/>
                                        <p:tgtEl>
                                          <p:spTgt spid="754702"/>
                                        </p:tgtEl>
                                      </p:cBhvr>
                                    </p:animEffect>
                                  </p:childTnLst>
                                  <p:subTnLst>
                                    <p:audio>
                                      <p:cMediaNode>
                                        <p:cTn display="0" masterRel="sameClick">
                                          <p:stCondLst>
                                            <p:cond evt="begin" delay="0">
                                              <p:tn val="55"/>
                                            </p:cond>
                                          </p:stCondLst>
                                          <p:endCondLst>
                                            <p:cond evt="onStopAudio" delay="0">
                                              <p:tgtEl>
                                                <p:sldTgt/>
                                              </p:tgtEl>
                                            </p:cond>
                                          </p:endCondLst>
                                        </p:cTn>
                                        <p:tgtEl>
                                          <p:sndTgt r:embed="rId3" name="CAMERA.WAV"/>
                                        </p:tgtEl>
                                      </p:cMediaNode>
                                    </p:audio>
                                  </p:sub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754709"/>
                                        </p:tgtEl>
                                        <p:attrNameLst>
                                          <p:attrName>style.visibility</p:attrName>
                                        </p:attrNameLst>
                                      </p:cBhvr>
                                      <p:to>
                                        <p:strVal val="visible"/>
                                      </p:to>
                                    </p:set>
                                    <p:anim calcmode="lin" valueType="num">
                                      <p:cBhvr additive="base">
                                        <p:cTn id="62" dur="500" fill="hold"/>
                                        <p:tgtEl>
                                          <p:spTgt spid="754709"/>
                                        </p:tgtEl>
                                        <p:attrNameLst>
                                          <p:attrName>ppt_x</p:attrName>
                                        </p:attrNameLst>
                                      </p:cBhvr>
                                      <p:tavLst>
                                        <p:tav tm="0">
                                          <p:val>
                                            <p:strVal val="#ppt_x"/>
                                          </p:val>
                                        </p:tav>
                                        <p:tav tm="100000">
                                          <p:val>
                                            <p:strVal val="#ppt_x"/>
                                          </p:val>
                                        </p:tav>
                                      </p:tavLst>
                                    </p:anim>
                                    <p:anim calcmode="lin" valueType="num">
                                      <p:cBhvr additive="base">
                                        <p:cTn id="63" dur="500" fill="hold"/>
                                        <p:tgtEl>
                                          <p:spTgt spid="754709"/>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0"/>
                                            </p:cond>
                                          </p:stCondLst>
                                          <p:endCondLst>
                                            <p:cond evt="onStopAudio" delay="0">
                                              <p:tgtEl>
                                                <p:sldTgt/>
                                              </p:tgtEl>
                                            </p:cond>
                                          </p:endCondLst>
                                        </p:cTn>
                                        <p:tgtEl>
                                          <p:sndTgt r:embed="rId3" name="CAMERA.WAV"/>
                                        </p:tgtEl>
                                      </p:cMediaNode>
                                    </p:audio>
                                  </p:subTnLst>
                                </p:cTn>
                              </p:par>
                            </p:childTnLst>
                          </p:cTn>
                        </p:par>
                      </p:childTnLst>
                    </p:cTn>
                  </p:par>
                  <p:par>
                    <p:cTn id="64" fill="hold">
                      <p:stCondLst>
                        <p:cond delay="indefinite"/>
                      </p:stCondLst>
                      <p:childTnLst>
                        <p:par>
                          <p:cTn id="65" fill="hold">
                            <p:stCondLst>
                              <p:cond delay="0"/>
                            </p:stCondLst>
                            <p:childTnLst>
                              <p:par>
                                <p:cTn id="66" presetID="4" presetClass="entr" presetSubtype="16" fill="hold" nodeType="clickEffect">
                                  <p:stCondLst>
                                    <p:cond delay="0"/>
                                  </p:stCondLst>
                                  <p:childTnLst>
                                    <p:set>
                                      <p:cBhvr>
                                        <p:cTn id="67" dur="1" fill="hold">
                                          <p:stCondLst>
                                            <p:cond delay="0"/>
                                          </p:stCondLst>
                                        </p:cTn>
                                        <p:tgtEl>
                                          <p:spTgt spid="754705"/>
                                        </p:tgtEl>
                                        <p:attrNameLst>
                                          <p:attrName>style.visibility</p:attrName>
                                        </p:attrNameLst>
                                      </p:cBhvr>
                                      <p:to>
                                        <p:strVal val="visible"/>
                                      </p:to>
                                    </p:set>
                                    <p:animEffect transition="in" filter="box(in)">
                                      <p:cBhvr>
                                        <p:cTn id="68" dur="500"/>
                                        <p:tgtEl>
                                          <p:spTgt spid="754705"/>
                                        </p:tgtEl>
                                      </p:cBhvr>
                                    </p:animEffect>
                                  </p:childTnLst>
                                  <p:subTnLst>
                                    <p:audio>
                                      <p:cMediaNode>
                                        <p:cTn display="0" masterRel="sameClick">
                                          <p:stCondLst>
                                            <p:cond evt="begin" delay="0">
                                              <p:tn val="66"/>
                                            </p:cond>
                                          </p:stCondLst>
                                          <p:endCondLst>
                                            <p:cond evt="onStopAudio" delay="0">
                                              <p:tgtEl>
                                                <p:sldTgt/>
                                              </p:tgtEl>
                                            </p:cond>
                                          </p:endCondLst>
                                        </p:cTn>
                                        <p:tgtEl>
                                          <p:sndTgt r:embed="rId3" name="CAMERA.WAV"/>
                                        </p:tgtEl>
                                      </p:cMediaNode>
                                    </p:audio>
                                  </p:sub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754710"/>
                                        </p:tgtEl>
                                        <p:attrNameLst>
                                          <p:attrName>style.visibility</p:attrName>
                                        </p:attrNameLst>
                                      </p:cBhvr>
                                      <p:to>
                                        <p:strVal val="visible"/>
                                      </p:to>
                                    </p:set>
                                    <p:anim calcmode="lin" valueType="num">
                                      <p:cBhvr additive="base">
                                        <p:cTn id="73" dur="500" fill="hold"/>
                                        <p:tgtEl>
                                          <p:spTgt spid="754710"/>
                                        </p:tgtEl>
                                        <p:attrNameLst>
                                          <p:attrName>ppt_x</p:attrName>
                                        </p:attrNameLst>
                                      </p:cBhvr>
                                      <p:tavLst>
                                        <p:tav tm="0">
                                          <p:val>
                                            <p:strVal val="#ppt_x"/>
                                          </p:val>
                                        </p:tav>
                                        <p:tav tm="100000">
                                          <p:val>
                                            <p:strVal val="#ppt_x"/>
                                          </p:val>
                                        </p:tav>
                                      </p:tavLst>
                                    </p:anim>
                                    <p:anim calcmode="lin" valueType="num">
                                      <p:cBhvr additive="base">
                                        <p:cTn id="74" dur="500" fill="hold"/>
                                        <p:tgtEl>
                                          <p:spTgt spid="754710"/>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4694" grpId="0"/>
      <p:bldP spid="754695" grpId="0"/>
      <p:bldP spid="754696" grpId="0" build="allAtOnce"/>
      <p:bldP spid="754697" grpId="0" animBg="1"/>
      <p:bldP spid="754698" grpId="0" animBg="1"/>
      <p:bldP spid="754708" grpId="0" animBg="1"/>
      <p:bldP spid="754709" grpId="0" animBg="1"/>
      <p:bldP spid="754710"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6741" name="Rectangle 5"/>
          <p:cNvSpPr>
            <a:spLocks noChangeArrowheads="1"/>
          </p:cNvSpPr>
          <p:nvPr/>
        </p:nvSpPr>
        <p:spPr bwMode="auto">
          <a:xfrm>
            <a:off x="767408" y="869515"/>
            <a:ext cx="4512774" cy="584775"/>
          </a:xfrm>
          <a:prstGeom prst="rect">
            <a:avLst/>
          </a:prstGeom>
          <a:noFill/>
          <a:ln w="9525">
            <a:noFill/>
            <a:miter lim="800000"/>
            <a:headEnd/>
            <a:tailEnd/>
          </a:ln>
          <a:effectLst/>
        </p:spPr>
        <p:txBody>
          <a:bodyPr wrap="none" anchor="ctr">
            <a:spAutoFit/>
          </a:bodyPr>
          <a:lstStyle/>
          <a:p>
            <a:r>
              <a:rPr lang="en-US" altLang="zh-CN" sz="3200" b="1" dirty="0">
                <a:solidFill>
                  <a:srgbClr val="C01920"/>
                </a:solidFill>
                <a:latin typeface="楷体" panose="02010609060101010101" pitchFamily="49" charset="-122"/>
                <a:ea typeface="楷体" panose="02010609060101010101" pitchFamily="49" charset="-122"/>
              </a:rPr>
              <a:t>2. </a:t>
            </a:r>
            <a:r>
              <a:rPr lang="zh-CN" altLang="en-US" sz="3200" b="1" dirty="0">
                <a:solidFill>
                  <a:srgbClr val="C01920"/>
                </a:solidFill>
                <a:latin typeface="楷体" panose="02010609060101010101" pitchFamily="49" charset="-122"/>
                <a:ea typeface="楷体" panose="02010609060101010101" pitchFamily="49" charset="-122"/>
              </a:rPr>
              <a:t>整数在内存中的表示</a:t>
            </a:r>
          </a:p>
        </p:txBody>
      </p:sp>
      <p:sp>
        <p:nvSpPr>
          <p:cNvPr id="756742" name="Rectangle 6"/>
          <p:cNvSpPr>
            <a:spLocks noChangeArrowheads="1"/>
          </p:cNvSpPr>
          <p:nvPr/>
        </p:nvSpPr>
        <p:spPr bwMode="auto">
          <a:xfrm>
            <a:off x="943146" y="1517883"/>
            <a:ext cx="10305708" cy="830997"/>
          </a:xfrm>
          <a:prstGeom prst="rect">
            <a:avLst/>
          </a:prstGeom>
          <a:noFill/>
          <a:ln w="9525">
            <a:noFill/>
            <a:miter lim="800000"/>
            <a:headEnd/>
            <a:tailEnd/>
          </a:ln>
          <a:effectLst/>
        </p:spPr>
        <p:txBody>
          <a:bodyPr wrap="square" anchor="ctr">
            <a:spAutoFit/>
          </a:bodyPr>
          <a:lstStyle/>
          <a:p>
            <a:pPr marL="457200" indent="-457200">
              <a:buClr>
                <a:srgbClr val="006600"/>
              </a:buClr>
              <a:tabLst>
                <a:tab pos="495300" algn="l"/>
              </a:tabLst>
            </a:pPr>
            <a:r>
              <a:rPr lang="zh-CN" altLang="en-US" b="1" dirty="0">
                <a:effectLst>
                  <a:outerShdw blurRad="38100" dist="38100" dir="2700000" algn="tl">
                    <a:srgbClr val="FFFFFF"/>
                  </a:outerShdw>
                </a:effectLst>
                <a:latin typeface="楷体" pitchFamily="49" charset="-122"/>
                <a:ea typeface="楷体" pitchFamily="49" charset="-122"/>
              </a:rPr>
              <a:t>整数的数值在内存中用</a:t>
            </a:r>
            <a:r>
              <a:rPr lang="zh-CN" altLang="en-US" b="1" dirty="0">
                <a:solidFill>
                  <a:srgbClr val="C01920"/>
                </a:solidFill>
                <a:effectLst>
                  <a:outerShdw blurRad="38100" dist="38100" dir="2700000" algn="tl">
                    <a:srgbClr val="FFFFFF"/>
                  </a:outerShdw>
                </a:effectLst>
                <a:latin typeface="楷体" pitchFamily="49" charset="-122"/>
                <a:ea typeface="楷体" pitchFamily="49" charset="-122"/>
              </a:rPr>
              <a:t>补码</a:t>
            </a:r>
            <a:r>
              <a:rPr lang="zh-CN" altLang="en-US" b="1" dirty="0">
                <a:effectLst>
                  <a:outerShdw blurRad="38100" dist="38100" dir="2700000" algn="tl">
                    <a:srgbClr val="FFFFFF"/>
                  </a:outerShdw>
                </a:effectLst>
                <a:latin typeface="楷体" pitchFamily="49" charset="-122"/>
                <a:ea typeface="楷体" pitchFamily="49" charset="-122"/>
              </a:rPr>
              <a:t>的形式存放。</a:t>
            </a:r>
          </a:p>
          <a:p>
            <a:pPr marL="457200" indent="-457200">
              <a:buClr>
                <a:srgbClr val="006600"/>
              </a:buClr>
              <a:tabLst>
                <a:tab pos="495300" algn="l"/>
              </a:tabLst>
            </a:pPr>
            <a:r>
              <a:rPr lang="zh-CN" altLang="en-US" b="1" dirty="0">
                <a:solidFill>
                  <a:srgbClr val="C01920"/>
                </a:solidFill>
                <a:latin typeface="楷体" pitchFamily="49" charset="-122"/>
                <a:ea typeface="楷体" pitchFamily="49" charset="-122"/>
              </a:rPr>
              <a:t>求一个整数补码的方法：</a:t>
            </a:r>
            <a:r>
              <a:rPr lang="zh-CN" altLang="en-US" b="1" dirty="0">
                <a:effectLst>
                  <a:outerShdw blurRad="38100" dist="38100" dir="2700000" algn="tl">
                    <a:srgbClr val="FFFFFF"/>
                  </a:outerShdw>
                </a:effectLst>
                <a:latin typeface="楷体" pitchFamily="49" charset="-122"/>
                <a:ea typeface="楷体" pitchFamily="49" charset="-122"/>
              </a:rPr>
              <a:t>（假设用</a:t>
            </a:r>
            <a:r>
              <a:rPr lang="en-US" altLang="zh-CN" b="1" dirty="0">
                <a:effectLst>
                  <a:outerShdw blurRad="38100" dist="38100" dir="2700000" algn="tl">
                    <a:srgbClr val="FFFFFF"/>
                  </a:outerShdw>
                </a:effectLst>
                <a:latin typeface="楷体" pitchFamily="49" charset="-122"/>
                <a:ea typeface="楷体" pitchFamily="49" charset="-122"/>
              </a:rPr>
              <a:t>n</a:t>
            </a:r>
            <a:r>
              <a:rPr lang="zh-CN" altLang="en-US" b="1" dirty="0">
                <a:effectLst>
                  <a:outerShdw blurRad="38100" dist="38100" dir="2700000" algn="tl">
                    <a:srgbClr val="FFFFFF"/>
                  </a:outerShdw>
                </a:effectLst>
                <a:latin typeface="楷体" pitchFamily="49" charset="-122"/>
                <a:ea typeface="楷体" pitchFamily="49" charset="-122"/>
              </a:rPr>
              <a:t>个二进制位的内存单元来存储它）</a:t>
            </a:r>
            <a:r>
              <a:rPr lang="zh-CN" altLang="en-US" dirty="0">
                <a:latin typeface="楷体" pitchFamily="49" charset="-122"/>
                <a:ea typeface="楷体" pitchFamily="49" charset="-122"/>
              </a:rPr>
              <a:t> </a:t>
            </a:r>
          </a:p>
        </p:txBody>
      </p:sp>
      <p:sp>
        <p:nvSpPr>
          <p:cNvPr id="756743" name="Rectangle 7"/>
          <p:cNvSpPr>
            <a:spLocks noChangeArrowheads="1"/>
          </p:cNvSpPr>
          <p:nvPr/>
        </p:nvSpPr>
        <p:spPr bwMode="auto">
          <a:xfrm>
            <a:off x="1098536" y="2519508"/>
            <a:ext cx="10305708" cy="2308324"/>
          </a:xfrm>
          <a:prstGeom prst="rect">
            <a:avLst/>
          </a:prstGeom>
          <a:gradFill flip="none" rotWithShape="1">
            <a:gsLst>
              <a:gs pos="0">
                <a:srgbClr val="CFCFD1"/>
              </a:gs>
              <a:gs pos="100000">
                <a:schemeClr val="bg1">
                  <a:lumMod val="95000"/>
                </a:schemeClr>
              </a:gs>
            </a:gsLst>
            <a:lin ang="27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342900" indent="-342900">
              <a:buClr>
                <a:srgbClr val="C01920"/>
              </a:buClr>
              <a:buFont typeface="Wingdings" panose="05000000000000000000" pitchFamily="2" charset="2"/>
              <a:buChar char="Ø"/>
              <a:tabLst>
                <a:tab pos="266700" algn="l"/>
              </a:tabLst>
            </a:pPr>
            <a:r>
              <a:rPr lang="zh-CN" altLang="en-US" b="1" dirty="0">
                <a:solidFill>
                  <a:srgbClr val="C01920"/>
                </a:solidFill>
                <a:latin typeface="楷体" pitchFamily="49" charset="-122"/>
                <a:ea typeface="楷体" pitchFamily="49" charset="-122"/>
              </a:rPr>
              <a:t>如果是正整数</a:t>
            </a:r>
            <a:r>
              <a:rPr lang="zh-CN" altLang="en-US" b="1" dirty="0">
                <a:effectLst>
                  <a:outerShdw blurRad="38100" dist="38100" dir="2700000" algn="tl">
                    <a:srgbClr val="FFFFFF"/>
                  </a:outerShdw>
                </a:effectLst>
                <a:latin typeface="楷体" pitchFamily="49" charset="-122"/>
                <a:ea typeface="楷体" pitchFamily="49" charset="-122"/>
              </a:rPr>
              <a:t>，采用符号</a:t>
            </a:r>
            <a:r>
              <a:rPr lang="en-US" altLang="zh-CN" b="1" dirty="0">
                <a:effectLst>
                  <a:outerShdw blurRad="38100" dist="38100" dir="2700000" algn="tl">
                    <a:srgbClr val="FFFFFF"/>
                  </a:outerShdw>
                </a:effectLst>
                <a:latin typeface="楷体" pitchFamily="49" charset="-122"/>
                <a:ea typeface="楷体" pitchFamily="49" charset="-122"/>
              </a:rPr>
              <a:t>-</a:t>
            </a:r>
            <a:r>
              <a:rPr lang="zh-CN" altLang="en-US" b="1" dirty="0">
                <a:effectLst>
                  <a:outerShdw blurRad="38100" dist="38100" dir="2700000" algn="tl">
                    <a:srgbClr val="FFFFFF"/>
                  </a:outerShdw>
                </a:effectLst>
                <a:latin typeface="楷体" pitchFamily="49" charset="-122"/>
                <a:ea typeface="楷体" pitchFamily="49" charset="-122"/>
              </a:rPr>
              <a:t>绝对值表示，即最高有效位（符号位）为</a:t>
            </a:r>
            <a:r>
              <a:rPr lang="en-US" altLang="zh-CN" b="1" dirty="0">
                <a:effectLst>
                  <a:outerShdw blurRad="38100" dist="38100" dir="2700000" algn="tl">
                    <a:srgbClr val="FFFFFF"/>
                  </a:outerShdw>
                </a:effectLst>
                <a:latin typeface="楷体" pitchFamily="49" charset="-122"/>
                <a:ea typeface="楷体" pitchFamily="49" charset="-122"/>
              </a:rPr>
              <a:t>0</a:t>
            </a:r>
            <a:r>
              <a:rPr lang="zh-CN" altLang="en-US" b="1" dirty="0">
                <a:effectLst>
                  <a:outerShdw blurRad="38100" dist="38100" dir="2700000" algn="tl">
                    <a:srgbClr val="FFFFFF"/>
                  </a:outerShdw>
                </a:effectLst>
                <a:latin typeface="楷体" pitchFamily="49" charset="-122"/>
                <a:ea typeface="楷体" pitchFamily="49" charset="-122"/>
              </a:rPr>
              <a:t>表示正，数的其余部分则表示数的绝对值；</a:t>
            </a:r>
            <a:endParaRPr lang="en-US" altLang="zh-CN" b="1" dirty="0">
              <a:effectLst>
                <a:outerShdw blurRad="38100" dist="38100" dir="2700000" algn="tl">
                  <a:srgbClr val="FFFFFF"/>
                </a:outerShdw>
              </a:effectLst>
              <a:latin typeface="楷体" pitchFamily="49" charset="-122"/>
              <a:ea typeface="楷体" pitchFamily="49" charset="-122"/>
            </a:endParaRPr>
          </a:p>
          <a:p>
            <a:pPr marL="342900" indent="-342900">
              <a:buClr>
                <a:srgbClr val="C01920"/>
              </a:buClr>
              <a:buFont typeface="Wingdings" panose="05000000000000000000" pitchFamily="2" charset="2"/>
              <a:buChar char="Ø"/>
              <a:tabLst>
                <a:tab pos="266700" algn="l"/>
              </a:tabLst>
            </a:pPr>
            <a:r>
              <a:rPr lang="zh-CN" altLang="en-US" b="1" dirty="0">
                <a:solidFill>
                  <a:srgbClr val="C01920"/>
                </a:solidFill>
                <a:latin typeface="楷体" pitchFamily="49" charset="-122"/>
                <a:ea typeface="楷体" pitchFamily="49" charset="-122"/>
              </a:rPr>
              <a:t>如果是负整数</a:t>
            </a:r>
            <a:r>
              <a:rPr lang="zh-CN" altLang="en-US" b="1" dirty="0">
                <a:effectLst>
                  <a:outerShdw blurRad="38100" dist="38100" dir="2700000" algn="tl">
                    <a:srgbClr val="FFFFFF"/>
                  </a:outerShdw>
                </a:effectLst>
                <a:latin typeface="楷体" pitchFamily="49" charset="-122"/>
                <a:ea typeface="楷体" pitchFamily="49" charset="-122"/>
              </a:rPr>
              <a:t>，则先写出与该负数相对应的正数的补码表示，然后将其按位求反，最后在末位（最低位）加</a:t>
            </a:r>
            <a:r>
              <a:rPr lang="en-US" altLang="zh-CN" b="1" dirty="0">
                <a:effectLst>
                  <a:outerShdw blurRad="38100" dist="38100" dir="2700000" algn="tl">
                    <a:srgbClr val="FFFFFF"/>
                  </a:outerShdw>
                </a:effectLst>
                <a:latin typeface="楷体" pitchFamily="49" charset="-122"/>
                <a:ea typeface="楷体" pitchFamily="49" charset="-122"/>
              </a:rPr>
              <a:t>1</a:t>
            </a:r>
            <a:r>
              <a:rPr lang="zh-CN" altLang="en-US" b="1" dirty="0">
                <a:effectLst>
                  <a:outerShdw blurRad="38100" dist="38100" dir="2700000" algn="tl">
                    <a:srgbClr val="FFFFFF"/>
                  </a:outerShdw>
                </a:effectLst>
                <a:latin typeface="楷体" pitchFamily="49" charset="-122"/>
                <a:ea typeface="楷体" pitchFamily="49" charset="-122"/>
              </a:rPr>
              <a:t>；</a:t>
            </a:r>
            <a:endParaRPr lang="en-US" altLang="zh-CN" b="1" dirty="0">
              <a:effectLst>
                <a:outerShdw blurRad="38100" dist="38100" dir="2700000" algn="tl">
                  <a:srgbClr val="FFFFFF"/>
                </a:outerShdw>
              </a:effectLst>
              <a:latin typeface="楷体" pitchFamily="49" charset="-122"/>
              <a:ea typeface="楷体" pitchFamily="49" charset="-122"/>
            </a:endParaRPr>
          </a:p>
          <a:p>
            <a:pPr marL="342900" indent="-342900">
              <a:buClr>
                <a:srgbClr val="C01920"/>
              </a:buClr>
              <a:buFont typeface="Wingdings" panose="05000000000000000000" pitchFamily="2" charset="2"/>
              <a:buChar char="Ø"/>
              <a:tabLst>
                <a:tab pos="266700" algn="l"/>
              </a:tabLst>
            </a:pPr>
            <a:r>
              <a:rPr lang="zh-CN" altLang="en-US" b="1" dirty="0">
                <a:effectLst>
                  <a:outerShdw blurRad="38100" dist="38100" dir="2700000" algn="tl">
                    <a:srgbClr val="FFFFFF"/>
                  </a:outerShdw>
                </a:effectLst>
                <a:latin typeface="楷体" pitchFamily="49" charset="-122"/>
                <a:ea typeface="楷体" pitchFamily="49" charset="-122"/>
              </a:rPr>
              <a:t>然后将上述求得的补码的</a:t>
            </a:r>
            <a:r>
              <a:rPr lang="zh-CN" altLang="en-US" b="1" dirty="0">
                <a:solidFill>
                  <a:srgbClr val="002060"/>
                </a:solidFill>
                <a:effectLst>
                  <a:outerShdw blurRad="38100" dist="38100" dir="2700000" algn="tl">
                    <a:srgbClr val="FFFFFF"/>
                  </a:outerShdw>
                </a:effectLst>
                <a:latin typeface="楷体" pitchFamily="49" charset="-122"/>
                <a:ea typeface="楷体" pitchFamily="49" charset="-122"/>
              </a:rPr>
              <a:t>低</a:t>
            </a:r>
            <a:r>
              <a:rPr lang="en-US" altLang="zh-CN" b="1" dirty="0">
                <a:solidFill>
                  <a:srgbClr val="002060"/>
                </a:solidFill>
                <a:effectLst>
                  <a:outerShdw blurRad="38100" dist="38100" dir="2700000" algn="tl">
                    <a:srgbClr val="FFFFFF"/>
                  </a:outerShdw>
                </a:effectLst>
                <a:latin typeface="楷体" pitchFamily="49" charset="-122"/>
                <a:ea typeface="楷体" pitchFamily="49" charset="-122"/>
              </a:rPr>
              <a:t>n</a:t>
            </a:r>
            <a:r>
              <a:rPr lang="zh-CN" altLang="en-US" b="1" dirty="0">
                <a:solidFill>
                  <a:srgbClr val="002060"/>
                </a:solidFill>
                <a:effectLst>
                  <a:outerShdw blurRad="38100" dist="38100" dir="2700000" algn="tl">
                    <a:srgbClr val="FFFFFF"/>
                  </a:outerShdw>
                </a:effectLst>
                <a:latin typeface="楷体" pitchFamily="49" charset="-122"/>
                <a:ea typeface="楷体" pitchFamily="49" charset="-122"/>
              </a:rPr>
              <a:t>位存放于内存单元</a:t>
            </a:r>
            <a:r>
              <a:rPr lang="zh-CN" altLang="en-US" b="1" dirty="0">
                <a:effectLst>
                  <a:outerShdw blurRad="38100" dist="38100" dir="2700000" algn="tl">
                    <a:srgbClr val="FFFFFF"/>
                  </a:outerShdw>
                </a:effectLst>
                <a:latin typeface="楷体" pitchFamily="49" charset="-122"/>
                <a:ea typeface="楷体" pitchFamily="49" charset="-122"/>
              </a:rPr>
              <a:t>之中，就得到了该整数在内存中的表示，内存单元的最高位是符号位（</a:t>
            </a:r>
            <a:r>
              <a:rPr lang="en-US" altLang="zh-CN" b="1" dirty="0">
                <a:solidFill>
                  <a:srgbClr val="FF3399"/>
                </a:solidFill>
                <a:effectLst>
                  <a:outerShdw blurRad="38100" dist="38100" dir="2700000" algn="tl">
                    <a:srgbClr val="000000"/>
                  </a:outerShdw>
                </a:effectLst>
                <a:latin typeface="楷体" pitchFamily="49" charset="-122"/>
                <a:ea typeface="楷体" pitchFamily="49" charset="-122"/>
              </a:rPr>
              <a:t>0</a:t>
            </a:r>
            <a:r>
              <a:rPr lang="zh-CN" altLang="en-US" b="1" dirty="0">
                <a:effectLst>
                  <a:outerShdw blurRad="38100" dist="38100" dir="2700000" algn="tl">
                    <a:srgbClr val="FFFFFF"/>
                  </a:outerShdw>
                </a:effectLst>
                <a:latin typeface="楷体" pitchFamily="49" charset="-122"/>
                <a:ea typeface="楷体" pitchFamily="49" charset="-122"/>
              </a:rPr>
              <a:t>表示正，</a:t>
            </a:r>
            <a:r>
              <a:rPr lang="en-US" altLang="zh-CN" b="1" dirty="0">
                <a:solidFill>
                  <a:srgbClr val="FF3399"/>
                </a:solidFill>
                <a:effectLst>
                  <a:outerShdw blurRad="38100" dist="38100" dir="2700000" algn="tl">
                    <a:srgbClr val="000000"/>
                  </a:outerShdw>
                </a:effectLst>
                <a:latin typeface="楷体" pitchFamily="49" charset="-122"/>
                <a:ea typeface="楷体" pitchFamily="49" charset="-122"/>
              </a:rPr>
              <a:t>1</a:t>
            </a:r>
            <a:r>
              <a:rPr lang="zh-CN" altLang="en-US" b="1" dirty="0">
                <a:effectLst>
                  <a:outerShdw blurRad="38100" dist="38100" dir="2700000" algn="tl">
                    <a:srgbClr val="FFFFFF"/>
                  </a:outerShdw>
                </a:effectLst>
                <a:latin typeface="楷体" pitchFamily="49" charset="-122"/>
                <a:ea typeface="楷体" pitchFamily="49" charset="-122"/>
              </a:rPr>
              <a:t>表示负）。</a:t>
            </a:r>
          </a:p>
        </p:txBody>
      </p:sp>
      <p:grpSp>
        <p:nvGrpSpPr>
          <p:cNvPr id="11" name="组合 10"/>
          <p:cNvGrpSpPr/>
          <p:nvPr/>
        </p:nvGrpSpPr>
        <p:grpSpPr>
          <a:xfrm>
            <a:off x="1119008" y="5325773"/>
            <a:ext cx="10305583" cy="870889"/>
            <a:chOff x="683568" y="5292302"/>
            <a:chExt cx="8280920" cy="870889"/>
          </a:xfrm>
          <a:effectLst>
            <a:outerShdw blurRad="50800" dist="106680" dir="2700000" algn="tl" rotWithShape="0">
              <a:prstClr val="black">
                <a:alpha val="43000"/>
              </a:prstClr>
            </a:outerShdw>
          </a:effectLst>
        </p:grpSpPr>
        <p:sp>
          <p:nvSpPr>
            <p:cNvPr id="756744" name="Rectangle 8"/>
            <p:cNvSpPr>
              <a:spLocks noChangeArrowheads="1"/>
            </p:cNvSpPr>
            <p:nvPr/>
          </p:nvSpPr>
          <p:spPr bwMode="auto">
            <a:xfrm>
              <a:off x="683568" y="5332194"/>
              <a:ext cx="8280920" cy="830997"/>
            </a:xfrm>
            <a:prstGeom prst="rect">
              <a:avLst/>
            </a:prstGeom>
            <a:gradFill flip="none" rotWithShape="1">
              <a:gsLst>
                <a:gs pos="0">
                  <a:srgbClr val="CFCFD1"/>
                </a:gs>
                <a:gs pos="100000">
                  <a:schemeClr val="bg1">
                    <a:lumMod val="95000"/>
                  </a:schemeClr>
                </a:gs>
              </a:gsLst>
              <a:lin ang="8100000" scaled="1"/>
              <a:tileRect/>
            </a:gradFill>
            <a:ln w="38100">
              <a:solidFill>
                <a:srgbClr val="006600"/>
              </a:solidFill>
              <a:headEnd/>
              <a:tailEnd/>
            </a:ln>
            <a:effectLst>
              <a:outerShdw dist="106680" dir="2700000" algn="r" rotWithShape="0">
                <a:schemeClr val="bg1">
                  <a:lumMod val="65000"/>
                </a:schemeClr>
              </a:outerShdw>
            </a:effectLst>
            <a:scene3d>
              <a:camera prst="orthographicFront"/>
              <a:lightRig rig="threePt" dir="t"/>
            </a:scene3d>
            <a:sp3d>
              <a:bevelT w="114300" prst="hardEdge"/>
            </a:sp3d>
          </p:spPr>
          <p:style>
            <a:lnRef idx="1">
              <a:schemeClr val="dk1"/>
            </a:lnRef>
            <a:fillRef idx="2">
              <a:schemeClr val="dk1"/>
            </a:fillRef>
            <a:effectRef idx="1">
              <a:schemeClr val="dk1"/>
            </a:effectRef>
            <a:fontRef idx="minor">
              <a:schemeClr val="dk1"/>
            </a:fontRef>
          </p:style>
          <p:txBody>
            <a:bodyPr wrap="square" anchor="ctr">
              <a:spAutoFit/>
              <a:sp3d prstMaterial="softEdge">
                <a:bevelT w="29210" h="16510"/>
                <a:contourClr>
                  <a:schemeClr val="accent4">
                    <a:alpha val="95000"/>
                  </a:schemeClr>
                </a:contourClr>
              </a:sp3d>
            </a:bodyPr>
            <a:lstStyle/>
            <a:p>
              <a:r>
                <a:rPr lang="en-US" altLang="zh-CN"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隶书" pitchFamily="49" charset="-122"/>
                  <a:ea typeface="隶书" pitchFamily="49" charset="-122"/>
                </a:rPr>
                <a:t>     </a:t>
              </a:r>
              <a:r>
                <a:rPr lang="zh-CN" altLang="en-US" b="1" dirty="0">
                  <a:ln>
                    <a:prstDash val="solid"/>
                  </a:ln>
                  <a:solidFill>
                    <a:srgbClr val="C01920"/>
                  </a:solidFill>
                  <a:latin typeface="隶书" pitchFamily="49" charset="-122"/>
                  <a:ea typeface="隶书" pitchFamily="49" charset="-122"/>
                </a:rPr>
                <a:t>在</a:t>
              </a:r>
              <a:r>
                <a:rPr lang="en-US" altLang="zh-CN" b="1" dirty="0">
                  <a:ln>
                    <a:prstDash val="solid"/>
                  </a:ln>
                  <a:solidFill>
                    <a:srgbClr val="C01920"/>
                  </a:solidFill>
                  <a:latin typeface="隶书" pitchFamily="49" charset="-122"/>
                  <a:ea typeface="隶书" pitchFamily="49" charset="-122"/>
                </a:rPr>
                <a:t>TC2.0</a:t>
              </a:r>
              <a:r>
                <a:rPr lang="zh-CN" altLang="en-US" b="1" dirty="0">
                  <a:ln>
                    <a:prstDash val="solid"/>
                  </a:ln>
                  <a:solidFill>
                    <a:srgbClr val="C01920"/>
                  </a:solidFill>
                  <a:latin typeface="隶书" pitchFamily="49" charset="-122"/>
                  <a:ea typeface="隶书" pitchFamily="49" charset="-122"/>
                </a:rPr>
                <a:t>或</a:t>
              </a:r>
              <a:r>
                <a:rPr lang="en-US" altLang="zh-CN" b="1" dirty="0">
                  <a:ln>
                    <a:prstDash val="solid"/>
                  </a:ln>
                  <a:solidFill>
                    <a:srgbClr val="C01920"/>
                  </a:solidFill>
                  <a:latin typeface="隶书" pitchFamily="49" charset="-122"/>
                  <a:ea typeface="隶书" pitchFamily="49" charset="-122"/>
                </a:rPr>
                <a:t>BC3.1</a:t>
              </a:r>
              <a:r>
                <a:rPr lang="zh-CN" altLang="en-US" b="1" dirty="0">
                  <a:ln>
                    <a:prstDash val="solid"/>
                  </a:ln>
                  <a:solidFill>
                    <a:srgbClr val="C01920"/>
                  </a:solidFill>
                  <a:latin typeface="隶书" pitchFamily="49" charset="-122"/>
                  <a:ea typeface="隶书" pitchFamily="49" charset="-122"/>
                </a:rPr>
                <a:t>下，一个整数默认情况下需要</a:t>
              </a:r>
              <a:r>
                <a:rPr lang="en-US" altLang="zh-CN" b="1" dirty="0">
                  <a:ln>
                    <a:prstDash val="solid"/>
                  </a:ln>
                  <a:solidFill>
                    <a:srgbClr val="C01920"/>
                  </a:solidFill>
                  <a:latin typeface="隶书" pitchFamily="49" charset="-122"/>
                  <a:ea typeface="隶书" pitchFamily="49" charset="-122"/>
                </a:rPr>
                <a:t>2</a:t>
              </a:r>
              <a:r>
                <a:rPr lang="zh-CN" altLang="en-US" b="1" dirty="0">
                  <a:ln>
                    <a:prstDash val="solid"/>
                  </a:ln>
                  <a:solidFill>
                    <a:srgbClr val="C01920"/>
                  </a:solidFill>
                  <a:latin typeface="隶书" pitchFamily="49" charset="-122"/>
                  <a:ea typeface="隶书" pitchFamily="49" charset="-122"/>
                </a:rPr>
                <a:t>个字节（</a:t>
              </a:r>
              <a:r>
                <a:rPr lang="en-US" altLang="zh-CN" b="1" dirty="0">
                  <a:ln>
                    <a:prstDash val="solid"/>
                  </a:ln>
                  <a:solidFill>
                    <a:srgbClr val="C01920"/>
                  </a:solidFill>
                  <a:latin typeface="隶书" pitchFamily="49" charset="-122"/>
                  <a:ea typeface="隶书" pitchFamily="49" charset="-122"/>
                </a:rPr>
                <a:t>16</a:t>
              </a:r>
              <a:r>
                <a:rPr lang="zh-CN" altLang="en-US" b="1" dirty="0">
                  <a:ln>
                    <a:prstDash val="solid"/>
                  </a:ln>
                  <a:solidFill>
                    <a:srgbClr val="C01920"/>
                  </a:solidFill>
                  <a:latin typeface="隶书" pitchFamily="49" charset="-122"/>
                  <a:ea typeface="隶书" pitchFamily="49" charset="-122"/>
                </a:rPr>
                <a:t>位）的内存单元存放；而在</a:t>
              </a:r>
              <a:r>
                <a:rPr lang="en-US" altLang="zh-CN" b="1" dirty="0">
                  <a:ln>
                    <a:prstDash val="solid"/>
                  </a:ln>
                  <a:solidFill>
                    <a:srgbClr val="C01920"/>
                  </a:solidFill>
                  <a:latin typeface="隶书" pitchFamily="49" charset="-122"/>
                  <a:ea typeface="隶书" pitchFamily="49" charset="-122"/>
                </a:rPr>
                <a:t>VC6.0</a:t>
              </a:r>
              <a:r>
                <a:rPr lang="zh-CN" altLang="en-US" b="1" dirty="0">
                  <a:ln>
                    <a:prstDash val="solid"/>
                  </a:ln>
                  <a:solidFill>
                    <a:srgbClr val="C01920"/>
                  </a:solidFill>
                  <a:latin typeface="隶书" pitchFamily="49" charset="-122"/>
                  <a:ea typeface="隶书" pitchFamily="49" charset="-122"/>
                </a:rPr>
                <a:t>、</a:t>
              </a:r>
              <a:r>
                <a:rPr lang="en-US" altLang="zh-CN" b="1" dirty="0">
                  <a:ln>
                    <a:prstDash val="solid"/>
                  </a:ln>
                  <a:solidFill>
                    <a:srgbClr val="C01920"/>
                  </a:solidFill>
                  <a:latin typeface="隶书" pitchFamily="49" charset="-122"/>
                  <a:ea typeface="隶书" pitchFamily="49" charset="-122"/>
                </a:rPr>
                <a:t>VC2010</a:t>
              </a:r>
              <a:r>
                <a:rPr lang="zh-CN" altLang="en-US" b="1" dirty="0">
                  <a:ln>
                    <a:prstDash val="solid"/>
                  </a:ln>
                  <a:solidFill>
                    <a:srgbClr val="C01920"/>
                  </a:solidFill>
                  <a:latin typeface="隶书" pitchFamily="49" charset="-122"/>
                  <a:ea typeface="隶书" pitchFamily="49" charset="-122"/>
                </a:rPr>
                <a:t>、</a:t>
              </a:r>
              <a:r>
                <a:rPr lang="en-US" altLang="zh-CN" b="1" dirty="0">
                  <a:ln>
                    <a:prstDash val="solid"/>
                  </a:ln>
                  <a:solidFill>
                    <a:srgbClr val="C01920"/>
                  </a:solidFill>
                  <a:latin typeface="隶书" pitchFamily="49" charset="-122"/>
                  <a:ea typeface="隶书" pitchFamily="49" charset="-122"/>
                </a:rPr>
                <a:t>CB17.12</a:t>
              </a:r>
              <a:r>
                <a:rPr lang="zh-CN" altLang="en-US" b="1" dirty="0">
                  <a:ln>
                    <a:prstDash val="solid"/>
                  </a:ln>
                  <a:solidFill>
                    <a:srgbClr val="C01920"/>
                  </a:solidFill>
                  <a:latin typeface="隶书" pitchFamily="49" charset="-122"/>
                  <a:ea typeface="隶书" pitchFamily="49" charset="-122"/>
                </a:rPr>
                <a:t>下</a:t>
              </a:r>
              <a:r>
                <a:rPr lang="en-US" altLang="zh-CN" b="1" dirty="0">
                  <a:ln>
                    <a:prstDash val="solid"/>
                  </a:ln>
                  <a:solidFill>
                    <a:srgbClr val="C01920"/>
                  </a:solidFill>
                  <a:latin typeface="隶书" pitchFamily="49" charset="-122"/>
                  <a:ea typeface="隶书" pitchFamily="49" charset="-122"/>
                </a:rPr>
                <a:t>,</a:t>
              </a:r>
              <a:r>
                <a:rPr lang="zh-CN" altLang="en-US" b="1" dirty="0">
                  <a:ln>
                    <a:prstDash val="solid"/>
                  </a:ln>
                  <a:solidFill>
                    <a:srgbClr val="C01920"/>
                  </a:solidFill>
                  <a:latin typeface="隶书" pitchFamily="49" charset="-122"/>
                  <a:ea typeface="隶书" pitchFamily="49" charset="-122"/>
                </a:rPr>
                <a:t>则需要</a:t>
              </a:r>
              <a:r>
                <a:rPr lang="en-US" altLang="zh-CN" b="1" dirty="0">
                  <a:ln>
                    <a:prstDash val="solid"/>
                  </a:ln>
                  <a:solidFill>
                    <a:srgbClr val="C01920"/>
                  </a:solidFill>
                  <a:latin typeface="隶书" pitchFamily="49" charset="-122"/>
                  <a:ea typeface="隶书" pitchFamily="49" charset="-122"/>
                </a:rPr>
                <a:t>4</a:t>
              </a:r>
              <a:r>
                <a:rPr lang="zh-CN" altLang="en-US" b="1" dirty="0">
                  <a:ln>
                    <a:prstDash val="solid"/>
                  </a:ln>
                  <a:solidFill>
                    <a:srgbClr val="C01920"/>
                  </a:solidFill>
                  <a:latin typeface="隶书" pitchFamily="49" charset="-122"/>
                  <a:ea typeface="隶书" pitchFamily="49" charset="-122"/>
                </a:rPr>
                <a:t>个字节（</a:t>
              </a:r>
              <a:r>
                <a:rPr lang="en-US" altLang="zh-CN" b="1" dirty="0">
                  <a:ln>
                    <a:prstDash val="solid"/>
                  </a:ln>
                  <a:solidFill>
                    <a:srgbClr val="C01920"/>
                  </a:solidFill>
                  <a:latin typeface="隶书" pitchFamily="49" charset="-122"/>
                  <a:ea typeface="隶书" pitchFamily="49" charset="-122"/>
                </a:rPr>
                <a:t>32</a:t>
              </a:r>
              <a:r>
                <a:rPr lang="zh-CN" altLang="en-US" b="1" dirty="0">
                  <a:ln>
                    <a:prstDash val="solid"/>
                  </a:ln>
                  <a:solidFill>
                    <a:srgbClr val="C01920"/>
                  </a:solidFill>
                  <a:latin typeface="隶书" pitchFamily="49" charset="-122"/>
                  <a:ea typeface="隶书" pitchFamily="49" charset="-122"/>
                </a:rPr>
                <a:t>位）。 </a:t>
              </a:r>
            </a:p>
          </p:txBody>
        </p:sp>
        <p:pic>
          <p:nvPicPr>
            <p:cNvPr id="10" name="图片 9" descr="注意.jfif"/>
            <p:cNvPicPr>
              <a:picLocks noChangeAspect="1"/>
            </p:cNvPicPr>
            <p:nvPr/>
          </p:nvPicPr>
          <p:blipFill>
            <a:blip r:embed="rId5" cstate="print">
              <a:clrChange>
                <a:clrFrom>
                  <a:srgbClr val="FFFFFF"/>
                </a:clrFrom>
                <a:clrTo>
                  <a:srgbClr val="FFFFFF">
                    <a:alpha val="0"/>
                  </a:srgbClr>
                </a:clrTo>
              </a:clrChange>
            </a:blip>
            <a:stretch>
              <a:fillRect/>
            </a:stretch>
          </p:blipFill>
          <p:spPr>
            <a:xfrm>
              <a:off x="885778" y="5292302"/>
              <a:ext cx="483746" cy="478790"/>
            </a:xfrm>
            <a:prstGeom prst="rect">
              <a:avLst/>
            </a:prstGeom>
            <a:effectLst>
              <a:outerShdw blurRad="50800" dist="50800" dir="5400000" algn="ctr" rotWithShape="0">
                <a:srgbClr val="000000">
                  <a:alpha val="0"/>
                </a:srgbClr>
              </a:outerShdw>
            </a:effectLst>
          </p:spPr>
        </p:pic>
      </p:grpSp>
      <p:sp>
        <p:nvSpPr>
          <p:cNvPr id="12" name="Rectangle 4">
            <a:extLst>
              <a:ext uri="{FF2B5EF4-FFF2-40B4-BE49-F238E27FC236}">
                <a16:creationId xmlns:a16="http://schemas.microsoft.com/office/drawing/2014/main" id="{5D693E7B-58E4-4CC1-8CA7-081B87364641}"/>
              </a:ext>
            </a:extLst>
          </p:cNvPr>
          <p:cNvSpPr>
            <a:spLocks noChangeArrowheads="1"/>
          </p:cNvSpPr>
          <p:nvPr/>
        </p:nvSpPr>
        <p:spPr bwMode="auto">
          <a:xfrm>
            <a:off x="767408" y="315745"/>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简单数据类型与表示范围</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56741"/>
                                        </p:tgtEl>
                                        <p:attrNameLst>
                                          <p:attrName>style.visibility</p:attrName>
                                        </p:attrNameLst>
                                      </p:cBhvr>
                                      <p:to>
                                        <p:strVal val="visible"/>
                                      </p:to>
                                    </p:set>
                                    <p:animEffect transition="in" filter="blinds(horizontal)">
                                      <p:cBhvr>
                                        <p:cTn id="7" dur="500"/>
                                        <p:tgtEl>
                                          <p:spTgt spid="75674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756742">
                                            <p:txEl>
                                              <p:pRg st="0" end="0"/>
                                            </p:txEl>
                                          </p:spTgt>
                                        </p:tgtEl>
                                        <p:attrNameLst>
                                          <p:attrName>style.visibility</p:attrName>
                                        </p:attrNameLst>
                                      </p:cBhvr>
                                      <p:to>
                                        <p:strVal val="visible"/>
                                      </p:to>
                                    </p:set>
                                    <p:anim calcmode="lin" valueType="num">
                                      <p:cBhvr additive="base">
                                        <p:cTn id="12" dur="500" fill="hold"/>
                                        <p:tgtEl>
                                          <p:spTgt spid="756742">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75674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56742">
                                            <p:txEl>
                                              <p:pRg st="1" end="1"/>
                                            </p:txEl>
                                          </p:spTgt>
                                        </p:tgtEl>
                                        <p:attrNameLst>
                                          <p:attrName>style.visibility</p:attrName>
                                        </p:attrNameLst>
                                      </p:cBhvr>
                                      <p:to>
                                        <p:strVal val="visible"/>
                                      </p:to>
                                    </p:set>
                                    <p:animEffect transition="in" filter="blinds(horizontal)">
                                      <p:cBhvr>
                                        <p:cTn id="18" dur="500"/>
                                        <p:tgtEl>
                                          <p:spTgt spid="756742">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756743"/>
                                        </p:tgtEl>
                                        <p:attrNameLst>
                                          <p:attrName>style.visibility</p:attrName>
                                        </p:attrNameLst>
                                      </p:cBhvr>
                                      <p:to>
                                        <p:strVal val="visible"/>
                                      </p:to>
                                    </p:set>
                                    <p:animEffect transition="in" filter="box(out)">
                                      <p:cBhvr>
                                        <p:cTn id="23" dur="500"/>
                                        <p:tgtEl>
                                          <p:spTgt spid="756743"/>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16"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box(in)">
                                      <p:cBhvr>
                                        <p:cTn id="28" dur="500"/>
                                        <p:tgtEl>
                                          <p:spTgt spid="11"/>
                                        </p:tgtEl>
                                      </p:cBhvr>
                                    </p:animEffect>
                                  </p:childTnLst>
                                  <p:subTnLst>
                                    <p:audio>
                                      <p:cMediaNode>
                                        <p:cTn display="0" masterRel="sameClick">
                                          <p:stCondLst>
                                            <p:cond evt="begin" delay="0">
                                              <p:tn val="26"/>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6741" grpId="0"/>
      <p:bldP spid="756742" grpId="0" build="allAtOnce"/>
      <p:bldP spid="756743"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4D54DFA2-875C-4FE2-950A-E7D29646DF02}"/>
              </a:ext>
            </a:extLst>
          </p:cNvPr>
          <p:cNvGrpSpPr/>
          <p:nvPr/>
        </p:nvGrpSpPr>
        <p:grpSpPr>
          <a:xfrm>
            <a:off x="862466" y="2138924"/>
            <a:ext cx="5017510" cy="4430944"/>
            <a:chOff x="695400" y="1412776"/>
            <a:chExt cx="5567251" cy="5222744"/>
          </a:xfrm>
        </p:grpSpPr>
        <p:sp>
          <p:nvSpPr>
            <p:cNvPr id="2" name="矩形 1">
              <a:extLst>
                <a:ext uri="{FF2B5EF4-FFF2-40B4-BE49-F238E27FC236}">
                  <a16:creationId xmlns:a16="http://schemas.microsoft.com/office/drawing/2014/main" id="{6503D93C-8A54-4BF8-8CC3-CC4DE6354D0C}"/>
                </a:ext>
              </a:extLst>
            </p:cNvPr>
            <p:cNvSpPr/>
            <p:nvPr/>
          </p:nvSpPr>
          <p:spPr bwMode="auto">
            <a:xfrm>
              <a:off x="695400" y="1412776"/>
              <a:ext cx="5567251" cy="5222744"/>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0000"/>
              </a:solidFill>
              <a:headEnd type="none" w="med" len="med"/>
              <a:tailEnd type="none" w="med" len="med"/>
            </a:ln>
            <a:effectLst>
              <a:outerShdw blurRad="50800" dist="106680" dir="2700000" algn="tl" rotWithShape="0">
                <a:prstClr val="black">
                  <a:alpha val="43000"/>
                </a:prstClr>
              </a:outerShdw>
            </a:effectLst>
            <a:scene3d>
              <a:camera prst="orthographicFront"/>
              <a:lightRig rig="threePt" dir="t"/>
            </a:scene3d>
            <a:sp3d>
              <a:bevelT w="114300" prst="hardEdge"/>
            </a:sp3d>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solidFill>
                    <a:srgbClr val="FF3399"/>
                  </a:solidFill>
                </a:ln>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5400000" scaled="1"/>
                  <a:tileRect/>
                </a:gradFill>
                <a:effectLst/>
                <a:latin typeface="Times New Roman" pitchFamily="18" charset="0"/>
                <a:ea typeface="宋体" pitchFamily="2" charset="-122"/>
              </a:endParaRPr>
            </a:p>
          </p:txBody>
        </p:sp>
        <p:sp>
          <p:nvSpPr>
            <p:cNvPr id="25" name="Rectangle 7">
              <a:extLst>
                <a:ext uri="{FF2B5EF4-FFF2-40B4-BE49-F238E27FC236}">
                  <a16:creationId xmlns:a16="http://schemas.microsoft.com/office/drawing/2014/main" id="{051869C9-2EA3-406C-AE04-296AB6979262}"/>
                </a:ext>
              </a:extLst>
            </p:cNvPr>
            <p:cNvSpPr>
              <a:spLocks noChangeArrowheads="1"/>
            </p:cNvSpPr>
            <p:nvPr/>
          </p:nvSpPr>
          <p:spPr bwMode="auto">
            <a:xfrm>
              <a:off x="864153" y="1413918"/>
              <a:ext cx="3378044" cy="544164"/>
            </a:xfrm>
            <a:prstGeom prst="rect">
              <a:avLst/>
            </a:prstGeom>
            <a:noFill/>
            <a:ln w="9525">
              <a:noFill/>
              <a:miter lim="800000"/>
              <a:headEnd/>
              <a:tailEnd/>
            </a:ln>
            <a:effectLst/>
          </p:spPr>
          <p:txBody>
            <a:bodyPr wrap="square" anchor="ctr">
              <a:spAutoFit/>
            </a:bodyPr>
            <a:lstStyle/>
            <a:p>
              <a:pPr>
                <a:tabLst>
                  <a:tab pos="571500" algn="l"/>
                </a:tabLst>
              </a:pPr>
              <a:r>
                <a:rPr lang="zh-CN" altLang="en-US" b="1" u="sng" dirty="0">
                  <a:solidFill>
                    <a:srgbClr val="C01920"/>
                  </a:solidFill>
                  <a:latin typeface="隶书" panose="02010509060101010101" pitchFamily="49" charset="-122"/>
                  <a:ea typeface="隶书" panose="02010509060101010101" pitchFamily="49" charset="-122"/>
                </a:rPr>
                <a:t>对于</a:t>
              </a:r>
              <a:r>
                <a:rPr lang="en-US" altLang="zh-CN" b="1" u="sng" dirty="0">
                  <a:solidFill>
                    <a:srgbClr val="C01920"/>
                  </a:solidFill>
                  <a:latin typeface="隶书" panose="02010509060101010101" pitchFamily="49" charset="-122"/>
                  <a:ea typeface="隶书" panose="02010509060101010101" pitchFamily="49" charset="-122"/>
                </a:rPr>
                <a:t>16</a:t>
              </a:r>
              <a:r>
                <a:rPr lang="zh-CN" altLang="en-US" b="1" u="sng" dirty="0">
                  <a:solidFill>
                    <a:srgbClr val="C01920"/>
                  </a:solidFill>
                  <a:latin typeface="隶书" panose="02010509060101010101" pitchFamily="49" charset="-122"/>
                  <a:ea typeface="隶书" panose="02010509060101010101" pitchFamily="49" charset="-122"/>
                </a:rPr>
                <a:t>位的内存单元</a:t>
              </a:r>
              <a:r>
                <a:rPr lang="zh-CN" altLang="en-US" b="1" u="sng" dirty="0">
                  <a:solidFill>
                    <a:srgbClr val="C01920"/>
                  </a:solidFill>
                  <a:latin typeface="隶书" panose="02010509060101010101" pitchFamily="49" charset="-122"/>
                  <a:ea typeface="隶书" panose="02010509060101010101" pitchFamily="49" charset="-122"/>
                  <a:sym typeface="Wingdings" pitchFamily="2" charset="2"/>
                </a:rPr>
                <a:t>：</a:t>
              </a:r>
            </a:p>
          </p:txBody>
        </p:sp>
      </p:grpSp>
      <p:sp>
        <p:nvSpPr>
          <p:cNvPr id="758790" name="Rectangle 6"/>
          <p:cNvSpPr>
            <a:spLocks noChangeArrowheads="1"/>
          </p:cNvSpPr>
          <p:nvPr/>
        </p:nvSpPr>
        <p:spPr bwMode="auto">
          <a:xfrm>
            <a:off x="816555" y="1557330"/>
            <a:ext cx="4840287" cy="523220"/>
          </a:xfrm>
          <a:prstGeom prst="rect">
            <a:avLst/>
          </a:prstGeom>
          <a:noFill/>
          <a:ln w="9525">
            <a:noFill/>
            <a:miter lim="800000"/>
            <a:headEnd/>
            <a:tailEnd/>
          </a:ln>
          <a:effectLst/>
        </p:spPr>
        <p:txBody>
          <a:bodyPr anchor="ctr">
            <a:spAutoFit/>
          </a:bodyPr>
          <a:lstStyle/>
          <a:p>
            <a:pPr>
              <a:buFont typeface="Wingdings" pitchFamily="2" charset="2"/>
              <a:buChar char="Ø"/>
              <a:tabLst>
                <a:tab pos="571500" algn="l"/>
              </a:tabLst>
            </a:pPr>
            <a:r>
              <a:rPr lang="zh-CN" altLang="en-US" b="1" dirty="0">
                <a:solidFill>
                  <a:srgbClr val="C01920"/>
                </a:solidFill>
                <a:latin typeface="+mn-lt"/>
                <a:ea typeface="楷体" pitchFamily="49" charset="-122"/>
              </a:rPr>
              <a:t>十进制整数</a:t>
            </a:r>
            <a:r>
              <a:rPr lang="en-US" altLang="zh-CN" b="1" dirty="0">
                <a:solidFill>
                  <a:srgbClr val="C01920"/>
                </a:solidFill>
                <a:latin typeface="+mn-lt"/>
                <a:ea typeface="楷体" pitchFamily="49" charset="-122"/>
              </a:rPr>
              <a:t>  </a:t>
            </a:r>
            <a:r>
              <a:rPr lang="en-US" altLang="zh-CN" sz="2800" b="1" dirty="0">
                <a:solidFill>
                  <a:srgbClr val="002060"/>
                </a:solidFill>
                <a:latin typeface="+mn-lt"/>
                <a:ea typeface="楷体" pitchFamily="49" charset="-122"/>
              </a:rPr>
              <a:t>+14</a:t>
            </a:r>
            <a:endParaRPr lang="zh-CN" altLang="en-US" sz="2800" b="1" dirty="0">
              <a:solidFill>
                <a:srgbClr val="002060"/>
              </a:solidFill>
              <a:latin typeface="+mn-lt"/>
              <a:ea typeface="楷体" pitchFamily="49" charset="-122"/>
            </a:endParaRPr>
          </a:p>
        </p:txBody>
      </p:sp>
      <p:grpSp>
        <p:nvGrpSpPr>
          <p:cNvPr id="758870" name="Group 86"/>
          <p:cNvGrpSpPr>
            <a:grpSpLocks/>
          </p:cNvGrpSpPr>
          <p:nvPr/>
        </p:nvGrpSpPr>
        <p:grpSpPr bwMode="auto">
          <a:xfrm>
            <a:off x="1654932" y="3161982"/>
            <a:ext cx="2089150" cy="944563"/>
            <a:chOff x="802" y="1796"/>
            <a:chExt cx="1316" cy="595"/>
          </a:xfrm>
        </p:grpSpPr>
        <p:sp>
          <p:nvSpPr>
            <p:cNvPr id="758847" name="Line 63"/>
            <p:cNvSpPr>
              <a:spLocks noChangeShapeType="1"/>
            </p:cNvSpPr>
            <p:nvPr/>
          </p:nvSpPr>
          <p:spPr bwMode="auto">
            <a:xfrm flipV="1">
              <a:off x="1273" y="1796"/>
              <a:ext cx="0" cy="363"/>
            </a:xfrm>
            <a:prstGeom prst="line">
              <a:avLst/>
            </a:prstGeom>
            <a:noFill/>
            <a:ln w="28575">
              <a:solidFill>
                <a:srgbClr val="0000FF"/>
              </a:solidFill>
              <a:round/>
              <a:headEnd/>
              <a:tailEnd type="stealth" w="lg" len="lg"/>
            </a:ln>
            <a:effectLst/>
          </p:spPr>
          <p:txBody>
            <a:bodyPr/>
            <a:lstStyle/>
            <a:p>
              <a:endParaRPr lang="zh-CN" altLang="en-US"/>
            </a:p>
          </p:txBody>
        </p:sp>
        <p:sp>
          <p:nvSpPr>
            <p:cNvPr id="758848" name="Text Box 64"/>
            <p:cNvSpPr txBox="1">
              <a:spLocks noChangeArrowheads="1"/>
            </p:cNvSpPr>
            <p:nvPr/>
          </p:nvSpPr>
          <p:spPr bwMode="auto">
            <a:xfrm>
              <a:off x="802" y="2141"/>
              <a:ext cx="1316" cy="250"/>
            </a:xfrm>
            <a:prstGeom prst="rect">
              <a:avLst/>
            </a:prstGeom>
            <a:noFill/>
            <a:ln w="9525">
              <a:noFill/>
              <a:miter lim="800000"/>
              <a:headEnd/>
              <a:tailEnd/>
            </a:ln>
            <a:effectLst/>
          </p:spPr>
          <p:txBody>
            <a:bodyPr>
              <a:spAutoFit/>
            </a:bodyPr>
            <a:lstStyle/>
            <a:p>
              <a:pPr>
                <a:spcBef>
                  <a:spcPct val="50000"/>
                </a:spcBef>
              </a:pPr>
              <a:r>
                <a:rPr lang="zh-CN" altLang="en-US" sz="2000" b="1" dirty="0">
                  <a:solidFill>
                    <a:schemeClr val="accent2"/>
                  </a:solidFill>
                  <a:effectLst>
                    <a:outerShdw blurRad="38100" dist="38100" dir="2700000" algn="tl">
                      <a:srgbClr val="000000"/>
                    </a:outerShdw>
                  </a:effectLst>
                  <a:latin typeface="楷体" pitchFamily="49" charset="-122"/>
                  <a:ea typeface="楷体" pitchFamily="49" charset="-122"/>
                </a:rPr>
                <a:t>符号位</a:t>
              </a:r>
              <a:r>
                <a:rPr lang="en-US" altLang="zh-CN" sz="2000" b="1" dirty="0">
                  <a:solidFill>
                    <a:schemeClr val="accent2"/>
                  </a:solidFill>
                  <a:effectLst>
                    <a:outerShdw blurRad="38100" dist="38100" dir="2700000" algn="tl">
                      <a:srgbClr val="000000"/>
                    </a:outerShdw>
                  </a:effectLst>
                  <a:latin typeface="楷体" pitchFamily="49" charset="-122"/>
                  <a:ea typeface="楷体" pitchFamily="49" charset="-122"/>
                </a:rPr>
                <a:t>(</a:t>
              </a:r>
              <a:r>
                <a:rPr lang="zh-CN" altLang="en-US" sz="2000" b="1" dirty="0">
                  <a:solidFill>
                    <a:schemeClr val="accent2"/>
                  </a:solidFill>
                  <a:effectLst>
                    <a:outerShdw blurRad="38100" dist="38100" dir="2700000" algn="tl">
                      <a:srgbClr val="000000"/>
                    </a:outerShdw>
                  </a:effectLst>
                  <a:latin typeface="楷体" pitchFamily="49" charset="-122"/>
                  <a:ea typeface="楷体" pitchFamily="49" charset="-122"/>
                </a:rPr>
                <a:t>表示正</a:t>
              </a:r>
              <a:r>
                <a:rPr lang="en-US" altLang="zh-CN" sz="2000" b="1" dirty="0">
                  <a:solidFill>
                    <a:schemeClr val="accent2"/>
                  </a:solidFill>
                  <a:effectLst>
                    <a:outerShdw blurRad="38100" dist="38100" dir="2700000" algn="tl">
                      <a:srgbClr val="000000"/>
                    </a:outerShdw>
                  </a:effectLst>
                  <a:latin typeface="楷体" pitchFamily="49" charset="-122"/>
                  <a:ea typeface="楷体" pitchFamily="49" charset="-122"/>
                </a:rPr>
                <a:t>)</a:t>
              </a:r>
            </a:p>
          </p:txBody>
        </p:sp>
      </p:grpSp>
      <p:graphicFrame>
        <p:nvGraphicFramePr>
          <p:cNvPr id="758852" name="Group 68"/>
          <p:cNvGraphicFramePr>
            <a:graphicFrameLocks noGrp="1"/>
          </p:cNvGraphicFramePr>
          <p:nvPr>
            <p:extLst>
              <p:ext uri="{D42A27DB-BD31-4B8C-83A1-F6EECF244321}">
                <p14:modId xmlns:p14="http://schemas.microsoft.com/office/powerpoint/2010/main" val="1556559244"/>
              </p:ext>
            </p:extLst>
          </p:nvPr>
        </p:nvGraphicFramePr>
        <p:xfrm>
          <a:off x="2429544" y="4946274"/>
          <a:ext cx="1943100" cy="1150938"/>
        </p:xfrm>
        <a:graphic>
          <a:graphicData uri="http://schemas.openxmlformats.org/drawingml/2006/table">
            <a:tbl>
              <a:tblPr/>
              <a:tblGrid>
                <a:gridCol w="1943100">
                  <a:extLst>
                    <a:ext uri="{9D8B030D-6E8A-4147-A177-3AD203B41FA5}">
                      <a16:colId xmlns:a16="http://schemas.microsoft.com/office/drawing/2014/main" val="20000"/>
                    </a:ext>
                  </a:extLst>
                </a:gridCol>
              </a:tblGrid>
              <a:tr h="5762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00001110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5746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FF3300"/>
                          </a:solidFill>
                          <a:effectLst>
                            <a:outerShdw blurRad="38100" dist="38100" dir="2700000" algn="tl">
                              <a:srgbClr val="000000"/>
                            </a:outerShdw>
                          </a:effectLst>
                          <a:latin typeface="Times New Roman" pitchFamily="18" charset="0"/>
                          <a:ea typeface="宋体" pitchFamily="2" charset="-122"/>
                        </a:rPr>
                        <a:t>0</a:t>
                      </a:r>
                      <a:r>
                        <a:rPr kumimoji="1" lang="en-US" altLang="zh-CN" sz="2800" b="1" i="0" u="none" strike="noStrike" cap="none" normalizeH="0" baseline="0" dirty="0">
                          <a:ln>
                            <a:noFill/>
                          </a:ln>
                          <a:solidFill>
                            <a:schemeClr val="accent2"/>
                          </a:solidFill>
                          <a:effectLst>
                            <a:outerShdw blurRad="38100" dist="38100" dir="2700000" algn="tl">
                              <a:srgbClr val="000000"/>
                            </a:outerShdw>
                          </a:effectLst>
                          <a:latin typeface="Times New Roman" pitchFamily="18" charset="0"/>
                          <a:ea typeface="宋体" pitchFamily="2" charset="-122"/>
                        </a:rPr>
                        <a:t>0000000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1"/>
                  </a:ext>
                </a:extLst>
              </a:tr>
            </a:tbl>
          </a:graphicData>
        </a:graphic>
      </p:graphicFrame>
      <p:grpSp>
        <p:nvGrpSpPr>
          <p:cNvPr id="758860" name="Group 76"/>
          <p:cNvGrpSpPr>
            <a:grpSpLocks/>
          </p:cNvGrpSpPr>
          <p:nvPr/>
        </p:nvGrpSpPr>
        <p:grpSpPr bwMode="auto">
          <a:xfrm>
            <a:off x="1419894" y="4962148"/>
            <a:ext cx="1023938" cy="1000125"/>
            <a:chOff x="1654" y="2714"/>
            <a:chExt cx="645" cy="630"/>
          </a:xfrm>
        </p:grpSpPr>
        <p:sp>
          <p:nvSpPr>
            <p:cNvPr id="758862" name="Text Box 78"/>
            <p:cNvSpPr txBox="1">
              <a:spLocks noChangeArrowheads="1"/>
            </p:cNvSpPr>
            <p:nvPr/>
          </p:nvSpPr>
          <p:spPr bwMode="auto">
            <a:xfrm>
              <a:off x="1664" y="3111"/>
              <a:ext cx="635" cy="233"/>
            </a:xfrm>
            <a:prstGeom prst="rect">
              <a:avLst/>
            </a:prstGeom>
            <a:noFill/>
            <a:ln w="9525">
              <a:noFill/>
              <a:miter lim="800000"/>
              <a:headEnd/>
              <a:tailEnd/>
            </a:ln>
            <a:effectLst/>
          </p:spPr>
          <p:txBody>
            <a:bodyPr>
              <a:spAutoFit/>
            </a:bodyPr>
            <a:lstStyle/>
            <a:p>
              <a:pPr>
                <a:spcBef>
                  <a:spcPct val="50000"/>
                </a:spcBef>
              </a:pPr>
              <a:r>
                <a:rPr lang="zh-CN" altLang="en-US" sz="1800" b="1" dirty="0">
                  <a:latin typeface="楷体" pitchFamily="49" charset="-122"/>
                  <a:ea typeface="楷体" pitchFamily="49" charset="-122"/>
                </a:rPr>
                <a:t>高字节</a:t>
              </a:r>
            </a:p>
          </p:txBody>
        </p:sp>
        <p:sp>
          <p:nvSpPr>
            <p:cNvPr id="758861" name="Text Box 77"/>
            <p:cNvSpPr txBox="1">
              <a:spLocks noChangeArrowheads="1"/>
            </p:cNvSpPr>
            <p:nvPr/>
          </p:nvSpPr>
          <p:spPr bwMode="auto">
            <a:xfrm>
              <a:off x="1654" y="2714"/>
              <a:ext cx="635" cy="233"/>
            </a:xfrm>
            <a:prstGeom prst="rect">
              <a:avLst/>
            </a:prstGeom>
            <a:noFill/>
            <a:ln w="9525">
              <a:noFill/>
              <a:miter lim="800000"/>
              <a:headEnd/>
              <a:tailEnd/>
            </a:ln>
            <a:effectLst/>
          </p:spPr>
          <p:txBody>
            <a:bodyPr>
              <a:spAutoFit/>
            </a:bodyPr>
            <a:lstStyle/>
            <a:p>
              <a:pPr>
                <a:spcBef>
                  <a:spcPct val="50000"/>
                </a:spcBef>
              </a:pPr>
              <a:r>
                <a:rPr lang="zh-CN" altLang="en-US" sz="1800" b="1" dirty="0">
                  <a:latin typeface="楷体" pitchFamily="49" charset="-122"/>
                  <a:ea typeface="楷体" pitchFamily="49" charset="-122"/>
                </a:rPr>
                <a:t>低字节</a:t>
              </a:r>
            </a:p>
          </p:txBody>
        </p:sp>
      </p:grpSp>
      <p:grpSp>
        <p:nvGrpSpPr>
          <p:cNvPr id="758863" name="Group 79"/>
          <p:cNvGrpSpPr>
            <a:grpSpLocks/>
          </p:cNvGrpSpPr>
          <p:nvPr/>
        </p:nvGrpSpPr>
        <p:grpSpPr bwMode="auto">
          <a:xfrm>
            <a:off x="4518695" y="5005014"/>
            <a:ext cx="1020763" cy="957263"/>
            <a:chOff x="3606" y="2741"/>
            <a:chExt cx="643" cy="603"/>
          </a:xfrm>
        </p:grpSpPr>
        <p:sp>
          <p:nvSpPr>
            <p:cNvPr id="758864" name="Text Box 80"/>
            <p:cNvSpPr txBox="1">
              <a:spLocks noChangeArrowheads="1"/>
            </p:cNvSpPr>
            <p:nvPr/>
          </p:nvSpPr>
          <p:spPr bwMode="auto">
            <a:xfrm>
              <a:off x="3614" y="2741"/>
              <a:ext cx="635" cy="233"/>
            </a:xfrm>
            <a:prstGeom prst="rect">
              <a:avLst/>
            </a:prstGeom>
            <a:noFill/>
            <a:ln w="9525">
              <a:noFill/>
              <a:miter lim="800000"/>
              <a:headEnd/>
              <a:tailEnd/>
            </a:ln>
            <a:effectLst/>
          </p:spPr>
          <p:txBody>
            <a:bodyPr>
              <a:spAutoFit/>
            </a:bodyPr>
            <a:lstStyle/>
            <a:p>
              <a:pPr>
                <a:spcBef>
                  <a:spcPct val="50000"/>
                </a:spcBef>
              </a:pPr>
              <a:r>
                <a:rPr lang="zh-CN" altLang="en-US" sz="1800" b="1">
                  <a:latin typeface="楷体" pitchFamily="49" charset="-122"/>
                  <a:ea typeface="楷体" pitchFamily="49" charset="-122"/>
                </a:rPr>
                <a:t>低地址</a:t>
              </a:r>
            </a:p>
          </p:txBody>
        </p:sp>
        <p:sp>
          <p:nvSpPr>
            <p:cNvPr id="758865" name="Text Box 81"/>
            <p:cNvSpPr txBox="1">
              <a:spLocks noChangeArrowheads="1"/>
            </p:cNvSpPr>
            <p:nvPr/>
          </p:nvSpPr>
          <p:spPr bwMode="auto">
            <a:xfrm>
              <a:off x="3606" y="3111"/>
              <a:ext cx="635" cy="233"/>
            </a:xfrm>
            <a:prstGeom prst="rect">
              <a:avLst/>
            </a:prstGeom>
            <a:noFill/>
            <a:ln w="9525">
              <a:noFill/>
              <a:miter lim="800000"/>
              <a:headEnd/>
              <a:tailEnd/>
            </a:ln>
            <a:effectLst/>
          </p:spPr>
          <p:txBody>
            <a:bodyPr>
              <a:spAutoFit/>
            </a:bodyPr>
            <a:lstStyle/>
            <a:p>
              <a:pPr>
                <a:spcBef>
                  <a:spcPct val="50000"/>
                </a:spcBef>
              </a:pPr>
              <a:r>
                <a:rPr lang="zh-CN" altLang="en-US" sz="1800" b="1">
                  <a:latin typeface="楷体" pitchFamily="49" charset="-122"/>
                  <a:ea typeface="楷体" pitchFamily="49" charset="-122"/>
                </a:rPr>
                <a:t>高地址</a:t>
              </a:r>
            </a:p>
          </p:txBody>
        </p:sp>
      </p:grpSp>
      <p:sp>
        <p:nvSpPr>
          <p:cNvPr id="758866" name="Line 82"/>
          <p:cNvSpPr>
            <a:spLocks noChangeShapeType="1"/>
          </p:cNvSpPr>
          <p:nvPr/>
        </p:nvSpPr>
        <p:spPr bwMode="auto">
          <a:xfrm>
            <a:off x="4547269" y="4931987"/>
            <a:ext cx="0" cy="1223962"/>
          </a:xfrm>
          <a:prstGeom prst="line">
            <a:avLst/>
          </a:prstGeom>
          <a:noFill/>
          <a:ln w="28575">
            <a:solidFill>
              <a:srgbClr val="FF0000"/>
            </a:solidFill>
            <a:round/>
            <a:headEnd/>
            <a:tailEnd type="stealth" w="lg" len="lg"/>
          </a:ln>
          <a:effectLst>
            <a:outerShdw blurRad="50800" dist="38100" dir="2700000" algn="tl" rotWithShape="0">
              <a:prstClr val="black">
                <a:alpha val="40000"/>
              </a:prstClr>
            </a:outerShdw>
          </a:effectLst>
        </p:spPr>
        <p:txBody>
          <a:bodyPr/>
          <a:lstStyle/>
          <a:p>
            <a:endParaRPr lang="zh-CN" altLang="en-US"/>
          </a:p>
        </p:txBody>
      </p:sp>
      <p:sp>
        <p:nvSpPr>
          <p:cNvPr id="758867" name="AutoShape 83"/>
          <p:cNvSpPr>
            <a:spLocks noChangeArrowheads="1"/>
          </p:cNvSpPr>
          <p:nvPr/>
        </p:nvSpPr>
        <p:spPr bwMode="auto">
          <a:xfrm>
            <a:off x="1471387" y="4373220"/>
            <a:ext cx="1008063" cy="424465"/>
          </a:xfrm>
          <a:prstGeom prst="wedgeRoundRectCallout">
            <a:avLst>
              <a:gd name="adj1" fmla="val 76367"/>
              <a:gd name="adj2" fmla="val 259227"/>
              <a:gd name="adj3" fmla="val 16667"/>
            </a:avLst>
          </a:prstGeom>
          <a:gradFill flip="none" rotWithShape="1">
            <a:gsLst>
              <a:gs pos="0">
                <a:srgbClr val="F0E5B7"/>
              </a:gs>
              <a:gs pos="100000">
                <a:srgbClr val="F0E5B7"/>
              </a:gs>
            </a:gsLst>
            <a:lin ang="27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dirty="0">
                <a:solidFill>
                  <a:srgbClr val="C01920"/>
                </a:solidFill>
                <a:latin typeface="楷体" pitchFamily="49" charset="-122"/>
                <a:ea typeface="楷体" pitchFamily="49" charset="-122"/>
              </a:rPr>
              <a:t>符号位</a:t>
            </a:r>
          </a:p>
        </p:txBody>
      </p:sp>
      <p:sp>
        <p:nvSpPr>
          <p:cNvPr id="758871" name="Rectangle 87"/>
          <p:cNvSpPr>
            <a:spLocks noChangeArrowheads="1"/>
          </p:cNvSpPr>
          <p:nvPr/>
        </p:nvSpPr>
        <p:spPr bwMode="auto">
          <a:xfrm>
            <a:off x="1053207" y="2750819"/>
            <a:ext cx="4138612" cy="457200"/>
          </a:xfrm>
          <a:prstGeom prst="rect">
            <a:avLst/>
          </a:prstGeom>
          <a:noFill/>
          <a:ln w="9525">
            <a:noFill/>
            <a:miter lim="800000"/>
            <a:headEnd/>
            <a:tailEnd/>
          </a:ln>
          <a:effectLst/>
        </p:spPr>
        <p:txBody>
          <a:bodyPr wrap="none">
            <a:spAutoFit/>
          </a:bodyPr>
          <a:lstStyle/>
          <a:p>
            <a:r>
              <a:rPr lang="en-US" altLang="zh-CN" b="1" dirty="0">
                <a:effectLst>
                  <a:outerShdw blurRad="38100" dist="38100" dir="2700000" algn="tl">
                    <a:srgbClr val="FFFFFF"/>
                  </a:outerShdw>
                </a:effectLst>
                <a:sym typeface="Wingdings" pitchFamily="2" charset="2"/>
              </a:rPr>
              <a:t>(+14)</a:t>
            </a:r>
            <a:r>
              <a:rPr lang="zh-CN" altLang="en-US" b="1" baseline="-25000" dirty="0">
                <a:effectLst>
                  <a:outerShdw blurRad="38100" dist="38100" dir="2700000" algn="tl">
                    <a:srgbClr val="FFFFFF"/>
                  </a:outerShdw>
                </a:effectLst>
                <a:latin typeface="楷体" pitchFamily="49" charset="-122"/>
                <a:ea typeface="楷体" pitchFamily="49" charset="-122"/>
                <a:sym typeface="Wingdings" pitchFamily="2" charset="2"/>
              </a:rPr>
              <a:t>补</a:t>
            </a:r>
            <a:r>
              <a:rPr lang="zh-CN" altLang="en-US" b="1" dirty="0">
                <a:effectLst>
                  <a:outerShdw blurRad="38100" dist="38100" dir="2700000" algn="tl">
                    <a:srgbClr val="FFFFFF"/>
                  </a:outerShdw>
                </a:effectLst>
                <a:sym typeface="Wingdings" pitchFamily="2" charset="2"/>
              </a:rPr>
              <a:t> </a:t>
            </a:r>
            <a:r>
              <a:rPr lang="en-US" altLang="zh-CN" b="1" dirty="0">
                <a:effectLst>
                  <a:outerShdw blurRad="38100" dist="38100" dir="2700000" algn="tl">
                    <a:srgbClr val="FFFFFF"/>
                  </a:outerShdw>
                </a:effectLst>
                <a:sym typeface="Wingdings" pitchFamily="2" charset="2"/>
              </a:rPr>
              <a:t>= </a:t>
            </a:r>
            <a:r>
              <a:rPr lang="en-US" altLang="zh-CN" b="1" dirty="0">
                <a:solidFill>
                  <a:srgbClr val="FF3300"/>
                </a:solidFill>
                <a:effectLst>
                  <a:outerShdw blurRad="38100" dist="38100" dir="2700000" algn="tl">
                    <a:srgbClr val="000000"/>
                  </a:outerShdw>
                </a:effectLst>
                <a:sym typeface="Wingdings" pitchFamily="2" charset="2"/>
              </a:rPr>
              <a:t>0</a:t>
            </a:r>
            <a:r>
              <a:rPr lang="en-US" altLang="zh-CN" b="1" dirty="0">
                <a:solidFill>
                  <a:schemeClr val="accent2"/>
                </a:solidFill>
                <a:effectLst>
                  <a:outerShdw blurRad="38100" dist="38100" dir="2700000" algn="tl">
                    <a:srgbClr val="000000"/>
                  </a:outerShdw>
                </a:effectLst>
                <a:sym typeface="Wingdings" pitchFamily="2" charset="2"/>
              </a:rPr>
              <a:t>000 0000 0000 1110</a:t>
            </a:r>
            <a:r>
              <a:rPr lang="en-US" altLang="zh-CN" dirty="0"/>
              <a:t> </a:t>
            </a:r>
          </a:p>
        </p:txBody>
      </p:sp>
      <p:sp>
        <p:nvSpPr>
          <p:cNvPr id="758872" name="Oval 88"/>
          <p:cNvSpPr>
            <a:spLocks noChangeArrowheads="1"/>
          </p:cNvSpPr>
          <p:nvPr/>
        </p:nvSpPr>
        <p:spPr bwMode="auto">
          <a:xfrm>
            <a:off x="2267645" y="2720657"/>
            <a:ext cx="2879725" cy="555625"/>
          </a:xfrm>
          <a:prstGeom prst="ellipse">
            <a:avLst/>
          </a:prstGeom>
          <a:noFill/>
          <a:ln w="28575">
            <a:solidFill>
              <a:srgbClr val="FF0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758873" name="AutoShape 89"/>
          <p:cNvSpPr>
            <a:spLocks noChangeArrowheads="1"/>
          </p:cNvSpPr>
          <p:nvPr/>
        </p:nvSpPr>
        <p:spPr bwMode="auto">
          <a:xfrm>
            <a:off x="4056279" y="3321742"/>
            <a:ext cx="1182471" cy="1644001"/>
          </a:xfrm>
          <a:prstGeom prst="curvedLeftArrow">
            <a:avLst>
              <a:gd name="adj1" fmla="val 18221"/>
              <a:gd name="adj2" fmla="val 54988"/>
              <a:gd name="adj3" fmla="val 39257"/>
            </a:avLst>
          </a:prstGeom>
          <a:solidFill>
            <a:srgbClr val="F0E5B7"/>
          </a:solidFill>
          <a:ln w="9525">
            <a:solidFill>
              <a:schemeClr val="tx1"/>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758868" name="Rectangle 84"/>
          <p:cNvSpPr>
            <a:spLocks noChangeArrowheads="1"/>
          </p:cNvSpPr>
          <p:nvPr/>
        </p:nvSpPr>
        <p:spPr bwMode="auto">
          <a:xfrm>
            <a:off x="1192609" y="6228020"/>
            <a:ext cx="4527201" cy="369332"/>
          </a:xfrm>
          <a:prstGeom prst="rect">
            <a:avLst/>
          </a:prstGeom>
          <a:noFill/>
          <a:ln w="9525">
            <a:noFill/>
            <a:miter lim="800000"/>
            <a:headEnd/>
            <a:tailEnd/>
          </a:ln>
          <a:effectLst/>
        </p:spPr>
        <p:txBody>
          <a:bodyPr wrap="none" anchor="ctr">
            <a:spAutoFit/>
          </a:bodyPr>
          <a:lstStyle/>
          <a:p>
            <a:r>
              <a:rPr lang="zh-CN" altLang="en-US" sz="1800" b="1" dirty="0">
                <a:solidFill>
                  <a:srgbClr val="C01920"/>
                </a:solidFill>
                <a:latin typeface="+mn-lt"/>
                <a:ea typeface="楷体" pitchFamily="49" charset="-122"/>
              </a:rPr>
              <a:t>十进制数</a:t>
            </a:r>
            <a:r>
              <a:rPr lang="en-US" altLang="zh-CN" sz="1800" b="1" dirty="0">
                <a:solidFill>
                  <a:srgbClr val="C01920"/>
                </a:solidFill>
                <a:latin typeface="+mn-lt"/>
                <a:ea typeface="楷体" pitchFamily="49" charset="-122"/>
              </a:rPr>
              <a:t>+14</a:t>
            </a:r>
            <a:r>
              <a:rPr lang="zh-CN" altLang="en-US" sz="1800" b="1" dirty="0">
                <a:solidFill>
                  <a:srgbClr val="C01920"/>
                </a:solidFill>
                <a:latin typeface="+mn-lt"/>
                <a:ea typeface="楷体" pitchFamily="49" charset="-122"/>
              </a:rPr>
              <a:t>两个字节的内存实际存放形式 </a:t>
            </a:r>
          </a:p>
        </p:txBody>
      </p:sp>
      <p:grpSp>
        <p:nvGrpSpPr>
          <p:cNvPr id="4" name="组合 3">
            <a:extLst>
              <a:ext uri="{FF2B5EF4-FFF2-40B4-BE49-F238E27FC236}">
                <a16:creationId xmlns:a16="http://schemas.microsoft.com/office/drawing/2014/main" id="{38BE7098-F94C-4D4E-8238-75A325E23404}"/>
              </a:ext>
            </a:extLst>
          </p:cNvPr>
          <p:cNvGrpSpPr/>
          <p:nvPr/>
        </p:nvGrpSpPr>
        <p:grpSpPr>
          <a:xfrm>
            <a:off x="6168008" y="1700808"/>
            <a:ext cx="5567251" cy="4869060"/>
            <a:chOff x="6445787" y="1952592"/>
            <a:chExt cx="5567251" cy="4682928"/>
          </a:xfrm>
        </p:grpSpPr>
        <p:sp>
          <p:nvSpPr>
            <p:cNvPr id="41" name="矩形 40">
              <a:extLst>
                <a:ext uri="{FF2B5EF4-FFF2-40B4-BE49-F238E27FC236}">
                  <a16:creationId xmlns:a16="http://schemas.microsoft.com/office/drawing/2014/main" id="{830CA8D1-E523-4323-996F-AF7BCCC755FC}"/>
                </a:ext>
              </a:extLst>
            </p:cNvPr>
            <p:cNvSpPr/>
            <p:nvPr/>
          </p:nvSpPr>
          <p:spPr bwMode="auto">
            <a:xfrm>
              <a:off x="6445787" y="1999678"/>
              <a:ext cx="5567251" cy="4635842"/>
            </a:xfrm>
            <a:prstGeom prst="rect">
              <a:avLst/>
            </a:prstGeom>
            <a:gradFill flip="none" rotWithShape="1">
              <a:gsLst>
                <a:gs pos="0">
                  <a:srgbClr val="CFCFD1"/>
                </a:gs>
                <a:gs pos="100000">
                  <a:schemeClr val="bg1">
                    <a:lumMod val="95000"/>
                  </a:schemeClr>
                </a:gs>
              </a:gsLst>
              <a:lin ang="16200000" scaled="1"/>
              <a:tileRect/>
            </a:gradFill>
            <a:ln w="38100">
              <a:solidFill>
                <a:schemeClr val="accent1">
                  <a:lumMod val="50000"/>
                </a:schemeClr>
              </a:solidFill>
              <a:headEnd type="none" w="med" len="med"/>
              <a:tailEnd type="none" w="med" len="med"/>
            </a:ln>
            <a:effectLst>
              <a:outerShdw blurRad="50800" dist="106680" dir="2700000" algn="tl" rotWithShape="0">
                <a:prstClr val="black">
                  <a:alpha val="43000"/>
                </a:prstClr>
              </a:outerShdw>
            </a:effectLst>
            <a:scene3d>
              <a:camera prst="orthographicFront"/>
              <a:lightRig rig="threePt" dir="t"/>
            </a:scene3d>
            <a:sp3d>
              <a:bevelT w="114300" prst="hardEdge"/>
            </a:sp3d>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solidFill>
                    <a:srgbClr val="FF3399"/>
                  </a:solidFill>
                </a:ln>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5400000" scaled="1"/>
                  <a:tileRect/>
                </a:gradFill>
                <a:effectLst/>
                <a:latin typeface="Times New Roman" pitchFamily="18" charset="0"/>
                <a:ea typeface="宋体" pitchFamily="2" charset="-122"/>
              </a:endParaRPr>
            </a:p>
          </p:txBody>
        </p:sp>
        <p:sp>
          <p:nvSpPr>
            <p:cNvPr id="43" name="Rectangle 7">
              <a:extLst>
                <a:ext uri="{FF2B5EF4-FFF2-40B4-BE49-F238E27FC236}">
                  <a16:creationId xmlns:a16="http://schemas.microsoft.com/office/drawing/2014/main" id="{6029BDBB-1E86-457E-BFDE-3EB1F743A93B}"/>
                </a:ext>
              </a:extLst>
            </p:cNvPr>
            <p:cNvSpPr>
              <a:spLocks noChangeArrowheads="1"/>
            </p:cNvSpPr>
            <p:nvPr/>
          </p:nvSpPr>
          <p:spPr bwMode="auto">
            <a:xfrm>
              <a:off x="6509382" y="1952592"/>
              <a:ext cx="3440729" cy="461665"/>
            </a:xfrm>
            <a:prstGeom prst="rect">
              <a:avLst/>
            </a:prstGeom>
            <a:noFill/>
            <a:ln w="9525">
              <a:noFill/>
              <a:miter lim="800000"/>
              <a:headEnd/>
              <a:tailEnd/>
            </a:ln>
            <a:effectLst/>
          </p:spPr>
          <p:txBody>
            <a:bodyPr wrap="square" anchor="ctr">
              <a:spAutoFit/>
            </a:bodyPr>
            <a:lstStyle/>
            <a:p>
              <a:pPr>
                <a:tabLst>
                  <a:tab pos="571500" algn="l"/>
                </a:tabLst>
              </a:pPr>
              <a:r>
                <a:rPr lang="zh-CN" altLang="en-US" b="1" u="sng" dirty="0">
                  <a:solidFill>
                    <a:srgbClr val="C01920"/>
                  </a:solidFill>
                  <a:latin typeface="隶书" panose="02010509060101010101" pitchFamily="49" charset="-122"/>
                  <a:ea typeface="隶书" panose="02010509060101010101" pitchFamily="49" charset="-122"/>
                </a:rPr>
                <a:t>对于</a:t>
              </a:r>
              <a:r>
                <a:rPr lang="en-US" altLang="zh-CN" b="1" u="sng" dirty="0">
                  <a:solidFill>
                    <a:srgbClr val="C01920"/>
                  </a:solidFill>
                  <a:latin typeface="隶书" panose="02010509060101010101" pitchFamily="49" charset="-122"/>
                  <a:ea typeface="隶书" panose="02010509060101010101" pitchFamily="49" charset="-122"/>
                </a:rPr>
                <a:t>32</a:t>
              </a:r>
              <a:r>
                <a:rPr lang="zh-CN" altLang="en-US" b="1" u="sng" dirty="0">
                  <a:solidFill>
                    <a:srgbClr val="C01920"/>
                  </a:solidFill>
                  <a:latin typeface="隶书" panose="02010509060101010101" pitchFamily="49" charset="-122"/>
                  <a:ea typeface="隶书" panose="02010509060101010101" pitchFamily="49" charset="-122"/>
                </a:rPr>
                <a:t>位的内存单元</a:t>
              </a:r>
              <a:r>
                <a:rPr lang="zh-CN" altLang="en-US" b="1" u="sng" dirty="0">
                  <a:solidFill>
                    <a:srgbClr val="C01920"/>
                  </a:solidFill>
                  <a:latin typeface="隶书" panose="02010509060101010101" pitchFamily="49" charset="-122"/>
                  <a:ea typeface="隶书" panose="02010509060101010101" pitchFamily="49" charset="-122"/>
                  <a:sym typeface="Wingdings" pitchFamily="2" charset="2"/>
                </a:rPr>
                <a:t>：</a:t>
              </a:r>
            </a:p>
          </p:txBody>
        </p:sp>
      </p:grpSp>
      <p:grpSp>
        <p:nvGrpSpPr>
          <p:cNvPr id="44" name="Group 8">
            <a:extLst>
              <a:ext uri="{FF2B5EF4-FFF2-40B4-BE49-F238E27FC236}">
                <a16:creationId xmlns:a16="http://schemas.microsoft.com/office/drawing/2014/main" id="{F6B5DF54-69E8-47BC-9D31-E6D4821C0CFA}"/>
              </a:ext>
            </a:extLst>
          </p:cNvPr>
          <p:cNvGrpSpPr>
            <a:grpSpLocks/>
          </p:cNvGrpSpPr>
          <p:nvPr/>
        </p:nvGrpSpPr>
        <p:grpSpPr bwMode="auto">
          <a:xfrm>
            <a:off x="6941025" y="2632445"/>
            <a:ext cx="2089150" cy="1049338"/>
            <a:chOff x="802" y="1481"/>
            <a:chExt cx="1316" cy="661"/>
          </a:xfrm>
        </p:grpSpPr>
        <p:sp>
          <p:nvSpPr>
            <p:cNvPr id="45" name="Line 9">
              <a:extLst>
                <a:ext uri="{FF2B5EF4-FFF2-40B4-BE49-F238E27FC236}">
                  <a16:creationId xmlns:a16="http://schemas.microsoft.com/office/drawing/2014/main" id="{26F559D6-4DBB-4C85-B97D-8C2BC44602F7}"/>
                </a:ext>
              </a:extLst>
            </p:cNvPr>
            <p:cNvSpPr>
              <a:spLocks noChangeShapeType="1"/>
            </p:cNvSpPr>
            <p:nvPr/>
          </p:nvSpPr>
          <p:spPr bwMode="auto">
            <a:xfrm flipV="1">
              <a:off x="1138" y="1481"/>
              <a:ext cx="103" cy="438"/>
            </a:xfrm>
            <a:prstGeom prst="line">
              <a:avLst/>
            </a:prstGeom>
            <a:noFill/>
            <a:ln w="28575">
              <a:solidFill>
                <a:srgbClr val="0000FF"/>
              </a:solidFill>
              <a:round/>
              <a:headEnd/>
              <a:tailEnd type="stealth" w="lg" len="lg"/>
            </a:ln>
            <a:effectLst/>
          </p:spPr>
          <p:txBody>
            <a:bodyPr/>
            <a:lstStyle/>
            <a:p>
              <a:endParaRPr lang="zh-CN" altLang="en-US"/>
            </a:p>
          </p:txBody>
        </p:sp>
        <p:sp>
          <p:nvSpPr>
            <p:cNvPr id="46" name="Text Box 10">
              <a:extLst>
                <a:ext uri="{FF2B5EF4-FFF2-40B4-BE49-F238E27FC236}">
                  <a16:creationId xmlns:a16="http://schemas.microsoft.com/office/drawing/2014/main" id="{FBE859F5-5BD2-4CCC-A4AC-288444F0F8A0}"/>
                </a:ext>
              </a:extLst>
            </p:cNvPr>
            <p:cNvSpPr txBox="1">
              <a:spLocks noChangeArrowheads="1"/>
            </p:cNvSpPr>
            <p:nvPr/>
          </p:nvSpPr>
          <p:spPr bwMode="auto">
            <a:xfrm>
              <a:off x="802" y="1892"/>
              <a:ext cx="1316" cy="250"/>
            </a:xfrm>
            <a:prstGeom prst="rect">
              <a:avLst/>
            </a:prstGeom>
            <a:noFill/>
            <a:ln w="9525">
              <a:noFill/>
              <a:miter lim="800000"/>
              <a:headEnd/>
              <a:tailEnd/>
            </a:ln>
            <a:effectLst/>
          </p:spPr>
          <p:txBody>
            <a:bodyPr>
              <a:spAutoFit/>
            </a:bodyPr>
            <a:lstStyle/>
            <a:p>
              <a:pPr>
                <a:spcBef>
                  <a:spcPct val="50000"/>
                </a:spcBef>
              </a:pPr>
              <a:r>
                <a:rPr lang="zh-CN" altLang="en-US" sz="2000" b="1" dirty="0">
                  <a:solidFill>
                    <a:schemeClr val="accent2"/>
                  </a:solidFill>
                  <a:effectLst>
                    <a:outerShdw blurRad="38100" dist="38100" dir="2700000" algn="tl">
                      <a:srgbClr val="000000"/>
                    </a:outerShdw>
                  </a:effectLst>
                  <a:latin typeface="楷体" pitchFamily="49" charset="-122"/>
                  <a:ea typeface="楷体" pitchFamily="49" charset="-122"/>
                </a:rPr>
                <a:t>符号位</a:t>
              </a:r>
              <a:r>
                <a:rPr lang="en-US" altLang="zh-CN" sz="2000" b="1" dirty="0">
                  <a:solidFill>
                    <a:schemeClr val="accent2"/>
                  </a:solidFill>
                  <a:effectLst>
                    <a:outerShdw blurRad="38100" dist="38100" dir="2700000" algn="tl">
                      <a:srgbClr val="000000"/>
                    </a:outerShdw>
                  </a:effectLst>
                  <a:latin typeface="楷体" pitchFamily="49" charset="-122"/>
                  <a:ea typeface="楷体" pitchFamily="49" charset="-122"/>
                </a:rPr>
                <a:t>(</a:t>
              </a:r>
              <a:r>
                <a:rPr lang="zh-CN" altLang="en-US" sz="2000" b="1" dirty="0">
                  <a:solidFill>
                    <a:schemeClr val="accent2"/>
                  </a:solidFill>
                  <a:effectLst>
                    <a:outerShdw blurRad="38100" dist="38100" dir="2700000" algn="tl">
                      <a:srgbClr val="000000"/>
                    </a:outerShdw>
                  </a:effectLst>
                  <a:latin typeface="楷体" pitchFamily="49" charset="-122"/>
                  <a:ea typeface="楷体" pitchFamily="49" charset="-122"/>
                </a:rPr>
                <a:t>表示正</a:t>
              </a:r>
              <a:r>
                <a:rPr lang="en-US" altLang="zh-CN" sz="2000" b="1" dirty="0">
                  <a:solidFill>
                    <a:schemeClr val="accent2"/>
                  </a:solidFill>
                  <a:effectLst>
                    <a:outerShdw blurRad="38100" dist="38100" dir="2700000" algn="tl">
                      <a:srgbClr val="000000"/>
                    </a:outerShdw>
                  </a:effectLst>
                  <a:latin typeface="楷体" pitchFamily="49" charset="-122"/>
                  <a:ea typeface="楷体" pitchFamily="49" charset="-122"/>
                </a:rPr>
                <a:t>)</a:t>
              </a:r>
            </a:p>
          </p:txBody>
        </p:sp>
      </p:grpSp>
      <p:grpSp>
        <p:nvGrpSpPr>
          <p:cNvPr id="47" name="Group 48">
            <a:extLst>
              <a:ext uri="{FF2B5EF4-FFF2-40B4-BE49-F238E27FC236}">
                <a16:creationId xmlns:a16="http://schemas.microsoft.com/office/drawing/2014/main" id="{CADD5446-ECA5-4984-96C3-906776C2BAA8}"/>
              </a:ext>
            </a:extLst>
          </p:cNvPr>
          <p:cNvGrpSpPr>
            <a:grpSpLocks/>
          </p:cNvGrpSpPr>
          <p:nvPr/>
        </p:nvGrpSpPr>
        <p:grpSpPr bwMode="auto">
          <a:xfrm>
            <a:off x="7116601" y="3998984"/>
            <a:ext cx="1023938" cy="1943100"/>
            <a:chOff x="1654" y="2552"/>
            <a:chExt cx="645" cy="1224"/>
          </a:xfrm>
        </p:grpSpPr>
        <p:sp>
          <p:nvSpPr>
            <p:cNvPr id="48" name="Text Box 20">
              <a:extLst>
                <a:ext uri="{FF2B5EF4-FFF2-40B4-BE49-F238E27FC236}">
                  <a16:creationId xmlns:a16="http://schemas.microsoft.com/office/drawing/2014/main" id="{917B747C-FE6D-400C-8FA2-A610C44173F7}"/>
                </a:ext>
              </a:extLst>
            </p:cNvPr>
            <p:cNvSpPr txBox="1">
              <a:spLocks noChangeArrowheads="1"/>
            </p:cNvSpPr>
            <p:nvPr/>
          </p:nvSpPr>
          <p:spPr bwMode="auto">
            <a:xfrm>
              <a:off x="1654" y="2552"/>
              <a:ext cx="635" cy="233"/>
            </a:xfrm>
            <a:prstGeom prst="rect">
              <a:avLst/>
            </a:prstGeom>
            <a:noFill/>
            <a:ln w="9525">
              <a:noFill/>
              <a:miter lim="800000"/>
              <a:headEnd/>
              <a:tailEnd/>
            </a:ln>
            <a:effectLst/>
          </p:spPr>
          <p:txBody>
            <a:bodyPr>
              <a:spAutoFit/>
            </a:bodyPr>
            <a:lstStyle/>
            <a:p>
              <a:pPr>
                <a:spcBef>
                  <a:spcPct val="50000"/>
                </a:spcBef>
              </a:pPr>
              <a:r>
                <a:rPr lang="zh-CN" altLang="en-US" sz="1800" b="1" dirty="0">
                  <a:latin typeface="楷体" pitchFamily="49" charset="-122"/>
                  <a:ea typeface="楷体" pitchFamily="49" charset="-122"/>
                </a:rPr>
                <a:t>低字节</a:t>
              </a:r>
            </a:p>
          </p:txBody>
        </p:sp>
        <p:sp>
          <p:nvSpPr>
            <p:cNvPr id="49" name="Text Box 21">
              <a:extLst>
                <a:ext uri="{FF2B5EF4-FFF2-40B4-BE49-F238E27FC236}">
                  <a16:creationId xmlns:a16="http://schemas.microsoft.com/office/drawing/2014/main" id="{FC1E7674-6AB7-4EC6-B591-B9A82C760652}"/>
                </a:ext>
              </a:extLst>
            </p:cNvPr>
            <p:cNvSpPr txBox="1">
              <a:spLocks noChangeArrowheads="1"/>
            </p:cNvSpPr>
            <p:nvPr/>
          </p:nvSpPr>
          <p:spPr bwMode="auto">
            <a:xfrm>
              <a:off x="1664" y="3543"/>
              <a:ext cx="635" cy="233"/>
            </a:xfrm>
            <a:prstGeom prst="rect">
              <a:avLst/>
            </a:prstGeom>
            <a:noFill/>
            <a:ln w="9525">
              <a:noFill/>
              <a:miter lim="800000"/>
              <a:headEnd/>
              <a:tailEnd/>
            </a:ln>
            <a:effectLst/>
          </p:spPr>
          <p:txBody>
            <a:bodyPr>
              <a:spAutoFit/>
            </a:bodyPr>
            <a:lstStyle/>
            <a:p>
              <a:pPr>
                <a:spcBef>
                  <a:spcPct val="50000"/>
                </a:spcBef>
              </a:pPr>
              <a:r>
                <a:rPr lang="zh-CN" altLang="en-US" sz="1800" b="1">
                  <a:latin typeface="楷体" pitchFamily="49" charset="-122"/>
                  <a:ea typeface="楷体" pitchFamily="49" charset="-122"/>
                </a:rPr>
                <a:t>高字节</a:t>
              </a:r>
            </a:p>
          </p:txBody>
        </p:sp>
      </p:grpSp>
      <p:grpSp>
        <p:nvGrpSpPr>
          <p:cNvPr id="50" name="Group 47">
            <a:extLst>
              <a:ext uri="{FF2B5EF4-FFF2-40B4-BE49-F238E27FC236}">
                <a16:creationId xmlns:a16="http://schemas.microsoft.com/office/drawing/2014/main" id="{2C4D8C99-DAE7-4392-87DD-12AF1776A654}"/>
              </a:ext>
            </a:extLst>
          </p:cNvPr>
          <p:cNvGrpSpPr>
            <a:grpSpLocks/>
          </p:cNvGrpSpPr>
          <p:nvPr/>
        </p:nvGrpSpPr>
        <p:grpSpPr bwMode="auto">
          <a:xfrm>
            <a:off x="10215402" y="3984699"/>
            <a:ext cx="1020763" cy="1928813"/>
            <a:chOff x="3606" y="2543"/>
            <a:chExt cx="643" cy="1215"/>
          </a:xfrm>
        </p:grpSpPr>
        <p:sp>
          <p:nvSpPr>
            <p:cNvPr id="51" name="Text Box 23">
              <a:extLst>
                <a:ext uri="{FF2B5EF4-FFF2-40B4-BE49-F238E27FC236}">
                  <a16:creationId xmlns:a16="http://schemas.microsoft.com/office/drawing/2014/main" id="{09D7D4A2-F87D-42CB-AC49-477B88963D0C}"/>
                </a:ext>
              </a:extLst>
            </p:cNvPr>
            <p:cNvSpPr txBox="1">
              <a:spLocks noChangeArrowheads="1"/>
            </p:cNvSpPr>
            <p:nvPr/>
          </p:nvSpPr>
          <p:spPr bwMode="auto">
            <a:xfrm>
              <a:off x="3614" y="2543"/>
              <a:ext cx="635" cy="233"/>
            </a:xfrm>
            <a:prstGeom prst="rect">
              <a:avLst/>
            </a:prstGeom>
            <a:noFill/>
            <a:ln w="9525">
              <a:noFill/>
              <a:miter lim="800000"/>
              <a:headEnd/>
              <a:tailEnd/>
            </a:ln>
            <a:effectLst/>
          </p:spPr>
          <p:txBody>
            <a:bodyPr>
              <a:spAutoFit/>
            </a:bodyPr>
            <a:lstStyle/>
            <a:p>
              <a:pPr>
                <a:spcBef>
                  <a:spcPct val="50000"/>
                </a:spcBef>
              </a:pPr>
              <a:r>
                <a:rPr lang="zh-CN" altLang="en-US" sz="1800" b="1">
                  <a:latin typeface="楷体" pitchFamily="49" charset="-122"/>
                  <a:ea typeface="楷体" pitchFamily="49" charset="-122"/>
                </a:rPr>
                <a:t>低地址</a:t>
              </a:r>
            </a:p>
          </p:txBody>
        </p:sp>
        <p:sp>
          <p:nvSpPr>
            <p:cNvPr id="52" name="Text Box 24">
              <a:extLst>
                <a:ext uri="{FF2B5EF4-FFF2-40B4-BE49-F238E27FC236}">
                  <a16:creationId xmlns:a16="http://schemas.microsoft.com/office/drawing/2014/main" id="{2C46B834-BD4D-40C7-9F13-088F0936A5B2}"/>
                </a:ext>
              </a:extLst>
            </p:cNvPr>
            <p:cNvSpPr txBox="1">
              <a:spLocks noChangeArrowheads="1"/>
            </p:cNvSpPr>
            <p:nvPr/>
          </p:nvSpPr>
          <p:spPr bwMode="auto">
            <a:xfrm>
              <a:off x="3606" y="3525"/>
              <a:ext cx="635" cy="233"/>
            </a:xfrm>
            <a:prstGeom prst="rect">
              <a:avLst/>
            </a:prstGeom>
            <a:noFill/>
            <a:ln w="9525">
              <a:noFill/>
              <a:miter lim="800000"/>
              <a:headEnd/>
              <a:tailEnd/>
            </a:ln>
            <a:effectLst/>
          </p:spPr>
          <p:txBody>
            <a:bodyPr>
              <a:spAutoFit/>
            </a:bodyPr>
            <a:lstStyle/>
            <a:p>
              <a:pPr>
                <a:spcBef>
                  <a:spcPct val="50000"/>
                </a:spcBef>
              </a:pPr>
              <a:r>
                <a:rPr lang="zh-CN" altLang="en-US" sz="1800" b="1">
                  <a:latin typeface="楷体" pitchFamily="49" charset="-122"/>
                  <a:ea typeface="楷体" pitchFamily="49" charset="-122"/>
                </a:rPr>
                <a:t>高地址</a:t>
              </a:r>
            </a:p>
          </p:txBody>
        </p:sp>
      </p:grpSp>
      <p:sp>
        <p:nvSpPr>
          <p:cNvPr id="53" name="Line 25">
            <a:extLst>
              <a:ext uri="{FF2B5EF4-FFF2-40B4-BE49-F238E27FC236}">
                <a16:creationId xmlns:a16="http://schemas.microsoft.com/office/drawing/2014/main" id="{6E2EDF6D-DF11-442D-897C-AB16FFEEAAB9}"/>
              </a:ext>
            </a:extLst>
          </p:cNvPr>
          <p:cNvSpPr>
            <a:spLocks noChangeShapeType="1"/>
          </p:cNvSpPr>
          <p:nvPr/>
        </p:nvSpPr>
        <p:spPr bwMode="auto">
          <a:xfrm>
            <a:off x="10243976" y="3925960"/>
            <a:ext cx="0" cy="2159000"/>
          </a:xfrm>
          <a:prstGeom prst="line">
            <a:avLst/>
          </a:prstGeom>
          <a:noFill/>
          <a:ln w="28575">
            <a:solidFill>
              <a:srgbClr val="FF0000"/>
            </a:solidFill>
            <a:round/>
            <a:headEnd/>
            <a:tailEnd type="stealth" w="lg" len="lg"/>
          </a:ln>
          <a:effectLst>
            <a:outerShdw blurRad="50800" dist="38100" dir="2700000" algn="tl" rotWithShape="0">
              <a:prstClr val="black">
                <a:alpha val="40000"/>
              </a:prstClr>
            </a:outerShdw>
          </a:effectLst>
        </p:spPr>
        <p:txBody>
          <a:bodyPr/>
          <a:lstStyle/>
          <a:p>
            <a:endParaRPr lang="zh-CN" altLang="en-US"/>
          </a:p>
        </p:txBody>
      </p:sp>
      <p:sp>
        <p:nvSpPr>
          <p:cNvPr id="54" name="Rectangle 27">
            <a:extLst>
              <a:ext uri="{FF2B5EF4-FFF2-40B4-BE49-F238E27FC236}">
                <a16:creationId xmlns:a16="http://schemas.microsoft.com/office/drawing/2014/main" id="{F0C32D1D-A80F-4488-B420-91ECEA46183C}"/>
              </a:ext>
            </a:extLst>
          </p:cNvPr>
          <p:cNvSpPr>
            <a:spLocks noChangeArrowheads="1"/>
          </p:cNvSpPr>
          <p:nvPr/>
        </p:nvSpPr>
        <p:spPr bwMode="auto">
          <a:xfrm>
            <a:off x="6791597" y="6109845"/>
            <a:ext cx="4570482" cy="369332"/>
          </a:xfrm>
          <a:prstGeom prst="rect">
            <a:avLst/>
          </a:prstGeom>
          <a:noFill/>
          <a:ln w="9525">
            <a:noFill/>
            <a:miter lim="800000"/>
            <a:headEnd/>
            <a:tailEnd/>
          </a:ln>
          <a:effectLst/>
        </p:spPr>
        <p:txBody>
          <a:bodyPr wrap="none" anchor="ctr">
            <a:spAutoFit/>
          </a:bodyPr>
          <a:lstStyle/>
          <a:p>
            <a:r>
              <a:rPr lang="zh-CN" altLang="en-US" sz="1800" b="1" dirty="0">
                <a:solidFill>
                  <a:srgbClr val="C01920"/>
                </a:solidFill>
                <a:latin typeface="楷体" pitchFamily="49" charset="-122"/>
                <a:ea typeface="楷体" pitchFamily="49" charset="-122"/>
              </a:rPr>
              <a:t>十进制数</a:t>
            </a:r>
            <a:r>
              <a:rPr lang="en-US" altLang="zh-CN" sz="1800" b="1" dirty="0">
                <a:solidFill>
                  <a:srgbClr val="C01920"/>
                </a:solidFill>
                <a:latin typeface="楷体" pitchFamily="49" charset="-122"/>
                <a:ea typeface="楷体" pitchFamily="49" charset="-122"/>
              </a:rPr>
              <a:t>+14</a:t>
            </a:r>
            <a:r>
              <a:rPr lang="zh-CN" altLang="en-US" sz="1800" b="1" dirty="0">
                <a:solidFill>
                  <a:srgbClr val="C01920"/>
                </a:solidFill>
                <a:latin typeface="楷体" pitchFamily="49" charset="-122"/>
                <a:ea typeface="楷体" pitchFamily="49" charset="-122"/>
              </a:rPr>
              <a:t>四个字节的内存实际存放形式 </a:t>
            </a:r>
          </a:p>
        </p:txBody>
      </p:sp>
      <p:sp>
        <p:nvSpPr>
          <p:cNvPr id="55" name="Rectangle 28">
            <a:extLst>
              <a:ext uri="{FF2B5EF4-FFF2-40B4-BE49-F238E27FC236}">
                <a16:creationId xmlns:a16="http://schemas.microsoft.com/office/drawing/2014/main" id="{E3EAA456-403F-4605-A61F-40A5BB40B497}"/>
              </a:ext>
            </a:extLst>
          </p:cNvPr>
          <p:cNvSpPr>
            <a:spLocks noChangeArrowheads="1"/>
          </p:cNvSpPr>
          <p:nvPr/>
        </p:nvSpPr>
        <p:spPr bwMode="auto">
          <a:xfrm>
            <a:off x="6237763" y="2316888"/>
            <a:ext cx="4254691" cy="830997"/>
          </a:xfrm>
          <a:prstGeom prst="rect">
            <a:avLst/>
          </a:prstGeom>
          <a:noFill/>
          <a:ln w="9525">
            <a:noFill/>
            <a:miter lim="800000"/>
            <a:headEnd/>
            <a:tailEnd/>
          </a:ln>
          <a:effectLst/>
        </p:spPr>
        <p:txBody>
          <a:bodyPr wrap="none">
            <a:spAutoFit/>
          </a:bodyPr>
          <a:lstStyle/>
          <a:p>
            <a:r>
              <a:rPr lang="en-US" altLang="zh-CN" b="1" dirty="0">
                <a:effectLst>
                  <a:outerShdw blurRad="38100" dist="38100" dir="2700000" algn="tl">
                    <a:srgbClr val="FFFFFF"/>
                  </a:outerShdw>
                </a:effectLst>
                <a:sym typeface="Wingdings" pitchFamily="2" charset="2"/>
              </a:rPr>
              <a:t>(+14)</a:t>
            </a:r>
            <a:r>
              <a:rPr lang="zh-CN" altLang="en-US" b="1" baseline="-25000" dirty="0">
                <a:effectLst>
                  <a:outerShdw blurRad="38100" dist="38100" dir="2700000" algn="tl">
                    <a:srgbClr val="FFFFFF"/>
                  </a:outerShdw>
                </a:effectLst>
                <a:latin typeface="楷体" pitchFamily="49" charset="-122"/>
                <a:ea typeface="楷体" pitchFamily="49" charset="-122"/>
                <a:sym typeface="Wingdings" pitchFamily="2" charset="2"/>
              </a:rPr>
              <a:t>补</a:t>
            </a:r>
            <a:r>
              <a:rPr lang="zh-CN" altLang="en-US" b="1" dirty="0">
                <a:effectLst>
                  <a:outerShdw blurRad="38100" dist="38100" dir="2700000" algn="tl">
                    <a:srgbClr val="FFFFFF"/>
                  </a:outerShdw>
                </a:effectLst>
                <a:sym typeface="Wingdings" pitchFamily="2" charset="2"/>
              </a:rPr>
              <a:t> </a:t>
            </a:r>
            <a:r>
              <a:rPr lang="en-US" altLang="zh-CN" b="1" dirty="0">
                <a:effectLst>
                  <a:outerShdw blurRad="38100" dist="38100" dir="2700000" algn="tl">
                    <a:srgbClr val="FFFFFF"/>
                  </a:outerShdw>
                </a:effectLst>
                <a:sym typeface="Wingdings" pitchFamily="2" charset="2"/>
              </a:rPr>
              <a:t>=  </a:t>
            </a:r>
            <a:r>
              <a:rPr lang="en-US" altLang="zh-CN" b="1" dirty="0">
                <a:solidFill>
                  <a:srgbClr val="FF3300"/>
                </a:solidFill>
                <a:effectLst>
                  <a:outerShdw blurRad="38100" dist="38100" dir="2700000" algn="tl">
                    <a:srgbClr val="000000"/>
                  </a:outerShdw>
                </a:effectLst>
                <a:sym typeface="Wingdings" pitchFamily="2" charset="2"/>
              </a:rPr>
              <a:t>0</a:t>
            </a:r>
            <a:r>
              <a:rPr lang="en-US" altLang="zh-CN" b="1" dirty="0">
                <a:solidFill>
                  <a:schemeClr val="accent2"/>
                </a:solidFill>
                <a:effectLst>
                  <a:outerShdw blurRad="38100" dist="38100" dir="2700000" algn="tl">
                    <a:srgbClr val="000000"/>
                  </a:outerShdw>
                </a:effectLst>
                <a:sym typeface="Wingdings" pitchFamily="2" charset="2"/>
              </a:rPr>
              <a:t>000 0000 0000 0000 </a:t>
            </a:r>
          </a:p>
          <a:p>
            <a:r>
              <a:rPr lang="en-US" altLang="zh-CN" b="1" dirty="0">
                <a:solidFill>
                  <a:schemeClr val="accent2"/>
                </a:solidFill>
                <a:effectLst>
                  <a:outerShdw blurRad="38100" dist="38100" dir="2700000" algn="tl">
                    <a:srgbClr val="000000"/>
                  </a:outerShdw>
                </a:effectLst>
                <a:sym typeface="Wingdings" pitchFamily="2" charset="2"/>
              </a:rPr>
              <a:t>                 0000 0000 0000 1110</a:t>
            </a:r>
            <a:r>
              <a:rPr lang="en-US" altLang="zh-CN" dirty="0"/>
              <a:t> </a:t>
            </a:r>
          </a:p>
        </p:txBody>
      </p:sp>
      <p:sp>
        <p:nvSpPr>
          <p:cNvPr id="56" name="Oval 29">
            <a:extLst>
              <a:ext uri="{FF2B5EF4-FFF2-40B4-BE49-F238E27FC236}">
                <a16:creationId xmlns:a16="http://schemas.microsoft.com/office/drawing/2014/main" id="{4D6440EE-9FD6-48DF-A751-5F46CAEBC854}"/>
              </a:ext>
            </a:extLst>
          </p:cNvPr>
          <p:cNvSpPr>
            <a:spLocks noChangeArrowheads="1"/>
          </p:cNvSpPr>
          <p:nvPr/>
        </p:nvSpPr>
        <p:spPr bwMode="auto">
          <a:xfrm>
            <a:off x="7474408" y="2204864"/>
            <a:ext cx="3009422" cy="1057446"/>
          </a:xfrm>
          <a:prstGeom prst="ellipse">
            <a:avLst/>
          </a:prstGeom>
          <a:noFill/>
          <a:ln w="28575">
            <a:solidFill>
              <a:srgbClr val="FF0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graphicFrame>
        <p:nvGraphicFramePr>
          <p:cNvPr id="57" name="Group 46">
            <a:extLst>
              <a:ext uri="{FF2B5EF4-FFF2-40B4-BE49-F238E27FC236}">
                <a16:creationId xmlns:a16="http://schemas.microsoft.com/office/drawing/2014/main" id="{A19DF20D-11E1-4CAE-BB33-3066C0C97CA8}"/>
              </a:ext>
            </a:extLst>
          </p:cNvPr>
          <p:cNvGraphicFramePr>
            <a:graphicFrameLocks noGrp="1"/>
          </p:cNvGraphicFramePr>
          <p:nvPr>
            <p:extLst>
              <p:ext uri="{D42A27DB-BD31-4B8C-83A1-F6EECF244321}">
                <p14:modId xmlns:p14="http://schemas.microsoft.com/office/powerpoint/2010/main" val="1196783466"/>
              </p:ext>
            </p:extLst>
          </p:nvPr>
        </p:nvGraphicFramePr>
        <p:xfrm>
          <a:off x="8196102" y="3952948"/>
          <a:ext cx="1787525" cy="2072640"/>
        </p:xfrm>
        <a:graphic>
          <a:graphicData uri="http://schemas.openxmlformats.org/drawingml/2006/table">
            <a:tbl>
              <a:tblPr/>
              <a:tblGrid>
                <a:gridCol w="1787525">
                  <a:extLst>
                    <a:ext uri="{9D8B030D-6E8A-4147-A177-3AD203B41FA5}">
                      <a16:colId xmlns:a16="http://schemas.microsoft.com/office/drawing/2014/main" val="20000"/>
                    </a:ext>
                  </a:extLst>
                </a:gridCol>
              </a:tblGrid>
              <a:tr h="5032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00001110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4730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00000000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1"/>
                  </a:ext>
                </a:extLst>
              </a:tr>
              <a:tr h="471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00000000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2"/>
                  </a:ext>
                </a:extLst>
              </a:tr>
              <a:tr h="471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FF3300"/>
                          </a:solidFill>
                          <a:effectLst>
                            <a:outerShdw blurRad="38100" dist="38100" dir="2700000" algn="tl">
                              <a:srgbClr val="000000"/>
                            </a:outerShdw>
                          </a:effectLst>
                          <a:latin typeface="Times New Roman" pitchFamily="18" charset="0"/>
                          <a:ea typeface="宋体" pitchFamily="2" charset="-122"/>
                        </a:rPr>
                        <a:t>0</a:t>
                      </a:r>
                      <a:r>
                        <a:rPr kumimoji="1" lang="en-US" altLang="zh-CN" sz="2800" b="1" i="0" u="none" strike="noStrike" cap="none" normalizeH="0" baseline="0" dirty="0">
                          <a:ln>
                            <a:noFill/>
                          </a:ln>
                          <a:solidFill>
                            <a:schemeClr val="accent2"/>
                          </a:solidFill>
                          <a:effectLst>
                            <a:outerShdw blurRad="38100" dist="38100" dir="2700000" algn="tl">
                              <a:srgbClr val="000000"/>
                            </a:outerShdw>
                          </a:effectLst>
                          <a:latin typeface="Times New Roman" pitchFamily="18" charset="0"/>
                          <a:ea typeface="宋体" pitchFamily="2" charset="-122"/>
                        </a:rPr>
                        <a:t>0000000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3"/>
                  </a:ext>
                </a:extLst>
              </a:tr>
            </a:tbl>
          </a:graphicData>
        </a:graphic>
      </p:graphicFrame>
      <p:sp>
        <p:nvSpPr>
          <p:cNvPr id="58" name="AutoShape 26">
            <a:extLst>
              <a:ext uri="{FF2B5EF4-FFF2-40B4-BE49-F238E27FC236}">
                <a16:creationId xmlns:a16="http://schemas.microsoft.com/office/drawing/2014/main" id="{EBBB41A4-CF24-4422-B63E-8621934DCA06}"/>
              </a:ext>
            </a:extLst>
          </p:cNvPr>
          <p:cNvSpPr>
            <a:spLocks noChangeArrowheads="1"/>
          </p:cNvSpPr>
          <p:nvPr/>
        </p:nvSpPr>
        <p:spPr bwMode="auto">
          <a:xfrm>
            <a:off x="6825572" y="4623518"/>
            <a:ext cx="1080123" cy="461666"/>
          </a:xfrm>
          <a:prstGeom prst="wedgeRoundRectCallout">
            <a:avLst>
              <a:gd name="adj1" fmla="val 94228"/>
              <a:gd name="adj2" fmla="val 195086"/>
              <a:gd name="adj3" fmla="val 16667"/>
            </a:avLst>
          </a:prstGeom>
          <a:gradFill flip="none" rotWithShape="1">
            <a:gsLst>
              <a:gs pos="0">
                <a:srgbClr val="F0E5B7"/>
              </a:gs>
              <a:gs pos="100000">
                <a:srgbClr val="F0E5B7"/>
              </a:gs>
            </a:gsLst>
            <a:lin ang="27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dirty="0">
                <a:solidFill>
                  <a:srgbClr val="C01920"/>
                </a:solidFill>
                <a:latin typeface="楷体" pitchFamily="49" charset="-122"/>
                <a:ea typeface="楷体" pitchFamily="49" charset="-122"/>
              </a:rPr>
              <a:t>符号位</a:t>
            </a:r>
          </a:p>
        </p:txBody>
      </p:sp>
      <p:sp>
        <p:nvSpPr>
          <p:cNvPr id="59" name="AutoShape 50">
            <a:extLst>
              <a:ext uri="{FF2B5EF4-FFF2-40B4-BE49-F238E27FC236}">
                <a16:creationId xmlns:a16="http://schemas.microsoft.com/office/drawing/2014/main" id="{8CBC739F-6101-4FEA-BF95-DB26C7ED773F}"/>
              </a:ext>
            </a:extLst>
          </p:cNvPr>
          <p:cNvSpPr>
            <a:spLocks noChangeArrowheads="1"/>
          </p:cNvSpPr>
          <p:nvPr/>
        </p:nvSpPr>
        <p:spPr bwMode="auto">
          <a:xfrm rot="21339233">
            <a:off x="9983285" y="3086653"/>
            <a:ext cx="989808" cy="939839"/>
          </a:xfrm>
          <a:prstGeom prst="curvedLeftArrow">
            <a:avLst>
              <a:gd name="adj1" fmla="val 18824"/>
              <a:gd name="adj2" fmla="val 40000"/>
              <a:gd name="adj3" fmla="val 33333"/>
            </a:avLst>
          </a:prstGeom>
          <a:solidFill>
            <a:srgbClr val="F0E5B7"/>
          </a:solidFill>
          <a:ln w="9525">
            <a:solidFill>
              <a:schemeClr val="tx1"/>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62" name="Text Box 51">
            <a:extLst>
              <a:ext uri="{FF2B5EF4-FFF2-40B4-BE49-F238E27FC236}">
                <a16:creationId xmlns:a16="http://schemas.microsoft.com/office/drawing/2014/main" id="{5A8E0943-8A7C-4636-BF1E-CF3496B099D2}"/>
              </a:ext>
            </a:extLst>
          </p:cNvPr>
          <p:cNvSpPr txBox="1">
            <a:spLocks noChangeArrowheads="1"/>
          </p:cNvSpPr>
          <p:nvPr/>
        </p:nvSpPr>
        <p:spPr bwMode="auto">
          <a:xfrm>
            <a:off x="6183872" y="449606"/>
            <a:ext cx="5590494" cy="1167503"/>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lstStyle/>
          <a:p>
            <a:r>
              <a:rPr lang="zh-CN" altLang="en-US" b="1" dirty="0">
                <a:solidFill>
                  <a:srgbClr val="002060"/>
                </a:solidFill>
                <a:latin typeface="Arial" pitchFamily="34" charset="0"/>
                <a:ea typeface="隶书" pitchFamily="49" charset="-122"/>
              </a:rPr>
              <a:t>    记住：</a:t>
            </a:r>
            <a:r>
              <a:rPr lang="zh-CN" altLang="en-US" dirty="0">
                <a:solidFill>
                  <a:srgbClr val="C01920"/>
                </a:solidFill>
                <a:latin typeface="Arial" pitchFamily="34" charset="0"/>
                <a:ea typeface="隶书" pitchFamily="49" charset="-122"/>
              </a:rPr>
              <a:t>数据在内存中的存放位置是高字节放在高地址的存储单元中，低字节放在低地址的存储单元中</a:t>
            </a:r>
            <a:r>
              <a:rPr lang="zh-CN" altLang="en-US" dirty="0">
                <a:solidFill>
                  <a:srgbClr val="C01920"/>
                </a:solidFill>
                <a:latin typeface="宋体" pitchFamily="2" charset="-122"/>
                <a:ea typeface="隶书" pitchFamily="49" charset="-122"/>
              </a:rPr>
              <a:t>。</a:t>
            </a:r>
            <a:endParaRPr lang="zh-CN" altLang="en-US" dirty="0">
              <a:solidFill>
                <a:srgbClr val="C01920"/>
              </a:solidFill>
              <a:ea typeface="隶书" pitchFamily="49" charset="-122"/>
            </a:endParaRPr>
          </a:p>
        </p:txBody>
      </p:sp>
      <p:sp>
        <p:nvSpPr>
          <p:cNvPr id="60" name="Rectangle 5">
            <a:extLst>
              <a:ext uri="{FF2B5EF4-FFF2-40B4-BE49-F238E27FC236}">
                <a16:creationId xmlns:a16="http://schemas.microsoft.com/office/drawing/2014/main" id="{1F360454-6125-4B3A-A766-CBAA64C50102}"/>
              </a:ext>
            </a:extLst>
          </p:cNvPr>
          <p:cNvSpPr>
            <a:spLocks noChangeArrowheads="1"/>
          </p:cNvSpPr>
          <p:nvPr/>
        </p:nvSpPr>
        <p:spPr bwMode="auto">
          <a:xfrm>
            <a:off x="767408" y="869515"/>
            <a:ext cx="4512774" cy="584775"/>
          </a:xfrm>
          <a:prstGeom prst="rect">
            <a:avLst/>
          </a:prstGeom>
          <a:noFill/>
          <a:ln w="9525">
            <a:noFill/>
            <a:miter lim="800000"/>
            <a:headEnd/>
            <a:tailEnd/>
          </a:ln>
          <a:effectLst/>
        </p:spPr>
        <p:txBody>
          <a:bodyPr wrap="none" anchor="ctr">
            <a:spAutoFit/>
          </a:bodyPr>
          <a:lstStyle/>
          <a:p>
            <a:r>
              <a:rPr lang="en-US" altLang="zh-CN" sz="3200" b="1" dirty="0">
                <a:solidFill>
                  <a:srgbClr val="C01920"/>
                </a:solidFill>
                <a:latin typeface="楷体" panose="02010609060101010101" pitchFamily="49" charset="-122"/>
                <a:ea typeface="楷体" panose="02010609060101010101" pitchFamily="49" charset="-122"/>
              </a:rPr>
              <a:t>2. </a:t>
            </a:r>
            <a:r>
              <a:rPr lang="zh-CN" altLang="en-US" sz="3200" b="1" dirty="0">
                <a:solidFill>
                  <a:srgbClr val="C01920"/>
                </a:solidFill>
                <a:latin typeface="楷体" panose="02010609060101010101" pitchFamily="49" charset="-122"/>
                <a:ea typeface="楷体" panose="02010609060101010101" pitchFamily="49" charset="-122"/>
              </a:rPr>
              <a:t>整数在内存中的表示</a:t>
            </a:r>
          </a:p>
        </p:txBody>
      </p:sp>
      <p:sp>
        <p:nvSpPr>
          <p:cNvPr id="61" name="Rectangle 4">
            <a:extLst>
              <a:ext uri="{FF2B5EF4-FFF2-40B4-BE49-F238E27FC236}">
                <a16:creationId xmlns:a16="http://schemas.microsoft.com/office/drawing/2014/main" id="{51742B17-AFA3-4C69-AA2B-3ABEE58D3F04}"/>
              </a:ext>
            </a:extLst>
          </p:cNvPr>
          <p:cNvSpPr>
            <a:spLocks noChangeArrowheads="1"/>
          </p:cNvSpPr>
          <p:nvPr/>
        </p:nvSpPr>
        <p:spPr bwMode="auto">
          <a:xfrm>
            <a:off x="815696"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简单数据类型与表示范围</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blinds(horizontal)">
                                      <p:cBhvr>
                                        <p:cTn id="7" dur="500"/>
                                        <p:tgtEl>
                                          <p:spTgt spid="60"/>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758790"/>
                                        </p:tgtEl>
                                        <p:attrNameLst>
                                          <p:attrName>style.visibility</p:attrName>
                                        </p:attrNameLst>
                                      </p:cBhvr>
                                      <p:to>
                                        <p:strVal val="visible"/>
                                      </p:to>
                                    </p:set>
                                    <p:anim calcmode="lin" valueType="num">
                                      <p:cBhvr additive="base">
                                        <p:cTn id="12" dur="500" fill="hold"/>
                                        <p:tgtEl>
                                          <p:spTgt spid="758790"/>
                                        </p:tgtEl>
                                        <p:attrNameLst>
                                          <p:attrName>ppt_x</p:attrName>
                                        </p:attrNameLst>
                                      </p:cBhvr>
                                      <p:tavLst>
                                        <p:tav tm="0">
                                          <p:val>
                                            <p:strVal val="0-#ppt_w/2"/>
                                          </p:val>
                                        </p:tav>
                                        <p:tav tm="100000">
                                          <p:val>
                                            <p:strVal val="#ppt_x"/>
                                          </p:val>
                                        </p:tav>
                                      </p:tavLst>
                                    </p:anim>
                                    <p:anim calcmode="lin" valueType="num">
                                      <p:cBhvr additive="base">
                                        <p:cTn id="13" dur="500" fill="hold"/>
                                        <p:tgtEl>
                                          <p:spTgt spid="75879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ox(in)">
                                      <p:cBhvr>
                                        <p:cTn id="18" dur="2000"/>
                                        <p:tgtEl>
                                          <p:spTgt spid="3"/>
                                        </p:tgtEl>
                                      </p:cBhvr>
                                    </p:animEffect>
                                  </p:childTnLst>
                                  <p:subTnLst>
                                    <p:audio>
                                      <p:cMediaNode>
                                        <p:cTn display="0" masterRel="sameClick">
                                          <p:stCondLst>
                                            <p:cond evt="begin" delay="0">
                                              <p:tn val="16"/>
                                            </p:cond>
                                          </p:stCondLst>
                                          <p:endCondLst>
                                            <p:cond evt="onStopAudio" delay="0">
                                              <p:tgtEl>
                                                <p:sldTgt/>
                                              </p:tgtEl>
                                            </p:cond>
                                          </p:endCondLst>
                                        </p:cTn>
                                        <p:tgtEl>
                                          <p:sndTgt r:embed="rId4" name="chimes.wav"/>
                                        </p:tgtEl>
                                      </p:cMediaNode>
                                    </p:audio>
                                  </p:sub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758871"/>
                                        </p:tgtEl>
                                        <p:attrNameLst>
                                          <p:attrName>style.visibility</p:attrName>
                                        </p:attrNameLst>
                                      </p:cBhvr>
                                      <p:to>
                                        <p:strVal val="visible"/>
                                      </p:to>
                                    </p:set>
                                    <p:animEffect transition="in" filter="blinds(horizontal)">
                                      <p:cBhvr>
                                        <p:cTn id="23" dur="500"/>
                                        <p:tgtEl>
                                          <p:spTgt spid="758871"/>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758870"/>
                                        </p:tgtEl>
                                        <p:attrNameLst>
                                          <p:attrName>style.visibility</p:attrName>
                                        </p:attrNameLst>
                                      </p:cBhvr>
                                      <p:to>
                                        <p:strVal val="visible"/>
                                      </p:to>
                                    </p:set>
                                    <p:animEffect transition="in" filter="blinds(horizontal)">
                                      <p:cBhvr>
                                        <p:cTn id="28" dur="500"/>
                                        <p:tgtEl>
                                          <p:spTgt spid="758870"/>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18" presetClass="entr" presetSubtype="12" fill="hold" grpId="0" nodeType="clickEffect">
                                  <p:stCondLst>
                                    <p:cond delay="0"/>
                                  </p:stCondLst>
                                  <p:childTnLst>
                                    <p:set>
                                      <p:cBhvr>
                                        <p:cTn id="32" dur="1" fill="hold">
                                          <p:stCondLst>
                                            <p:cond delay="0"/>
                                          </p:stCondLst>
                                        </p:cTn>
                                        <p:tgtEl>
                                          <p:spTgt spid="758872"/>
                                        </p:tgtEl>
                                        <p:attrNameLst>
                                          <p:attrName>style.visibility</p:attrName>
                                        </p:attrNameLst>
                                      </p:cBhvr>
                                      <p:to>
                                        <p:strVal val="visible"/>
                                      </p:to>
                                    </p:set>
                                    <p:animEffect transition="in" filter="strips(downLeft)">
                                      <p:cBhvr>
                                        <p:cTn id="33" dur="500"/>
                                        <p:tgtEl>
                                          <p:spTgt spid="758872"/>
                                        </p:tgtEl>
                                      </p:cBhvr>
                                    </p:animEffect>
                                  </p:childTnLst>
                                  <p:subTnLst>
                                    <p:audio>
                                      <p:cMediaNode>
                                        <p:cTn display="0" masterRel="sameClick">
                                          <p:stCondLst>
                                            <p:cond evt="begin" delay="0">
                                              <p:tn val="31"/>
                                            </p:cond>
                                          </p:stCondLst>
                                          <p:endCondLst>
                                            <p:cond evt="onStopAudio" delay="0">
                                              <p:tgtEl>
                                                <p:sldTgt/>
                                              </p:tgtEl>
                                            </p:cond>
                                          </p:endCondLst>
                                        </p:cTn>
                                        <p:tgtEl>
                                          <p:sndTgt r:embed="rId4" name="chimes.wav"/>
                                        </p:tgtEl>
                                      </p:cMediaNode>
                                    </p:audio>
                                  </p:subTnLst>
                                </p:cTn>
                              </p:par>
                            </p:childTnLst>
                          </p:cTn>
                        </p:par>
                        <p:par>
                          <p:cTn id="34" fill="hold">
                            <p:stCondLst>
                              <p:cond delay="500"/>
                            </p:stCondLst>
                            <p:childTnLst>
                              <p:par>
                                <p:cTn id="35" presetID="18" presetClass="entr" presetSubtype="12" fill="hold" grpId="0" nodeType="afterEffect">
                                  <p:stCondLst>
                                    <p:cond delay="0"/>
                                  </p:stCondLst>
                                  <p:childTnLst>
                                    <p:set>
                                      <p:cBhvr>
                                        <p:cTn id="36" dur="1" fill="hold">
                                          <p:stCondLst>
                                            <p:cond delay="0"/>
                                          </p:stCondLst>
                                        </p:cTn>
                                        <p:tgtEl>
                                          <p:spTgt spid="758873"/>
                                        </p:tgtEl>
                                        <p:attrNameLst>
                                          <p:attrName>style.visibility</p:attrName>
                                        </p:attrNameLst>
                                      </p:cBhvr>
                                      <p:to>
                                        <p:strVal val="visible"/>
                                      </p:to>
                                    </p:set>
                                    <p:animEffect transition="in" filter="strips(downLeft)">
                                      <p:cBhvr>
                                        <p:cTn id="37" dur="500"/>
                                        <p:tgtEl>
                                          <p:spTgt spid="758873"/>
                                        </p:tgtEl>
                                      </p:cBhvr>
                                    </p:animEffect>
                                  </p:childTnLst>
                                  <p:subTnLst>
                                    <p:audio>
                                      <p:cMediaNode>
                                        <p:cTn display="0" masterRel="sameClick">
                                          <p:stCondLst>
                                            <p:cond evt="begin" delay="0">
                                              <p:tn val="35"/>
                                            </p:cond>
                                          </p:stCondLst>
                                          <p:endCondLst>
                                            <p:cond evt="onStopAudio" delay="0">
                                              <p:tgtEl>
                                                <p:sldTgt/>
                                              </p:tgtEl>
                                            </p:cond>
                                          </p:endCondLst>
                                        </p:cTn>
                                        <p:tgtEl>
                                          <p:sndTgt r:embed="rId4" name="chimes.wav"/>
                                        </p:tgtEl>
                                      </p:cMediaNode>
                                    </p:audio>
                                  </p:subTnLst>
                                </p:cTn>
                              </p:par>
                            </p:childTnLst>
                          </p:cTn>
                        </p:par>
                        <p:par>
                          <p:cTn id="38" fill="hold">
                            <p:stCondLst>
                              <p:cond delay="1000"/>
                            </p:stCondLst>
                            <p:childTnLst>
                              <p:par>
                                <p:cTn id="39" presetID="3" presetClass="entr" presetSubtype="10" fill="hold" nodeType="afterEffect">
                                  <p:stCondLst>
                                    <p:cond delay="0"/>
                                  </p:stCondLst>
                                  <p:childTnLst>
                                    <p:set>
                                      <p:cBhvr>
                                        <p:cTn id="40" dur="1" fill="hold">
                                          <p:stCondLst>
                                            <p:cond delay="0"/>
                                          </p:stCondLst>
                                        </p:cTn>
                                        <p:tgtEl>
                                          <p:spTgt spid="758852"/>
                                        </p:tgtEl>
                                        <p:attrNameLst>
                                          <p:attrName>style.visibility</p:attrName>
                                        </p:attrNameLst>
                                      </p:cBhvr>
                                      <p:to>
                                        <p:strVal val="visible"/>
                                      </p:to>
                                    </p:set>
                                    <p:animEffect transition="in" filter="blinds(horizontal)">
                                      <p:cBhvr>
                                        <p:cTn id="41" dur="500"/>
                                        <p:tgtEl>
                                          <p:spTgt spid="758852"/>
                                        </p:tgtEl>
                                      </p:cBhvr>
                                    </p:animEffect>
                                  </p:childTnLst>
                                  <p:subTnLst>
                                    <p:audio>
                                      <p:cMediaNode>
                                        <p:cTn display="0" masterRel="sameClick">
                                          <p:stCondLst>
                                            <p:cond evt="begin" delay="0">
                                              <p:tn val="39"/>
                                            </p:cond>
                                          </p:stCondLst>
                                          <p:endCondLst>
                                            <p:cond evt="onStopAudio" delay="0">
                                              <p:tgtEl>
                                                <p:sldTgt/>
                                              </p:tgtEl>
                                            </p:cond>
                                          </p:endCondLst>
                                        </p:cTn>
                                        <p:tgtEl>
                                          <p:sndTgt r:embed="rId4" name="chimes.wav"/>
                                        </p:tgtEl>
                                      </p:cMediaNode>
                                    </p:audio>
                                  </p:subTnLst>
                                </p:cTn>
                              </p:par>
                            </p:childTnLst>
                          </p:cTn>
                        </p:par>
                        <p:par>
                          <p:cTn id="42" fill="hold">
                            <p:stCondLst>
                              <p:cond delay="1500"/>
                            </p:stCondLst>
                            <p:childTnLst>
                              <p:par>
                                <p:cTn id="43" presetID="3" presetClass="entr" presetSubtype="10" fill="hold" grpId="0" nodeType="afterEffect">
                                  <p:stCondLst>
                                    <p:cond delay="0"/>
                                  </p:stCondLst>
                                  <p:childTnLst>
                                    <p:set>
                                      <p:cBhvr>
                                        <p:cTn id="44" dur="1" fill="hold">
                                          <p:stCondLst>
                                            <p:cond delay="0"/>
                                          </p:stCondLst>
                                        </p:cTn>
                                        <p:tgtEl>
                                          <p:spTgt spid="758868"/>
                                        </p:tgtEl>
                                        <p:attrNameLst>
                                          <p:attrName>style.visibility</p:attrName>
                                        </p:attrNameLst>
                                      </p:cBhvr>
                                      <p:to>
                                        <p:strVal val="visible"/>
                                      </p:to>
                                    </p:set>
                                    <p:animEffect transition="in" filter="blinds(horizontal)">
                                      <p:cBhvr>
                                        <p:cTn id="45" dur="500"/>
                                        <p:tgtEl>
                                          <p:spTgt spid="758868"/>
                                        </p:tgtEl>
                                      </p:cBhvr>
                                    </p:animEffect>
                                  </p:childTnLst>
                                  <p:subTnLst>
                                    <p:audio>
                                      <p:cMediaNode>
                                        <p:cTn display="0" masterRel="sameClick">
                                          <p:stCondLst>
                                            <p:cond evt="begin" delay="0">
                                              <p:tn val="43"/>
                                            </p:cond>
                                          </p:stCondLst>
                                          <p:endCondLst>
                                            <p:cond evt="onStopAudio" delay="0">
                                              <p:tgtEl>
                                                <p:sldTgt/>
                                              </p:tgtEl>
                                            </p:cond>
                                          </p:endCondLst>
                                        </p:cTn>
                                        <p:tgtEl>
                                          <p:sndTgt r:embed="rId3" name="CAMERA.WAV"/>
                                        </p:tgtEl>
                                      </p:cMediaNode>
                                    </p:audio>
                                  </p:sub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758860"/>
                                        </p:tgtEl>
                                        <p:attrNameLst>
                                          <p:attrName>style.visibility</p:attrName>
                                        </p:attrNameLst>
                                      </p:cBhvr>
                                      <p:to>
                                        <p:strVal val="visible"/>
                                      </p:to>
                                    </p:set>
                                    <p:animEffect transition="in" filter="blinds(horizontal)">
                                      <p:cBhvr>
                                        <p:cTn id="50" dur="500"/>
                                        <p:tgtEl>
                                          <p:spTgt spid="758860"/>
                                        </p:tgtEl>
                                      </p:cBhvr>
                                    </p:animEffect>
                                  </p:childTnLst>
                                  <p:subTnLst>
                                    <p:audio>
                                      <p:cMediaNode>
                                        <p:cTn display="0" masterRel="sameClick">
                                          <p:stCondLst>
                                            <p:cond evt="begin" delay="0">
                                              <p:tn val="48"/>
                                            </p:cond>
                                          </p:stCondLst>
                                          <p:endCondLst>
                                            <p:cond evt="onStopAudio" delay="0">
                                              <p:tgtEl>
                                                <p:sldTgt/>
                                              </p:tgtEl>
                                            </p:cond>
                                          </p:endCondLst>
                                        </p:cTn>
                                        <p:tgtEl>
                                          <p:sndTgt r:embed="rId3" name="CAMERA.WAV"/>
                                        </p:tgtEl>
                                      </p:cMediaNode>
                                    </p:audio>
                                  </p:subTnLst>
                                </p:cTn>
                              </p:par>
                            </p:childTnLst>
                          </p:cTn>
                        </p:par>
                      </p:childTnLst>
                    </p:cTn>
                  </p:par>
                  <p:par>
                    <p:cTn id="51" fill="hold">
                      <p:stCondLst>
                        <p:cond delay="indefinite"/>
                      </p:stCondLst>
                      <p:childTnLst>
                        <p:par>
                          <p:cTn id="52" fill="hold">
                            <p:stCondLst>
                              <p:cond delay="0"/>
                            </p:stCondLst>
                            <p:childTnLst>
                              <p:par>
                                <p:cTn id="53" presetID="18" presetClass="entr" presetSubtype="12" fill="hold" grpId="0" nodeType="clickEffect">
                                  <p:stCondLst>
                                    <p:cond delay="0"/>
                                  </p:stCondLst>
                                  <p:childTnLst>
                                    <p:set>
                                      <p:cBhvr>
                                        <p:cTn id="54" dur="1" fill="hold">
                                          <p:stCondLst>
                                            <p:cond delay="0"/>
                                          </p:stCondLst>
                                        </p:cTn>
                                        <p:tgtEl>
                                          <p:spTgt spid="758866"/>
                                        </p:tgtEl>
                                        <p:attrNameLst>
                                          <p:attrName>style.visibility</p:attrName>
                                        </p:attrNameLst>
                                      </p:cBhvr>
                                      <p:to>
                                        <p:strVal val="visible"/>
                                      </p:to>
                                    </p:set>
                                    <p:animEffect transition="in" filter="strips(downLeft)">
                                      <p:cBhvr>
                                        <p:cTn id="55" dur="500"/>
                                        <p:tgtEl>
                                          <p:spTgt spid="758866"/>
                                        </p:tgtEl>
                                      </p:cBhvr>
                                    </p:animEffect>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childTnLst>
                          </p:cTn>
                        </p:par>
                        <p:par>
                          <p:cTn id="56" fill="hold">
                            <p:stCondLst>
                              <p:cond delay="500"/>
                            </p:stCondLst>
                            <p:childTnLst>
                              <p:par>
                                <p:cTn id="57" presetID="3" presetClass="entr" presetSubtype="10" fill="hold" nodeType="afterEffect">
                                  <p:stCondLst>
                                    <p:cond delay="0"/>
                                  </p:stCondLst>
                                  <p:childTnLst>
                                    <p:set>
                                      <p:cBhvr>
                                        <p:cTn id="58" dur="1" fill="hold">
                                          <p:stCondLst>
                                            <p:cond delay="0"/>
                                          </p:stCondLst>
                                        </p:cTn>
                                        <p:tgtEl>
                                          <p:spTgt spid="758863"/>
                                        </p:tgtEl>
                                        <p:attrNameLst>
                                          <p:attrName>style.visibility</p:attrName>
                                        </p:attrNameLst>
                                      </p:cBhvr>
                                      <p:to>
                                        <p:strVal val="visible"/>
                                      </p:to>
                                    </p:set>
                                    <p:animEffect transition="in" filter="blinds(horizontal)">
                                      <p:cBhvr>
                                        <p:cTn id="59" dur="500"/>
                                        <p:tgtEl>
                                          <p:spTgt spid="758863"/>
                                        </p:tgtEl>
                                      </p:cBhvr>
                                    </p:animEffect>
                                  </p:childTnLst>
                                  <p:subTnLst>
                                    <p:audio>
                                      <p:cMediaNode>
                                        <p:cTn display="0" masterRel="sameClick">
                                          <p:stCondLst>
                                            <p:cond evt="begin" delay="0">
                                              <p:tn val="57"/>
                                            </p:cond>
                                          </p:stCondLst>
                                          <p:endCondLst>
                                            <p:cond evt="onStopAudio" delay="0">
                                              <p:tgtEl>
                                                <p:sldTgt/>
                                              </p:tgtEl>
                                            </p:cond>
                                          </p:endCondLst>
                                        </p:cTn>
                                        <p:tgtEl>
                                          <p:sndTgt r:embed="rId3" name="CAMERA.WAV"/>
                                        </p:tgtEl>
                                      </p:cMediaNode>
                                    </p:audio>
                                  </p:subTnLst>
                                </p:cTn>
                              </p:par>
                            </p:childTnLst>
                          </p:cTn>
                        </p:par>
                      </p:childTnLst>
                    </p:cTn>
                  </p:par>
                  <p:par>
                    <p:cTn id="60" fill="hold">
                      <p:stCondLst>
                        <p:cond delay="indefinite"/>
                      </p:stCondLst>
                      <p:childTnLst>
                        <p:par>
                          <p:cTn id="61" fill="hold">
                            <p:stCondLst>
                              <p:cond delay="0"/>
                            </p:stCondLst>
                            <p:childTnLst>
                              <p:par>
                                <p:cTn id="62" presetID="18" presetClass="entr" presetSubtype="12" fill="hold" grpId="0" nodeType="clickEffect">
                                  <p:stCondLst>
                                    <p:cond delay="0"/>
                                  </p:stCondLst>
                                  <p:childTnLst>
                                    <p:set>
                                      <p:cBhvr>
                                        <p:cTn id="63" dur="1" fill="hold">
                                          <p:stCondLst>
                                            <p:cond delay="0"/>
                                          </p:stCondLst>
                                        </p:cTn>
                                        <p:tgtEl>
                                          <p:spTgt spid="758867"/>
                                        </p:tgtEl>
                                        <p:attrNameLst>
                                          <p:attrName>style.visibility</p:attrName>
                                        </p:attrNameLst>
                                      </p:cBhvr>
                                      <p:to>
                                        <p:strVal val="visible"/>
                                      </p:to>
                                    </p:set>
                                    <p:animEffect transition="in" filter="strips(downLeft)">
                                      <p:cBhvr>
                                        <p:cTn id="64" dur="500"/>
                                        <p:tgtEl>
                                          <p:spTgt spid="758867"/>
                                        </p:tgtEl>
                                      </p:cBhvr>
                                    </p:animEffect>
                                  </p:childTnLst>
                                  <p:subTnLst>
                                    <p:audio>
                                      <p:cMediaNode>
                                        <p:cTn display="0" masterRel="sameClick">
                                          <p:stCondLst>
                                            <p:cond evt="begin" delay="0">
                                              <p:tn val="62"/>
                                            </p:cond>
                                          </p:stCondLst>
                                          <p:endCondLst>
                                            <p:cond evt="onStopAudio" delay="0">
                                              <p:tgtEl>
                                                <p:sldTgt/>
                                              </p:tgtEl>
                                            </p:cond>
                                          </p:endCondLst>
                                        </p:cTn>
                                        <p:tgtEl>
                                          <p:sndTgt r:embed="rId3" name="CAMERA.WAV"/>
                                        </p:tgtEl>
                                      </p:cMediaNode>
                                    </p:audio>
                                  </p:subTnLst>
                                </p:cTn>
                              </p:par>
                            </p:childTnLst>
                          </p:cTn>
                        </p:par>
                      </p:childTnLst>
                    </p:cTn>
                  </p:par>
                  <p:par>
                    <p:cTn id="65" fill="hold">
                      <p:stCondLst>
                        <p:cond delay="indefinite"/>
                      </p:stCondLst>
                      <p:childTnLst>
                        <p:par>
                          <p:cTn id="66" fill="hold">
                            <p:stCondLst>
                              <p:cond delay="0"/>
                            </p:stCondLst>
                            <p:childTnLst>
                              <p:par>
                                <p:cTn id="67" presetID="4" presetClass="entr" presetSubtype="16" fill="hold" nodeType="clickEffect">
                                  <p:stCondLst>
                                    <p:cond delay="0"/>
                                  </p:stCondLst>
                                  <p:childTnLst>
                                    <p:set>
                                      <p:cBhvr>
                                        <p:cTn id="68" dur="1" fill="hold">
                                          <p:stCondLst>
                                            <p:cond delay="0"/>
                                          </p:stCondLst>
                                        </p:cTn>
                                        <p:tgtEl>
                                          <p:spTgt spid="4"/>
                                        </p:tgtEl>
                                        <p:attrNameLst>
                                          <p:attrName>style.visibility</p:attrName>
                                        </p:attrNameLst>
                                      </p:cBhvr>
                                      <p:to>
                                        <p:strVal val="visible"/>
                                      </p:to>
                                    </p:set>
                                    <p:animEffect transition="in" filter="box(in)">
                                      <p:cBhvr>
                                        <p:cTn id="69" dur="2000"/>
                                        <p:tgtEl>
                                          <p:spTgt spid="4"/>
                                        </p:tgtEl>
                                      </p:cBhvr>
                                    </p:animEffect>
                                  </p:childTnLst>
                                  <p:subTnLst>
                                    <p:audio>
                                      <p:cMediaNode>
                                        <p:cTn display="0" masterRel="sameClick">
                                          <p:stCondLst>
                                            <p:cond evt="begin" delay="0">
                                              <p:tn val="67"/>
                                            </p:cond>
                                          </p:stCondLst>
                                          <p:endCondLst>
                                            <p:cond evt="onStopAudio" delay="0">
                                              <p:tgtEl>
                                                <p:sldTgt/>
                                              </p:tgtEl>
                                            </p:cond>
                                          </p:endCondLst>
                                        </p:cTn>
                                        <p:tgtEl>
                                          <p:sndTgt r:embed="rId4" name="chimes.wav"/>
                                        </p:tgtEl>
                                      </p:cMediaNode>
                                    </p:audio>
                                  </p:sub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55"/>
                                        </p:tgtEl>
                                        <p:attrNameLst>
                                          <p:attrName>style.visibility</p:attrName>
                                        </p:attrNameLst>
                                      </p:cBhvr>
                                      <p:to>
                                        <p:strVal val="visible"/>
                                      </p:to>
                                    </p:set>
                                    <p:animEffect transition="in" filter="blinds(horizontal)">
                                      <p:cBhvr>
                                        <p:cTn id="74" dur="500"/>
                                        <p:tgtEl>
                                          <p:spTgt spid="55"/>
                                        </p:tgtEl>
                                      </p:cBhvr>
                                    </p:animEffect>
                                  </p:childTnLst>
                                  <p:subTnLst>
                                    <p:audio>
                                      <p:cMediaNode>
                                        <p:cTn display="0" masterRel="sameClick">
                                          <p:stCondLst>
                                            <p:cond evt="begin" delay="0">
                                              <p:tn val="72"/>
                                            </p:cond>
                                          </p:stCondLst>
                                          <p:endCondLst>
                                            <p:cond evt="onStopAudio" delay="0">
                                              <p:tgtEl>
                                                <p:sldTgt/>
                                              </p:tgtEl>
                                            </p:cond>
                                          </p:endCondLst>
                                        </p:cTn>
                                        <p:tgtEl>
                                          <p:sndTgt r:embed="rId3" name="camera.wav"/>
                                        </p:tgtEl>
                                      </p:cMediaNode>
                                    </p:audio>
                                  </p:subTnLst>
                                </p:cTn>
                              </p:par>
                            </p:childTnLst>
                          </p:cTn>
                        </p:par>
                      </p:childTnLst>
                    </p:cTn>
                  </p:par>
                  <p:par>
                    <p:cTn id="75" fill="hold">
                      <p:stCondLst>
                        <p:cond delay="indefinite"/>
                      </p:stCondLst>
                      <p:childTnLst>
                        <p:par>
                          <p:cTn id="76" fill="hold">
                            <p:stCondLst>
                              <p:cond delay="0"/>
                            </p:stCondLst>
                            <p:childTnLst>
                              <p:par>
                                <p:cTn id="77" presetID="3" presetClass="entr" presetSubtype="10" fill="hold" nodeType="clickEffect">
                                  <p:stCondLst>
                                    <p:cond delay="0"/>
                                  </p:stCondLst>
                                  <p:childTnLst>
                                    <p:set>
                                      <p:cBhvr>
                                        <p:cTn id="78" dur="1" fill="hold">
                                          <p:stCondLst>
                                            <p:cond delay="0"/>
                                          </p:stCondLst>
                                        </p:cTn>
                                        <p:tgtEl>
                                          <p:spTgt spid="44"/>
                                        </p:tgtEl>
                                        <p:attrNameLst>
                                          <p:attrName>style.visibility</p:attrName>
                                        </p:attrNameLst>
                                      </p:cBhvr>
                                      <p:to>
                                        <p:strVal val="visible"/>
                                      </p:to>
                                    </p:set>
                                    <p:animEffect transition="in" filter="blinds(horizontal)">
                                      <p:cBhvr>
                                        <p:cTn id="79" dur="500"/>
                                        <p:tgtEl>
                                          <p:spTgt spid="44"/>
                                        </p:tgtEl>
                                      </p:cBhvr>
                                    </p:animEffect>
                                  </p:childTnLst>
                                  <p:subTnLst>
                                    <p:audio>
                                      <p:cMediaNode>
                                        <p:cTn display="0" masterRel="sameClick">
                                          <p:stCondLst>
                                            <p:cond evt="begin" delay="0">
                                              <p:tn val="77"/>
                                            </p:cond>
                                          </p:stCondLst>
                                          <p:endCondLst>
                                            <p:cond evt="onStopAudio" delay="0">
                                              <p:tgtEl>
                                                <p:sldTgt/>
                                              </p:tgtEl>
                                            </p:cond>
                                          </p:endCondLst>
                                        </p:cTn>
                                        <p:tgtEl>
                                          <p:sndTgt r:embed="rId3" name="camera.wav"/>
                                        </p:tgtEl>
                                      </p:cMediaNode>
                                    </p:audio>
                                  </p:subTnLst>
                                </p:cTn>
                              </p:par>
                            </p:childTnLst>
                          </p:cTn>
                        </p:par>
                      </p:childTnLst>
                    </p:cTn>
                  </p:par>
                  <p:par>
                    <p:cTn id="80" fill="hold">
                      <p:stCondLst>
                        <p:cond delay="indefinite"/>
                      </p:stCondLst>
                      <p:childTnLst>
                        <p:par>
                          <p:cTn id="81" fill="hold">
                            <p:stCondLst>
                              <p:cond delay="0"/>
                            </p:stCondLst>
                            <p:childTnLst>
                              <p:par>
                                <p:cTn id="82" presetID="18" presetClass="entr" presetSubtype="12" fill="hold" grpId="0" nodeType="clickEffect">
                                  <p:stCondLst>
                                    <p:cond delay="0"/>
                                  </p:stCondLst>
                                  <p:childTnLst>
                                    <p:set>
                                      <p:cBhvr>
                                        <p:cTn id="83" dur="1" fill="hold">
                                          <p:stCondLst>
                                            <p:cond delay="0"/>
                                          </p:stCondLst>
                                        </p:cTn>
                                        <p:tgtEl>
                                          <p:spTgt spid="56"/>
                                        </p:tgtEl>
                                        <p:attrNameLst>
                                          <p:attrName>style.visibility</p:attrName>
                                        </p:attrNameLst>
                                      </p:cBhvr>
                                      <p:to>
                                        <p:strVal val="visible"/>
                                      </p:to>
                                    </p:set>
                                    <p:animEffect transition="in" filter="strips(downLeft)">
                                      <p:cBhvr>
                                        <p:cTn id="84" dur="500"/>
                                        <p:tgtEl>
                                          <p:spTgt spid="56"/>
                                        </p:tgtEl>
                                      </p:cBhvr>
                                    </p:animEffect>
                                  </p:childTnLst>
                                  <p:subTnLst>
                                    <p:audio>
                                      <p:cMediaNode>
                                        <p:cTn display="0" masterRel="sameClick">
                                          <p:stCondLst>
                                            <p:cond evt="begin" delay="0">
                                              <p:tn val="82"/>
                                            </p:cond>
                                          </p:stCondLst>
                                          <p:endCondLst>
                                            <p:cond evt="onStopAudio" delay="0">
                                              <p:tgtEl>
                                                <p:sldTgt/>
                                              </p:tgtEl>
                                            </p:cond>
                                          </p:endCondLst>
                                        </p:cTn>
                                        <p:tgtEl>
                                          <p:sndTgt r:embed="rId4" name="chimes.wav"/>
                                        </p:tgtEl>
                                      </p:cMediaNode>
                                    </p:audio>
                                  </p:subTnLst>
                                </p:cTn>
                              </p:par>
                            </p:childTnLst>
                          </p:cTn>
                        </p:par>
                        <p:par>
                          <p:cTn id="85" fill="hold">
                            <p:stCondLst>
                              <p:cond delay="500"/>
                            </p:stCondLst>
                            <p:childTnLst>
                              <p:par>
                                <p:cTn id="86" presetID="18" presetClass="entr" presetSubtype="12" fill="hold" grpId="0" nodeType="afterEffect">
                                  <p:stCondLst>
                                    <p:cond delay="0"/>
                                  </p:stCondLst>
                                  <p:childTnLst>
                                    <p:set>
                                      <p:cBhvr>
                                        <p:cTn id="87" dur="1" fill="hold">
                                          <p:stCondLst>
                                            <p:cond delay="0"/>
                                          </p:stCondLst>
                                        </p:cTn>
                                        <p:tgtEl>
                                          <p:spTgt spid="59"/>
                                        </p:tgtEl>
                                        <p:attrNameLst>
                                          <p:attrName>style.visibility</p:attrName>
                                        </p:attrNameLst>
                                      </p:cBhvr>
                                      <p:to>
                                        <p:strVal val="visible"/>
                                      </p:to>
                                    </p:set>
                                    <p:animEffect transition="in" filter="strips(downLeft)">
                                      <p:cBhvr>
                                        <p:cTn id="88" dur="500"/>
                                        <p:tgtEl>
                                          <p:spTgt spid="59"/>
                                        </p:tgtEl>
                                      </p:cBhvr>
                                    </p:animEffect>
                                  </p:childTnLst>
                                  <p:subTnLst>
                                    <p:audio>
                                      <p:cMediaNode>
                                        <p:cTn display="0" masterRel="sameClick">
                                          <p:stCondLst>
                                            <p:cond evt="begin" delay="0">
                                              <p:tn val="86"/>
                                            </p:cond>
                                          </p:stCondLst>
                                          <p:endCondLst>
                                            <p:cond evt="onStopAudio" delay="0">
                                              <p:tgtEl>
                                                <p:sldTgt/>
                                              </p:tgtEl>
                                            </p:cond>
                                          </p:endCondLst>
                                        </p:cTn>
                                        <p:tgtEl>
                                          <p:sndTgt r:embed="rId4" name="chimes.wav"/>
                                        </p:tgtEl>
                                      </p:cMediaNode>
                                    </p:audio>
                                  </p:subTnLst>
                                </p:cTn>
                              </p:par>
                            </p:childTnLst>
                          </p:cTn>
                        </p:par>
                        <p:par>
                          <p:cTn id="89" fill="hold">
                            <p:stCondLst>
                              <p:cond delay="1000"/>
                            </p:stCondLst>
                            <p:childTnLst>
                              <p:par>
                                <p:cTn id="90" presetID="3" presetClass="entr" presetSubtype="10" fill="hold" nodeType="afterEffect">
                                  <p:stCondLst>
                                    <p:cond delay="0"/>
                                  </p:stCondLst>
                                  <p:childTnLst>
                                    <p:set>
                                      <p:cBhvr>
                                        <p:cTn id="91" dur="1" fill="hold">
                                          <p:stCondLst>
                                            <p:cond delay="0"/>
                                          </p:stCondLst>
                                        </p:cTn>
                                        <p:tgtEl>
                                          <p:spTgt spid="57"/>
                                        </p:tgtEl>
                                        <p:attrNameLst>
                                          <p:attrName>style.visibility</p:attrName>
                                        </p:attrNameLst>
                                      </p:cBhvr>
                                      <p:to>
                                        <p:strVal val="visible"/>
                                      </p:to>
                                    </p:set>
                                    <p:animEffect transition="in" filter="blinds(horizontal)">
                                      <p:cBhvr>
                                        <p:cTn id="92" dur="500"/>
                                        <p:tgtEl>
                                          <p:spTgt spid="57"/>
                                        </p:tgtEl>
                                      </p:cBhvr>
                                    </p:animEffect>
                                  </p:childTnLst>
                                  <p:subTnLst>
                                    <p:audio>
                                      <p:cMediaNode>
                                        <p:cTn display="0" masterRel="sameClick">
                                          <p:stCondLst>
                                            <p:cond evt="begin" delay="0">
                                              <p:tn val="90"/>
                                            </p:cond>
                                          </p:stCondLst>
                                          <p:endCondLst>
                                            <p:cond evt="onStopAudio" delay="0">
                                              <p:tgtEl>
                                                <p:sldTgt/>
                                              </p:tgtEl>
                                            </p:cond>
                                          </p:endCondLst>
                                        </p:cTn>
                                        <p:tgtEl>
                                          <p:sndTgt r:embed="rId4" name="chimes.wav"/>
                                        </p:tgtEl>
                                      </p:cMediaNode>
                                    </p:audio>
                                  </p:subTnLst>
                                </p:cTn>
                              </p:par>
                            </p:childTnLst>
                          </p:cTn>
                        </p:par>
                        <p:par>
                          <p:cTn id="93" fill="hold">
                            <p:stCondLst>
                              <p:cond delay="1500"/>
                            </p:stCondLst>
                            <p:childTnLst>
                              <p:par>
                                <p:cTn id="94" presetID="3" presetClass="entr" presetSubtype="10" fill="hold" grpId="0" nodeType="afterEffect">
                                  <p:stCondLst>
                                    <p:cond delay="0"/>
                                  </p:stCondLst>
                                  <p:childTnLst>
                                    <p:set>
                                      <p:cBhvr>
                                        <p:cTn id="95" dur="1" fill="hold">
                                          <p:stCondLst>
                                            <p:cond delay="0"/>
                                          </p:stCondLst>
                                        </p:cTn>
                                        <p:tgtEl>
                                          <p:spTgt spid="54"/>
                                        </p:tgtEl>
                                        <p:attrNameLst>
                                          <p:attrName>style.visibility</p:attrName>
                                        </p:attrNameLst>
                                      </p:cBhvr>
                                      <p:to>
                                        <p:strVal val="visible"/>
                                      </p:to>
                                    </p:set>
                                    <p:animEffect transition="in" filter="blinds(horizontal)">
                                      <p:cBhvr>
                                        <p:cTn id="96" dur="500"/>
                                        <p:tgtEl>
                                          <p:spTgt spid="54"/>
                                        </p:tgtEl>
                                      </p:cBhvr>
                                    </p:animEffect>
                                  </p:childTnLst>
                                  <p:subTnLst>
                                    <p:audio>
                                      <p:cMediaNode>
                                        <p:cTn display="0" masterRel="sameClick">
                                          <p:stCondLst>
                                            <p:cond evt="begin" delay="0">
                                              <p:tn val="94"/>
                                            </p:cond>
                                          </p:stCondLst>
                                          <p:endCondLst>
                                            <p:cond evt="onStopAudio" delay="0">
                                              <p:tgtEl>
                                                <p:sldTgt/>
                                              </p:tgtEl>
                                            </p:cond>
                                          </p:endCondLst>
                                        </p:cTn>
                                        <p:tgtEl>
                                          <p:sndTgt r:embed="rId3" name="CAMERA.WAV"/>
                                        </p:tgtEl>
                                      </p:cMediaNode>
                                    </p:audio>
                                  </p:subTnLst>
                                </p:cTn>
                              </p:par>
                            </p:childTnLst>
                          </p:cTn>
                        </p:par>
                      </p:childTnLst>
                    </p:cTn>
                  </p:par>
                  <p:par>
                    <p:cTn id="97" fill="hold">
                      <p:stCondLst>
                        <p:cond delay="indefinite"/>
                      </p:stCondLst>
                      <p:childTnLst>
                        <p:par>
                          <p:cTn id="98" fill="hold">
                            <p:stCondLst>
                              <p:cond delay="0"/>
                            </p:stCondLst>
                            <p:childTnLst>
                              <p:par>
                                <p:cTn id="99" presetID="3" presetClass="entr" presetSubtype="10" fill="hold" nodeType="clickEffect">
                                  <p:stCondLst>
                                    <p:cond delay="0"/>
                                  </p:stCondLst>
                                  <p:childTnLst>
                                    <p:set>
                                      <p:cBhvr>
                                        <p:cTn id="100" dur="1" fill="hold">
                                          <p:stCondLst>
                                            <p:cond delay="0"/>
                                          </p:stCondLst>
                                        </p:cTn>
                                        <p:tgtEl>
                                          <p:spTgt spid="47"/>
                                        </p:tgtEl>
                                        <p:attrNameLst>
                                          <p:attrName>style.visibility</p:attrName>
                                        </p:attrNameLst>
                                      </p:cBhvr>
                                      <p:to>
                                        <p:strVal val="visible"/>
                                      </p:to>
                                    </p:set>
                                    <p:animEffect transition="in" filter="blinds(horizontal)">
                                      <p:cBhvr>
                                        <p:cTn id="101" dur="500"/>
                                        <p:tgtEl>
                                          <p:spTgt spid="47"/>
                                        </p:tgtEl>
                                      </p:cBhvr>
                                    </p:animEffect>
                                  </p:childTnLst>
                                  <p:subTnLst>
                                    <p:audio>
                                      <p:cMediaNode>
                                        <p:cTn display="0" masterRel="sameClick">
                                          <p:stCondLst>
                                            <p:cond evt="begin" delay="0">
                                              <p:tn val="99"/>
                                            </p:cond>
                                          </p:stCondLst>
                                          <p:endCondLst>
                                            <p:cond evt="onStopAudio" delay="0">
                                              <p:tgtEl>
                                                <p:sldTgt/>
                                              </p:tgtEl>
                                            </p:cond>
                                          </p:endCondLst>
                                        </p:cTn>
                                        <p:tgtEl>
                                          <p:sndTgt r:embed="rId3" name="camera.wav"/>
                                        </p:tgtEl>
                                      </p:cMediaNode>
                                    </p:audio>
                                  </p:subTnLst>
                                </p:cTn>
                              </p:par>
                            </p:childTnLst>
                          </p:cTn>
                        </p:par>
                      </p:childTnLst>
                    </p:cTn>
                  </p:par>
                  <p:par>
                    <p:cTn id="102" fill="hold">
                      <p:stCondLst>
                        <p:cond delay="indefinite"/>
                      </p:stCondLst>
                      <p:childTnLst>
                        <p:par>
                          <p:cTn id="103" fill="hold">
                            <p:stCondLst>
                              <p:cond delay="0"/>
                            </p:stCondLst>
                            <p:childTnLst>
                              <p:par>
                                <p:cTn id="104" presetID="18" presetClass="entr" presetSubtype="12" fill="hold" grpId="0" nodeType="clickEffect">
                                  <p:stCondLst>
                                    <p:cond delay="0"/>
                                  </p:stCondLst>
                                  <p:childTnLst>
                                    <p:set>
                                      <p:cBhvr>
                                        <p:cTn id="105" dur="1" fill="hold">
                                          <p:stCondLst>
                                            <p:cond delay="0"/>
                                          </p:stCondLst>
                                        </p:cTn>
                                        <p:tgtEl>
                                          <p:spTgt spid="53"/>
                                        </p:tgtEl>
                                        <p:attrNameLst>
                                          <p:attrName>style.visibility</p:attrName>
                                        </p:attrNameLst>
                                      </p:cBhvr>
                                      <p:to>
                                        <p:strVal val="visible"/>
                                      </p:to>
                                    </p:set>
                                    <p:animEffect transition="in" filter="strips(downLeft)">
                                      <p:cBhvr>
                                        <p:cTn id="106" dur="500"/>
                                        <p:tgtEl>
                                          <p:spTgt spid="53"/>
                                        </p:tgtEl>
                                      </p:cBhvr>
                                    </p:animEffect>
                                  </p:childTnLst>
                                  <p:subTnLst>
                                    <p:audio>
                                      <p:cMediaNode>
                                        <p:cTn display="0" masterRel="sameClick">
                                          <p:stCondLst>
                                            <p:cond evt="begin" delay="0">
                                              <p:tn val="104"/>
                                            </p:cond>
                                          </p:stCondLst>
                                          <p:endCondLst>
                                            <p:cond evt="onStopAudio" delay="0">
                                              <p:tgtEl>
                                                <p:sldTgt/>
                                              </p:tgtEl>
                                            </p:cond>
                                          </p:endCondLst>
                                        </p:cTn>
                                        <p:tgtEl>
                                          <p:sndTgt r:embed="rId3" name="CAMERA.WAV"/>
                                        </p:tgtEl>
                                      </p:cMediaNode>
                                    </p:audio>
                                  </p:subTnLst>
                                </p:cTn>
                              </p:par>
                            </p:childTnLst>
                          </p:cTn>
                        </p:par>
                        <p:par>
                          <p:cTn id="107" fill="hold">
                            <p:stCondLst>
                              <p:cond delay="500"/>
                            </p:stCondLst>
                            <p:childTnLst>
                              <p:par>
                                <p:cTn id="108" presetID="3" presetClass="entr" presetSubtype="10" fill="hold" nodeType="afterEffect">
                                  <p:stCondLst>
                                    <p:cond delay="0"/>
                                  </p:stCondLst>
                                  <p:childTnLst>
                                    <p:set>
                                      <p:cBhvr>
                                        <p:cTn id="109" dur="1" fill="hold">
                                          <p:stCondLst>
                                            <p:cond delay="0"/>
                                          </p:stCondLst>
                                        </p:cTn>
                                        <p:tgtEl>
                                          <p:spTgt spid="50"/>
                                        </p:tgtEl>
                                        <p:attrNameLst>
                                          <p:attrName>style.visibility</p:attrName>
                                        </p:attrNameLst>
                                      </p:cBhvr>
                                      <p:to>
                                        <p:strVal val="visible"/>
                                      </p:to>
                                    </p:set>
                                    <p:animEffect transition="in" filter="blinds(horizontal)">
                                      <p:cBhvr>
                                        <p:cTn id="110" dur="500"/>
                                        <p:tgtEl>
                                          <p:spTgt spid="50"/>
                                        </p:tgtEl>
                                      </p:cBhvr>
                                    </p:animEffect>
                                  </p:childTnLst>
                                  <p:subTnLst>
                                    <p:audio>
                                      <p:cMediaNode>
                                        <p:cTn display="0" masterRel="sameClick">
                                          <p:stCondLst>
                                            <p:cond evt="begin" delay="0">
                                              <p:tn val="108"/>
                                            </p:cond>
                                          </p:stCondLst>
                                          <p:endCondLst>
                                            <p:cond evt="onStopAudio" delay="0">
                                              <p:tgtEl>
                                                <p:sldTgt/>
                                              </p:tgtEl>
                                            </p:cond>
                                          </p:endCondLst>
                                        </p:cTn>
                                        <p:tgtEl>
                                          <p:sndTgt r:embed="rId3" name="camera.wav"/>
                                        </p:tgtEl>
                                      </p:cMediaNode>
                                    </p:audio>
                                  </p:subTnLst>
                                </p:cTn>
                              </p:par>
                            </p:childTnLst>
                          </p:cTn>
                        </p:par>
                      </p:childTnLst>
                    </p:cTn>
                  </p:par>
                  <p:par>
                    <p:cTn id="111" fill="hold">
                      <p:stCondLst>
                        <p:cond delay="indefinite"/>
                      </p:stCondLst>
                      <p:childTnLst>
                        <p:par>
                          <p:cTn id="112" fill="hold">
                            <p:stCondLst>
                              <p:cond delay="0"/>
                            </p:stCondLst>
                            <p:childTnLst>
                              <p:par>
                                <p:cTn id="113" presetID="18" presetClass="entr" presetSubtype="12" fill="hold" grpId="0" nodeType="clickEffect">
                                  <p:stCondLst>
                                    <p:cond delay="0"/>
                                  </p:stCondLst>
                                  <p:childTnLst>
                                    <p:set>
                                      <p:cBhvr>
                                        <p:cTn id="114" dur="1" fill="hold">
                                          <p:stCondLst>
                                            <p:cond delay="0"/>
                                          </p:stCondLst>
                                        </p:cTn>
                                        <p:tgtEl>
                                          <p:spTgt spid="58"/>
                                        </p:tgtEl>
                                        <p:attrNameLst>
                                          <p:attrName>style.visibility</p:attrName>
                                        </p:attrNameLst>
                                      </p:cBhvr>
                                      <p:to>
                                        <p:strVal val="visible"/>
                                      </p:to>
                                    </p:set>
                                    <p:animEffect transition="in" filter="strips(downLeft)">
                                      <p:cBhvr>
                                        <p:cTn id="115" dur="500"/>
                                        <p:tgtEl>
                                          <p:spTgt spid="58"/>
                                        </p:tgtEl>
                                      </p:cBhvr>
                                    </p:animEffect>
                                  </p:childTnLst>
                                  <p:subTnLst>
                                    <p:audio>
                                      <p:cMediaNode>
                                        <p:cTn display="0" masterRel="sameClick">
                                          <p:stCondLst>
                                            <p:cond evt="begin" delay="0">
                                              <p:tn val="113"/>
                                            </p:cond>
                                          </p:stCondLst>
                                          <p:endCondLst>
                                            <p:cond evt="onStopAudio" delay="0">
                                              <p:tgtEl>
                                                <p:sldTgt/>
                                              </p:tgtEl>
                                            </p:cond>
                                          </p:endCondLst>
                                        </p:cTn>
                                        <p:tgtEl>
                                          <p:sndTgt r:embed="rId3" name="CAMERA.WAV"/>
                                        </p:tgtEl>
                                      </p:cMediaNode>
                                    </p:audio>
                                  </p:subTnLst>
                                </p:cTn>
                              </p:par>
                            </p:childTnLst>
                          </p:cTn>
                        </p:par>
                      </p:childTnLst>
                    </p:cTn>
                  </p:par>
                  <p:par>
                    <p:cTn id="116" fill="hold">
                      <p:stCondLst>
                        <p:cond delay="indefinite"/>
                      </p:stCondLst>
                      <p:childTnLst>
                        <p:par>
                          <p:cTn id="117" fill="hold">
                            <p:stCondLst>
                              <p:cond delay="0"/>
                            </p:stCondLst>
                            <p:childTnLst>
                              <p:par>
                                <p:cTn id="118" presetID="4" presetClass="entr" presetSubtype="32" fill="hold" grpId="0" nodeType="clickEffect">
                                  <p:stCondLst>
                                    <p:cond delay="0"/>
                                  </p:stCondLst>
                                  <p:childTnLst>
                                    <p:set>
                                      <p:cBhvr>
                                        <p:cTn id="119" dur="1" fill="hold">
                                          <p:stCondLst>
                                            <p:cond delay="0"/>
                                          </p:stCondLst>
                                        </p:cTn>
                                        <p:tgtEl>
                                          <p:spTgt spid="62"/>
                                        </p:tgtEl>
                                        <p:attrNameLst>
                                          <p:attrName>style.visibility</p:attrName>
                                        </p:attrNameLst>
                                      </p:cBhvr>
                                      <p:to>
                                        <p:strVal val="visible"/>
                                      </p:to>
                                    </p:set>
                                    <p:animEffect transition="in" filter="box(out)">
                                      <p:cBhvr>
                                        <p:cTn id="120" dur="500"/>
                                        <p:tgtEl>
                                          <p:spTgt spid="62"/>
                                        </p:tgtEl>
                                      </p:cBhvr>
                                    </p:animEffect>
                                  </p:childTnLst>
                                  <p:subTnLst>
                                    <p:audio>
                                      <p:cMediaNode>
                                        <p:cTn display="0" masterRel="sameClick">
                                          <p:stCondLst>
                                            <p:cond evt="begin" delay="0">
                                              <p:tn val="118"/>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8790" grpId="0"/>
      <p:bldP spid="758866" grpId="0" animBg="1"/>
      <p:bldP spid="758867" grpId="0" animBg="1"/>
      <p:bldP spid="758871" grpId="0"/>
      <p:bldP spid="758872" grpId="0" animBg="1"/>
      <p:bldP spid="758873" grpId="0" animBg="1"/>
      <p:bldP spid="758868" grpId="0"/>
      <p:bldP spid="53" grpId="0" animBg="1"/>
      <p:bldP spid="54" grpId="0"/>
      <p:bldP spid="55" grpId="0"/>
      <p:bldP spid="56" grpId="0" animBg="1"/>
      <p:bldP spid="58" grpId="0" animBg="1"/>
      <p:bldP spid="59" grpId="0" animBg="1"/>
      <p:bldP spid="62" grpId="0" animBg="1"/>
      <p:bldP spid="60" grpId="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4D54DFA2-875C-4FE2-950A-E7D29646DF02}"/>
              </a:ext>
            </a:extLst>
          </p:cNvPr>
          <p:cNvGrpSpPr/>
          <p:nvPr/>
        </p:nvGrpSpPr>
        <p:grpSpPr>
          <a:xfrm>
            <a:off x="624150" y="1914260"/>
            <a:ext cx="5567251" cy="4721260"/>
            <a:chOff x="695400" y="1287696"/>
            <a:chExt cx="5567251" cy="5347824"/>
          </a:xfrm>
        </p:grpSpPr>
        <p:sp>
          <p:nvSpPr>
            <p:cNvPr id="2" name="矩形 1">
              <a:extLst>
                <a:ext uri="{FF2B5EF4-FFF2-40B4-BE49-F238E27FC236}">
                  <a16:creationId xmlns:a16="http://schemas.microsoft.com/office/drawing/2014/main" id="{6503D93C-8A54-4BF8-8CC3-CC4DE6354D0C}"/>
                </a:ext>
              </a:extLst>
            </p:cNvPr>
            <p:cNvSpPr/>
            <p:nvPr/>
          </p:nvSpPr>
          <p:spPr bwMode="auto">
            <a:xfrm>
              <a:off x="695400" y="1412776"/>
              <a:ext cx="5567251" cy="5222744"/>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0000"/>
              </a:solidFill>
              <a:headEnd type="none" w="med" len="med"/>
              <a:tailEnd type="none" w="med" len="med"/>
            </a:ln>
            <a:effectLst>
              <a:outerShdw blurRad="50800" dist="106680" dir="2700000" algn="tl" rotWithShape="0">
                <a:prstClr val="black">
                  <a:alpha val="43000"/>
                </a:prstClr>
              </a:outerShdw>
            </a:effectLst>
            <a:scene3d>
              <a:camera prst="orthographicFront"/>
              <a:lightRig rig="threePt" dir="t"/>
            </a:scene3d>
            <a:sp3d>
              <a:bevelT w="114300" prst="hardEdge"/>
            </a:sp3d>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solidFill>
                    <a:srgbClr val="FF3399"/>
                  </a:solidFill>
                </a:ln>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5400000" scaled="1"/>
                  <a:tileRect/>
                </a:gradFill>
                <a:effectLst/>
                <a:latin typeface="Times New Roman" pitchFamily="18" charset="0"/>
                <a:ea typeface="宋体" pitchFamily="2" charset="-122"/>
              </a:endParaRPr>
            </a:p>
          </p:txBody>
        </p:sp>
        <p:sp>
          <p:nvSpPr>
            <p:cNvPr id="25" name="Rectangle 7">
              <a:extLst>
                <a:ext uri="{FF2B5EF4-FFF2-40B4-BE49-F238E27FC236}">
                  <a16:creationId xmlns:a16="http://schemas.microsoft.com/office/drawing/2014/main" id="{051869C9-2EA3-406C-AE04-296AB6979262}"/>
                </a:ext>
              </a:extLst>
            </p:cNvPr>
            <p:cNvSpPr>
              <a:spLocks noChangeArrowheads="1"/>
            </p:cNvSpPr>
            <p:nvPr/>
          </p:nvSpPr>
          <p:spPr bwMode="auto">
            <a:xfrm>
              <a:off x="864153" y="1287696"/>
              <a:ext cx="3378044" cy="522933"/>
            </a:xfrm>
            <a:prstGeom prst="rect">
              <a:avLst/>
            </a:prstGeom>
            <a:noFill/>
            <a:ln w="9525">
              <a:noFill/>
              <a:miter lim="800000"/>
              <a:headEnd/>
              <a:tailEnd/>
            </a:ln>
            <a:effectLst/>
          </p:spPr>
          <p:txBody>
            <a:bodyPr wrap="square" anchor="ctr">
              <a:spAutoFit/>
            </a:bodyPr>
            <a:lstStyle/>
            <a:p>
              <a:pPr>
                <a:tabLst>
                  <a:tab pos="571500" algn="l"/>
                </a:tabLst>
              </a:pPr>
              <a:r>
                <a:rPr lang="zh-CN" altLang="en-US" b="1" u="sng" dirty="0">
                  <a:solidFill>
                    <a:srgbClr val="C01920"/>
                  </a:solidFill>
                  <a:latin typeface="隶书" panose="02010509060101010101" pitchFamily="49" charset="-122"/>
                  <a:ea typeface="隶书" panose="02010509060101010101" pitchFamily="49" charset="-122"/>
                </a:rPr>
                <a:t>对于</a:t>
              </a:r>
              <a:r>
                <a:rPr lang="en-US" altLang="zh-CN" b="1" u="sng" dirty="0">
                  <a:solidFill>
                    <a:srgbClr val="C01920"/>
                  </a:solidFill>
                  <a:latin typeface="隶书" panose="02010509060101010101" pitchFamily="49" charset="-122"/>
                  <a:ea typeface="隶书" panose="02010509060101010101" pitchFamily="49" charset="-122"/>
                </a:rPr>
                <a:t>16</a:t>
              </a:r>
              <a:r>
                <a:rPr lang="zh-CN" altLang="en-US" b="1" u="sng" dirty="0">
                  <a:solidFill>
                    <a:srgbClr val="C01920"/>
                  </a:solidFill>
                  <a:latin typeface="隶书" panose="02010509060101010101" pitchFamily="49" charset="-122"/>
                  <a:ea typeface="隶书" panose="02010509060101010101" pitchFamily="49" charset="-122"/>
                </a:rPr>
                <a:t>位的内存单元</a:t>
              </a:r>
              <a:r>
                <a:rPr lang="zh-CN" altLang="en-US" b="1" u="sng" dirty="0">
                  <a:solidFill>
                    <a:srgbClr val="C01920"/>
                  </a:solidFill>
                  <a:latin typeface="隶书" panose="02010509060101010101" pitchFamily="49" charset="-122"/>
                  <a:ea typeface="隶书" panose="02010509060101010101" pitchFamily="49" charset="-122"/>
                  <a:sym typeface="Wingdings" pitchFamily="2" charset="2"/>
                </a:rPr>
                <a:t>：</a:t>
              </a:r>
            </a:p>
          </p:txBody>
        </p:sp>
      </p:grpSp>
      <p:grpSp>
        <p:nvGrpSpPr>
          <p:cNvPr id="4" name="组合 3">
            <a:extLst>
              <a:ext uri="{FF2B5EF4-FFF2-40B4-BE49-F238E27FC236}">
                <a16:creationId xmlns:a16="http://schemas.microsoft.com/office/drawing/2014/main" id="{38BE7098-F94C-4D4E-8238-75A325E23404}"/>
              </a:ext>
            </a:extLst>
          </p:cNvPr>
          <p:cNvGrpSpPr/>
          <p:nvPr/>
        </p:nvGrpSpPr>
        <p:grpSpPr>
          <a:xfrm>
            <a:off x="6374537" y="898321"/>
            <a:ext cx="5567251" cy="5737199"/>
            <a:chOff x="6445787" y="1785764"/>
            <a:chExt cx="5567251" cy="4849756"/>
          </a:xfrm>
          <a:gradFill>
            <a:gsLst>
              <a:gs pos="0">
                <a:schemeClr val="bg1">
                  <a:shade val="30000"/>
                  <a:satMod val="115000"/>
                </a:schemeClr>
              </a:gs>
              <a:gs pos="50000">
                <a:schemeClr val="bg1">
                  <a:shade val="67500"/>
                  <a:satMod val="115000"/>
                </a:schemeClr>
              </a:gs>
              <a:gs pos="100000">
                <a:schemeClr val="bg1">
                  <a:shade val="100000"/>
                  <a:satMod val="115000"/>
                </a:schemeClr>
              </a:gs>
            </a:gsLst>
            <a:lin ang="13500000" scaled="1"/>
          </a:gradFill>
        </p:grpSpPr>
        <p:sp>
          <p:nvSpPr>
            <p:cNvPr id="41" name="矩形 40">
              <a:extLst>
                <a:ext uri="{FF2B5EF4-FFF2-40B4-BE49-F238E27FC236}">
                  <a16:creationId xmlns:a16="http://schemas.microsoft.com/office/drawing/2014/main" id="{830CA8D1-E523-4323-996F-AF7BCCC755FC}"/>
                </a:ext>
              </a:extLst>
            </p:cNvPr>
            <p:cNvSpPr/>
            <p:nvPr/>
          </p:nvSpPr>
          <p:spPr bwMode="auto">
            <a:xfrm>
              <a:off x="6445787" y="1785764"/>
              <a:ext cx="5567251" cy="4849756"/>
            </a:xfrm>
            <a:prstGeom prst="rect">
              <a:avLst/>
            </a:prstGeom>
            <a:grpFill/>
            <a:ln w="38100">
              <a:solidFill>
                <a:schemeClr val="accent1">
                  <a:lumMod val="50000"/>
                </a:schemeClr>
              </a:solidFill>
              <a:headEnd type="none" w="med" len="med"/>
              <a:tailEnd type="none" w="med" len="med"/>
            </a:ln>
            <a:effectLst>
              <a:outerShdw blurRad="50800" dist="106680" dir="2700000" algn="tl" rotWithShape="0">
                <a:prstClr val="black">
                  <a:alpha val="43000"/>
                </a:prstClr>
              </a:outerShdw>
            </a:effectLst>
            <a:scene3d>
              <a:camera prst="orthographicFront"/>
              <a:lightRig rig="threePt" dir="t"/>
            </a:scene3d>
            <a:sp3d>
              <a:bevelT w="114300" prst="hardEdge"/>
            </a:sp3d>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solidFill>
                    <a:srgbClr val="FF3399"/>
                  </a:solidFill>
                </a:ln>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5400000" scaled="1"/>
                  <a:tileRect/>
                </a:gradFill>
                <a:effectLst/>
                <a:latin typeface="Times New Roman" pitchFamily="18" charset="0"/>
                <a:ea typeface="宋体" pitchFamily="2" charset="-122"/>
              </a:endParaRPr>
            </a:p>
          </p:txBody>
        </p:sp>
        <p:sp>
          <p:nvSpPr>
            <p:cNvPr id="43" name="Rectangle 7">
              <a:extLst>
                <a:ext uri="{FF2B5EF4-FFF2-40B4-BE49-F238E27FC236}">
                  <a16:creationId xmlns:a16="http://schemas.microsoft.com/office/drawing/2014/main" id="{6029BDBB-1E86-457E-BFDE-3EB1F743A93B}"/>
                </a:ext>
              </a:extLst>
            </p:cNvPr>
            <p:cNvSpPr>
              <a:spLocks noChangeArrowheads="1"/>
            </p:cNvSpPr>
            <p:nvPr/>
          </p:nvSpPr>
          <p:spPr bwMode="auto">
            <a:xfrm>
              <a:off x="6603185" y="1794682"/>
              <a:ext cx="3440729" cy="390254"/>
            </a:xfrm>
            <a:prstGeom prst="rect">
              <a:avLst/>
            </a:prstGeom>
            <a:noFill/>
            <a:ln w="9525">
              <a:noFill/>
              <a:miter lim="800000"/>
              <a:headEnd/>
              <a:tailEnd/>
            </a:ln>
            <a:effectLst/>
          </p:spPr>
          <p:txBody>
            <a:bodyPr wrap="square" anchor="ctr">
              <a:spAutoFit/>
            </a:bodyPr>
            <a:lstStyle/>
            <a:p>
              <a:pPr>
                <a:tabLst>
                  <a:tab pos="571500" algn="l"/>
                </a:tabLst>
              </a:pPr>
              <a:r>
                <a:rPr lang="zh-CN" altLang="en-US" b="1" u="sng" dirty="0">
                  <a:solidFill>
                    <a:srgbClr val="C01920"/>
                  </a:solidFill>
                  <a:latin typeface="隶书" panose="02010509060101010101" pitchFamily="49" charset="-122"/>
                  <a:ea typeface="隶书" panose="02010509060101010101" pitchFamily="49" charset="-122"/>
                </a:rPr>
                <a:t>对于</a:t>
              </a:r>
              <a:r>
                <a:rPr lang="en-US" altLang="zh-CN" b="1" u="sng" dirty="0">
                  <a:solidFill>
                    <a:srgbClr val="C01920"/>
                  </a:solidFill>
                  <a:latin typeface="隶书" panose="02010509060101010101" pitchFamily="49" charset="-122"/>
                  <a:ea typeface="隶书" panose="02010509060101010101" pitchFamily="49" charset="-122"/>
                </a:rPr>
                <a:t>32</a:t>
              </a:r>
              <a:r>
                <a:rPr lang="zh-CN" altLang="en-US" b="1" u="sng" dirty="0">
                  <a:solidFill>
                    <a:srgbClr val="C01920"/>
                  </a:solidFill>
                  <a:latin typeface="隶书" panose="02010509060101010101" pitchFamily="49" charset="-122"/>
                  <a:ea typeface="隶书" panose="02010509060101010101" pitchFamily="49" charset="-122"/>
                </a:rPr>
                <a:t>位的内存单元</a:t>
              </a:r>
              <a:r>
                <a:rPr lang="zh-CN" altLang="en-US" b="1" u="sng" dirty="0">
                  <a:solidFill>
                    <a:srgbClr val="C01920"/>
                  </a:solidFill>
                  <a:latin typeface="隶书" panose="02010509060101010101" pitchFamily="49" charset="-122"/>
                  <a:ea typeface="隶书" panose="02010509060101010101" pitchFamily="49" charset="-122"/>
                  <a:sym typeface="Wingdings" pitchFamily="2" charset="2"/>
                </a:rPr>
                <a:t>：</a:t>
              </a:r>
            </a:p>
          </p:txBody>
        </p:sp>
      </p:grpSp>
      <p:grpSp>
        <p:nvGrpSpPr>
          <p:cNvPr id="60" name="Group 8">
            <a:extLst>
              <a:ext uri="{FF2B5EF4-FFF2-40B4-BE49-F238E27FC236}">
                <a16:creationId xmlns:a16="http://schemas.microsoft.com/office/drawing/2014/main" id="{9DC6F68A-E3A8-4ACD-9243-0EDBF73C2D1F}"/>
              </a:ext>
            </a:extLst>
          </p:cNvPr>
          <p:cNvGrpSpPr>
            <a:grpSpLocks/>
          </p:cNvGrpSpPr>
          <p:nvPr/>
        </p:nvGrpSpPr>
        <p:grpSpPr bwMode="auto">
          <a:xfrm>
            <a:off x="1404191" y="3438755"/>
            <a:ext cx="2527872" cy="780631"/>
            <a:chOff x="802" y="1796"/>
            <a:chExt cx="1316" cy="595"/>
          </a:xfrm>
        </p:grpSpPr>
        <p:sp>
          <p:nvSpPr>
            <p:cNvPr id="61" name="Line 9">
              <a:extLst>
                <a:ext uri="{FF2B5EF4-FFF2-40B4-BE49-F238E27FC236}">
                  <a16:creationId xmlns:a16="http://schemas.microsoft.com/office/drawing/2014/main" id="{3A5C62E4-F823-4688-B2C6-5D7309C4437D}"/>
                </a:ext>
              </a:extLst>
            </p:cNvPr>
            <p:cNvSpPr>
              <a:spLocks noChangeShapeType="1"/>
            </p:cNvSpPr>
            <p:nvPr/>
          </p:nvSpPr>
          <p:spPr bwMode="auto">
            <a:xfrm flipV="1">
              <a:off x="1273" y="1796"/>
              <a:ext cx="0" cy="363"/>
            </a:xfrm>
            <a:prstGeom prst="line">
              <a:avLst/>
            </a:prstGeom>
            <a:noFill/>
            <a:ln w="28575">
              <a:solidFill>
                <a:srgbClr val="0000FF"/>
              </a:solidFill>
              <a:round/>
              <a:headEnd/>
              <a:tailEnd type="stealth" w="lg" len="lg"/>
            </a:ln>
            <a:effectLst/>
          </p:spPr>
          <p:txBody>
            <a:bodyPr/>
            <a:lstStyle/>
            <a:p>
              <a:endParaRPr lang="zh-CN" altLang="en-US">
                <a:latin typeface="楷体" pitchFamily="49" charset="-122"/>
                <a:ea typeface="楷体" pitchFamily="49" charset="-122"/>
              </a:endParaRPr>
            </a:p>
          </p:txBody>
        </p:sp>
        <p:sp>
          <p:nvSpPr>
            <p:cNvPr id="63" name="Text Box 10">
              <a:extLst>
                <a:ext uri="{FF2B5EF4-FFF2-40B4-BE49-F238E27FC236}">
                  <a16:creationId xmlns:a16="http://schemas.microsoft.com/office/drawing/2014/main" id="{19940C57-34A8-4706-A53E-6A35F0458474}"/>
                </a:ext>
              </a:extLst>
            </p:cNvPr>
            <p:cNvSpPr txBox="1">
              <a:spLocks noChangeArrowheads="1"/>
            </p:cNvSpPr>
            <p:nvPr/>
          </p:nvSpPr>
          <p:spPr bwMode="auto">
            <a:xfrm>
              <a:off x="802" y="2141"/>
              <a:ext cx="1316" cy="250"/>
            </a:xfrm>
            <a:prstGeom prst="rect">
              <a:avLst/>
            </a:prstGeom>
            <a:noFill/>
            <a:ln w="9525">
              <a:noFill/>
              <a:miter lim="800000"/>
              <a:headEnd/>
              <a:tailEnd/>
            </a:ln>
            <a:effectLst/>
          </p:spPr>
          <p:txBody>
            <a:bodyPr>
              <a:spAutoFit/>
            </a:bodyPr>
            <a:lstStyle/>
            <a:p>
              <a:pPr>
                <a:spcBef>
                  <a:spcPct val="50000"/>
                </a:spcBef>
              </a:pPr>
              <a:r>
                <a:rPr lang="zh-CN" altLang="en-US" sz="2000" b="1" dirty="0">
                  <a:solidFill>
                    <a:schemeClr val="accent2"/>
                  </a:solidFill>
                  <a:effectLst>
                    <a:outerShdw blurRad="38100" dist="38100" dir="2700000" algn="tl">
                      <a:srgbClr val="000000"/>
                    </a:outerShdw>
                  </a:effectLst>
                  <a:latin typeface="楷体" pitchFamily="49" charset="-122"/>
                  <a:ea typeface="楷体" pitchFamily="49" charset="-122"/>
                </a:rPr>
                <a:t>符号位</a:t>
              </a:r>
              <a:r>
                <a:rPr lang="en-US" altLang="zh-CN" sz="2000" b="1" dirty="0">
                  <a:solidFill>
                    <a:schemeClr val="accent2"/>
                  </a:solidFill>
                  <a:effectLst>
                    <a:outerShdw blurRad="38100" dist="38100" dir="2700000" algn="tl">
                      <a:srgbClr val="000000"/>
                    </a:outerShdw>
                  </a:effectLst>
                  <a:latin typeface="楷体" pitchFamily="49" charset="-122"/>
                  <a:ea typeface="楷体" pitchFamily="49" charset="-122"/>
                </a:rPr>
                <a:t>(</a:t>
              </a:r>
              <a:r>
                <a:rPr lang="zh-CN" altLang="en-US" sz="2000" b="1" dirty="0">
                  <a:solidFill>
                    <a:schemeClr val="accent2"/>
                  </a:solidFill>
                  <a:effectLst>
                    <a:outerShdw blurRad="38100" dist="38100" dir="2700000" algn="tl">
                      <a:srgbClr val="000000"/>
                    </a:outerShdw>
                  </a:effectLst>
                  <a:latin typeface="楷体" pitchFamily="49" charset="-122"/>
                  <a:ea typeface="楷体" pitchFamily="49" charset="-122"/>
                </a:rPr>
                <a:t>表示负</a:t>
              </a:r>
              <a:r>
                <a:rPr lang="en-US" altLang="zh-CN" sz="2000" b="1" dirty="0">
                  <a:solidFill>
                    <a:schemeClr val="accent2"/>
                  </a:solidFill>
                  <a:effectLst>
                    <a:outerShdw blurRad="38100" dist="38100" dir="2700000" algn="tl">
                      <a:srgbClr val="000000"/>
                    </a:outerShdw>
                  </a:effectLst>
                  <a:latin typeface="楷体" pitchFamily="49" charset="-122"/>
                  <a:ea typeface="楷体" pitchFamily="49" charset="-122"/>
                </a:rPr>
                <a:t>)</a:t>
              </a:r>
            </a:p>
          </p:txBody>
        </p:sp>
      </p:grpSp>
      <p:sp>
        <p:nvSpPr>
          <p:cNvPr id="64" name="Rectangle 28">
            <a:extLst>
              <a:ext uri="{FF2B5EF4-FFF2-40B4-BE49-F238E27FC236}">
                <a16:creationId xmlns:a16="http://schemas.microsoft.com/office/drawing/2014/main" id="{0C1F5E9C-66BE-4F15-8DF6-F58010C94961}"/>
              </a:ext>
            </a:extLst>
          </p:cNvPr>
          <p:cNvSpPr>
            <a:spLocks noChangeArrowheads="1"/>
          </p:cNvSpPr>
          <p:nvPr/>
        </p:nvSpPr>
        <p:spPr bwMode="auto">
          <a:xfrm>
            <a:off x="1012131" y="2348880"/>
            <a:ext cx="4143763" cy="461665"/>
          </a:xfrm>
          <a:prstGeom prst="rect">
            <a:avLst/>
          </a:prstGeom>
          <a:noFill/>
          <a:ln w="9525">
            <a:noFill/>
            <a:miter lim="800000"/>
            <a:headEnd/>
            <a:tailEnd/>
          </a:ln>
          <a:effectLst/>
        </p:spPr>
        <p:txBody>
          <a:bodyPr wrap="none">
            <a:spAutoFit/>
          </a:bodyPr>
          <a:lstStyle/>
          <a:p>
            <a:r>
              <a:rPr lang="en-US" altLang="zh-CN" b="1" dirty="0">
                <a:effectLst>
                  <a:outerShdw blurRad="38100" dist="38100" dir="2700000" algn="tl">
                    <a:srgbClr val="FFFFFF"/>
                  </a:outerShdw>
                </a:effectLst>
                <a:latin typeface="+mn-lt"/>
                <a:ea typeface="+mn-ea"/>
                <a:sym typeface="Wingdings" pitchFamily="2" charset="2"/>
              </a:rPr>
              <a:t>(+14)</a:t>
            </a:r>
            <a:r>
              <a:rPr lang="zh-CN" altLang="en-US" b="1" baseline="-25000" dirty="0">
                <a:effectLst>
                  <a:outerShdw blurRad="38100" dist="38100" dir="2700000" algn="tl">
                    <a:srgbClr val="FFFFFF"/>
                  </a:outerShdw>
                </a:effectLst>
                <a:latin typeface="+mn-lt"/>
                <a:ea typeface="楷体" panose="02010609060101010101" pitchFamily="49" charset="-122"/>
                <a:sym typeface="Wingdings" pitchFamily="2" charset="2"/>
              </a:rPr>
              <a:t>补</a:t>
            </a:r>
            <a:r>
              <a:rPr lang="zh-CN" altLang="en-US" b="1" dirty="0">
                <a:effectLst>
                  <a:outerShdw blurRad="38100" dist="38100" dir="2700000" algn="tl">
                    <a:srgbClr val="FFFFFF"/>
                  </a:outerShdw>
                </a:effectLst>
                <a:latin typeface="+mn-lt"/>
                <a:ea typeface="+mn-ea"/>
                <a:sym typeface="Wingdings" pitchFamily="2" charset="2"/>
              </a:rPr>
              <a:t> </a:t>
            </a:r>
            <a:r>
              <a:rPr lang="en-US" altLang="zh-CN" b="1" dirty="0">
                <a:effectLst>
                  <a:outerShdw blurRad="38100" dist="38100" dir="2700000" algn="tl">
                    <a:srgbClr val="FFFFFF"/>
                  </a:outerShdw>
                </a:effectLst>
                <a:latin typeface="+mn-lt"/>
                <a:ea typeface="+mn-ea"/>
                <a:sym typeface="Wingdings" pitchFamily="2" charset="2"/>
              </a:rPr>
              <a:t>= </a:t>
            </a:r>
            <a:r>
              <a:rPr lang="en-US" altLang="zh-CN" b="1" dirty="0">
                <a:solidFill>
                  <a:srgbClr val="FF3300"/>
                </a:solidFill>
                <a:effectLst>
                  <a:outerShdw blurRad="38100" dist="38100" dir="2700000" algn="tl">
                    <a:srgbClr val="000000"/>
                  </a:outerShdw>
                </a:effectLst>
                <a:latin typeface="+mn-lt"/>
                <a:ea typeface="+mn-ea"/>
                <a:sym typeface="Wingdings" pitchFamily="2" charset="2"/>
              </a:rPr>
              <a:t>0</a:t>
            </a:r>
            <a:r>
              <a:rPr lang="en-US" altLang="zh-CN" b="1" dirty="0">
                <a:effectLst>
                  <a:outerShdw blurRad="38100" dist="38100" dir="2700000" algn="tl">
                    <a:srgbClr val="FFFFFF"/>
                  </a:outerShdw>
                </a:effectLst>
                <a:latin typeface="+mn-lt"/>
                <a:ea typeface="+mn-ea"/>
                <a:sym typeface="Wingdings" pitchFamily="2" charset="2"/>
              </a:rPr>
              <a:t>000 0000 0000 1110</a:t>
            </a:r>
            <a:r>
              <a:rPr lang="en-US" altLang="zh-CN" dirty="0">
                <a:latin typeface="+mn-lt"/>
                <a:ea typeface="+mn-ea"/>
              </a:rPr>
              <a:t> </a:t>
            </a:r>
          </a:p>
        </p:txBody>
      </p:sp>
      <p:sp>
        <p:nvSpPr>
          <p:cNvPr id="65" name="Rectangle 31">
            <a:extLst>
              <a:ext uri="{FF2B5EF4-FFF2-40B4-BE49-F238E27FC236}">
                <a16:creationId xmlns:a16="http://schemas.microsoft.com/office/drawing/2014/main" id="{ED0B2B7A-06C4-43E4-BAAB-4AF9DE203C60}"/>
              </a:ext>
            </a:extLst>
          </p:cNvPr>
          <p:cNvSpPr>
            <a:spLocks noChangeArrowheads="1"/>
          </p:cNvSpPr>
          <p:nvPr/>
        </p:nvSpPr>
        <p:spPr bwMode="auto">
          <a:xfrm>
            <a:off x="1006010" y="3029285"/>
            <a:ext cx="3952685" cy="461665"/>
          </a:xfrm>
          <a:prstGeom prst="rect">
            <a:avLst/>
          </a:prstGeom>
          <a:noFill/>
          <a:ln w="9525">
            <a:noFill/>
            <a:miter lim="800000"/>
            <a:headEnd/>
            <a:tailEnd/>
          </a:ln>
          <a:effectLst/>
        </p:spPr>
        <p:txBody>
          <a:bodyPr wrap="none">
            <a:spAutoFit/>
          </a:bodyPr>
          <a:lstStyle/>
          <a:p>
            <a:r>
              <a:rPr lang="en-US" altLang="zh-CN" b="1" dirty="0">
                <a:effectLst>
                  <a:outerShdw blurRad="38100" dist="38100" dir="2700000" algn="tl">
                    <a:srgbClr val="FFFFFF"/>
                  </a:outerShdw>
                </a:effectLst>
                <a:latin typeface="+mn-lt"/>
                <a:ea typeface="+mn-ea"/>
                <a:sym typeface="Wingdings" pitchFamily="2" charset="2"/>
              </a:rPr>
              <a:t>(-14)</a:t>
            </a:r>
            <a:r>
              <a:rPr lang="zh-CN" altLang="en-US" b="1" baseline="-25000" dirty="0">
                <a:effectLst>
                  <a:outerShdw blurRad="38100" dist="38100" dir="2700000" algn="tl">
                    <a:srgbClr val="FFFFFF"/>
                  </a:outerShdw>
                </a:effectLst>
                <a:latin typeface="+mn-lt"/>
                <a:ea typeface="楷体" panose="02010609060101010101" pitchFamily="49" charset="-122"/>
                <a:sym typeface="Wingdings" pitchFamily="2" charset="2"/>
              </a:rPr>
              <a:t>补</a:t>
            </a:r>
            <a:r>
              <a:rPr lang="zh-CN" altLang="en-US" b="1" dirty="0">
                <a:effectLst>
                  <a:outerShdw blurRad="38100" dist="38100" dir="2700000" algn="tl">
                    <a:srgbClr val="FFFFFF"/>
                  </a:outerShdw>
                </a:effectLst>
                <a:latin typeface="+mn-lt"/>
                <a:ea typeface="+mn-ea"/>
                <a:sym typeface="Wingdings" pitchFamily="2" charset="2"/>
              </a:rPr>
              <a:t> </a:t>
            </a:r>
            <a:r>
              <a:rPr lang="en-US" altLang="zh-CN" b="1" dirty="0">
                <a:effectLst>
                  <a:outerShdw blurRad="38100" dist="38100" dir="2700000" algn="tl">
                    <a:srgbClr val="FFFFFF"/>
                  </a:outerShdw>
                </a:effectLst>
                <a:latin typeface="+mn-lt"/>
                <a:ea typeface="+mn-ea"/>
                <a:sym typeface="Wingdings" pitchFamily="2" charset="2"/>
              </a:rPr>
              <a:t>= </a:t>
            </a:r>
            <a:r>
              <a:rPr lang="en-US" altLang="zh-CN" b="1" dirty="0">
                <a:solidFill>
                  <a:srgbClr val="FF3300"/>
                </a:solidFill>
                <a:effectLst>
                  <a:outerShdw blurRad="38100" dist="38100" dir="2700000" algn="tl">
                    <a:srgbClr val="000000"/>
                  </a:outerShdw>
                </a:effectLst>
                <a:latin typeface="+mn-lt"/>
                <a:ea typeface="+mn-ea"/>
                <a:sym typeface="Wingdings" pitchFamily="2" charset="2"/>
              </a:rPr>
              <a:t>1</a:t>
            </a:r>
            <a:r>
              <a:rPr lang="en-US" altLang="zh-CN" b="1" dirty="0">
                <a:solidFill>
                  <a:schemeClr val="accent2"/>
                </a:solidFill>
                <a:effectLst>
                  <a:outerShdw blurRad="38100" dist="38100" dir="2700000" algn="tl">
                    <a:srgbClr val="000000"/>
                  </a:outerShdw>
                </a:effectLst>
                <a:latin typeface="+mn-lt"/>
                <a:ea typeface="+mn-ea"/>
                <a:sym typeface="Wingdings" pitchFamily="2" charset="2"/>
              </a:rPr>
              <a:t>111 1111 1111 0010</a:t>
            </a:r>
            <a:r>
              <a:rPr lang="en-US" altLang="zh-CN" dirty="0">
                <a:latin typeface="+mn-lt"/>
                <a:ea typeface="+mn-ea"/>
              </a:rPr>
              <a:t> </a:t>
            </a:r>
          </a:p>
        </p:txBody>
      </p:sp>
      <p:grpSp>
        <p:nvGrpSpPr>
          <p:cNvPr id="66" name="Group 34">
            <a:extLst>
              <a:ext uri="{FF2B5EF4-FFF2-40B4-BE49-F238E27FC236}">
                <a16:creationId xmlns:a16="http://schemas.microsoft.com/office/drawing/2014/main" id="{7CD49EC7-869C-4582-BF03-453145512581}"/>
              </a:ext>
            </a:extLst>
          </p:cNvPr>
          <p:cNvGrpSpPr>
            <a:grpSpLocks/>
          </p:cNvGrpSpPr>
          <p:nvPr/>
        </p:nvGrpSpPr>
        <p:grpSpPr bwMode="auto">
          <a:xfrm>
            <a:off x="3388618" y="2564904"/>
            <a:ext cx="2374900" cy="498556"/>
            <a:chOff x="2336" y="1553"/>
            <a:chExt cx="1496" cy="380"/>
          </a:xfrm>
        </p:grpSpPr>
        <p:sp>
          <p:nvSpPr>
            <p:cNvPr id="67" name="Line 32">
              <a:extLst>
                <a:ext uri="{FF2B5EF4-FFF2-40B4-BE49-F238E27FC236}">
                  <a16:creationId xmlns:a16="http://schemas.microsoft.com/office/drawing/2014/main" id="{42163C7D-3F9B-4018-9D3F-A115F7BE77CE}"/>
                </a:ext>
              </a:extLst>
            </p:cNvPr>
            <p:cNvSpPr>
              <a:spLocks noChangeShapeType="1"/>
            </p:cNvSpPr>
            <p:nvPr/>
          </p:nvSpPr>
          <p:spPr bwMode="auto">
            <a:xfrm>
              <a:off x="2336" y="1661"/>
              <a:ext cx="0" cy="272"/>
            </a:xfrm>
            <a:prstGeom prst="line">
              <a:avLst/>
            </a:prstGeom>
            <a:noFill/>
            <a:ln w="28575">
              <a:solidFill>
                <a:schemeClr val="tx1"/>
              </a:solidFill>
              <a:round/>
              <a:headEnd/>
              <a:tailEnd type="stealth" w="lg" len="lg"/>
            </a:ln>
            <a:effectLst/>
          </p:spPr>
          <p:txBody>
            <a:bodyPr/>
            <a:lstStyle/>
            <a:p>
              <a:endParaRPr lang="zh-CN" altLang="en-US">
                <a:latin typeface="楷体" pitchFamily="49" charset="-122"/>
                <a:ea typeface="楷体" pitchFamily="49" charset="-122"/>
              </a:endParaRPr>
            </a:p>
          </p:txBody>
        </p:sp>
        <p:sp>
          <p:nvSpPr>
            <p:cNvPr id="68" name="Rectangle 33">
              <a:extLst>
                <a:ext uri="{FF2B5EF4-FFF2-40B4-BE49-F238E27FC236}">
                  <a16:creationId xmlns:a16="http://schemas.microsoft.com/office/drawing/2014/main" id="{60D65FDB-81B2-43F2-AB57-34058C945E30}"/>
                </a:ext>
              </a:extLst>
            </p:cNvPr>
            <p:cNvSpPr>
              <a:spLocks noChangeArrowheads="1"/>
            </p:cNvSpPr>
            <p:nvPr/>
          </p:nvSpPr>
          <p:spPr bwMode="auto">
            <a:xfrm>
              <a:off x="2374" y="1553"/>
              <a:ext cx="1458" cy="291"/>
            </a:xfrm>
            <a:prstGeom prst="rect">
              <a:avLst/>
            </a:prstGeom>
            <a:noFill/>
            <a:ln w="9525">
              <a:noFill/>
              <a:miter lim="800000"/>
              <a:headEnd/>
              <a:tailEnd/>
            </a:ln>
            <a:effectLst/>
          </p:spPr>
          <p:txBody>
            <a:bodyPr wrap="none">
              <a:spAutoFit/>
            </a:bodyPr>
            <a:lstStyle/>
            <a:p>
              <a:r>
                <a:rPr kumimoji="0" lang="zh-CN" altLang="en-US" sz="1800" b="1" dirty="0">
                  <a:effectLst>
                    <a:outerShdw blurRad="38100" dist="38100" dir="2700000" algn="tl">
                      <a:srgbClr val="FFFFFF"/>
                    </a:outerShdw>
                  </a:effectLst>
                  <a:latin typeface="楷体" pitchFamily="49" charset="-122"/>
                  <a:ea typeface="楷体" pitchFamily="49" charset="-122"/>
                </a:rPr>
                <a:t>按位求反，末位加</a:t>
              </a:r>
              <a:r>
                <a:rPr kumimoji="0" lang="en-US" altLang="zh-CN" sz="1800" b="1" dirty="0">
                  <a:effectLst>
                    <a:outerShdw blurRad="38100" dist="38100" dir="2700000" algn="tl">
                      <a:srgbClr val="FFFFFF"/>
                    </a:outerShdw>
                  </a:effectLst>
                  <a:latin typeface="楷体" pitchFamily="49" charset="-122"/>
                  <a:ea typeface="楷体" pitchFamily="49" charset="-122"/>
                </a:rPr>
                <a:t>1</a:t>
              </a:r>
              <a:r>
                <a:rPr kumimoji="0" lang="en-US" altLang="zh-CN" dirty="0">
                  <a:latin typeface="楷体" pitchFamily="49" charset="-122"/>
                  <a:ea typeface="楷体" pitchFamily="49" charset="-122"/>
                </a:rPr>
                <a:t> </a:t>
              </a:r>
              <a:endParaRPr lang="en-US" altLang="zh-CN" dirty="0">
                <a:latin typeface="楷体" pitchFamily="49" charset="-122"/>
                <a:ea typeface="楷体" pitchFamily="49" charset="-122"/>
              </a:endParaRPr>
            </a:p>
          </p:txBody>
        </p:sp>
      </p:grpSp>
      <p:sp>
        <p:nvSpPr>
          <p:cNvPr id="70" name="Oval 29">
            <a:extLst>
              <a:ext uri="{FF2B5EF4-FFF2-40B4-BE49-F238E27FC236}">
                <a16:creationId xmlns:a16="http://schemas.microsoft.com/office/drawing/2014/main" id="{91C56506-BCD9-49B4-9262-EC5028748388}"/>
              </a:ext>
            </a:extLst>
          </p:cNvPr>
          <p:cNvSpPr>
            <a:spLocks noChangeArrowheads="1"/>
          </p:cNvSpPr>
          <p:nvPr/>
        </p:nvSpPr>
        <p:spPr bwMode="auto">
          <a:xfrm>
            <a:off x="2135561" y="2988670"/>
            <a:ext cx="2823134" cy="555625"/>
          </a:xfrm>
          <a:prstGeom prst="ellipse">
            <a:avLst/>
          </a:prstGeom>
          <a:noFill/>
          <a:ln w="28575">
            <a:solidFill>
              <a:srgbClr val="FF0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graphicFrame>
        <p:nvGraphicFramePr>
          <p:cNvPr id="71" name="Group 35">
            <a:extLst>
              <a:ext uri="{FF2B5EF4-FFF2-40B4-BE49-F238E27FC236}">
                <a16:creationId xmlns:a16="http://schemas.microsoft.com/office/drawing/2014/main" id="{E0995B83-E164-4D11-8C68-22A17BD883A6}"/>
              </a:ext>
            </a:extLst>
          </p:cNvPr>
          <p:cNvGraphicFramePr>
            <a:graphicFrameLocks noGrp="1"/>
          </p:cNvGraphicFramePr>
          <p:nvPr>
            <p:extLst>
              <p:ext uri="{D42A27DB-BD31-4B8C-83A1-F6EECF244321}">
                <p14:modId xmlns:p14="http://schemas.microsoft.com/office/powerpoint/2010/main" val="3827727049"/>
              </p:ext>
            </p:extLst>
          </p:nvPr>
        </p:nvGraphicFramePr>
        <p:xfrm>
          <a:off x="2469362" y="5001667"/>
          <a:ext cx="1943100" cy="1104900"/>
        </p:xfrm>
        <a:graphic>
          <a:graphicData uri="http://schemas.openxmlformats.org/drawingml/2006/table">
            <a:tbl>
              <a:tblPr/>
              <a:tblGrid>
                <a:gridCol w="1943100">
                  <a:extLst>
                    <a:ext uri="{9D8B030D-6E8A-4147-A177-3AD203B41FA5}">
                      <a16:colId xmlns:a16="http://schemas.microsoft.com/office/drawing/2014/main" val="20000"/>
                    </a:ext>
                  </a:extLst>
                </a:gridCol>
              </a:tblGrid>
              <a:tr h="5302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chemeClr val="accent2"/>
                          </a:solidFill>
                          <a:effectLst>
                            <a:outerShdw blurRad="38100" dist="38100" dir="2700000" algn="tl">
                              <a:srgbClr val="000000"/>
                            </a:outerShdw>
                          </a:effectLst>
                          <a:latin typeface="+mn-lt"/>
                          <a:ea typeface="+mn-ea"/>
                        </a:rPr>
                        <a:t>11110010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5746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FF3300"/>
                          </a:solidFill>
                          <a:effectLst>
                            <a:outerShdw blurRad="38100" dist="38100" dir="2700000" algn="tl">
                              <a:srgbClr val="000000"/>
                            </a:outerShdw>
                          </a:effectLst>
                          <a:latin typeface="+mn-lt"/>
                          <a:ea typeface="+mn-ea"/>
                        </a:rPr>
                        <a:t>1</a:t>
                      </a:r>
                      <a:r>
                        <a:rPr kumimoji="1" lang="en-US" altLang="zh-CN" sz="2800" b="1" i="0" u="none" strike="noStrike" cap="none" normalizeH="0" baseline="0" dirty="0">
                          <a:ln>
                            <a:noFill/>
                          </a:ln>
                          <a:solidFill>
                            <a:schemeClr val="accent2"/>
                          </a:solidFill>
                          <a:effectLst>
                            <a:outerShdw blurRad="38100" dist="38100" dir="2700000" algn="tl">
                              <a:srgbClr val="000000"/>
                            </a:outerShdw>
                          </a:effectLst>
                          <a:latin typeface="+mn-lt"/>
                          <a:ea typeface="+mn-ea"/>
                        </a:rPr>
                        <a:t>1111111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1"/>
                  </a:ext>
                </a:extLst>
              </a:tr>
            </a:tbl>
          </a:graphicData>
        </a:graphic>
      </p:graphicFrame>
      <p:grpSp>
        <p:nvGrpSpPr>
          <p:cNvPr id="72" name="Group 19">
            <a:extLst>
              <a:ext uri="{FF2B5EF4-FFF2-40B4-BE49-F238E27FC236}">
                <a16:creationId xmlns:a16="http://schemas.microsoft.com/office/drawing/2014/main" id="{78678505-1DCE-410D-A71D-24D57E21F936}"/>
              </a:ext>
            </a:extLst>
          </p:cNvPr>
          <p:cNvGrpSpPr>
            <a:grpSpLocks/>
          </p:cNvGrpSpPr>
          <p:nvPr/>
        </p:nvGrpSpPr>
        <p:grpSpPr bwMode="auto">
          <a:xfrm>
            <a:off x="1459712" y="4971503"/>
            <a:ext cx="1023938" cy="1000125"/>
            <a:chOff x="1654" y="2714"/>
            <a:chExt cx="645" cy="630"/>
          </a:xfrm>
        </p:grpSpPr>
        <p:sp>
          <p:nvSpPr>
            <p:cNvPr id="73" name="Text Box 20">
              <a:extLst>
                <a:ext uri="{FF2B5EF4-FFF2-40B4-BE49-F238E27FC236}">
                  <a16:creationId xmlns:a16="http://schemas.microsoft.com/office/drawing/2014/main" id="{E0B8E746-D7E9-4729-A706-F9E1ED448022}"/>
                </a:ext>
              </a:extLst>
            </p:cNvPr>
            <p:cNvSpPr txBox="1">
              <a:spLocks noChangeArrowheads="1"/>
            </p:cNvSpPr>
            <p:nvPr/>
          </p:nvSpPr>
          <p:spPr bwMode="auto">
            <a:xfrm>
              <a:off x="1654" y="2714"/>
              <a:ext cx="635" cy="233"/>
            </a:xfrm>
            <a:prstGeom prst="rect">
              <a:avLst/>
            </a:prstGeom>
            <a:noFill/>
            <a:ln w="9525">
              <a:noFill/>
              <a:miter lim="800000"/>
              <a:headEnd/>
              <a:tailEnd/>
            </a:ln>
            <a:effectLst/>
          </p:spPr>
          <p:txBody>
            <a:bodyPr>
              <a:spAutoFit/>
            </a:bodyPr>
            <a:lstStyle/>
            <a:p>
              <a:pPr>
                <a:spcBef>
                  <a:spcPct val="50000"/>
                </a:spcBef>
              </a:pPr>
              <a:r>
                <a:rPr lang="zh-CN" altLang="en-US" sz="1800" b="1" dirty="0">
                  <a:latin typeface="楷体" pitchFamily="49" charset="-122"/>
                  <a:ea typeface="楷体" pitchFamily="49" charset="-122"/>
                </a:rPr>
                <a:t>低字节</a:t>
              </a:r>
            </a:p>
          </p:txBody>
        </p:sp>
        <p:sp>
          <p:nvSpPr>
            <p:cNvPr id="74" name="Text Box 21">
              <a:extLst>
                <a:ext uri="{FF2B5EF4-FFF2-40B4-BE49-F238E27FC236}">
                  <a16:creationId xmlns:a16="http://schemas.microsoft.com/office/drawing/2014/main" id="{FF9491CE-43AC-4FA3-AD56-4A92D052E765}"/>
                </a:ext>
              </a:extLst>
            </p:cNvPr>
            <p:cNvSpPr txBox="1">
              <a:spLocks noChangeArrowheads="1"/>
            </p:cNvSpPr>
            <p:nvPr/>
          </p:nvSpPr>
          <p:spPr bwMode="auto">
            <a:xfrm>
              <a:off x="1664" y="3111"/>
              <a:ext cx="635" cy="233"/>
            </a:xfrm>
            <a:prstGeom prst="rect">
              <a:avLst/>
            </a:prstGeom>
            <a:noFill/>
            <a:ln w="9525">
              <a:noFill/>
              <a:miter lim="800000"/>
              <a:headEnd/>
              <a:tailEnd/>
            </a:ln>
            <a:effectLst/>
          </p:spPr>
          <p:txBody>
            <a:bodyPr>
              <a:spAutoFit/>
            </a:bodyPr>
            <a:lstStyle/>
            <a:p>
              <a:pPr>
                <a:spcBef>
                  <a:spcPct val="50000"/>
                </a:spcBef>
              </a:pPr>
              <a:r>
                <a:rPr lang="zh-CN" altLang="en-US" sz="1800" b="1">
                  <a:latin typeface="楷体" pitchFamily="49" charset="-122"/>
                  <a:ea typeface="楷体" pitchFamily="49" charset="-122"/>
                </a:rPr>
                <a:t>高字节</a:t>
              </a:r>
            </a:p>
          </p:txBody>
        </p:sp>
      </p:grpSp>
      <p:grpSp>
        <p:nvGrpSpPr>
          <p:cNvPr id="75" name="Group 22">
            <a:extLst>
              <a:ext uri="{FF2B5EF4-FFF2-40B4-BE49-F238E27FC236}">
                <a16:creationId xmlns:a16="http://schemas.microsoft.com/office/drawing/2014/main" id="{2B4E605B-DA9A-48C3-9B64-C59E99D7BF4F}"/>
              </a:ext>
            </a:extLst>
          </p:cNvPr>
          <p:cNvGrpSpPr>
            <a:grpSpLocks/>
          </p:cNvGrpSpPr>
          <p:nvPr/>
        </p:nvGrpSpPr>
        <p:grpSpPr bwMode="auto">
          <a:xfrm>
            <a:off x="4558513" y="5014369"/>
            <a:ext cx="1020763" cy="957263"/>
            <a:chOff x="3606" y="2741"/>
            <a:chExt cx="643" cy="603"/>
          </a:xfrm>
        </p:grpSpPr>
        <p:sp>
          <p:nvSpPr>
            <p:cNvPr id="76" name="Text Box 23">
              <a:extLst>
                <a:ext uri="{FF2B5EF4-FFF2-40B4-BE49-F238E27FC236}">
                  <a16:creationId xmlns:a16="http://schemas.microsoft.com/office/drawing/2014/main" id="{75CB58D5-F74A-4893-8C7F-990D2BAF6B06}"/>
                </a:ext>
              </a:extLst>
            </p:cNvPr>
            <p:cNvSpPr txBox="1">
              <a:spLocks noChangeArrowheads="1"/>
            </p:cNvSpPr>
            <p:nvPr/>
          </p:nvSpPr>
          <p:spPr bwMode="auto">
            <a:xfrm>
              <a:off x="3614" y="2741"/>
              <a:ext cx="635" cy="233"/>
            </a:xfrm>
            <a:prstGeom prst="rect">
              <a:avLst/>
            </a:prstGeom>
            <a:noFill/>
            <a:ln w="9525">
              <a:noFill/>
              <a:miter lim="800000"/>
              <a:headEnd/>
              <a:tailEnd/>
            </a:ln>
            <a:effectLst/>
          </p:spPr>
          <p:txBody>
            <a:bodyPr>
              <a:spAutoFit/>
            </a:bodyPr>
            <a:lstStyle/>
            <a:p>
              <a:pPr>
                <a:spcBef>
                  <a:spcPct val="50000"/>
                </a:spcBef>
              </a:pPr>
              <a:r>
                <a:rPr lang="zh-CN" altLang="en-US" sz="1800" b="1" dirty="0">
                  <a:latin typeface="楷体" pitchFamily="49" charset="-122"/>
                  <a:ea typeface="楷体" pitchFamily="49" charset="-122"/>
                </a:rPr>
                <a:t>低地址</a:t>
              </a:r>
            </a:p>
          </p:txBody>
        </p:sp>
        <p:sp>
          <p:nvSpPr>
            <p:cNvPr id="77" name="Text Box 24">
              <a:extLst>
                <a:ext uri="{FF2B5EF4-FFF2-40B4-BE49-F238E27FC236}">
                  <a16:creationId xmlns:a16="http://schemas.microsoft.com/office/drawing/2014/main" id="{318C489A-670E-428C-92D3-FA3BFEC72CA6}"/>
                </a:ext>
              </a:extLst>
            </p:cNvPr>
            <p:cNvSpPr txBox="1">
              <a:spLocks noChangeArrowheads="1"/>
            </p:cNvSpPr>
            <p:nvPr/>
          </p:nvSpPr>
          <p:spPr bwMode="auto">
            <a:xfrm>
              <a:off x="3606" y="3111"/>
              <a:ext cx="635" cy="233"/>
            </a:xfrm>
            <a:prstGeom prst="rect">
              <a:avLst/>
            </a:prstGeom>
            <a:noFill/>
            <a:ln w="9525">
              <a:noFill/>
              <a:miter lim="800000"/>
              <a:headEnd/>
              <a:tailEnd/>
            </a:ln>
            <a:effectLst/>
          </p:spPr>
          <p:txBody>
            <a:bodyPr>
              <a:spAutoFit/>
            </a:bodyPr>
            <a:lstStyle/>
            <a:p>
              <a:pPr>
                <a:spcBef>
                  <a:spcPct val="50000"/>
                </a:spcBef>
              </a:pPr>
              <a:r>
                <a:rPr lang="zh-CN" altLang="en-US" sz="1800" b="1">
                  <a:latin typeface="楷体" pitchFamily="49" charset="-122"/>
                  <a:ea typeface="楷体" pitchFamily="49" charset="-122"/>
                </a:rPr>
                <a:t>高地址</a:t>
              </a:r>
            </a:p>
          </p:txBody>
        </p:sp>
      </p:grpSp>
      <p:sp>
        <p:nvSpPr>
          <p:cNvPr id="78" name="Line 25">
            <a:extLst>
              <a:ext uri="{FF2B5EF4-FFF2-40B4-BE49-F238E27FC236}">
                <a16:creationId xmlns:a16="http://schemas.microsoft.com/office/drawing/2014/main" id="{DEACBF9C-BB56-47F2-AADC-8ECD87484AAE}"/>
              </a:ext>
            </a:extLst>
          </p:cNvPr>
          <p:cNvSpPr>
            <a:spLocks noChangeShapeType="1"/>
          </p:cNvSpPr>
          <p:nvPr/>
        </p:nvSpPr>
        <p:spPr bwMode="auto">
          <a:xfrm>
            <a:off x="4587087" y="4941342"/>
            <a:ext cx="0" cy="1223962"/>
          </a:xfrm>
          <a:prstGeom prst="line">
            <a:avLst/>
          </a:prstGeom>
          <a:noFill/>
          <a:ln w="28575">
            <a:solidFill>
              <a:srgbClr val="FF0000"/>
            </a:solidFill>
            <a:round/>
            <a:headEnd/>
            <a:tailEnd type="stealth" w="lg" len="lg"/>
          </a:ln>
          <a:effectLst>
            <a:outerShdw blurRad="50800" dist="38100" dir="2700000" algn="tl" rotWithShape="0">
              <a:prstClr val="black">
                <a:alpha val="40000"/>
              </a:prstClr>
            </a:outerShdw>
          </a:effectLst>
        </p:spPr>
        <p:txBody>
          <a:bodyPr/>
          <a:lstStyle/>
          <a:p>
            <a:endParaRPr lang="zh-CN" altLang="en-US"/>
          </a:p>
        </p:txBody>
      </p:sp>
      <p:sp>
        <p:nvSpPr>
          <p:cNvPr id="79" name="AutoShape 26">
            <a:extLst>
              <a:ext uri="{FF2B5EF4-FFF2-40B4-BE49-F238E27FC236}">
                <a16:creationId xmlns:a16="http://schemas.microsoft.com/office/drawing/2014/main" id="{300D9DD2-B688-4C5C-9262-8B5010F48ACF}"/>
              </a:ext>
            </a:extLst>
          </p:cNvPr>
          <p:cNvSpPr>
            <a:spLocks noChangeArrowheads="1"/>
          </p:cNvSpPr>
          <p:nvPr/>
        </p:nvSpPr>
        <p:spPr bwMode="auto">
          <a:xfrm>
            <a:off x="1515736" y="4309318"/>
            <a:ext cx="1008064" cy="461665"/>
          </a:xfrm>
          <a:prstGeom prst="wedgeRoundRectCallout">
            <a:avLst>
              <a:gd name="adj1" fmla="val 79150"/>
              <a:gd name="adj2" fmla="val 256719"/>
              <a:gd name="adj3" fmla="val 16667"/>
            </a:avLst>
          </a:prstGeom>
          <a:gradFill flip="none" rotWithShape="1">
            <a:gsLst>
              <a:gs pos="0">
                <a:srgbClr val="F0E5B7"/>
              </a:gs>
              <a:gs pos="100000">
                <a:srgbClr val="F0E5B7"/>
              </a:gs>
            </a:gsLst>
            <a:lin ang="27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dirty="0">
                <a:solidFill>
                  <a:srgbClr val="C01920"/>
                </a:solidFill>
                <a:latin typeface="楷体" pitchFamily="49" charset="-122"/>
                <a:ea typeface="楷体" pitchFamily="49" charset="-122"/>
              </a:rPr>
              <a:t>符号位</a:t>
            </a:r>
          </a:p>
        </p:txBody>
      </p:sp>
      <p:sp>
        <p:nvSpPr>
          <p:cNvPr id="80" name="Rectangle 27">
            <a:extLst>
              <a:ext uri="{FF2B5EF4-FFF2-40B4-BE49-F238E27FC236}">
                <a16:creationId xmlns:a16="http://schemas.microsoft.com/office/drawing/2014/main" id="{B2A9E3B8-AE2B-4FB7-8A90-842FE09EDC4F}"/>
              </a:ext>
            </a:extLst>
          </p:cNvPr>
          <p:cNvSpPr>
            <a:spLocks noChangeArrowheads="1"/>
          </p:cNvSpPr>
          <p:nvPr/>
        </p:nvSpPr>
        <p:spPr bwMode="auto">
          <a:xfrm>
            <a:off x="1029501" y="6109845"/>
            <a:ext cx="4570482" cy="369332"/>
          </a:xfrm>
          <a:prstGeom prst="rect">
            <a:avLst/>
          </a:prstGeom>
          <a:noFill/>
          <a:ln w="9525">
            <a:noFill/>
            <a:miter lim="800000"/>
            <a:headEnd/>
            <a:tailEnd/>
          </a:ln>
          <a:effectLst/>
        </p:spPr>
        <p:txBody>
          <a:bodyPr wrap="none" anchor="ctr">
            <a:spAutoFit/>
          </a:bodyPr>
          <a:lstStyle/>
          <a:p>
            <a:r>
              <a:rPr lang="zh-CN" altLang="en-US" sz="1800" dirty="0">
                <a:solidFill>
                  <a:srgbClr val="CC0000"/>
                </a:solidFill>
                <a:effectLst>
                  <a:outerShdw blurRad="38100" dist="38100" dir="2700000" algn="tl">
                    <a:srgbClr val="000000"/>
                  </a:outerShdw>
                </a:effectLst>
                <a:latin typeface="楷体" pitchFamily="49" charset="-122"/>
                <a:ea typeface="楷体" pitchFamily="49" charset="-122"/>
              </a:rPr>
              <a:t>十进制数</a:t>
            </a:r>
            <a:r>
              <a:rPr lang="en-US" altLang="zh-CN" sz="1800" dirty="0">
                <a:solidFill>
                  <a:srgbClr val="CC0000"/>
                </a:solidFill>
                <a:effectLst>
                  <a:outerShdw blurRad="38100" dist="38100" dir="2700000" algn="tl">
                    <a:srgbClr val="000000"/>
                  </a:outerShdw>
                </a:effectLst>
                <a:latin typeface="楷体" pitchFamily="49" charset="-122"/>
                <a:ea typeface="楷体" pitchFamily="49" charset="-122"/>
              </a:rPr>
              <a:t>-14</a:t>
            </a:r>
            <a:r>
              <a:rPr lang="zh-CN" altLang="en-US" sz="1800" dirty="0">
                <a:solidFill>
                  <a:srgbClr val="CC0000"/>
                </a:solidFill>
                <a:effectLst>
                  <a:outerShdw blurRad="38100" dist="38100" dir="2700000" algn="tl">
                    <a:srgbClr val="000000"/>
                  </a:outerShdw>
                </a:effectLst>
                <a:latin typeface="楷体" pitchFamily="49" charset="-122"/>
                <a:ea typeface="楷体" pitchFamily="49" charset="-122"/>
              </a:rPr>
              <a:t>两个字节的内存实际存放形式</a:t>
            </a:r>
            <a:r>
              <a:rPr lang="zh-CN" altLang="en-US" sz="1800" dirty="0">
                <a:latin typeface="楷体" pitchFamily="49" charset="-122"/>
                <a:ea typeface="楷体" pitchFamily="49" charset="-122"/>
              </a:rPr>
              <a:t> </a:t>
            </a:r>
          </a:p>
        </p:txBody>
      </p:sp>
      <p:sp>
        <p:nvSpPr>
          <p:cNvPr id="758873" name="AutoShape 89"/>
          <p:cNvSpPr>
            <a:spLocks noChangeArrowheads="1"/>
          </p:cNvSpPr>
          <p:nvPr/>
        </p:nvSpPr>
        <p:spPr bwMode="auto">
          <a:xfrm>
            <a:off x="4151784" y="3592826"/>
            <a:ext cx="1054210" cy="1475815"/>
          </a:xfrm>
          <a:prstGeom prst="curvedLeftArrow">
            <a:avLst>
              <a:gd name="adj1" fmla="val 18221"/>
              <a:gd name="adj2" fmla="val 54988"/>
              <a:gd name="adj3" fmla="val 39257"/>
            </a:avLst>
          </a:prstGeom>
          <a:solidFill>
            <a:srgbClr val="F0E5B7"/>
          </a:solidFill>
          <a:ln w="9525">
            <a:solidFill>
              <a:schemeClr val="tx1"/>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81" name="Rectangle 19">
            <a:extLst>
              <a:ext uri="{FF2B5EF4-FFF2-40B4-BE49-F238E27FC236}">
                <a16:creationId xmlns:a16="http://schemas.microsoft.com/office/drawing/2014/main" id="{5C7FDA1F-FA76-4916-B4E2-AFBA077556DC}"/>
              </a:ext>
            </a:extLst>
          </p:cNvPr>
          <p:cNvSpPr>
            <a:spLocks noChangeArrowheads="1"/>
          </p:cNvSpPr>
          <p:nvPr/>
        </p:nvSpPr>
        <p:spPr bwMode="auto">
          <a:xfrm>
            <a:off x="6554812" y="1315740"/>
            <a:ext cx="4151778" cy="830997"/>
          </a:xfrm>
          <a:prstGeom prst="rect">
            <a:avLst/>
          </a:prstGeom>
          <a:noFill/>
          <a:ln w="9525">
            <a:noFill/>
            <a:miter lim="800000"/>
            <a:headEnd/>
            <a:tailEnd/>
          </a:ln>
          <a:effectLst/>
        </p:spPr>
        <p:txBody>
          <a:bodyPr wrap="none">
            <a:spAutoFit/>
          </a:bodyPr>
          <a:lstStyle/>
          <a:p>
            <a:r>
              <a:rPr lang="en-US" altLang="zh-CN" b="1" dirty="0">
                <a:effectLst>
                  <a:outerShdw blurRad="38100" dist="38100" dir="2700000" algn="tl">
                    <a:srgbClr val="FFFFFF"/>
                  </a:outerShdw>
                </a:effectLst>
                <a:latin typeface="+mn-lt"/>
                <a:ea typeface="+mn-ea"/>
                <a:cs typeface="Arial" panose="020B0604020202020204" pitchFamily="34" charset="0"/>
                <a:sym typeface="Wingdings" pitchFamily="2" charset="2"/>
              </a:rPr>
              <a:t>(+14)</a:t>
            </a:r>
            <a:r>
              <a:rPr lang="zh-CN" altLang="en-US" b="1" baseline="-25000" dirty="0">
                <a:effectLst>
                  <a:outerShdw blurRad="38100" dist="38100" dir="2700000" algn="tl">
                    <a:srgbClr val="FFFFFF"/>
                  </a:outerShdw>
                </a:effectLst>
                <a:latin typeface="楷体" panose="02010609060101010101" pitchFamily="49" charset="-122"/>
                <a:ea typeface="楷体" panose="02010609060101010101" pitchFamily="49" charset="-122"/>
                <a:cs typeface="Arial" panose="020B0604020202020204" pitchFamily="34" charset="0"/>
                <a:sym typeface="Wingdings" pitchFamily="2" charset="2"/>
              </a:rPr>
              <a:t>补</a:t>
            </a:r>
            <a:r>
              <a:rPr lang="zh-CN" altLang="en-US" b="1" dirty="0">
                <a:effectLst>
                  <a:outerShdw blurRad="38100" dist="38100" dir="2700000" algn="tl">
                    <a:srgbClr val="FFFFFF"/>
                  </a:outerShdw>
                </a:effectLst>
                <a:latin typeface="+mn-lt"/>
                <a:ea typeface="+mn-ea"/>
                <a:cs typeface="Arial" panose="020B0604020202020204" pitchFamily="34" charset="0"/>
                <a:sym typeface="Wingdings" pitchFamily="2" charset="2"/>
              </a:rPr>
              <a:t> </a:t>
            </a:r>
            <a:r>
              <a:rPr lang="en-US" altLang="zh-CN" b="1" dirty="0">
                <a:effectLst>
                  <a:outerShdw blurRad="38100" dist="38100" dir="2700000" algn="tl">
                    <a:srgbClr val="FFFFFF"/>
                  </a:outerShdw>
                </a:effectLst>
                <a:latin typeface="+mn-lt"/>
                <a:ea typeface="+mn-ea"/>
                <a:cs typeface="Arial" panose="020B0604020202020204" pitchFamily="34" charset="0"/>
                <a:sym typeface="Wingdings" pitchFamily="2" charset="2"/>
              </a:rPr>
              <a:t>= </a:t>
            </a:r>
            <a:r>
              <a:rPr lang="en-US" altLang="zh-CN" b="1" dirty="0">
                <a:solidFill>
                  <a:srgbClr val="FF3300"/>
                </a:solidFill>
                <a:effectLst>
                  <a:outerShdw blurRad="38100" dist="38100" dir="2700000" algn="tl">
                    <a:srgbClr val="000000"/>
                  </a:outerShdw>
                </a:effectLst>
                <a:latin typeface="+mn-lt"/>
                <a:ea typeface="+mn-ea"/>
                <a:cs typeface="Arial" panose="020B0604020202020204" pitchFamily="34" charset="0"/>
                <a:sym typeface="Wingdings" pitchFamily="2" charset="2"/>
              </a:rPr>
              <a:t>0</a:t>
            </a:r>
            <a:r>
              <a:rPr lang="en-US" altLang="zh-CN" b="1" dirty="0">
                <a:effectLst>
                  <a:outerShdw blurRad="38100" dist="38100" dir="2700000" algn="tl">
                    <a:srgbClr val="FFFFFF"/>
                  </a:outerShdw>
                </a:effectLst>
                <a:latin typeface="+mn-lt"/>
                <a:ea typeface="+mn-ea"/>
                <a:cs typeface="Arial" panose="020B0604020202020204" pitchFamily="34" charset="0"/>
                <a:sym typeface="Wingdings" pitchFamily="2" charset="2"/>
              </a:rPr>
              <a:t>000 0000 0000 0000</a:t>
            </a:r>
          </a:p>
          <a:p>
            <a:r>
              <a:rPr lang="en-US" altLang="zh-CN" b="1" dirty="0">
                <a:effectLst>
                  <a:outerShdw blurRad="38100" dist="38100" dir="2700000" algn="tl">
                    <a:srgbClr val="FFFFFF"/>
                  </a:outerShdw>
                </a:effectLst>
                <a:latin typeface="+mn-lt"/>
                <a:ea typeface="+mn-ea"/>
                <a:cs typeface="Arial" panose="020B0604020202020204" pitchFamily="34" charset="0"/>
                <a:sym typeface="Wingdings" pitchFamily="2" charset="2"/>
              </a:rPr>
              <a:t>                0000 0000 0000 1110</a:t>
            </a:r>
            <a:r>
              <a:rPr lang="en-US" altLang="zh-CN" dirty="0">
                <a:latin typeface="+mn-lt"/>
                <a:ea typeface="+mn-ea"/>
                <a:cs typeface="Arial" panose="020B0604020202020204" pitchFamily="34" charset="0"/>
              </a:rPr>
              <a:t> </a:t>
            </a:r>
          </a:p>
        </p:txBody>
      </p:sp>
      <p:sp>
        <p:nvSpPr>
          <p:cNvPr id="82" name="Rectangle 36">
            <a:extLst>
              <a:ext uri="{FF2B5EF4-FFF2-40B4-BE49-F238E27FC236}">
                <a16:creationId xmlns:a16="http://schemas.microsoft.com/office/drawing/2014/main" id="{13202E46-48FC-4055-94AA-E0826BEA52AE}"/>
              </a:ext>
            </a:extLst>
          </p:cNvPr>
          <p:cNvSpPr>
            <a:spLocks noChangeArrowheads="1"/>
          </p:cNvSpPr>
          <p:nvPr/>
        </p:nvSpPr>
        <p:spPr bwMode="auto">
          <a:xfrm>
            <a:off x="6554813" y="2500967"/>
            <a:ext cx="4109779" cy="830997"/>
          </a:xfrm>
          <a:prstGeom prst="rect">
            <a:avLst/>
          </a:prstGeom>
          <a:noFill/>
          <a:ln w="9525">
            <a:noFill/>
            <a:miter lim="800000"/>
            <a:headEnd/>
            <a:tailEnd/>
          </a:ln>
          <a:effectLst/>
        </p:spPr>
        <p:txBody>
          <a:bodyPr wrap="none">
            <a:spAutoFit/>
          </a:bodyPr>
          <a:lstStyle/>
          <a:p>
            <a:r>
              <a:rPr lang="en-US" altLang="zh-CN" b="1" dirty="0">
                <a:effectLst>
                  <a:outerShdw blurRad="38100" dist="38100" dir="2700000" algn="tl">
                    <a:srgbClr val="FFFFFF"/>
                  </a:outerShdw>
                </a:effectLst>
                <a:sym typeface="Wingdings" pitchFamily="2" charset="2"/>
              </a:rPr>
              <a:t>(-14)</a:t>
            </a:r>
            <a:r>
              <a:rPr lang="zh-CN" altLang="en-US" b="1" baseline="-25000" dirty="0">
                <a:effectLst>
                  <a:outerShdw blurRad="38100" dist="38100" dir="2700000" algn="tl">
                    <a:srgbClr val="FFFFFF"/>
                  </a:outerShdw>
                </a:effectLst>
                <a:latin typeface="楷体" pitchFamily="49" charset="-122"/>
                <a:ea typeface="楷体" pitchFamily="49" charset="-122"/>
                <a:sym typeface="Wingdings" pitchFamily="2" charset="2"/>
              </a:rPr>
              <a:t>补</a:t>
            </a:r>
            <a:r>
              <a:rPr lang="zh-CN" altLang="en-US" b="1" dirty="0">
                <a:effectLst>
                  <a:outerShdw blurRad="38100" dist="38100" dir="2700000" algn="tl">
                    <a:srgbClr val="FFFFFF"/>
                  </a:outerShdw>
                </a:effectLst>
                <a:sym typeface="Wingdings" pitchFamily="2" charset="2"/>
              </a:rPr>
              <a:t> </a:t>
            </a:r>
            <a:r>
              <a:rPr lang="en-US" altLang="zh-CN" b="1" dirty="0">
                <a:effectLst>
                  <a:outerShdw blurRad="38100" dist="38100" dir="2700000" algn="tl">
                    <a:srgbClr val="FFFFFF"/>
                  </a:outerShdw>
                </a:effectLst>
                <a:sym typeface="Wingdings" pitchFamily="2" charset="2"/>
              </a:rPr>
              <a:t>=   </a:t>
            </a:r>
            <a:r>
              <a:rPr lang="en-US" altLang="zh-CN" b="1" dirty="0">
                <a:solidFill>
                  <a:srgbClr val="FF3300"/>
                </a:solidFill>
                <a:effectLst>
                  <a:outerShdw blurRad="38100" dist="38100" dir="2700000" algn="tl">
                    <a:srgbClr val="000000"/>
                  </a:outerShdw>
                </a:effectLst>
                <a:sym typeface="Wingdings" pitchFamily="2" charset="2"/>
              </a:rPr>
              <a:t>1</a:t>
            </a:r>
            <a:r>
              <a:rPr lang="en-US" altLang="zh-CN" b="1" dirty="0">
                <a:solidFill>
                  <a:schemeClr val="accent2"/>
                </a:solidFill>
                <a:effectLst>
                  <a:outerShdw blurRad="38100" dist="38100" dir="2700000" algn="tl">
                    <a:srgbClr val="000000"/>
                  </a:outerShdw>
                </a:effectLst>
                <a:sym typeface="Wingdings" pitchFamily="2" charset="2"/>
              </a:rPr>
              <a:t>111 1111 1111 1111 </a:t>
            </a:r>
          </a:p>
          <a:p>
            <a:r>
              <a:rPr lang="en-US" altLang="zh-CN" b="1" dirty="0">
                <a:solidFill>
                  <a:schemeClr val="accent2"/>
                </a:solidFill>
                <a:effectLst>
                  <a:outerShdw blurRad="38100" dist="38100" dir="2700000" algn="tl">
                    <a:srgbClr val="000000"/>
                  </a:outerShdw>
                </a:effectLst>
                <a:sym typeface="Wingdings" pitchFamily="2" charset="2"/>
              </a:rPr>
              <a:t>                 1111 1111 1111 0010</a:t>
            </a:r>
            <a:r>
              <a:rPr lang="en-US" altLang="zh-CN" dirty="0"/>
              <a:t> </a:t>
            </a:r>
          </a:p>
        </p:txBody>
      </p:sp>
      <p:grpSp>
        <p:nvGrpSpPr>
          <p:cNvPr id="83" name="Group 37">
            <a:extLst>
              <a:ext uri="{FF2B5EF4-FFF2-40B4-BE49-F238E27FC236}">
                <a16:creationId xmlns:a16="http://schemas.microsoft.com/office/drawing/2014/main" id="{DF7E4973-27F9-4EDA-8148-3793006B98FF}"/>
              </a:ext>
            </a:extLst>
          </p:cNvPr>
          <p:cNvGrpSpPr>
            <a:grpSpLocks/>
          </p:cNvGrpSpPr>
          <p:nvPr/>
        </p:nvGrpSpPr>
        <p:grpSpPr bwMode="auto">
          <a:xfrm>
            <a:off x="8930362" y="2027497"/>
            <a:ext cx="2330450" cy="525462"/>
            <a:chOff x="2336" y="1602"/>
            <a:chExt cx="1468" cy="331"/>
          </a:xfrm>
        </p:grpSpPr>
        <p:sp>
          <p:nvSpPr>
            <p:cNvPr id="84" name="Line 38">
              <a:extLst>
                <a:ext uri="{FF2B5EF4-FFF2-40B4-BE49-F238E27FC236}">
                  <a16:creationId xmlns:a16="http://schemas.microsoft.com/office/drawing/2014/main" id="{1BAB9ACA-E311-4ADD-BED4-58B3A52AC61D}"/>
                </a:ext>
              </a:extLst>
            </p:cNvPr>
            <p:cNvSpPr>
              <a:spLocks noChangeShapeType="1"/>
            </p:cNvSpPr>
            <p:nvPr/>
          </p:nvSpPr>
          <p:spPr bwMode="auto">
            <a:xfrm>
              <a:off x="2336" y="1661"/>
              <a:ext cx="0" cy="272"/>
            </a:xfrm>
            <a:prstGeom prst="line">
              <a:avLst/>
            </a:prstGeom>
            <a:noFill/>
            <a:ln w="28575">
              <a:solidFill>
                <a:schemeClr val="tx1"/>
              </a:solidFill>
              <a:round/>
              <a:headEnd/>
              <a:tailEnd type="stealth" w="lg" len="lg"/>
            </a:ln>
            <a:effectLst/>
          </p:spPr>
          <p:txBody>
            <a:bodyPr/>
            <a:lstStyle/>
            <a:p>
              <a:endParaRPr lang="zh-CN" altLang="en-US"/>
            </a:p>
          </p:txBody>
        </p:sp>
        <p:sp>
          <p:nvSpPr>
            <p:cNvPr id="85" name="Rectangle 39">
              <a:extLst>
                <a:ext uri="{FF2B5EF4-FFF2-40B4-BE49-F238E27FC236}">
                  <a16:creationId xmlns:a16="http://schemas.microsoft.com/office/drawing/2014/main" id="{62A8A771-04BB-459C-8BE9-219E1AF9D18C}"/>
                </a:ext>
              </a:extLst>
            </p:cNvPr>
            <p:cNvSpPr>
              <a:spLocks noChangeArrowheads="1"/>
            </p:cNvSpPr>
            <p:nvPr/>
          </p:nvSpPr>
          <p:spPr bwMode="auto">
            <a:xfrm>
              <a:off x="2346" y="1602"/>
              <a:ext cx="1458" cy="291"/>
            </a:xfrm>
            <a:prstGeom prst="rect">
              <a:avLst/>
            </a:prstGeom>
            <a:noFill/>
            <a:ln w="9525">
              <a:noFill/>
              <a:miter lim="800000"/>
              <a:headEnd/>
              <a:tailEnd/>
            </a:ln>
            <a:effectLst/>
          </p:spPr>
          <p:txBody>
            <a:bodyPr wrap="none">
              <a:spAutoFit/>
            </a:bodyPr>
            <a:lstStyle/>
            <a:p>
              <a:r>
                <a:rPr kumimoji="0" lang="zh-CN" altLang="en-US" sz="1800" b="1" dirty="0">
                  <a:effectLst>
                    <a:outerShdw blurRad="38100" dist="38100" dir="2700000" algn="tl">
                      <a:srgbClr val="FFFFFF"/>
                    </a:outerShdw>
                  </a:effectLst>
                  <a:latin typeface="楷体" pitchFamily="49" charset="-122"/>
                  <a:ea typeface="楷体" pitchFamily="49" charset="-122"/>
                </a:rPr>
                <a:t>按位求反，末位加</a:t>
              </a:r>
              <a:r>
                <a:rPr kumimoji="0" lang="en-US" altLang="zh-CN" sz="1800" b="1" dirty="0">
                  <a:effectLst>
                    <a:outerShdw blurRad="38100" dist="38100" dir="2700000" algn="tl">
                      <a:srgbClr val="FFFFFF"/>
                    </a:outerShdw>
                  </a:effectLst>
                  <a:latin typeface="楷体" pitchFamily="49" charset="-122"/>
                  <a:ea typeface="楷体" pitchFamily="49" charset="-122"/>
                </a:rPr>
                <a:t>1</a:t>
              </a:r>
              <a:r>
                <a:rPr kumimoji="0" lang="en-US" altLang="zh-CN" dirty="0">
                  <a:latin typeface="楷体" pitchFamily="49" charset="-122"/>
                  <a:ea typeface="楷体" pitchFamily="49" charset="-122"/>
                </a:rPr>
                <a:t> </a:t>
              </a:r>
              <a:endParaRPr lang="en-US" altLang="zh-CN" dirty="0">
                <a:latin typeface="楷体" pitchFamily="49" charset="-122"/>
                <a:ea typeface="楷体" pitchFamily="49" charset="-122"/>
              </a:endParaRPr>
            </a:p>
          </p:txBody>
        </p:sp>
      </p:grpSp>
      <p:grpSp>
        <p:nvGrpSpPr>
          <p:cNvPr id="86" name="Group 40">
            <a:extLst>
              <a:ext uri="{FF2B5EF4-FFF2-40B4-BE49-F238E27FC236}">
                <a16:creationId xmlns:a16="http://schemas.microsoft.com/office/drawing/2014/main" id="{BB5067D5-C760-44ED-B686-42207371B183}"/>
              </a:ext>
            </a:extLst>
          </p:cNvPr>
          <p:cNvGrpSpPr>
            <a:grpSpLocks/>
          </p:cNvGrpSpPr>
          <p:nvPr/>
        </p:nvGrpSpPr>
        <p:grpSpPr bwMode="auto">
          <a:xfrm>
            <a:off x="6906988" y="2828032"/>
            <a:ext cx="2089150" cy="889000"/>
            <a:chOff x="3470" y="517"/>
            <a:chExt cx="1316" cy="560"/>
          </a:xfrm>
        </p:grpSpPr>
        <p:sp>
          <p:nvSpPr>
            <p:cNvPr id="87" name="Line 9">
              <a:extLst>
                <a:ext uri="{FF2B5EF4-FFF2-40B4-BE49-F238E27FC236}">
                  <a16:creationId xmlns:a16="http://schemas.microsoft.com/office/drawing/2014/main" id="{1AAD8908-C0A7-4007-8C9A-BA78ECE7B7E5}"/>
                </a:ext>
              </a:extLst>
            </p:cNvPr>
            <p:cNvSpPr>
              <a:spLocks noChangeShapeType="1"/>
            </p:cNvSpPr>
            <p:nvPr/>
          </p:nvSpPr>
          <p:spPr bwMode="auto">
            <a:xfrm flipV="1">
              <a:off x="3941" y="517"/>
              <a:ext cx="167" cy="363"/>
            </a:xfrm>
            <a:prstGeom prst="line">
              <a:avLst/>
            </a:prstGeom>
            <a:noFill/>
            <a:ln w="28575">
              <a:solidFill>
                <a:srgbClr val="0000FF"/>
              </a:solidFill>
              <a:round/>
              <a:headEnd/>
              <a:tailEnd type="stealth" w="lg" len="lg"/>
            </a:ln>
            <a:effectLst/>
          </p:spPr>
          <p:txBody>
            <a:bodyPr/>
            <a:lstStyle/>
            <a:p>
              <a:endParaRPr lang="zh-CN" altLang="en-US">
                <a:latin typeface="楷体" pitchFamily="49" charset="-122"/>
                <a:ea typeface="楷体" pitchFamily="49" charset="-122"/>
              </a:endParaRPr>
            </a:p>
          </p:txBody>
        </p:sp>
        <p:sp>
          <p:nvSpPr>
            <p:cNvPr id="88" name="Text Box 10">
              <a:extLst>
                <a:ext uri="{FF2B5EF4-FFF2-40B4-BE49-F238E27FC236}">
                  <a16:creationId xmlns:a16="http://schemas.microsoft.com/office/drawing/2014/main" id="{47E55BDE-9FD2-46FD-91C9-FA116E1B7851}"/>
                </a:ext>
              </a:extLst>
            </p:cNvPr>
            <p:cNvSpPr txBox="1">
              <a:spLocks noChangeArrowheads="1"/>
            </p:cNvSpPr>
            <p:nvPr/>
          </p:nvSpPr>
          <p:spPr bwMode="auto">
            <a:xfrm>
              <a:off x="3470" y="827"/>
              <a:ext cx="1316" cy="250"/>
            </a:xfrm>
            <a:prstGeom prst="rect">
              <a:avLst/>
            </a:prstGeom>
            <a:noFill/>
            <a:ln w="9525">
              <a:noFill/>
              <a:miter lim="800000"/>
              <a:headEnd/>
              <a:tailEnd/>
            </a:ln>
            <a:effectLst/>
          </p:spPr>
          <p:txBody>
            <a:bodyPr>
              <a:spAutoFit/>
            </a:bodyPr>
            <a:lstStyle/>
            <a:p>
              <a:pPr>
                <a:spcBef>
                  <a:spcPct val="50000"/>
                </a:spcBef>
              </a:pPr>
              <a:r>
                <a:rPr lang="zh-CN" altLang="en-US" sz="2000" b="1">
                  <a:solidFill>
                    <a:schemeClr val="accent2"/>
                  </a:solidFill>
                  <a:effectLst>
                    <a:outerShdw blurRad="38100" dist="38100" dir="2700000" algn="tl">
                      <a:srgbClr val="000000"/>
                    </a:outerShdw>
                  </a:effectLst>
                  <a:latin typeface="楷体" pitchFamily="49" charset="-122"/>
                  <a:ea typeface="楷体" pitchFamily="49" charset="-122"/>
                </a:rPr>
                <a:t>符号位</a:t>
              </a:r>
              <a:r>
                <a:rPr lang="en-US" altLang="zh-CN" sz="2000" b="1">
                  <a:solidFill>
                    <a:schemeClr val="accent2"/>
                  </a:solidFill>
                  <a:effectLst>
                    <a:outerShdw blurRad="38100" dist="38100" dir="2700000" algn="tl">
                      <a:srgbClr val="000000"/>
                    </a:outerShdw>
                  </a:effectLst>
                  <a:latin typeface="楷体" pitchFamily="49" charset="-122"/>
                  <a:ea typeface="楷体" pitchFamily="49" charset="-122"/>
                </a:rPr>
                <a:t>(</a:t>
              </a:r>
              <a:r>
                <a:rPr lang="zh-CN" altLang="en-US" sz="2000" b="1">
                  <a:solidFill>
                    <a:schemeClr val="accent2"/>
                  </a:solidFill>
                  <a:effectLst>
                    <a:outerShdw blurRad="38100" dist="38100" dir="2700000" algn="tl">
                      <a:srgbClr val="000000"/>
                    </a:outerShdw>
                  </a:effectLst>
                  <a:latin typeface="楷体" pitchFamily="49" charset="-122"/>
                  <a:ea typeface="楷体" pitchFamily="49" charset="-122"/>
                </a:rPr>
                <a:t>表示负</a:t>
              </a:r>
              <a:r>
                <a:rPr lang="en-US" altLang="zh-CN" sz="2000" b="1">
                  <a:solidFill>
                    <a:schemeClr val="accent2"/>
                  </a:solidFill>
                  <a:effectLst>
                    <a:outerShdw blurRad="38100" dist="38100" dir="2700000" algn="tl">
                      <a:srgbClr val="000000"/>
                    </a:outerShdw>
                  </a:effectLst>
                  <a:latin typeface="楷体" pitchFamily="49" charset="-122"/>
                  <a:ea typeface="楷体" pitchFamily="49" charset="-122"/>
                </a:rPr>
                <a:t>)</a:t>
              </a:r>
            </a:p>
          </p:txBody>
        </p:sp>
      </p:grpSp>
      <p:sp>
        <p:nvSpPr>
          <p:cNvPr id="89" name="Oval 20">
            <a:extLst>
              <a:ext uri="{FF2B5EF4-FFF2-40B4-BE49-F238E27FC236}">
                <a16:creationId xmlns:a16="http://schemas.microsoft.com/office/drawing/2014/main" id="{76ECF1DB-12BC-44B3-A3E7-8BF607EA53C6}"/>
              </a:ext>
            </a:extLst>
          </p:cNvPr>
          <p:cNvSpPr>
            <a:spLocks noChangeArrowheads="1"/>
          </p:cNvSpPr>
          <p:nvPr/>
        </p:nvSpPr>
        <p:spPr bwMode="auto">
          <a:xfrm>
            <a:off x="7692701" y="2455342"/>
            <a:ext cx="3013887" cy="949122"/>
          </a:xfrm>
          <a:prstGeom prst="ellipse">
            <a:avLst/>
          </a:prstGeom>
          <a:noFill/>
          <a:ln w="28575">
            <a:solidFill>
              <a:srgbClr val="FF0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grpSp>
        <p:nvGrpSpPr>
          <p:cNvPr id="90" name="Group 11">
            <a:extLst>
              <a:ext uri="{FF2B5EF4-FFF2-40B4-BE49-F238E27FC236}">
                <a16:creationId xmlns:a16="http://schemas.microsoft.com/office/drawing/2014/main" id="{7009B566-1BEA-4FF4-9C0E-599E29BE9317}"/>
              </a:ext>
            </a:extLst>
          </p:cNvPr>
          <p:cNvGrpSpPr>
            <a:grpSpLocks/>
          </p:cNvGrpSpPr>
          <p:nvPr/>
        </p:nvGrpSpPr>
        <p:grpSpPr bwMode="auto">
          <a:xfrm>
            <a:off x="7203410" y="4045151"/>
            <a:ext cx="1023937" cy="1943100"/>
            <a:chOff x="1654" y="2552"/>
            <a:chExt cx="645" cy="1224"/>
          </a:xfrm>
        </p:grpSpPr>
        <p:sp>
          <p:nvSpPr>
            <p:cNvPr id="91" name="Text Box 12">
              <a:extLst>
                <a:ext uri="{FF2B5EF4-FFF2-40B4-BE49-F238E27FC236}">
                  <a16:creationId xmlns:a16="http://schemas.microsoft.com/office/drawing/2014/main" id="{34AA62AD-9BB1-43DA-8A41-4AB0EC5C75D4}"/>
                </a:ext>
              </a:extLst>
            </p:cNvPr>
            <p:cNvSpPr txBox="1">
              <a:spLocks noChangeArrowheads="1"/>
            </p:cNvSpPr>
            <p:nvPr/>
          </p:nvSpPr>
          <p:spPr bwMode="auto">
            <a:xfrm>
              <a:off x="1654" y="2552"/>
              <a:ext cx="635" cy="233"/>
            </a:xfrm>
            <a:prstGeom prst="rect">
              <a:avLst/>
            </a:prstGeom>
            <a:noFill/>
            <a:ln w="9525">
              <a:noFill/>
              <a:miter lim="800000"/>
              <a:headEnd/>
              <a:tailEnd/>
            </a:ln>
            <a:effectLst/>
          </p:spPr>
          <p:txBody>
            <a:bodyPr>
              <a:spAutoFit/>
            </a:bodyPr>
            <a:lstStyle/>
            <a:p>
              <a:pPr>
                <a:spcBef>
                  <a:spcPct val="50000"/>
                </a:spcBef>
              </a:pPr>
              <a:r>
                <a:rPr lang="zh-CN" altLang="en-US" sz="1800" b="1" dirty="0">
                  <a:latin typeface="楷体" pitchFamily="49" charset="-122"/>
                  <a:ea typeface="楷体" pitchFamily="49" charset="-122"/>
                </a:rPr>
                <a:t>低字节</a:t>
              </a:r>
            </a:p>
          </p:txBody>
        </p:sp>
        <p:sp>
          <p:nvSpPr>
            <p:cNvPr id="92" name="Text Box 13">
              <a:extLst>
                <a:ext uri="{FF2B5EF4-FFF2-40B4-BE49-F238E27FC236}">
                  <a16:creationId xmlns:a16="http://schemas.microsoft.com/office/drawing/2014/main" id="{5EE69747-5003-481E-9C68-DCD59996A165}"/>
                </a:ext>
              </a:extLst>
            </p:cNvPr>
            <p:cNvSpPr txBox="1">
              <a:spLocks noChangeArrowheads="1"/>
            </p:cNvSpPr>
            <p:nvPr/>
          </p:nvSpPr>
          <p:spPr bwMode="auto">
            <a:xfrm>
              <a:off x="1664" y="3543"/>
              <a:ext cx="635" cy="233"/>
            </a:xfrm>
            <a:prstGeom prst="rect">
              <a:avLst/>
            </a:prstGeom>
            <a:noFill/>
            <a:ln w="9525">
              <a:noFill/>
              <a:miter lim="800000"/>
              <a:headEnd/>
              <a:tailEnd/>
            </a:ln>
            <a:effectLst/>
          </p:spPr>
          <p:txBody>
            <a:bodyPr>
              <a:spAutoFit/>
            </a:bodyPr>
            <a:lstStyle/>
            <a:p>
              <a:pPr>
                <a:spcBef>
                  <a:spcPct val="50000"/>
                </a:spcBef>
              </a:pPr>
              <a:r>
                <a:rPr lang="zh-CN" altLang="en-US" sz="1800" b="1">
                  <a:latin typeface="楷体" pitchFamily="49" charset="-122"/>
                  <a:ea typeface="楷体" pitchFamily="49" charset="-122"/>
                </a:rPr>
                <a:t>高字节</a:t>
              </a:r>
            </a:p>
          </p:txBody>
        </p:sp>
      </p:grpSp>
      <p:grpSp>
        <p:nvGrpSpPr>
          <p:cNvPr id="93" name="Group 14">
            <a:extLst>
              <a:ext uri="{FF2B5EF4-FFF2-40B4-BE49-F238E27FC236}">
                <a16:creationId xmlns:a16="http://schemas.microsoft.com/office/drawing/2014/main" id="{E45D6A9E-25E2-428F-B884-86307B81DADA}"/>
              </a:ext>
            </a:extLst>
          </p:cNvPr>
          <p:cNvGrpSpPr>
            <a:grpSpLocks/>
          </p:cNvGrpSpPr>
          <p:nvPr/>
        </p:nvGrpSpPr>
        <p:grpSpPr bwMode="auto">
          <a:xfrm>
            <a:off x="10302209" y="4030866"/>
            <a:ext cx="1020762" cy="1928813"/>
            <a:chOff x="3606" y="2543"/>
            <a:chExt cx="643" cy="1215"/>
          </a:xfrm>
        </p:grpSpPr>
        <p:sp>
          <p:nvSpPr>
            <p:cNvPr id="94" name="Text Box 15">
              <a:extLst>
                <a:ext uri="{FF2B5EF4-FFF2-40B4-BE49-F238E27FC236}">
                  <a16:creationId xmlns:a16="http://schemas.microsoft.com/office/drawing/2014/main" id="{9E8518B2-0E4A-41C7-B1C4-00BBE2EB3DC0}"/>
                </a:ext>
              </a:extLst>
            </p:cNvPr>
            <p:cNvSpPr txBox="1">
              <a:spLocks noChangeArrowheads="1"/>
            </p:cNvSpPr>
            <p:nvPr/>
          </p:nvSpPr>
          <p:spPr bwMode="auto">
            <a:xfrm>
              <a:off x="3614" y="2543"/>
              <a:ext cx="635" cy="233"/>
            </a:xfrm>
            <a:prstGeom prst="rect">
              <a:avLst/>
            </a:prstGeom>
            <a:noFill/>
            <a:ln w="9525">
              <a:noFill/>
              <a:miter lim="800000"/>
              <a:headEnd/>
              <a:tailEnd/>
            </a:ln>
            <a:effectLst/>
          </p:spPr>
          <p:txBody>
            <a:bodyPr>
              <a:spAutoFit/>
            </a:bodyPr>
            <a:lstStyle/>
            <a:p>
              <a:pPr>
                <a:spcBef>
                  <a:spcPct val="50000"/>
                </a:spcBef>
              </a:pPr>
              <a:r>
                <a:rPr lang="zh-CN" altLang="en-US" sz="1800" b="1" dirty="0">
                  <a:latin typeface="楷体" pitchFamily="49" charset="-122"/>
                  <a:ea typeface="楷体" pitchFamily="49" charset="-122"/>
                </a:rPr>
                <a:t>低地址</a:t>
              </a:r>
            </a:p>
          </p:txBody>
        </p:sp>
        <p:sp>
          <p:nvSpPr>
            <p:cNvPr id="95" name="Text Box 16">
              <a:extLst>
                <a:ext uri="{FF2B5EF4-FFF2-40B4-BE49-F238E27FC236}">
                  <a16:creationId xmlns:a16="http://schemas.microsoft.com/office/drawing/2014/main" id="{38EB0B32-5708-449E-A534-5B855DE64913}"/>
                </a:ext>
              </a:extLst>
            </p:cNvPr>
            <p:cNvSpPr txBox="1">
              <a:spLocks noChangeArrowheads="1"/>
            </p:cNvSpPr>
            <p:nvPr/>
          </p:nvSpPr>
          <p:spPr bwMode="auto">
            <a:xfrm>
              <a:off x="3606" y="3525"/>
              <a:ext cx="635" cy="233"/>
            </a:xfrm>
            <a:prstGeom prst="rect">
              <a:avLst/>
            </a:prstGeom>
            <a:noFill/>
            <a:ln w="9525">
              <a:noFill/>
              <a:miter lim="800000"/>
              <a:headEnd/>
              <a:tailEnd/>
            </a:ln>
            <a:effectLst/>
          </p:spPr>
          <p:txBody>
            <a:bodyPr>
              <a:spAutoFit/>
            </a:bodyPr>
            <a:lstStyle/>
            <a:p>
              <a:pPr>
                <a:spcBef>
                  <a:spcPct val="50000"/>
                </a:spcBef>
              </a:pPr>
              <a:r>
                <a:rPr lang="zh-CN" altLang="en-US" sz="1800" b="1">
                  <a:latin typeface="楷体" pitchFamily="49" charset="-122"/>
                  <a:ea typeface="楷体" pitchFamily="49" charset="-122"/>
                </a:rPr>
                <a:t>高地址</a:t>
              </a:r>
            </a:p>
          </p:txBody>
        </p:sp>
      </p:grpSp>
      <p:sp>
        <p:nvSpPr>
          <p:cNvPr id="96" name="Line 17">
            <a:extLst>
              <a:ext uri="{FF2B5EF4-FFF2-40B4-BE49-F238E27FC236}">
                <a16:creationId xmlns:a16="http://schemas.microsoft.com/office/drawing/2014/main" id="{815006DD-CEB8-4D55-9421-6E41C34492EF}"/>
              </a:ext>
            </a:extLst>
          </p:cNvPr>
          <p:cNvSpPr>
            <a:spLocks noChangeShapeType="1"/>
          </p:cNvSpPr>
          <p:nvPr/>
        </p:nvSpPr>
        <p:spPr bwMode="auto">
          <a:xfrm>
            <a:off x="10330784" y="3972127"/>
            <a:ext cx="0" cy="2159000"/>
          </a:xfrm>
          <a:prstGeom prst="line">
            <a:avLst/>
          </a:prstGeom>
          <a:noFill/>
          <a:ln w="28575">
            <a:solidFill>
              <a:srgbClr val="FF0000"/>
            </a:solidFill>
            <a:round/>
            <a:headEnd/>
            <a:tailEnd type="stealth" w="lg" len="lg"/>
          </a:ln>
          <a:effectLst>
            <a:outerShdw blurRad="50800" dist="38100" dir="2700000" algn="tl" rotWithShape="0">
              <a:prstClr val="black">
                <a:alpha val="40000"/>
              </a:prstClr>
            </a:outerShdw>
          </a:effectLst>
        </p:spPr>
        <p:txBody>
          <a:bodyPr/>
          <a:lstStyle/>
          <a:p>
            <a:endParaRPr lang="zh-CN" altLang="en-US"/>
          </a:p>
        </p:txBody>
      </p:sp>
      <p:sp>
        <p:nvSpPr>
          <p:cNvPr id="97" name="Rectangle 18">
            <a:extLst>
              <a:ext uri="{FF2B5EF4-FFF2-40B4-BE49-F238E27FC236}">
                <a16:creationId xmlns:a16="http://schemas.microsoft.com/office/drawing/2014/main" id="{F85D4BF3-C6F0-44E2-B836-50DA01B211BF}"/>
              </a:ext>
            </a:extLst>
          </p:cNvPr>
          <p:cNvSpPr>
            <a:spLocks noChangeArrowheads="1"/>
          </p:cNvSpPr>
          <p:nvPr/>
        </p:nvSpPr>
        <p:spPr bwMode="auto">
          <a:xfrm>
            <a:off x="6998126" y="6156012"/>
            <a:ext cx="4570482" cy="369332"/>
          </a:xfrm>
          <a:prstGeom prst="rect">
            <a:avLst/>
          </a:prstGeom>
          <a:noFill/>
          <a:ln w="9525">
            <a:noFill/>
            <a:miter lim="800000"/>
            <a:headEnd/>
            <a:tailEnd/>
          </a:ln>
          <a:effectLst/>
        </p:spPr>
        <p:txBody>
          <a:bodyPr wrap="none" anchor="ctr">
            <a:spAutoFit/>
          </a:bodyPr>
          <a:lstStyle/>
          <a:p>
            <a:r>
              <a:rPr lang="zh-CN" altLang="en-US" sz="1800" dirty="0">
                <a:solidFill>
                  <a:srgbClr val="CC0000"/>
                </a:solidFill>
                <a:effectLst>
                  <a:outerShdw blurRad="38100" dist="38100" dir="2700000" algn="tl">
                    <a:srgbClr val="000000"/>
                  </a:outerShdw>
                </a:effectLst>
                <a:latin typeface="楷体" pitchFamily="49" charset="-122"/>
                <a:ea typeface="楷体" pitchFamily="49" charset="-122"/>
              </a:rPr>
              <a:t>十进制数</a:t>
            </a:r>
            <a:r>
              <a:rPr lang="en-US" altLang="zh-CN" sz="1800" dirty="0">
                <a:solidFill>
                  <a:srgbClr val="CC0000"/>
                </a:solidFill>
                <a:effectLst>
                  <a:outerShdw blurRad="38100" dist="38100" dir="2700000" algn="tl">
                    <a:srgbClr val="000000"/>
                  </a:outerShdw>
                </a:effectLst>
                <a:latin typeface="楷体" pitchFamily="49" charset="-122"/>
                <a:ea typeface="楷体" pitchFamily="49" charset="-122"/>
              </a:rPr>
              <a:t>-14</a:t>
            </a:r>
            <a:r>
              <a:rPr lang="zh-CN" altLang="en-US" sz="1800" dirty="0">
                <a:solidFill>
                  <a:srgbClr val="CC0000"/>
                </a:solidFill>
                <a:effectLst>
                  <a:outerShdw blurRad="38100" dist="38100" dir="2700000" algn="tl">
                    <a:srgbClr val="000000"/>
                  </a:outerShdw>
                </a:effectLst>
                <a:latin typeface="楷体" pitchFamily="49" charset="-122"/>
                <a:ea typeface="楷体" pitchFamily="49" charset="-122"/>
              </a:rPr>
              <a:t>四个字节的内存实际存放形式</a:t>
            </a:r>
            <a:r>
              <a:rPr lang="zh-CN" altLang="en-US" sz="1800" dirty="0">
                <a:latin typeface="楷体" pitchFamily="49" charset="-122"/>
                <a:ea typeface="楷体" pitchFamily="49" charset="-122"/>
              </a:rPr>
              <a:t> </a:t>
            </a:r>
          </a:p>
        </p:txBody>
      </p:sp>
      <p:graphicFrame>
        <p:nvGraphicFramePr>
          <p:cNvPr id="98" name="Group 21">
            <a:extLst>
              <a:ext uri="{FF2B5EF4-FFF2-40B4-BE49-F238E27FC236}">
                <a16:creationId xmlns:a16="http://schemas.microsoft.com/office/drawing/2014/main" id="{6A2DCFF5-8A0F-4524-A483-7481820144EB}"/>
              </a:ext>
            </a:extLst>
          </p:cNvPr>
          <p:cNvGraphicFramePr>
            <a:graphicFrameLocks noGrp="1"/>
          </p:cNvGraphicFramePr>
          <p:nvPr>
            <p:extLst>
              <p:ext uri="{D42A27DB-BD31-4B8C-83A1-F6EECF244321}">
                <p14:modId xmlns:p14="http://schemas.microsoft.com/office/powerpoint/2010/main" val="3789075136"/>
              </p:ext>
            </p:extLst>
          </p:nvPr>
        </p:nvGraphicFramePr>
        <p:xfrm>
          <a:off x="8282910" y="3999115"/>
          <a:ext cx="1787525" cy="2072640"/>
        </p:xfrm>
        <a:graphic>
          <a:graphicData uri="http://schemas.openxmlformats.org/drawingml/2006/table">
            <a:tbl>
              <a:tblPr/>
              <a:tblGrid>
                <a:gridCol w="1787525">
                  <a:extLst>
                    <a:ext uri="{9D8B030D-6E8A-4147-A177-3AD203B41FA5}">
                      <a16:colId xmlns:a16="http://schemas.microsoft.com/office/drawing/2014/main" val="20000"/>
                    </a:ext>
                  </a:extLst>
                </a:gridCol>
              </a:tblGrid>
              <a:tr h="5032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11110010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4730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chemeClr val="accent2"/>
                          </a:solidFill>
                          <a:effectLst>
                            <a:outerShdw blurRad="38100" dist="38100" dir="2700000" algn="tl">
                              <a:srgbClr val="000000"/>
                            </a:outerShdw>
                          </a:effectLst>
                          <a:latin typeface="Times New Roman" pitchFamily="18" charset="0"/>
                          <a:ea typeface="宋体" pitchFamily="2" charset="-122"/>
                        </a:rPr>
                        <a:t>11111111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1"/>
                  </a:ext>
                </a:extLst>
              </a:tr>
              <a:tr h="471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11111111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2"/>
                  </a:ext>
                </a:extLst>
              </a:tr>
              <a:tr h="471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FF3300"/>
                          </a:solidFill>
                          <a:effectLst>
                            <a:outerShdw blurRad="38100" dist="38100" dir="2700000" algn="tl">
                              <a:srgbClr val="000000"/>
                            </a:outerShdw>
                          </a:effectLst>
                          <a:latin typeface="Times New Roman" pitchFamily="18" charset="0"/>
                          <a:ea typeface="宋体" pitchFamily="2" charset="-122"/>
                        </a:rPr>
                        <a:t>1</a:t>
                      </a:r>
                      <a:r>
                        <a:rPr kumimoji="1" lang="en-US" altLang="zh-CN" sz="2800" b="1" i="0" u="none" strike="noStrike" cap="none" normalizeH="0" baseline="0" dirty="0">
                          <a:ln>
                            <a:noFill/>
                          </a:ln>
                          <a:solidFill>
                            <a:schemeClr val="accent2"/>
                          </a:solidFill>
                          <a:effectLst>
                            <a:outerShdw blurRad="38100" dist="38100" dir="2700000" algn="tl">
                              <a:srgbClr val="000000"/>
                            </a:outerShdw>
                          </a:effectLst>
                          <a:latin typeface="Times New Roman" pitchFamily="18" charset="0"/>
                          <a:ea typeface="宋体" pitchFamily="2" charset="-122"/>
                        </a:rPr>
                        <a:t>1111111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3"/>
                  </a:ext>
                </a:extLst>
              </a:tr>
            </a:tbl>
          </a:graphicData>
        </a:graphic>
      </p:graphicFrame>
      <p:sp>
        <p:nvSpPr>
          <p:cNvPr id="99" name="AutoShape 33">
            <a:extLst>
              <a:ext uri="{FF2B5EF4-FFF2-40B4-BE49-F238E27FC236}">
                <a16:creationId xmlns:a16="http://schemas.microsoft.com/office/drawing/2014/main" id="{D659E29D-E7FB-41B0-9D11-6FE3E99E08CE}"/>
              </a:ext>
            </a:extLst>
          </p:cNvPr>
          <p:cNvSpPr>
            <a:spLocks noChangeArrowheads="1"/>
          </p:cNvSpPr>
          <p:nvPr/>
        </p:nvSpPr>
        <p:spPr bwMode="auto">
          <a:xfrm>
            <a:off x="6744072" y="4570094"/>
            <a:ext cx="1008062" cy="461665"/>
          </a:xfrm>
          <a:prstGeom prst="wedgeRoundRectCallout">
            <a:avLst>
              <a:gd name="adj1" fmla="val 124700"/>
              <a:gd name="adj2" fmla="val 227287"/>
              <a:gd name="adj3" fmla="val 16667"/>
            </a:avLst>
          </a:prstGeom>
          <a:gradFill flip="none" rotWithShape="1">
            <a:gsLst>
              <a:gs pos="0">
                <a:srgbClr val="F0E5B7"/>
              </a:gs>
              <a:gs pos="100000">
                <a:srgbClr val="F0E5B7"/>
              </a:gs>
            </a:gsLst>
            <a:lin ang="27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a:solidFill>
                  <a:srgbClr val="C01920"/>
                </a:solidFill>
                <a:latin typeface="楷体" pitchFamily="49" charset="-122"/>
                <a:ea typeface="楷体" pitchFamily="49" charset="-122"/>
              </a:rPr>
              <a:t>符号位</a:t>
            </a:r>
          </a:p>
        </p:txBody>
      </p:sp>
      <p:sp>
        <p:nvSpPr>
          <p:cNvPr id="100" name="AutoShape 34">
            <a:extLst>
              <a:ext uri="{FF2B5EF4-FFF2-40B4-BE49-F238E27FC236}">
                <a16:creationId xmlns:a16="http://schemas.microsoft.com/office/drawing/2014/main" id="{EC76B98D-73DE-437E-A078-45CEAE206E2A}"/>
              </a:ext>
            </a:extLst>
          </p:cNvPr>
          <p:cNvSpPr>
            <a:spLocks noChangeArrowheads="1"/>
          </p:cNvSpPr>
          <p:nvPr/>
        </p:nvSpPr>
        <p:spPr bwMode="auto">
          <a:xfrm>
            <a:off x="10706719" y="3020463"/>
            <a:ext cx="958542" cy="1124972"/>
          </a:xfrm>
          <a:prstGeom prst="curvedLeftArrow">
            <a:avLst>
              <a:gd name="adj1" fmla="val 18836"/>
              <a:gd name="adj2" fmla="val 40026"/>
              <a:gd name="adj3" fmla="val 33333"/>
            </a:avLst>
          </a:prstGeom>
          <a:solidFill>
            <a:srgbClr val="F0E5B7"/>
          </a:solidFill>
          <a:ln w="9525">
            <a:solidFill>
              <a:schemeClr val="tx1"/>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53" name="Rectangle 6">
            <a:extLst>
              <a:ext uri="{FF2B5EF4-FFF2-40B4-BE49-F238E27FC236}">
                <a16:creationId xmlns:a16="http://schemas.microsoft.com/office/drawing/2014/main" id="{47D8A0FC-3634-4BCB-8D70-3EA8807C52CC}"/>
              </a:ext>
            </a:extLst>
          </p:cNvPr>
          <p:cNvSpPr>
            <a:spLocks noChangeArrowheads="1"/>
          </p:cNvSpPr>
          <p:nvPr/>
        </p:nvSpPr>
        <p:spPr bwMode="auto">
          <a:xfrm>
            <a:off x="803731" y="1407063"/>
            <a:ext cx="4840287" cy="523220"/>
          </a:xfrm>
          <a:prstGeom prst="rect">
            <a:avLst/>
          </a:prstGeom>
          <a:noFill/>
          <a:ln w="9525">
            <a:noFill/>
            <a:miter lim="800000"/>
            <a:headEnd/>
            <a:tailEnd/>
          </a:ln>
          <a:effectLst/>
        </p:spPr>
        <p:txBody>
          <a:bodyPr anchor="ctr">
            <a:spAutoFit/>
          </a:bodyPr>
          <a:lstStyle/>
          <a:p>
            <a:pPr>
              <a:buFont typeface="Wingdings" pitchFamily="2" charset="2"/>
              <a:buChar char="Ø"/>
              <a:tabLst>
                <a:tab pos="571500" algn="l"/>
              </a:tabLst>
            </a:pPr>
            <a:r>
              <a:rPr lang="zh-CN" altLang="en-US" b="1" dirty="0">
                <a:solidFill>
                  <a:srgbClr val="C01920"/>
                </a:solidFill>
                <a:latin typeface="+mn-lt"/>
                <a:ea typeface="楷体" pitchFamily="49" charset="-122"/>
              </a:rPr>
              <a:t>十进制整数</a:t>
            </a:r>
            <a:r>
              <a:rPr lang="en-US" altLang="zh-CN" b="1" dirty="0">
                <a:solidFill>
                  <a:srgbClr val="C01920"/>
                </a:solidFill>
                <a:latin typeface="+mn-lt"/>
                <a:ea typeface="楷体" pitchFamily="49" charset="-122"/>
              </a:rPr>
              <a:t> </a:t>
            </a:r>
            <a:r>
              <a:rPr lang="zh-CN" altLang="en-US" b="1" dirty="0">
                <a:solidFill>
                  <a:srgbClr val="002060"/>
                </a:solidFill>
                <a:latin typeface="楷体" pitchFamily="49" charset="-122"/>
                <a:ea typeface="楷体" pitchFamily="49" charset="-122"/>
              </a:rPr>
              <a:t>－</a:t>
            </a:r>
            <a:r>
              <a:rPr lang="en-US" altLang="zh-CN" sz="2800" b="1" dirty="0">
                <a:solidFill>
                  <a:srgbClr val="002060"/>
                </a:solidFill>
                <a:latin typeface="+mn-lt"/>
                <a:ea typeface="楷体" pitchFamily="49" charset="-122"/>
              </a:rPr>
              <a:t>14</a:t>
            </a:r>
            <a:endParaRPr lang="zh-CN" altLang="en-US" sz="2800" b="1" dirty="0">
              <a:solidFill>
                <a:srgbClr val="002060"/>
              </a:solidFill>
              <a:latin typeface="+mn-lt"/>
              <a:ea typeface="楷体" pitchFamily="49" charset="-122"/>
            </a:endParaRPr>
          </a:p>
        </p:txBody>
      </p:sp>
      <p:sp>
        <p:nvSpPr>
          <p:cNvPr id="54" name="Rectangle 5">
            <a:extLst>
              <a:ext uri="{FF2B5EF4-FFF2-40B4-BE49-F238E27FC236}">
                <a16:creationId xmlns:a16="http://schemas.microsoft.com/office/drawing/2014/main" id="{F19BB487-0329-456C-82B3-24ECDBC93DAF}"/>
              </a:ext>
            </a:extLst>
          </p:cNvPr>
          <p:cNvSpPr>
            <a:spLocks noChangeArrowheads="1"/>
          </p:cNvSpPr>
          <p:nvPr/>
        </p:nvSpPr>
        <p:spPr bwMode="auto">
          <a:xfrm>
            <a:off x="767408" y="869515"/>
            <a:ext cx="4512774" cy="584775"/>
          </a:xfrm>
          <a:prstGeom prst="rect">
            <a:avLst/>
          </a:prstGeom>
          <a:noFill/>
          <a:ln w="9525">
            <a:noFill/>
            <a:miter lim="800000"/>
            <a:headEnd/>
            <a:tailEnd/>
          </a:ln>
          <a:effectLst/>
        </p:spPr>
        <p:txBody>
          <a:bodyPr wrap="none" anchor="ctr">
            <a:spAutoFit/>
          </a:bodyPr>
          <a:lstStyle/>
          <a:p>
            <a:r>
              <a:rPr lang="en-US" altLang="zh-CN" sz="3200" b="1" dirty="0">
                <a:solidFill>
                  <a:srgbClr val="C01920"/>
                </a:solidFill>
                <a:latin typeface="楷体" panose="02010609060101010101" pitchFamily="49" charset="-122"/>
                <a:ea typeface="楷体" panose="02010609060101010101" pitchFamily="49" charset="-122"/>
              </a:rPr>
              <a:t>2. </a:t>
            </a:r>
            <a:r>
              <a:rPr lang="zh-CN" altLang="en-US" sz="3200" b="1" dirty="0">
                <a:solidFill>
                  <a:srgbClr val="C01920"/>
                </a:solidFill>
                <a:latin typeface="楷体" panose="02010609060101010101" pitchFamily="49" charset="-122"/>
                <a:ea typeface="楷体" panose="02010609060101010101" pitchFamily="49" charset="-122"/>
              </a:rPr>
              <a:t>整数在内存中的表示</a:t>
            </a:r>
          </a:p>
        </p:txBody>
      </p:sp>
      <p:sp>
        <p:nvSpPr>
          <p:cNvPr id="55" name="Rectangle 4">
            <a:extLst>
              <a:ext uri="{FF2B5EF4-FFF2-40B4-BE49-F238E27FC236}">
                <a16:creationId xmlns:a16="http://schemas.microsoft.com/office/drawing/2014/main" id="{3FBF3FB4-E607-4011-88F1-985E87CF2739}"/>
              </a:ext>
            </a:extLst>
          </p:cNvPr>
          <p:cNvSpPr>
            <a:spLocks noChangeArrowheads="1"/>
          </p:cNvSpPr>
          <p:nvPr/>
        </p:nvSpPr>
        <p:spPr bwMode="auto">
          <a:xfrm>
            <a:off x="815696"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简单数据类型与表示范围</a:t>
            </a:r>
          </a:p>
        </p:txBody>
      </p:sp>
    </p:spTree>
    <p:extLst>
      <p:ext uri="{BB962C8B-B14F-4D97-AF65-F5344CB8AC3E}">
        <p14:creationId xmlns:p14="http://schemas.microsoft.com/office/powerpoint/2010/main" val="96215017"/>
      </p:ext>
    </p:extLst>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blinds(horizontal)">
                                      <p:cBhvr>
                                        <p:cTn id="7" dur="500"/>
                                        <p:tgtEl>
                                          <p:spTgt spid="54"/>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53"/>
                                        </p:tgtEl>
                                        <p:attrNameLst>
                                          <p:attrName>style.visibility</p:attrName>
                                        </p:attrNameLst>
                                      </p:cBhvr>
                                      <p:to>
                                        <p:strVal val="visible"/>
                                      </p:to>
                                    </p:set>
                                    <p:anim calcmode="lin" valueType="num">
                                      <p:cBhvr additive="base">
                                        <p:cTn id="12" dur="500" fill="hold"/>
                                        <p:tgtEl>
                                          <p:spTgt spid="53"/>
                                        </p:tgtEl>
                                        <p:attrNameLst>
                                          <p:attrName>ppt_x</p:attrName>
                                        </p:attrNameLst>
                                      </p:cBhvr>
                                      <p:tavLst>
                                        <p:tav tm="0">
                                          <p:val>
                                            <p:strVal val="0-#ppt_w/2"/>
                                          </p:val>
                                        </p:tav>
                                        <p:tav tm="100000">
                                          <p:val>
                                            <p:strVal val="#ppt_x"/>
                                          </p:val>
                                        </p:tav>
                                      </p:tavLst>
                                    </p:anim>
                                    <p:anim calcmode="lin" valueType="num">
                                      <p:cBhvr additive="base">
                                        <p:cTn id="13" dur="500" fill="hold"/>
                                        <p:tgtEl>
                                          <p:spTgt spid="5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ox(in)">
                                      <p:cBhvr>
                                        <p:cTn id="18" dur="2000"/>
                                        <p:tgtEl>
                                          <p:spTgt spid="3"/>
                                        </p:tgtEl>
                                      </p:cBhvr>
                                    </p:animEffect>
                                  </p:childTnLst>
                                  <p:subTnLst>
                                    <p:audio>
                                      <p:cMediaNode>
                                        <p:cTn display="0" masterRel="sameClick">
                                          <p:stCondLst>
                                            <p:cond evt="begin" delay="0">
                                              <p:tn val="16"/>
                                            </p:cond>
                                          </p:stCondLst>
                                          <p:endCondLst>
                                            <p:cond evt="onStopAudio" delay="0">
                                              <p:tgtEl>
                                                <p:sldTgt/>
                                              </p:tgtEl>
                                            </p:cond>
                                          </p:endCondLst>
                                        </p:cTn>
                                        <p:tgtEl>
                                          <p:sndTgt r:embed="rId4" name="chimes.wav"/>
                                        </p:tgtEl>
                                      </p:cMediaNode>
                                    </p:audio>
                                  </p:sub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64"/>
                                        </p:tgtEl>
                                        <p:attrNameLst>
                                          <p:attrName>style.visibility</p:attrName>
                                        </p:attrNameLst>
                                      </p:cBhvr>
                                      <p:to>
                                        <p:strVal val="visible"/>
                                      </p:to>
                                    </p:set>
                                    <p:animEffect transition="in" filter="blinds(horizontal)">
                                      <p:cBhvr>
                                        <p:cTn id="23" dur="500"/>
                                        <p:tgtEl>
                                          <p:spTgt spid="64"/>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18" presetClass="entr" presetSubtype="3" fill="hold" nodeType="clickEffect">
                                  <p:stCondLst>
                                    <p:cond delay="0"/>
                                  </p:stCondLst>
                                  <p:childTnLst>
                                    <p:set>
                                      <p:cBhvr>
                                        <p:cTn id="27" dur="1" fill="hold">
                                          <p:stCondLst>
                                            <p:cond delay="0"/>
                                          </p:stCondLst>
                                        </p:cTn>
                                        <p:tgtEl>
                                          <p:spTgt spid="66"/>
                                        </p:tgtEl>
                                        <p:attrNameLst>
                                          <p:attrName>style.visibility</p:attrName>
                                        </p:attrNameLst>
                                      </p:cBhvr>
                                      <p:to>
                                        <p:strVal val="visible"/>
                                      </p:to>
                                    </p:set>
                                    <p:animEffect transition="in" filter="strips(upRight)">
                                      <p:cBhvr>
                                        <p:cTn id="28" dur="500"/>
                                        <p:tgtEl>
                                          <p:spTgt spid="66"/>
                                        </p:tgtEl>
                                      </p:cBhvr>
                                    </p:animEffect>
                                  </p:childTnLst>
                                </p:cTn>
                              </p:par>
                            </p:childTnLst>
                          </p:cTn>
                        </p:par>
                        <p:par>
                          <p:cTn id="29" fill="hold">
                            <p:stCondLst>
                              <p:cond delay="500"/>
                            </p:stCondLst>
                            <p:childTnLst>
                              <p:par>
                                <p:cTn id="30" presetID="3" presetClass="entr" presetSubtype="10" fill="hold" grpId="0" nodeType="afterEffect">
                                  <p:stCondLst>
                                    <p:cond delay="0"/>
                                  </p:stCondLst>
                                  <p:childTnLst>
                                    <p:set>
                                      <p:cBhvr>
                                        <p:cTn id="31" dur="1" fill="hold">
                                          <p:stCondLst>
                                            <p:cond delay="0"/>
                                          </p:stCondLst>
                                        </p:cTn>
                                        <p:tgtEl>
                                          <p:spTgt spid="65"/>
                                        </p:tgtEl>
                                        <p:attrNameLst>
                                          <p:attrName>style.visibility</p:attrName>
                                        </p:attrNameLst>
                                      </p:cBhvr>
                                      <p:to>
                                        <p:strVal val="visible"/>
                                      </p:to>
                                    </p:set>
                                    <p:animEffect transition="in" filter="blinds(horizontal)">
                                      <p:cBhvr>
                                        <p:cTn id="32" dur="500"/>
                                        <p:tgtEl>
                                          <p:spTgt spid="65"/>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0"/>
                                        </p:tgtEl>
                                        <p:attrNameLst>
                                          <p:attrName>style.visibility</p:attrName>
                                        </p:attrNameLst>
                                      </p:cBhvr>
                                      <p:to>
                                        <p:strVal val="visible"/>
                                      </p:to>
                                    </p:set>
                                    <p:animEffect transition="in" filter="blinds(horizontal)">
                                      <p:cBhvr>
                                        <p:cTn id="37" dur="500"/>
                                        <p:tgtEl>
                                          <p:spTgt spid="60"/>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p:stCondLst>
                        <p:cond delay="indefinite"/>
                      </p:stCondLst>
                      <p:childTnLst>
                        <p:par>
                          <p:cTn id="39" fill="hold">
                            <p:stCondLst>
                              <p:cond delay="0"/>
                            </p:stCondLst>
                            <p:childTnLst>
                              <p:par>
                                <p:cTn id="40" presetID="18" presetClass="entr" presetSubtype="12" fill="hold" grpId="0" nodeType="clickEffect">
                                  <p:stCondLst>
                                    <p:cond delay="0"/>
                                  </p:stCondLst>
                                  <p:childTnLst>
                                    <p:set>
                                      <p:cBhvr>
                                        <p:cTn id="41" dur="1" fill="hold">
                                          <p:stCondLst>
                                            <p:cond delay="0"/>
                                          </p:stCondLst>
                                        </p:cTn>
                                        <p:tgtEl>
                                          <p:spTgt spid="70"/>
                                        </p:tgtEl>
                                        <p:attrNameLst>
                                          <p:attrName>style.visibility</p:attrName>
                                        </p:attrNameLst>
                                      </p:cBhvr>
                                      <p:to>
                                        <p:strVal val="visible"/>
                                      </p:to>
                                    </p:set>
                                    <p:animEffect transition="in" filter="strips(downLeft)">
                                      <p:cBhvr>
                                        <p:cTn id="42" dur="500"/>
                                        <p:tgtEl>
                                          <p:spTgt spid="70"/>
                                        </p:tgtEl>
                                      </p:cBhvr>
                                    </p:animEffect>
                                  </p:childTnLst>
                                  <p:subTnLst>
                                    <p:audio>
                                      <p:cMediaNode>
                                        <p:cTn display="0" masterRel="sameClick">
                                          <p:stCondLst>
                                            <p:cond evt="begin" delay="0">
                                              <p:tn val="40"/>
                                            </p:cond>
                                          </p:stCondLst>
                                          <p:endCondLst>
                                            <p:cond evt="onStopAudio" delay="0">
                                              <p:tgtEl>
                                                <p:sldTgt/>
                                              </p:tgtEl>
                                            </p:cond>
                                          </p:endCondLst>
                                        </p:cTn>
                                        <p:tgtEl>
                                          <p:sndTgt r:embed="rId4" name="chimes.wav"/>
                                        </p:tgtEl>
                                      </p:cMediaNode>
                                    </p:audio>
                                  </p:subTnLst>
                                </p:cTn>
                              </p:par>
                            </p:childTnLst>
                          </p:cTn>
                        </p:par>
                        <p:par>
                          <p:cTn id="43" fill="hold">
                            <p:stCondLst>
                              <p:cond delay="500"/>
                            </p:stCondLst>
                            <p:childTnLst>
                              <p:par>
                                <p:cTn id="44" presetID="18" presetClass="entr" presetSubtype="12" fill="hold" grpId="0" nodeType="afterEffect">
                                  <p:stCondLst>
                                    <p:cond delay="0"/>
                                  </p:stCondLst>
                                  <p:childTnLst>
                                    <p:set>
                                      <p:cBhvr>
                                        <p:cTn id="45" dur="1" fill="hold">
                                          <p:stCondLst>
                                            <p:cond delay="0"/>
                                          </p:stCondLst>
                                        </p:cTn>
                                        <p:tgtEl>
                                          <p:spTgt spid="758873"/>
                                        </p:tgtEl>
                                        <p:attrNameLst>
                                          <p:attrName>style.visibility</p:attrName>
                                        </p:attrNameLst>
                                      </p:cBhvr>
                                      <p:to>
                                        <p:strVal val="visible"/>
                                      </p:to>
                                    </p:set>
                                    <p:animEffect transition="in" filter="strips(downLeft)">
                                      <p:cBhvr>
                                        <p:cTn id="46" dur="500"/>
                                        <p:tgtEl>
                                          <p:spTgt spid="758873"/>
                                        </p:tgtEl>
                                      </p:cBhvr>
                                    </p:animEffect>
                                  </p:childTnLst>
                                  <p:subTnLst>
                                    <p:audio>
                                      <p:cMediaNode>
                                        <p:cTn display="0" masterRel="sameClick">
                                          <p:stCondLst>
                                            <p:cond evt="begin" delay="0">
                                              <p:tn val="44"/>
                                            </p:cond>
                                          </p:stCondLst>
                                          <p:endCondLst>
                                            <p:cond evt="onStopAudio" delay="0">
                                              <p:tgtEl>
                                                <p:sldTgt/>
                                              </p:tgtEl>
                                            </p:cond>
                                          </p:endCondLst>
                                        </p:cTn>
                                        <p:tgtEl>
                                          <p:sndTgt r:embed="rId4" name="chimes.wav"/>
                                        </p:tgtEl>
                                      </p:cMediaNode>
                                    </p:audio>
                                  </p:subTnLst>
                                </p:cTn>
                              </p:par>
                            </p:childTnLst>
                          </p:cTn>
                        </p:par>
                        <p:par>
                          <p:cTn id="47" fill="hold">
                            <p:stCondLst>
                              <p:cond delay="1000"/>
                            </p:stCondLst>
                            <p:childTnLst>
                              <p:par>
                                <p:cTn id="48" presetID="3" presetClass="entr" presetSubtype="10" fill="hold" nodeType="afterEffect">
                                  <p:stCondLst>
                                    <p:cond delay="0"/>
                                  </p:stCondLst>
                                  <p:childTnLst>
                                    <p:set>
                                      <p:cBhvr>
                                        <p:cTn id="49" dur="1" fill="hold">
                                          <p:stCondLst>
                                            <p:cond delay="0"/>
                                          </p:stCondLst>
                                        </p:cTn>
                                        <p:tgtEl>
                                          <p:spTgt spid="71"/>
                                        </p:tgtEl>
                                        <p:attrNameLst>
                                          <p:attrName>style.visibility</p:attrName>
                                        </p:attrNameLst>
                                      </p:cBhvr>
                                      <p:to>
                                        <p:strVal val="visible"/>
                                      </p:to>
                                    </p:set>
                                    <p:animEffect transition="in" filter="blinds(horizontal)">
                                      <p:cBhvr>
                                        <p:cTn id="50" dur="500"/>
                                        <p:tgtEl>
                                          <p:spTgt spid="71"/>
                                        </p:tgtEl>
                                      </p:cBhvr>
                                    </p:animEffect>
                                  </p:childTnLst>
                                  <p:subTnLst>
                                    <p:audio>
                                      <p:cMediaNode>
                                        <p:cTn display="0" masterRel="sameClick">
                                          <p:stCondLst>
                                            <p:cond evt="begin" delay="0">
                                              <p:tn val="48"/>
                                            </p:cond>
                                          </p:stCondLst>
                                          <p:endCondLst>
                                            <p:cond evt="onStopAudio" delay="0">
                                              <p:tgtEl>
                                                <p:sldTgt/>
                                              </p:tgtEl>
                                            </p:cond>
                                          </p:endCondLst>
                                        </p:cTn>
                                        <p:tgtEl>
                                          <p:sndTgt r:embed="rId4" name="chimes.wav"/>
                                        </p:tgtEl>
                                      </p:cMediaNode>
                                    </p:audio>
                                  </p:subTnLst>
                                </p:cTn>
                              </p:par>
                            </p:childTnLst>
                          </p:cTn>
                        </p:par>
                        <p:par>
                          <p:cTn id="51" fill="hold">
                            <p:stCondLst>
                              <p:cond delay="1500"/>
                            </p:stCondLst>
                            <p:childTnLst>
                              <p:par>
                                <p:cTn id="52" presetID="3" presetClass="entr" presetSubtype="10" fill="hold" grpId="0" nodeType="afterEffect">
                                  <p:stCondLst>
                                    <p:cond delay="0"/>
                                  </p:stCondLst>
                                  <p:childTnLst>
                                    <p:set>
                                      <p:cBhvr>
                                        <p:cTn id="53" dur="1" fill="hold">
                                          <p:stCondLst>
                                            <p:cond delay="0"/>
                                          </p:stCondLst>
                                        </p:cTn>
                                        <p:tgtEl>
                                          <p:spTgt spid="80"/>
                                        </p:tgtEl>
                                        <p:attrNameLst>
                                          <p:attrName>style.visibility</p:attrName>
                                        </p:attrNameLst>
                                      </p:cBhvr>
                                      <p:to>
                                        <p:strVal val="visible"/>
                                      </p:to>
                                    </p:set>
                                    <p:animEffect transition="in" filter="blinds(horizontal)">
                                      <p:cBhvr>
                                        <p:cTn id="54" dur="500"/>
                                        <p:tgtEl>
                                          <p:spTgt spid="80"/>
                                        </p:tgtEl>
                                      </p:cBhvr>
                                    </p:animEffect>
                                  </p:childTnLst>
                                  <p:subTnLst>
                                    <p:audio>
                                      <p:cMediaNode>
                                        <p:cTn display="0" masterRel="sameClick">
                                          <p:stCondLst>
                                            <p:cond evt="begin" delay="0">
                                              <p:tn val="52"/>
                                            </p:cond>
                                          </p:stCondLst>
                                          <p:endCondLst>
                                            <p:cond evt="onStopAudio" delay="0">
                                              <p:tgtEl>
                                                <p:sldTgt/>
                                              </p:tgtEl>
                                            </p:cond>
                                          </p:endCondLst>
                                        </p:cTn>
                                        <p:tgtEl>
                                          <p:sndTgt r:embed="rId3" name="CAMERA.WAV"/>
                                        </p:tgtEl>
                                      </p:cMediaNode>
                                    </p:audio>
                                  </p:subTnLst>
                                </p:cTn>
                              </p:par>
                            </p:childTnLst>
                          </p:cTn>
                        </p:par>
                      </p:childTnLst>
                    </p:cTn>
                  </p:par>
                  <p:par>
                    <p:cTn id="55" fill="hold">
                      <p:stCondLst>
                        <p:cond delay="indefinite"/>
                      </p:stCondLst>
                      <p:childTnLst>
                        <p:par>
                          <p:cTn id="56" fill="hold">
                            <p:stCondLst>
                              <p:cond delay="0"/>
                            </p:stCondLst>
                            <p:childTnLst>
                              <p:par>
                                <p:cTn id="57" presetID="3" presetClass="entr" presetSubtype="10" fill="hold" nodeType="clickEffect">
                                  <p:stCondLst>
                                    <p:cond delay="0"/>
                                  </p:stCondLst>
                                  <p:childTnLst>
                                    <p:set>
                                      <p:cBhvr>
                                        <p:cTn id="58" dur="1" fill="hold">
                                          <p:stCondLst>
                                            <p:cond delay="0"/>
                                          </p:stCondLst>
                                        </p:cTn>
                                        <p:tgtEl>
                                          <p:spTgt spid="72"/>
                                        </p:tgtEl>
                                        <p:attrNameLst>
                                          <p:attrName>style.visibility</p:attrName>
                                        </p:attrNameLst>
                                      </p:cBhvr>
                                      <p:to>
                                        <p:strVal val="visible"/>
                                      </p:to>
                                    </p:set>
                                    <p:animEffect transition="in" filter="blinds(horizontal)">
                                      <p:cBhvr>
                                        <p:cTn id="59" dur="500"/>
                                        <p:tgtEl>
                                          <p:spTgt spid="72"/>
                                        </p:tgtEl>
                                      </p:cBhvr>
                                    </p:animEffect>
                                  </p:childTnLst>
                                  <p:subTnLst>
                                    <p:audio>
                                      <p:cMediaNode>
                                        <p:cTn display="0" masterRel="sameClick">
                                          <p:stCondLst>
                                            <p:cond evt="begin" delay="0">
                                              <p:tn val="57"/>
                                            </p:cond>
                                          </p:stCondLst>
                                          <p:endCondLst>
                                            <p:cond evt="onStopAudio" delay="0">
                                              <p:tgtEl>
                                                <p:sldTgt/>
                                              </p:tgtEl>
                                            </p:cond>
                                          </p:endCondLst>
                                        </p:cTn>
                                        <p:tgtEl>
                                          <p:sndTgt r:embed="rId3" name="CAMERA.WAV"/>
                                        </p:tgtEl>
                                      </p:cMediaNode>
                                    </p:audio>
                                  </p:subTnLst>
                                </p:cTn>
                              </p:par>
                            </p:childTnLst>
                          </p:cTn>
                        </p:par>
                      </p:childTnLst>
                    </p:cTn>
                  </p:par>
                  <p:par>
                    <p:cTn id="60" fill="hold">
                      <p:stCondLst>
                        <p:cond delay="indefinite"/>
                      </p:stCondLst>
                      <p:childTnLst>
                        <p:par>
                          <p:cTn id="61" fill="hold">
                            <p:stCondLst>
                              <p:cond delay="0"/>
                            </p:stCondLst>
                            <p:childTnLst>
                              <p:par>
                                <p:cTn id="62" presetID="18" presetClass="entr" presetSubtype="12" fill="hold" grpId="0" nodeType="clickEffect">
                                  <p:stCondLst>
                                    <p:cond delay="0"/>
                                  </p:stCondLst>
                                  <p:childTnLst>
                                    <p:set>
                                      <p:cBhvr>
                                        <p:cTn id="63" dur="1" fill="hold">
                                          <p:stCondLst>
                                            <p:cond delay="0"/>
                                          </p:stCondLst>
                                        </p:cTn>
                                        <p:tgtEl>
                                          <p:spTgt spid="78"/>
                                        </p:tgtEl>
                                        <p:attrNameLst>
                                          <p:attrName>style.visibility</p:attrName>
                                        </p:attrNameLst>
                                      </p:cBhvr>
                                      <p:to>
                                        <p:strVal val="visible"/>
                                      </p:to>
                                    </p:set>
                                    <p:animEffect transition="in" filter="strips(downLeft)">
                                      <p:cBhvr>
                                        <p:cTn id="64" dur="500"/>
                                        <p:tgtEl>
                                          <p:spTgt spid="78"/>
                                        </p:tgtEl>
                                      </p:cBhvr>
                                    </p:animEffect>
                                  </p:childTnLst>
                                  <p:subTnLst>
                                    <p:audio>
                                      <p:cMediaNode>
                                        <p:cTn display="0" masterRel="sameClick">
                                          <p:stCondLst>
                                            <p:cond evt="begin" delay="0">
                                              <p:tn val="62"/>
                                            </p:cond>
                                          </p:stCondLst>
                                          <p:endCondLst>
                                            <p:cond evt="onStopAudio" delay="0">
                                              <p:tgtEl>
                                                <p:sldTgt/>
                                              </p:tgtEl>
                                            </p:cond>
                                          </p:endCondLst>
                                        </p:cTn>
                                        <p:tgtEl>
                                          <p:sndTgt r:embed="rId3" name="CAMERA.WAV"/>
                                        </p:tgtEl>
                                      </p:cMediaNode>
                                    </p:audio>
                                  </p:subTnLst>
                                </p:cTn>
                              </p:par>
                            </p:childTnLst>
                          </p:cTn>
                        </p:par>
                        <p:par>
                          <p:cTn id="65" fill="hold">
                            <p:stCondLst>
                              <p:cond delay="500"/>
                            </p:stCondLst>
                            <p:childTnLst>
                              <p:par>
                                <p:cTn id="66" presetID="3" presetClass="entr" presetSubtype="10" fill="hold" nodeType="afterEffect">
                                  <p:stCondLst>
                                    <p:cond delay="0"/>
                                  </p:stCondLst>
                                  <p:childTnLst>
                                    <p:set>
                                      <p:cBhvr>
                                        <p:cTn id="67" dur="1" fill="hold">
                                          <p:stCondLst>
                                            <p:cond delay="0"/>
                                          </p:stCondLst>
                                        </p:cTn>
                                        <p:tgtEl>
                                          <p:spTgt spid="75"/>
                                        </p:tgtEl>
                                        <p:attrNameLst>
                                          <p:attrName>style.visibility</p:attrName>
                                        </p:attrNameLst>
                                      </p:cBhvr>
                                      <p:to>
                                        <p:strVal val="visible"/>
                                      </p:to>
                                    </p:set>
                                    <p:animEffect transition="in" filter="blinds(horizontal)">
                                      <p:cBhvr>
                                        <p:cTn id="68" dur="500"/>
                                        <p:tgtEl>
                                          <p:spTgt spid="75"/>
                                        </p:tgtEl>
                                      </p:cBhvr>
                                    </p:animEffect>
                                  </p:childTnLst>
                                  <p:subTnLst>
                                    <p:audio>
                                      <p:cMediaNode>
                                        <p:cTn display="0" masterRel="sameClick">
                                          <p:stCondLst>
                                            <p:cond evt="begin" delay="0">
                                              <p:tn val="66"/>
                                            </p:cond>
                                          </p:stCondLst>
                                          <p:endCondLst>
                                            <p:cond evt="onStopAudio" delay="0">
                                              <p:tgtEl>
                                                <p:sldTgt/>
                                              </p:tgtEl>
                                            </p:cond>
                                          </p:endCondLst>
                                        </p:cTn>
                                        <p:tgtEl>
                                          <p:sndTgt r:embed="rId3" name="CAMERA.WAV"/>
                                        </p:tgtEl>
                                      </p:cMediaNode>
                                    </p:audio>
                                  </p:subTnLst>
                                </p:cTn>
                              </p:par>
                            </p:childTnLst>
                          </p:cTn>
                        </p:par>
                      </p:childTnLst>
                    </p:cTn>
                  </p:par>
                  <p:par>
                    <p:cTn id="69" fill="hold">
                      <p:stCondLst>
                        <p:cond delay="indefinite"/>
                      </p:stCondLst>
                      <p:childTnLst>
                        <p:par>
                          <p:cTn id="70" fill="hold">
                            <p:stCondLst>
                              <p:cond delay="0"/>
                            </p:stCondLst>
                            <p:childTnLst>
                              <p:par>
                                <p:cTn id="71" presetID="18" presetClass="entr" presetSubtype="12" fill="hold" grpId="0" nodeType="clickEffect">
                                  <p:stCondLst>
                                    <p:cond delay="0"/>
                                  </p:stCondLst>
                                  <p:childTnLst>
                                    <p:set>
                                      <p:cBhvr>
                                        <p:cTn id="72" dur="1" fill="hold">
                                          <p:stCondLst>
                                            <p:cond delay="0"/>
                                          </p:stCondLst>
                                        </p:cTn>
                                        <p:tgtEl>
                                          <p:spTgt spid="79"/>
                                        </p:tgtEl>
                                        <p:attrNameLst>
                                          <p:attrName>style.visibility</p:attrName>
                                        </p:attrNameLst>
                                      </p:cBhvr>
                                      <p:to>
                                        <p:strVal val="visible"/>
                                      </p:to>
                                    </p:set>
                                    <p:animEffect transition="in" filter="strips(downLeft)">
                                      <p:cBhvr>
                                        <p:cTn id="73" dur="500"/>
                                        <p:tgtEl>
                                          <p:spTgt spid="79"/>
                                        </p:tgtEl>
                                      </p:cBhvr>
                                    </p:animEffect>
                                  </p:childTnLst>
                                  <p:subTnLst>
                                    <p:audio>
                                      <p:cMediaNode>
                                        <p:cTn display="0" masterRel="sameClick">
                                          <p:stCondLst>
                                            <p:cond evt="begin" delay="0">
                                              <p:tn val="71"/>
                                            </p:cond>
                                          </p:stCondLst>
                                          <p:endCondLst>
                                            <p:cond evt="onStopAudio" delay="0">
                                              <p:tgtEl>
                                                <p:sldTgt/>
                                              </p:tgtEl>
                                            </p:cond>
                                          </p:endCondLst>
                                        </p:cTn>
                                        <p:tgtEl>
                                          <p:sndTgt r:embed="rId3" name="CAMERA.WAV"/>
                                        </p:tgtEl>
                                      </p:cMediaNode>
                                    </p:audio>
                                  </p:subTnLst>
                                </p:cTn>
                              </p:par>
                            </p:childTnLst>
                          </p:cTn>
                        </p:par>
                      </p:childTnLst>
                    </p:cTn>
                  </p:par>
                  <p:par>
                    <p:cTn id="74" fill="hold">
                      <p:stCondLst>
                        <p:cond delay="indefinite"/>
                      </p:stCondLst>
                      <p:childTnLst>
                        <p:par>
                          <p:cTn id="75" fill="hold">
                            <p:stCondLst>
                              <p:cond delay="0"/>
                            </p:stCondLst>
                            <p:childTnLst>
                              <p:par>
                                <p:cTn id="76" presetID="4" presetClass="entr" presetSubtype="16" fill="hold" nodeType="clickEffect">
                                  <p:stCondLst>
                                    <p:cond delay="0"/>
                                  </p:stCondLst>
                                  <p:childTnLst>
                                    <p:set>
                                      <p:cBhvr>
                                        <p:cTn id="77" dur="1" fill="hold">
                                          <p:stCondLst>
                                            <p:cond delay="0"/>
                                          </p:stCondLst>
                                        </p:cTn>
                                        <p:tgtEl>
                                          <p:spTgt spid="4"/>
                                        </p:tgtEl>
                                        <p:attrNameLst>
                                          <p:attrName>style.visibility</p:attrName>
                                        </p:attrNameLst>
                                      </p:cBhvr>
                                      <p:to>
                                        <p:strVal val="visible"/>
                                      </p:to>
                                    </p:set>
                                    <p:animEffect transition="in" filter="box(in)">
                                      <p:cBhvr>
                                        <p:cTn id="78" dur="2000"/>
                                        <p:tgtEl>
                                          <p:spTgt spid="4"/>
                                        </p:tgtEl>
                                      </p:cBhvr>
                                    </p:animEffect>
                                  </p:childTnLst>
                                  <p:subTnLst>
                                    <p:audio>
                                      <p:cMediaNode>
                                        <p:cTn display="0" masterRel="sameClick">
                                          <p:stCondLst>
                                            <p:cond evt="begin" delay="0">
                                              <p:tn val="76"/>
                                            </p:cond>
                                          </p:stCondLst>
                                          <p:endCondLst>
                                            <p:cond evt="onStopAudio" delay="0">
                                              <p:tgtEl>
                                                <p:sldTgt/>
                                              </p:tgtEl>
                                            </p:cond>
                                          </p:endCondLst>
                                        </p:cTn>
                                        <p:tgtEl>
                                          <p:sndTgt r:embed="rId4" name="chimes.wav"/>
                                        </p:tgtEl>
                                      </p:cMediaNode>
                                    </p:audio>
                                  </p:subTnLst>
                                </p:cTn>
                              </p:par>
                            </p:childTnLst>
                          </p:cTn>
                        </p:par>
                      </p:childTnLst>
                    </p:cTn>
                  </p:par>
                  <p:par>
                    <p:cTn id="79" fill="hold">
                      <p:stCondLst>
                        <p:cond delay="indefinite"/>
                      </p:stCondLst>
                      <p:childTnLst>
                        <p:par>
                          <p:cTn id="80" fill="hold">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81"/>
                                        </p:tgtEl>
                                        <p:attrNameLst>
                                          <p:attrName>style.visibility</p:attrName>
                                        </p:attrNameLst>
                                      </p:cBhvr>
                                      <p:to>
                                        <p:strVal val="visible"/>
                                      </p:to>
                                    </p:set>
                                    <p:animEffect transition="in" filter="blinds(horizontal)">
                                      <p:cBhvr>
                                        <p:cTn id="83" dur="500"/>
                                        <p:tgtEl>
                                          <p:spTgt spid="81"/>
                                        </p:tgtEl>
                                      </p:cBhvr>
                                    </p:animEffect>
                                  </p:childTnLst>
                                  <p:subTnLst>
                                    <p:audio>
                                      <p:cMediaNode>
                                        <p:cTn display="0" masterRel="sameClick">
                                          <p:stCondLst>
                                            <p:cond evt="begin" delay="0">
                                              <p:tn val="81"/>
                                            </p:cond>
                                          </p:stCondLst>
                                          <p:endCondLst>
                                            <p:cond evt="onStopAudio" delay="0">
                                              <p:tgtEl>
                                                <p:sldTgt/>
                                              </p:tgtEl>
                                            </p:cond>
                                          </p:endCondLst>
                                        </p:cTn>
                                        <p:tgtEl>
                                          <p:sndTgt r:embed="rId3" name="camera.wav"/>
                                        </p:tgtEl>
                                      </p:cMediaNode>
                                    </p:audio>
                                  </p:subTnLst>
                                </p:cTn>
                              </p:par>
                            </p:childTnLst>
                          </p:cTn>
                        </p:par>
                      </p:childTnLst>
                    </p:cTn>
                  </p:par>
                  <p:par>
                    <p:cTn id="84" fill="hold">
                      <p:stCondLst>
                        <p:cond delay="indefinite"/>
                      </p:stCondLst>
                      <p:childTnLst>
                        <p:par>
                          <p:cTn id="85" fill="hold">
                            <p:stCondLst>
                              <p:cond delay="0"/>
                            </p:stCondLst>
                            <p:childTnLst>
                              <p:par>
                                <p:cTn id="86" presetID="18" presetClass="entr" presetSubtype="3" fill="hold" nodeType="clickEffect">
                                  <p:stCondLst>
                                    <p:cond delay="0"/>
                                  </p:stCondLst>
                                  <p:childTnLst>
                                    <p:set>
                                      <p:cBhvr>
                                        <p:cTn id="87" dur="1" fill="hold">
                                          <p:stCondLst>
                                            <p:cond delay="0"/>
                                          </p:stCondLst>
                                        </p:cTn>
                                        <p:tgtEl>
                                          <p:spTgt spid="83"/>
                                        </p:tgtEl>
                                        <p:attrNameLst>
                                          <p:attrName>style.visibility</p:attrName>
                                        </p:attrNameLst>
                                      </p:cBhvr>
                                      <p:to>
                                        <p:strVal val="visible"/>
                                      </p:to>
                                    </p:set>
                                    <p:animEffect transition="in" filter="strips(upRight)">
                                      <p:cBhvr>
                                        <p:cTn id="88" dur="500"/>
                                        <p:tgtEl>
                                          <p:spTgt spid="83"/>
                                        </p:tgtEl>
                                      </p:cBhvr>
                                    </p:animEffect>
                                  </p:childTnLst>
                                </p:cTn>
                              </p:par>
                            </p:childTnLst>
                          </p:cTn>
                        </p:par>
                        <p:par>
                          <p:cTn id="89" fill="hold">
                            <p:stCondLst>
                              <p:cond delay="500"/>
                            </p:stCondLst>
                            <p:childTnLst>
                              <p:par>
                                <p:cTn id="90" presetID="3" presetClass="entr" presetSubtype="10" fill="hold" grpId="0" nodeType="afterEffect">
                                  <p:stCondLst>
                                    <p:cond delay="0"/>
                                  </p:stCondLst>
                                  <p:childTnLst>
                                    <p:set>
                                      <p:cBhvr>
                                        <p:cTn id="91" dur="1" fill="hold">
                                          <p:stCondLst>
                                            <p:cond delay="0"/>
                                          </p:stCondLst>
                                        </p:cTn>
                                        <p:tgtEl>
                                          <p:spTgt spid="82"/>
                                        </p:tgtEl>
                                        <p:attrNameLst>
                                          <p:attrName>style.visibility</p:attrName>
                                        </p:attrNameLst>
                                      </p:cBhvr>
                                      <p:to>
                                        <p:strVal val="visible"/>
                                      </p:to>
                                    </p:set>
                                    <p:animEffect transition="in" filter="blinds(horizontal)">
                                      <p:cBhvr>
                                        <p:cTn id="92" dur="500"/>
                                        <p:tgtEl>
                                          <p:spTgt spid="82"/>
                                        </p:tgtEl>
                                      </p:cBhvr>
                                    </p:animEffect>
                                  </p:childTnLst>
                                  <p:subTnLst>
                                    <p:audio>
                                      <p:cMediaNode>
                                        <p:cTn display="0" masterRel="sameClick">
                                          <p:stCondLst>
                                            <p:cond evt="begin" delay="0">
                                              <p:tn val="90"/>
                                            </p:cond>
                                          </p:stCondLst>
                                          <p:endCondLst>
                                            <p:cond evt="onStopAudio" delay="0">
                                              <p:tgtEl>
                                                <p:sldTgt/>
                                              </p:tgtEl>
                                            </p:cond>
                                          </p:endCondLst>
                                        </p:cTn>
                                        <p:tgtEl>
                                          <p:sndTgt r:embed="rId3" name="camera.wav"/>
                                        </p:tgtEl>
                                      </p:cMediaNode>
                                    </p:audio>
                                  </p:subTnLst>
                                </p:cTn>
                              </p:par>
                            </p:childTnLst>
                          </p:cTn>
                        </p:par>
                      </p:childTnLst>
                    </p:cTn>
                  </p:par>
                  <p:par>
                    <p:cTn id="93" fill="hold">
                      <p:stCondLst>
                        <p:cond delay="indefinite"/>
                      </p:stCondLst>
                      <p:childTnLst>
                        <p:par>
                          <p:cTn id="94" fill="hold">
                            <p:stCondLst>
                              <p:cond delay="0"/>
                            </p:stCondLst>
                            <p:childTnLst>
                              <p:par>
                                <p:cTn id="95" presetID="3" presetClass="entr" presetSubtype="10" fill="hold" nodeType="clickEffect">
                                  <p:stCondLst>
                                    <p:cond delay="0"/>
                                  </p:stCondLst>
                                  <p:childTnLst>
                                    <p:set>
                                      <p:cBhvr>
                                        <p:cTn id="96" dur="1" fill="hold">
                                          <p:stCondLst>
                                            <p:cond delay="0"/>
                                          </p:stCondLst>
                                        </p:cTn>
                                        <p:tgtEl>
                                          <p:spTgt spid="86"/>
                                        </p:tgtEl>
                                        <p:attrNameLst>
                                          <p:attrName>style.visibility</p:attrName>
                                        </p:attrNameLst>
                                      </p:cBhvr>
                                      <p:to>
                                        <p:strVal val="visible"/>
                                      </p:to>
                                    </p:set>
                                    <p:animEffect transition="in" filter="blinds(horizontal)">
                                      <p:cBhvr>
                                        <p:cTn id="97" dur="500"/>
                                        <p:tgtEl>
                                          <p:spTgt spid="86"/>
                                        </p:tgtEl>
                                      </p:cBhvr>
                                    </p:animEffect>
                                  </p:childTnLst>
                                  <p:subTnLst>
                                    <p:audio>
                                      <p:cMediaNode>
                                        <p:cTn display="0" masterRel="sameClick">
                                          <p:stCondLst>
                                            <p:cond evt="begin" delay="0">
                                              <p:tn val="95"/>
                                            </p:cond>
                                          </p:stCondLst>
                                          <p:endCondLst>
                                            <p:cond evt="onStopAudio" delay="0">
                                              <p:tgtEl>
                                                <p:sldTgt/>
                                              </p:tgtEl>
                                            </p:cond>
                                          </p:endCondLst>
                                        </p:cTn>
                                        <p:tgtEl>
                                          <p:sndTgt r:embed="rId3" name="camera.wav"/>
                                        </p:tgtEl>
                                      </p:cMediaNode>
                                    </p:audio>
                                  </p:subTnLst>
                                </p:cTn>
                              </p:par>
                            </p:childTnLst>
                          </p:cTn>
                        </p:par>
                      </p:childTnLst>
                    </p:cTn>
                  </p:par>
                  <p:par>
                    <p:cTn id="98" fill="hold">
                      <p:stCondLst>
                        <p:cond delay="indefinite"/>
                      </p:stCondLst>
                      <p:childTnLst>
                        <p:par>
                          <p:cTn id="99" fill="hold">
                            <p:stCondLst>
                              <p:cond delay="0"/>
                            </p:stCondLst>
                            <p:childTnLst>
                              <p:par>
                                <p:cTn id="100" presetID="18" presetClass="entr" presetSubtype="12" fill="hold" grpId="0" nodeType="clickEffect">
                                  <p:stCondLst>
                                    <p:cond delay="0"/>
                                  </p:stCondLst>
                                  <p:childTnLst>
                                    <p:set>
                                      <p:cBhvr>
                                        <p:cTn id="101" dur="1" fill="hold">
                                          <p:stCondLst>
                                            <p:cond delay="0"/>
                                          </p:stCondLst>
                                        </p:cTn>
                                        <p:tgtEl>
                                          <p:spTgt spid="89"/>
                                        </p:tgtEl>
                                        <p:attrNameLst>
                                          <p:attrName>style.visibility</p:attrName>
                                        </p:attrNameLst>
                                      </p:cBhvr>
                                      <p:to>
                                        <p:strVal val="visible"/>
                                      </p:to>
                                    </p:set>
                                    <p:animEffect transition="in" filter="strips(downLeft)">
                                      <p:cBhvr>
                                        <p:cTn id="102" dur="500"/>
                                        <p:tgtEl>
                                          <p:spTgt spid="89"/>
                                        </p:tgtEl>
                                      </p:cBhvr>
                                    </p:animEffect>
                                  </p:childTnLst>
                                  <p:subTnLst>
                                    <p:audio>
                                      <p:cMediaNode>
                                        <p:cTn display="0" masterRel="sameClick">
                                          <p:stCondLst>
                                            <p:cond evt="begin" delay="0">
                                              <p:tn val="100"/>
                                            </p:cond>
                                          </p:stCondLst>
                                          <p:endCondLst>
                                            <p:cond evt="onStopAudio" delay="0">
                                              <p:tgtEl>
                                                <p:sldTgt/>
                                              </p:tgtEl>
                                            </p:cond>
                                          </p:endCondLst>
                                        </p:cTn>
                                        <p:tgtEl>
                                          <p:sndTgt r:embed="rId4" name="chimes.wav"/>
                                        </p:tgtEl>
                                      </p:cMediaNode>
                                    </p:audio>
                                  </p:subTnLst>
                                </p:cTn>
                              </p:par>
                            </p:childTnLst>
                          </p:cTn>
                        </p:par>
                        <p:par>
                          <p:cTn id="103" fill="hold">
                            <p:stCondLst>
                              <p:cond delay="500"/>
                            </p:stCondLst>
                            <p:childTnLst>
                              <p:par>
                                <p:cTn id="104" presetID="18" presetClass="entr" presetSubtype="12" fill="hold" grpId="0" nodeType="afterEffect">
                                  <p:stCondLst>
                                    <p:cond delay="0"/>
                                  </p:stCondLst>
                                  <p:childTnLst>
                                    <p:set>
                                      <p:cBhvr>
                                        <p:cTn id="105" dur="1" fill="hold">
                                          <p:stCondLst>
                                            <p:cond delay="0"/>
                                          </p:stCondLst>
                                        </p:cTn>
                                        <p:tgtEl>
                                          <p:spTgt spid="100"/>
                                        </p:tgtEl>
                                        <p:attrNameLst>
                                          <p:attrName>style.visibility</p:attrName>
                                        </p:attrNameLst>
                                      </p:cBhvr>
                                      <p:to>
                                        <p:strVal val="visible"/>
                                      </p:to>
                                    </p:set>
                                    <p:animEffect transition="in" filter="strips(downLeft)">
                                      <p:cBhvr>
                                        <p:cTn id="106" dur="500"/>
                                        <p:tgtEl>
                                          <p:spTgt spid="100"/>
                                        </p:tgtEl>
                                      </p:cBhvr>
                                    </p:animEffect>
                                  </p:childTnLst>
                                  <p:subTnLst>
                                    <p:audio>
                                      <p:cMediaNode>
                                        <p:cTn display="0" masterRel="sameClick">
                                          <p:stCondLst>
                                            <p:cond evt="begin" delay="0">
                                              <p:tn val="104"/>
                                            </p:cond>
                                          </p:stCondLst>
                                          <p:endCondLst>
                                            <p:cond evt="onStopAudio" delay="0">
                                              <p:tgtEl>
                                                <p:sldTgt/>
                                              </p:tgtEl>
                                            </p:cond>
                                          </p:endCondLst>
                                        </p:cTn>
                                        <p:tgtEl>
                                          <p:sndTgt r:embed="rId4" name="chimes.wav"/>
                                        </p:tgtEl>
                                      </p:cMediaNode>
                                    </p:audio>
                                  </p:subTnLst>
                                </p:cTn>
                              </p:par>
                            </p:childTnLst>
                          </p:cTn>
                        </p:par>
                        <p:par>
                          <p:cTn id="107" fill="hold">
                            <p:stCondLst>
                              <p:cond delay="1000"/>
                            </p:stCondLst>
                            <p:childTnLst>
                              <p:par>
                                <p:cTn id="108" presetID="3" presetClass="entr" presetSubtype="10" fill="hold" nodeType="afterEffect">
                                  <p:stCondLst>
                                    <p:cond delay="0"/>
                                  </p:stCondLst>
                                  <p:childTnLst>
                                    <p:set>
                                      <p:cBhvr>
                                        <p:cTn id="109" dur="1" fill="hold">
                                          <p:stCondLst>
                                            <p:cond delay="0"/>
                                          </p:stCondLst>
                                        </p:cTn>
                                        <p:tgtEl>
                                          <p:spTgt spid="98"/>
                                        </p:tgtEl>
                                        <p:attrNameLst>
                                          <p:attrName>style.visibility</p:attrName>
                                        </p:attrNameLst>
                                      </p:cBhvr>
                                      <p:to>
                                        <p:strVal val="visible"/>
                                      </p:to>
                                    </p:set>
                                    <p:animEffect transition="in" filter="blinds(horizontal)">
                                      <p:cBhvr>
                                        <p:cTn id="110" dur="500"/>
                                        <p:tgtEl>
                                          <p:spTgt spid="98"/>
                                        </p:tgtEl>
                                      </p:cBhvr>
                                    </p:animEffect>
                                  </p:childTnLst>
                                  <p:subTnLst>
                                    <p:audio>
                                      <p:cMediaNode>
                                        <p:cTn display="0" masterRel="sameClick">
                                          <p:stCondLst>
                                            <p:cond evt="begin" delay="0">
                                              <p:tn val="108"/>
                                            </p:cond>
                                          </p:stCondLst>
                                          <p:endCondLst>
                                            <p:cond evt="onStopAudio" delay="0">
                                              <p:tgtEl>
                                                <p:sldTgt/>
                                              </p:tgtEl>
                                            </p:cond>
                                          </p:endCondLst>
                                        </p:cTn>
                                        <p:tgtEl>
                                          <p:sndTgt r:embed="rId4" name="chimes.wav"/>
                                        </p:tgtEl>
                                      </p:cMediaNode>
                                    </p:audio>
                                  </p:subTnLst>
                                </p:cTn>
                              </p:par>
                            </p:childTnLst>
                          </p:cTn>
                        </p:par>
                        <p:par>
                          <p:cTn id="111" fill="hold">
                            <p:stCondLst>
                              <p:cond delay="1500"/>
                            </p:stCondLst>
                            <p:childTnLst>
                              <p:par>
                                <p:cTn id="112" presetID="3" presetClass="entr" presetSubtype="10" fill="hold" grpId="0" nodeType="afterEffect">
                                  <p:stCondLst>
                                    <p:cond delay="0"/>
                                  </p:stCondLst>
                                  <p:childTnLst>
                                    <p:set>
                                      <p:cBhvr>
                                        <p:cTn id="113" dur="1" fill="hold">
                                          <p:stCondLst>
                                            <p:cond delay="0"/>
                                          </p:stCondLst>
                                        </p:cTn>
                                        <p:tgtEl>
                                          <p:spTgt spid="97"/>
                                        </p:tgtEl>
                                        <p:attrNameLst>
                                          <p:attrName>style.visibility</p:attrName>
                                        </p:attrNameLst>
                                      </p:cBhvr>
                                      <p:to>
                                        <p:strVal val="visible"/>
                                      </p:to>
                                    </p:set>
                                    <p:animEffect transition="in" filter="blinds(horizontal)">
                                      <p:cBhvr>
                                        <p:cTn id="114" dur="500"/>
                                        <p:tgtEl>
                                          <p:spTgt spid="97"/>
                                        </p:tgtEl>
                                      </p:cBhvr>
                                    </p:animEffect>
                                  </p:childTnLst>
                                  <p:subTnLst>
                                    <p:audio>
                                      <p:cMediaNode>
                                        <p:cTn display="0" masterRel="sameClick">
                                          <p:stCondLst>
                                            <p:cond evt="begin" delay="0">
                                              <p:tn val="112"/>
                                            </p:cond>
                                          </p:stCondLst>
                                          <p:endCondLst>
                                            <p:cond evt="onStopAudio" delay="0">
                                              <p:tgtEl>
                                                <p:sldTgt/>
                                              </p:tgtEl>
                                            </p:cond>
                                          </p:endCondLst>
                                        </p:cTn>
                                        <p:tgtEl>
                                          <p:sndTgt r:embed="rId3" name="CAMERA.WAV"/>
                                        </p:tgtEl>
                                      </p:cMediaNode>
                                    </p:audio>
                                  </p:subTnLst>
                                </p:cTn>
                              </p:par>
                            </p:childTnLst>
                          </p:cTn>
                        </p:par>
                      </p:childTnLst>
                    </p:cTn>
                  </p:par>
                  <p:par>
                    <p:cTn id="115" fill="hold">
                      <p:stCondLst>
                        <p:cond delay="indefinite"/>
                      </p:stCondLst>
                      <p:childTnLst>
                        <p:par>
                          <p:cTn id="116" fill="hold">
                            <p:stCondLst>
                              <p:cond delay="0"/>
                            </p:stCondLst>
                            <p:childTnLst>
                              <p:par>
                                <p:cTn id="117" presetID="3" presetClass="entr" presetSubtype="10" fill="hold" nodeType="clickEffect">
                                  <p:stCondLst>
                                    <p:cond delay="0"/>
                                  </p:stCondLst>
                                  <p:childTnLst>
                                    <p:set>
                                      <p:cBhvr>
                                        <p:cTn id="118" dur="1" fill="hold">
                                          <p:stCondLst>
                                            <p:cond delay="0"/>
                                          </p:stCondLst>
                                        </p:cTn>
                                        <p:tgtEl>
                                          <p:spTgt spid="90"/>
                                        </p:tgtEl>
                                        <p:attrNameLst>
                                          <p:attrName>style.visibility</p:attrName>
                                        </p:attrNameLst>
                                      </p:cBhvr>
                                      <p:to>
                                        <p:strVal val="visible"/>
                                      </p:to>
                                    </p:set>
                                    <p:animEffect transition="in" filter="blinds(horizontal)">
                                      <p:cBhvr>
                                        <p:cTn id="119" dur="500"/>
                                        <p:tgtEl>
                                          <p:spTgt spid="90"/>
                                        </p:tgtEl>
                                      </p:cBhvr>
                                    </p:animEffect>
                                  </p:childTnLst>
                                  <p:subTnLst>
                                    <p:audio>
                                      <p:cMediaNode>
                                        <p:cTn display="0" masterRel="sameClick">
                                          <p:stCondLst>
                                            <p:cond evt="begin" delay="0">
                                              <p:tn val="117"/>
                                            </p:cond>
                                          </p:stCondLst>
                                          <p:endCondLst>
                                            <p:cond evt="onStopAudio" delay="0">
                                              <p:tgtEl>
                                                <p:sldTgt/>
                                              </p:tgtEl>
                                            </p:cond>
                                          </p:endCondLst>
                                        </p:cTn>
                                        <p:tgtEl>
                                          <p:sndTgt r:embed="rId3" name="camera.wav"/>
                                        </p:tgtEl>
                                      </p:cMediaNode>
                                    </p:audio>
                                  </p:subTnLst>
                                </p:cTn>
                              </p:par>
                            </p:childTnLst>
                          </p:cTn>
                        </p:par>
                      </p:childTnLst>
                    </p:cTn>
                  </p:par>
                  <p:par>
                    <p:cTn id="120" fill="hold">
                      <p:stCondLst>
                        <p:cond delay="indefinite"/>
                      </p:stCondLst>
                      <p:childTnLst>
                        <p:par>
                          <p:cTn id="121" fill="hold">
                            <p:stCondLst>
                              <p:cond delay="0"/>
                            </p:stCondLst>
                            <p:childTnLst>
                              <p:par>
                                <p:cTn id="122" presetID="18" presetClass="entr" presetSubtype="12" fill="hold" grpId="0" nodeType="clickEffect">
                                  <p:stCondLst>
                                    <p:cond delay="0"/>
                                  </p:stCondLst>
                                  <p:childTnLst>
                                    <p:set>
                                      <p:cBhvr>
                                        <p:cTn id="123" dur="1" fill="hold">
                                          <p:stCondLst>
                                            <p:cond delay="0"/>
                                          </p:stCondLst>
                                        </p:cTn>
                                        <p:tgtEl>
                                          <p:spTgt spid="96"/>
                                        </p:tgtEl>
                                        <p:attrNameLst>
                                          <p:attrName>style.visibility</p:attrName>
                                        </p:attrNameLst>
                                      </p:cBhvr>
                                      <p:to>
                                        <p:strVal val="visible"/>
                                      </p:to>
                                    </p:set>
                                    <p:animEffect transition="in" filter="strips(downLeft)">
                                      <p:cBhvr>
                                        <p:cTn id="124" dur="500"/>
                                        <p:tgtEl>
                                          <p:spTgt spid="96"/>
                                        </p:tgtEl>
                                      </p:cBhvr>
                                    </p:animEffect>
                                  </p:childTnLst>
                                  <p:subTnLst>
                                    <p:audio>
                                      <p:cMediaNode>
                                        <p:cTn display="0" masterRel="sameClick">
                                          <p:stCondLst>
                                            <p:cond evt="begin" delay="0">
                                              <p:tn val="122"/>
                                            </p:cond>
                                          </p:stCondLst>
                                          <p:endCondLst>
                                            <p:cond evt="onStopAudio" delay="0">
                                              <p:tgtEl>
                                                <p:sldTgt/>
                                              </p:tgtEl>
                                            </p:cond>
                                          </p:endCondLst>
                                        </p:cTn>
                                        <p:tgtEl>
                                          <p:sndTgt r:embed="rId3" name="CAMERA.WAV"/>
                                        </p:tgtEl>
                                      </p:cMediaNode>
                                    </p:audio>
                                  </p:subTnLst>
                                </p:cTn>
                              </p:par>
                            </p:childTnLst>
                          </p:cTn>
                        </p:par>
                        <p:par>
                          <p:cTn id="125" fill="hold">
                            <p:stCondLst>
                              <p:cond delay="500"/>
                            </p:stCondLst>
                            <p:childTnLst>
                              <p:par>
                                <p:cTn id="126" presetID="3" presetClass="entr" presetSubtype="10" fill="hold" nodeType="afterEffect">
                                  <p:stCondLst>
                                    <p:cond delay="0"/>
                                  </p:stCondLst>
                                  <p:childTnLst>
                                    <p:set>
                                      <p:cBhvr>
                                        <p:cTn id="127" dur="1" fill="hold">
                                          <p:stCondLst>
                                            <p:cond delay="0"/>
                                          </p:stCondLst>
                                        </p:cTn>
                                        <p:tgtEl>
                                          <p:spTgt spid="93"/>
                                        </p:tgtEl>
                                        <p:attrNameLst>
                                          <p:attrName>style.visibility</p:attrName>
                                        </p:attrNameLst>
                                      </p:cBhvr>
                                      <p:to>
                                        <p:strVal val="visible"/>
                                      </p:to>
                                    </p:set>
                                    <p:animEffect transition="in" filter="blinds(horizontal)">
                                      <p:cBhvr>
                                        <p:cTn id="128" dur="500"/>
                                        <p:tgtEl>
                                          <p:spTgt spid="93"/>
                                        </p:tgtEl>
                                      </p:cBhvr>
                                    </p:animEffect>
                                  </p:childTnLst>
                                  <p:subTnLst>
                                    <p:audio>
                                      <p:cMediaNode>
                                        <p:cTn display="0" masterRel="sameClick">
                                          <p:stCondLst>
                                            <p:cond evt="begin" delay="0">
                                              <p:tn val="126"/>
                                            </p:cond>
                                          </p:stCondLst>
                                          <p:endCondLst>
                                            <p:cond evt="onStopAudio" delay="0">
                                              <p:tgtEl>
                                                <p:sldTgt/>
                                              </p:tgtEl>
                                            </p:cond>
                                          </p:endCondLst>
                                        </p:cTn>
                                        <p:tgtEl>
                                          <p:sndTgt r:embed="rId3" name="camera.wav"/>
                                        </p:tgtEl>
                                      </p:cMediaNode>
                                    </p:audio>
                                  </p:subTnLst>
                                </p:cTn>
                              </p:par>
                            </p:childTnLst>
                          </p:cTn>
                        </p:par>
                      </p:childTnLst>
                    </p:cTn>
                  </p:par>
                  <p:par>
                    <p:cTn id="129" fill="hold">
                      <p:stCondLst>
                        <p:cond delay="indefinite"/>
                      </p:stCondLst>
                      <p:childTnLst>
                        <p:par>
                          <p:cTn id="130" fill="hold">
                            <p:stCondLst>
                              <p:cond delay="0"/>
                            </p:stCondLst>
                            <p:childTnLst>
                              <p:par>
                                <p:cTn id="131" presetID="18" presetClass="entr" presetSubtype="12" fill="hold" grpId="0" nodeType="clickEffect">
                                  <p:stCondLst>
                                    <p:cond delay="0"/>
                                  </p:stCondLst>
                                  <p:childTnLst>
                                    <p:set>
                                      <p:cBhvr>
                                        <p:cTn id="132" dur="1" fill="hold">
                                          <p:stCondLst>
                                            <p:cond delay="0"/>
                                          </p:stCondLst>
                                        </p:cTn>
                                        <p:tgtEl>
                                          <p:spTgt spid="99"/>
                                        </p:tgtEl>
                                        <p:attrNameLst>
                                          <p:attrName>style.visibility</p:attrName>
                                        </p:attrNameLst>
                                      </p:cBhvr>
                                      <p:to>
                                        <p:strVal val="visible"/>
                                      </p:to>
                                    </p:set>
                                    <p:animEffect transition="in" filter="strips(downLeft)">
                                      <p:cBhvr>
                                        <p:cTn id="133" dur="500"/>
                                        <p:tgtEl>
                                          <p:spTgt spid="99"/>
                                        </p:tgtEl>
                                      </p:cBhvr>
                                    </p:animEffect>
                                  </p:childTnLst>
                                  <p:subTnLst>
                                    <p:audio>
                                      <p:cMediaNode>
                                        <p:cTn display="0" masterRel="sameClick">
                                          <p:stCondLst>
                                            <p:cond evt="begin" delay="0">
                                              <p:tn val="13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utoUpdateAnimBg="0"/>
      <p:bldP spid="65" grpId="0" autoUpdateAnimBg="0"/>
      <p:bldP spid="70" grpId="0" animBg="1"/>
      <p:bldP spid="78" grpId="0" animBg="1"/>
      <p:bldP spid="79" grpId="0" animBg="1" autoUpdateAnimBg="0"/>
      <p:bldP spid="80" grpId="0" autoUpdateAnimBg="0"/>
      <p:bldP spid="758873" grpId="0" animBg="1"/>
      <p:bldP spid="81" grpId="0"/>
      <p:bldP spid="82" grpId="0"/>
      <p:bldP spid="89" grpId="0" animBg="1"/>
      <p:bldP spid="96" grpId="0" animBg="1"/>
      <p:bldP spid="97" grpId="0"/>
      <p:bldP spid="99" grpId="0" animBg="1"/>
      <p:bldP spid="100" grpId="0" animBg="1"/>
      <p:bldP spid="53" grpId="0"/>
      <p:bldP spid="54" grpId="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4D54DFA2-875C-4FE2-950A-E7D29646DF02}"/>
              </a:ext>
            </a:extLst>
          </p:cNvPr>
          <p:cNvGrpSpPr/>
          <p:nvPr/>
        </p:nvGrpSpPr>
        <p:grpSpPr>
          <a:xfrm>
            <a:off x="407368" y="2088816"/>
            <a:ext cx="5567251" cy="4530885"/>
            <a:chOff x="695400" y="1412776"/>
            <a:chExt cx="5567251" cy="5222744"/>
          </a:xfrm>
        </p:grpSpPr>
        <p:sp>
          <p:nvSpPr>
            <p:cNvPr id="2" name="矩形 1">
              <a:extLst>
                <a:ext uri="{FF2B5EF4-FFF2-40B4-BE49-F238E27FC236}">
                  <a16:creationId xmlns:a16="http://schemas.microsoft.com/office/drawing/2014/main" id="{6503D93C-8A54-4BF8-8CC3-CC4DE6354D0C}"/>
                </a:ext>
              </a:extLst>
            </p:cNvPr>
            <p:cNvSpPr/>
            <p:nvPr/>
          </p:nvSpPr>
          <p:spPr bwMode="auto">
            <a:xfrm>
              <a:off x="695400" y="1412776"/>
              <a:ext cx="5567251" cy="5222744"/>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0000"/>
              </a:solidFill>
              <a:headEnd type="none" w="med" len="med"/>
              <a:tailEnd type="none" w="med" len="med"/>
            </a:ln>
            <a:effectLst>
              <a:outerShdw blurRad="50800" dist="106680" dir="2700000" algn="tl" rotWithShape="0">
                <a:prstClr val="black">
                  <a:alpha val="43000"/>
                </a:prstClr>
              </a:outerShdw>
            </a:effectLst>
            <a:scene3d>
              <a:camera prst="orthographicFront"/>
              <a:lightRig rig="threePt" dir="t"/>
            </a:scene3d>
            <a:sp3d>
              <a:bevelT w="114300" prst="hardEdge"/>
            </a:sp3d>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solidFill>
                    <a:srgbClr val="FF3399"/>
                  </a:solidFill>
                </a:ln>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5400000" scaled="1"/>
                  <a:tileRect/>
                </a:gradFill>
                <a:effectLst/>
                <a:latin typeface="Times New Roman" pitchFamily="18" charset="0"/>
                <a:ea typeface="宋体" pitchFamily="2" charset="-122"/>
              </a:endParaRPr>
            </a:p>
          </p:txBody>
        </p:sp>
        <p:sp>
          <p:nvSpPr>
            <p:cNvPr id="25" name="Rectangle 7">
              <a:extLst>
                <a:ext uri="{FF2B5EF4-FFF2-40B4-BE49-F238E27FC236}">
                  <a16:creationId xmlns:a16="http://schemas.microsoft.com/office/drawing/2014/main" id="{051869C9-2EA3-406C-AE04-296AB6979262}"/>
                </a:ext>
              </a:extLst>
            </p:cNvPr>
            <p:cNvSpPr>
              <a:spLocks noChangeArrowheads="1"/>
            </p:cNvSpPr>
            <p:nvPr/>
          </p:nvSpPr>
          <p:spPr bwMode="auto">
            <a:xfrm>
              <a:off x="864153" y="1433517"/>
              <a:ext cx="3378044" cy="504968"/>
            </a:xfrm>
            <a:prstGeom prst="rect">
              <a:avLst/>
            </a:prstGeom>
            <a:noFill/>
            <a:ln w="9525">
              <a:noFill/>
              <a:miter lim="800000"/>
              <a:headEnd/>
              <a:tailEnd/>
            </a:ln>
            <a:effectLst/>
          </p:spPr>
          <p:txBody>
            <a:bodyPr wrap="square" anchor="ctr">
              <a:spAutoFit/>
            </a:bodyPr>
            <a:lstStyle/>
            <a:p>
              <a:pPr>
                <a:tabLst>
                  <a:tab pos="571500" algn="l"/>
                </a:tabLst>
              </a:pPr>
              <a:r>
                <a:rPr lang="zh-CN" altLang="en-US" b="1" u="sng" dirty="0">
                  <a:solidFill>
                    <a:srgbClr val="C01920"/>
                  </a:solidFill>
                  <a:latin typeface="隶书" panose="02010509060101010101" pitchFamily="49" charset="-122"/>
                  <a:ea typeface="隶书" panose="02010509060101010101" pitchFamily="49" charset="-122"/>
                </a:rPr>
                <a:t>对于</a:t>
              </a:r>
              <a:r>
                <a:rPr lang="en-US" altLang="zh-CN" b="1" u="sng" dirty="0">
                  <a:solidFill>
                    <a:srgbClr val="C01920"/>
                  </a:solidFill>
                  <a:latin typeface="隶书" panose="02010509060101010101" pitchFamily="49" charset="-122"/>
                  <a:ea typeface="隶书" panose="02010509060101010101" pitchFamily="49" charset="-122"/>
                </a:rPr>
                <a:t>16</a:t>
              </a:r>
              <a:r>
                <a:rPr lang="zh-CN" altLang="en-US" b="1" u="sng" dirty="0">
                  <a:solidFill>
                    <a:srgbClr val="C01920"/>
                  </a:solidFill>
                  <a:latin typeface="隶书" panose="02010509060101010101" pitchFamily="49" charset="-122"/>
                  <a:ea typeface="隶书" panose="02010509060101010101" pitchFamily="49" charset="-122"/>
                </a:rPr>
                <a:t>位的内存单元</a:t>
              </a:r>
              <a:r>
                <a:rPr lang="zh-CN" altLang="en-US" b="1" u="sng" dirty="0">
                  <a:solidFill>
                    <a:srgbClr val="C01920"/>
                  </a:solidFill>
                  <a:latin typeface="隶书" panose="02010509060101010101" pitchFamily="49" charset="-122"/>
                  <a:ea typeface="隶书" panose="02010509060101010101" pitchFamily="49" charset="-122"/>
                  <a:sym typeface="Wingdings" pitchFamily="2" charset="2"/>
                </a:rPr>
                <a:t>：</a:t>
              </a:r>
            </a:p>
          </p:txBody>
        </p:sp>
      </p:grpSp>
      <p:grpSp>
        <p:nvGrpSpPr>
          <p:cNvPr id="4" name="组合 3">
            <a:extLst>
              <a:ext uri="{FF2B5EF4-FFF2-40B4-BE49-F238E27FC236}">
                <a16:creationId xmlns:a16="http://schemas.microsoft.com/office/drawing/2014/main" id="{38BE7098-F94C-4D4E-8238-75A325E23404}"/>
              </a:ext>
            </a:extLst>
          </p:cNvPr>
          <p:cNvGrpSpPr/>
          <p:nvPr/>
        </p:nvGrpSpPr>
        <p:grpSpPr>
          <a:xfrm>
            <a:off x="6374537" y="836711"/>
            <a:ext cx="5567251" cy="5798809"/>
            <a:chOff x="6445787" y="1412776"/>
            <a:chExt cx="5567251" cy="5222744"/>
          </a:xfrm>
        </p:grpSpPr>
        <p:sp>
          <p:nvSpPr>
            <p:cNvPr id="41" name="矩形 40">
              <a:extLst>
                <a:ext uri="{FF2B5EF4-FFF2-40B4-BE49-F238E27FC236}">
                  <a16:creationId xmlns:a16="http://schemas.microsoft.com/office/drawing/2014/main" id="{830CA8D1-E523-4323-996F-AF7BCCC755FC}"/>
                </a:ext>
              </a:extLst>
            </p:cNvPr>
            <p:cNvSpPr/>
            <p:nvPr/>
          </p:nvSpPr>
          <p:spPr bwMode="auto">
            <a:xfrm>
              <a:off x="6445787" y="1412776"/>
              <a:ext cx="5567251" cy="5222744"/>
            </a:xfrm>
            <a:prstGeom prst="rect">
              <a:avLst/>
            </a:prstGeom>
            <a:gradFill flip="none" rotWithShape="1">
              <a:gsLst>
                <a:gs pos="0">
                  <a:srgbClr val="CFCFD1"/>
                </a:gs>
                <a:gs pos="100000">
                  <a:schemeClr val="bg1">
                    <a:lumMod val="95000"/>
                  </a:schemeClr>
                </a:gs>
              </a:gsLst>
              <a:lin ang="16200000" scaled="1"/>
              <a:tileRect/>
            </a:gradFill>
            <a:ln w="38100">
              <a:solidFill>
                <a:schemeClr val="accent1">
                  <a:lumMod val="50000"/>
                </a:schemeClr>
              </a:solidFill>
              <a:headEnd type="none" w="med" len="med"/>
              <a:tailEnd type="none" w="med" len="med"/>
            </a:ln>
            <a:effectLst>
              <a:outerShdw blurRad="50800" dist="106680" dir="2700000" algn="tl" rotWithShape="0">
                <a:prstClr val="black">
                  <a:alpha val="43000"/>
                </a:prstClr>
              </a:outerShdw>
            </a:effectLst>
            <a:scene3d>
              <a:camera prst="orthographicFront"/>
              <a:lightRig rig="threePt" dir="t"/>
            </a:scene3d>
            <a:sp3d>
              <a:bevelT w="114300" prst="hardEdge"/>
            </a:sp3d>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solidFill>
                    <a:srgbClr val="FF3399"/>
                  </a:solidFill>
                </a:ln>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5400000" scaled="1"/>
                  <a:tileRect/>
                </a:gradFill>
                <a:effectLst/>
                <a:latin typeface="Times New Roman" pitchFamily="18" charset="0"/>
                <a:ea typeface="宋体" pitchFamily="2" charset="-122"/>
              </a:endParaRPr>
            </a:p>
          </p:txBody>
        </p:sp>
        <p:sp>
          <p:nvSpPr>
            <p:cNvPr id="43" name="Rectangle 7">
              <a:extLst>
                <a:ext uri="{FF2B5EF4-FFF2-40B4-BE49-F238E27FC236}">
                  <a16:creationId xmlns:a16="http://schemas.microsoft.com/office/drawing/2014/main" id="{6029BDBB-1E86-457E-BFDE-3EB1F743A93B}"/>
                </a:ext>
              </a:extLst>
            </p:cNvPr>
            <p:cNvSpPr>
              <a:spLocks noChangeArrowheads="1"/>
            </p:cNvSpPr>
            <p:nvPr/>
          </p:nvSpPr>
          <p:spPr bwMode="auto">
            <a:xfrm>
              <a:off x="6603185" y="1445084"/>
              <a:ext cx="3440729" cy="415802"/>
            </a:xfrm>
            <a:prstGeom prst="rect">
              <a:avLst/>
            </a:prstGeom>
            <a:noFill/>
            <a:ln w="9525">
              <a:noFill/>
              <a:miter lim="800000"/>
              <a:headEnd/>
              <a:tailEnd/>
            </a:ln>
            <a:effectLst/>
          </p:spPr>
          <p:txBody>
            <a:bodyPr wrap="square" anchor="ctr">
              <a:spAutoFit/>
            </a:bodyPr>
            <a:lstStyle/>
            <a:p>
              <a:pPr>
                <a:tabLst>
                  <a:tab pos="571500" algn="l"/>
                </a:tabLst>
              </a:pPr>
              <a:r>
                <a:rPr lang="zh-CN" altLang="en-US" b="1" u="sng" dirty="0">
                  <a:solidFill>
                    <a:srgbClr val="C01920"/>
                  </a:solidFill>
                  <a:latin typeface="隶书" panose="02010509060101010101" pitchFamily="49" charset="-122"/>
                  <a:ea typeface="隶书" panose="02010509060101010101" pitchFamily="49" charset="-122"/>
                </a:rPr>
                <a:t>对于</a:t>
              </a:r>
              <a:r>
                <a:rPr lang="en-US" altLang="zh-CN" b="1" u="sng" dirty="0">
                  <a:solidFill>
                    <a:srgbClr val="C01920"/>
                  </a:solidFill>
                  <a:latin typeface="隶书" panose="02010509060101010101" pitchFamily="49" charset="-122"/>
                  <a:ea typeface="隶书" panose="02010509060101010101" pitchFamily="49" charset="-122"/>
                </a:rPr>
                <a:t>32</a:t>
              </a:r>
              <a:r>
                <a:rPr lang="zh-CN" altLang="en-US" b="1" u="sng" dirty="0">
                  <a:solidFill>
                    <a:srgbClr val="C01920"/>
                  </a:solidFill>
                  <a:latin typeface="隶书" panose="02010509060101010101" pitchFamily="49" charset="-122"/>
                  <a:ea typeface="隶书" panose="02010509060101010101" pitchFamily="49" charset="-122"/>
                </a:rPr>
                <a:t>位的内存单元</a:t>
              </a:r>
              <a:r>
                <a:rPr lang="zh-CN" altLang="en-US" b="1" u="sng" dirty="0">
                  <a:solidFill>
                    <a:srgbClr val="C01920"/>
                  </a:solidFill>
                  <a:latin typeface="隶书" panose="02010509060101010101" pitchFamily="49" charset="-122"/>
                  <a:ea typeface="隶书" panose="02010509060101010101" pitchFamily="49" charset="-122"/>
                  <a:sym typeface="Wingdings" pitchFamily="2" charset="2"/>
                </a:rPr>
                <a:t>：</a:t>
              </a:r>
            </a:p>
          </p:txBody>
        </p:sp>
      </p:grpSp>
      <p:grpSp>
        <p:nvGrpSpPr>
          <p:cNvPr id="53" name="Group 8">
            <a:extLst>
              <a:ext uri="{FF2B5EF4-FFF2-40B4-BE49-F238E27FC236}">
                <a16:creationId xmlns:a16="http://schemas.microsoft.com/office/drawing/2014/main" id="{7C8F8B26-B7C7-4005-88F3-682C373A228B}"/>
              </a:ext>
            </a:extLst>
          </p:cNvPr>
          <p:cNvGrpSpPr>
            <a:grpSpLocks/>
          </p:cNvGrpSpPr>
          <p:nvPr/>
        </p:nvGrpSpPr>
        <p:grpSpPr bwMode="auto">
          <a:xfrm>
            <a:off x="1894315" y="3680792"/>
            <a:ext cx="2089150" cy="673100"/>
            <a:chOff x="3470" y="653"/>
            <a:chExt cx="1316" cy="424"/>
          </a:xfrm>
        </p:grpSpPr>
        <p:sp>
          <p:nvSpPr>
            <p:cNvPr id="54" name="Line 9">
              <a:extLst>
                <a:ext uri="{FF2B5EF4-FFF2-40B4-BE49-F238E27FC236}">
                  <a16:creationId xmlns:a16="http://schemas.microsoft.com/office/drawing/2014/main" id="{2BAEDAB8-6954-4A33-B659-CDAF6E444566}"/>
                </a:ext>
              </a:extLst>
            </p:cNvPr>
            <p:cNvSpPr>
              <a:spLocks noChangeShapeType="1"/>
            </p:cNvSpPr>
            <p:nvPr/>
          </p:nvSpPr>
          <p:spPr bwMode="auto">
            <a:xfrm flipV="1">
              <a:off x="3941" y="653"/>
              <a:ext cx="0" cy="227"/>
            </a:xfrm>
            <a:prstGeom prst="line">
              <a:avLst/>
            </a:prstGeom>
            <a:noFill/>
            <a:ln w="28575">
              <a:solidFill>
                <a:srgbClr val="0000FF"/>
              </a:solidFill>
              <a:round/>
              <a:headEnd/>
              <a:tailEnd type="stealth" w="lg" len="lg"/>
            </a:ln>
            <a:effectLst/>
          </p:spPr>
          <p:txBody>
            <a:bodyPr/>
            <a:lstStyle/>
            <a:p>
              <a:endParaRPr lang="zh-CN" altLang="en-US">
                <a:latin typeface="+mn-lt"/>
                <a:ea typeface="楷体" pitchFamily="49" charset="-122"/>
              </a:endParaRPr>
            </a:p>
          </p:txBody>
        </p:sp>
        <p:sp>
          <p:nvSpPr>
            <p:cNvPr id="55" name="Text Box 10">
              <a:extLst>
                <a:ext uri="{FF2B5EF4-FFF2-40B4-BE49-F238E27FC236}">
                  <a16:creationId xmlns:a16="http://schemas.microsoft.com/office/drawing/2014/main" id="{B8876CD1-47BB-4229-9175-8DB3F8BC8F55}"/>
                </a:ext>
              </a:extLst>
            </p:cNvPr>
            <p:cNvSpPr txBox="1">
              <a:spLocks noChangeArrowheads="1"/>
            </p:cNvSpPr>
            <p:nvPr/>
          </p:nvSpPr>
          <p:spPr bwMode="auto">
            <a:xfrm>
              <a:off x="3470" y="827"/>
              <a:ext cx="1316" cy="250"/>
            </a:xfrm>
            <a:prstGeom prst="rect">
              <a:avLst/>
            </a:prstGeom>
            <a:noFill/>
            <a:ln w="9525">
              <a:noFill/>
              <a:miter lim="800000"/>
              <a:headEnd/>
              <a:tailEnd/>
            </a:ln>
            <a:effectLst/>
          </p:spPr>
          <p:txBody>
            <a:bodyPr>
              <a:spAutoFit/>
            </a:bodyPr>
            <a:lstStyle/>
            <a:p>
              <a:pPr>
                <a:spcBef>
                  <a:spcPct val="50000"/>
                </a:spcBef>
              </a:pPr>
              <a:r>
                <a:rPr lang="zh-CN" altLang="en-US" sz="2000" b="1">
                  <a:solidFill>
                    <a:schemeClr val="accent2"/>
                  </a:solidFill>
                  <a:effectLst>
                    <a:outerShdw blurRad="38100" dist="38100" dir="2700000" algn="tl">
                      <a:srgbClr val="000000"/>
                    </a:outerShdw>
                  </a:effectLst>
                  <a:latin typeface="+mn-lt"/>
                  <a:ea typeface="楷体" pitchFamily="49" charset="-122"/>
                </a:rPr>
                <a:t>符号位</a:t>
              </a:r>
              <a:r>
                <a:rPr lang="en-US" altLang="zh-CN" sz="2000" b="1">
                  <a:solidFill>
                    <a:schemeClr val="accent2"/>
                  </a:solidFill>
                  <a:effectLst>
                    <a:outerShdw blurRad="38100" dist="38100" dir="2700000" algn="tl">
                      <a:srgbClr val="000000"/>
                    </a:outerShdw>
                  </a:effectLst>
                  <a:latin typeface="+mn-lt"/>
                  <a:ea typeface="楷体" pitchFamily="49" charset="-122"/>
                </a:rPr>
                <a:t>(</a:t>
              </a:r>
              <a:r>
                <a:rPr lang="zh-CN" altLang="en-US" sz="2000" b="1">
                  <a:solidFill>
                    <a:schemeClr val="accent2"/>
                  </a:solidFill>
                  <a:effectLst>
                    <a:outerShdw blurRad="38100" dist="38100" dir="2700000" algn="tl">
                      <a:srgbClr val="000000"/>
                    </a:outerShdw>
                  </a:effectLst>
                  <a:latin typeface="+mn-lt"/>
                  <a:ea typeface="楷体" pitchFamily="49" charset="-122"/>
                </a:rPr>
                <a:t>表示负</a:t>
              </a:r>
              <a:r>
                <a:rPr lang="en-US" altLang="zh-CN" sz="2000" b="1">
                  <a:solidFill>
                    <a:schemeClr val="accent2"/>
                  </a:solidFill>
                  <a:effectLst>
                    <a:outerShdw blurRad="38100" dist="38100" dir="2700000" algn="tl">
                      <a:srgbClr val="000000"/>
                    </a:outerShdw>
                  </a:effectLst>
                  <a:latin typeface="+mn-lt"/>
                  <a:ea typeface="楷体" pitchFamily="49" charset="-122"/>
                </a:rPr>
                <a:t>)</a:t>
              </a:r>
            </a:p>
          </p:txBody>
        </p:sp>
      </p:grpSp>
      <p:sp>
        <p:nvSpPr>
          <p:cNvPr id="56" name="Rectangle 19">
            <a:extLst>
              <a:ext uri="{FF2B5EF4-FFF2-40B4-BE49-F238E27FC236}">
                <a16:creationId xmlns:a16="http://schemas.microsoft.com/office/drawing/2014/main" id="{BD6226C2-3E82-4ECB-96EC-C2071745F09B}"/>
              </a:ext>
            </a:extLst>
          </p:cNvPr>
          <p:cNvSpPr>
            <a:spLocks noChangeArrowheads="1"/>
          </p:cNvSpPr>
          <p:nvPr/>
        </p:nvSpPr>
        <p:spPr bwMode="auto">
          <a:xfrm>
            <a:off x="717978" y="2515567"/>
            <a:ext cx="5053012" cy="457200"/>
          </a:xfrm>
          <a:prstGeom prst="rect">
            <a:avLst/>
          </a:prstGeom>
          <a:noFill/>
          <a:ln w="9525">
            <a:noFill/>
            <a:miter lim="800000"/>
            <a:headEnd/>
            <a:tailEnd/>
          </a:ln>
          <a:effectLst/>
        </p:spPr>
        <p:txBody>
          <a:bodyPr wrap="none">
            <a:spAutoFit/>
          </a:bodyPr>
          <a:lstStyle/>
          <a:p>
            <a:r>
              <a:rPr lang="en-US" altLang="zh-CN" b="1" dirty="0">
                <a:effectLst>
                  <a:outerShdw blurRad="38100" dist="38100" dir="2700000" algn="tl">
                    <a:srgbClr val="FFFFFF"/>
                  </a:outerShdw>
                </a:effectLst>
                <a:sym typeface="Wingdings" pitchFamily="2" charset="2"/>
              </a:rPr>
              <a:t>(+65537)</a:t>
            </a:r>
            <a:r>
              <a:rPr lang="zh-CN" altLang="en-US" b="1" baseline="-25000" dirty="0">
                <a:effectLst>
                  <a:outerShdw blurRad="38100" dist="38100" dir="2700000" algn="tl">
                    <a:srgbClr val="FFFFFF"/>
                  </a:outerShdw>
                </a:effectLst>
                <a:latin typeface="楷体" pitchFamily="49" charset="-122"/>
                <a:ea typeface="楷体" pitchFamily="49" charset="-122"/>
                <a:sym typeface="Wingdings" pitchFamily="2" charset="2"/>
              </a:rPr>
              <a:t>补</a:t>
            </a:r>
            <a:r>
              <a:rPr lang="zh-CN" altLang="en-US" b="1" dirty="0">
                <a:effectLst>
                  <a:outerShdw blurRad="38100" dist="38100" dir="2700000" algn="tl">
                    <a:srgbClr val="FFFFFF"/>
                  </a:outerShdw>
                </a:effectLst>
                <a:sym typeface="Wingdings" pitchFamily="2" charset="2"/>
              </a:rPr>
              <a:t> </a:t>
            </a:r>
            <a:r>
              <a:rPr lang="en-US" altLang="zh-CN" b="1" dirty="0">
                <a:effectLst>
                  <a:outerShdw blurRad="38100" dist="38100" dir="2700000" algn="tl">
                    <a:srgbClr val="FFFFFF"/>
                  </a:outerShdw>
                </a:effectLst>
                <a:sym typeface="Wingdings" pitchFamily="2" charset="2"/>
              </a:rPr>
              <a:t>=  </a:t>
            </a:r>
            <a:r>
              <a:rPr lang="en-US" altLang="zh-CN" b="1" dirty="0">
                <a:solidFill>
                  <a:srgbClr val="FF3300"/>
                </a:solidFill>
                <a:effectLst>
                  <a:outerShdw blurRad="38100" dist="38100" dir="2700000" algn="tl">
                    <a:srgbClr val="000000"/>
                  </a:outerShdw>
                </a:effectLst>
                <a:sym typeface="Wingdings" pitchFamily="2" charset="2"/>
              </a:rPr>
              <a:t>0</a:t>
            </a:r>
            <a:r>
              <a:rPr lang="en-US" altLang="zh-CN" b="1" dirty="0">
                <a:effectLst>
                  <a:outerShdw blurRad="38100" dist="38100" dir="2700000" algn="tl">
                    <a:srgbClr val="FFFFFF"/>
                  </a:outerShdw>
                </a:effectLst>
                <a:sym typeface="Wingdings" pitchFamily="2" charset="2"/>
              </a:rPr>
              <a:t>1 0000 0000 0000 0001</a:t>
            </a:r>
            <a:r>
              <a:rPr lang="en-US" altLang="zh-CN" dirty="0">
                <a:sym typeface="Wingdings" pitchFamily="2" charset="2"/>
              </a:rPr>
              <a:t> </a:t>
            </a:r>
          </a:p>
        </p:txBody>
      </p:sp>
      <p:sp>
        <p:nvSpPr>
          <p:cNvPr id="57" name="Oval 20">
            <a:extLst>
              <a:ext uri="{FF2B5EF4-FFF2-40B4-BE49-F238E27FC236}">
                <a16:creationId xmlns:a16="http://schemas.microsoft.com/office/drawing/2014/main" id="{35A44217-A839-418C-95E5-B7DFCC45747C}"/>
              </a:ext>
            </a:extLst>
          </p:cNvPr>
          <p:cNvSpPr>
            <a:spLocks noChangeArrowheads="1"/>
          </p:cNvSpPr>
          <p:nvPr/>
        </p:nvSpPr>
        <p:spPr bwMode="auto">
          <a:xfrm>
            <a:off x="2891266" y="3264867"/>
            <a:ext cx="2881313" cy="576262"/>
          </a:xfrm>
          <a:prstGeom prst="ellipse">
            <a:avLst/>
          </a:prstGeom>
          <a:noFill/>
          <a:ln w="28575">
            <a:solidFill>
              <a:srgbClr val="FF0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58" name="Rectangle 35">
            <a:extLst>
              <a:ext uri="{FF2B5EF4-FFF2-40B4-BE49-F238E27FC236}">
                <a16:creationId xmlns:a16="http://schemas.microsoft.com/office/drawing/2014/main" id="{FDDE66FF-7A40-4856-A214-44EC0B35DA71}"/>
              </a:ext>
            </a:extLst>
          </p:cNvPr>
          <p:cNvSpPr>
            <a:spLocks noChangeArrowheads="1"/>
          </p:cNvSpPr>
          <p:nvPr/>
        </p:nvSpPr>
        <p:spPr bwMode="auto">
          <a:xfrm>
            <a:off x="717979" y="3307729"/>
            <a:ext cx="5057775" cy="457200"/>
          </a:xfrm>
          <a:prstGeom prst="rect">
            <a:avLst/>
          </a:prstGeom>
          <a:noFill/>
          <a:ln w="9525">
            <a:noFill/>
            <a:miter lim="800000"/>
            <a:headEnd/>
            <a:tailEnd/>
          </a:ln>
          <a:effectLst/>
        </p:spPr>
        <p:txBody>
          <a:bodyPr wrap="none">
            <a:spAutoFit/>
          </a:bodyPr>
          <a:lstStyle/>
          <a:p>
            <a:r>
              <a:rPr lang="en-US" altLang="zh-CN" b="1" dirty="0">
                <a:effectLst>
                  <a:outerShdw blurRad="38100" dist="38100" dir="2700000" algn="tl">
                    <a:srgbClr val="FFFFFF"/>
                  </a:outerShdw>
                </a:effectLst>
                <a:sym typeface="Wingdings" pitchFamily="2" charset="2"/>
              </a:rPr>
              <a:t>(-65537)</a:t>
            </a:r>
            <a:r>
              <a:rPr lang="zh-CN" altLang="en-US" b="1" baseline="-25000" dirty="0">
                <a:effectLst>
                  <a:outerShdw blurRad="38100" dist="38100" dir="2700000" algn="tl">
                    <a:srgbClr val="FFFFFF"/>
                  </a:outerShdw>
                </a:effectLst>
                <a:latin typeface="楷体" pitchFamily="49" charset="-122"/>
                <a:ea typeface="楷体" pitchFamily="49" charset="-122"/>
                <a:sym typeface="Wingdings" pitchFamily="2" charset="2"/>
              </a:rPr>
              <a:t>补</a:t>
            </a:r>
            <a:r>
              <a:rPr lang="zh-CN" altLang="en-US" b="1" dirty="0">
                <a:effectLst>
                  <a:outerShdw blurRad="38100" dist="38100" dir="2700000" algn="tl">
                    <a:srgbClr val="FFFFFF"/>
                  </a:outerShdw>
                </a:effectLst>
                <a:sym typeface="Wingdings" pitchFamily="2" charset="2"/>
              </a:rPr>
              <a:t> </a:t>
            </a:r>
            <a:r>
              <a:rPr lang="en-US" altLang="zh-CN" b="1" dirty="0">
                <a:effectLst>
                  <a:outerShdw blurRad="38100" dist="38100" dir="2700000" algn="tl">
                    <a:srgbClr val="FFFFFF"/>
                  </a:outerShdw>
                </a:effectLst>
                <a:sym typeface="Wingdings" pitchFamily="2" charset="2"/>
              </a:rPr>
              <a:t>=   </a:t>
            </a:r>
            <a:r>
              <a:rPr lang="en-US" altLang="zh-CN" b="1" dirty="0">
                <a:solidFill>
                  <a:srgbClr val="FF3300"/>
                </a:solidFill>
                <a:effectLst>
                  <a:outerShdw blurRad="38100" dist="38100" dir="2700000" algn="tl">
                    <a:srgbClr val="000000"/>
                  </a:outerShdw>
                </a:effectLst>
                <a:sym typeface="Wingdings" pitchFamily="2" charset="2"/>
              </a:rPr>
              <a:t>1</a:t>
            </a:r>
            <a:r>
              <a:rPr lang="en-US" altLang="zh-CN" b="1" dirty="0">
                <a:solidFill>
                  <a:schemeClr val="accent2"/>
                </a:solidFill>
                <a:effectLst>
                  <a:outerShdw blurRad="38100" dist="38100" dir="2700000" algn="tl">
                    <a:srgbClr val="000000"/>
                  </a:outerShdw>
                </a:effectLst>
                <a:sym typeface="Wingdings" pitchFamily="2" charset="2"/>
              </a:rPr>
              <a:t>0 1111 1111 1111 1111</a:t>
            </a:r>
            <a:r>
              <a:rPr lang="en-US" altLang="zh-CN" dirty="0"/>
              <a:t> </a:t>
            </a:r>
          </a:p>
        </p:txBody>
      </p:sp>
      <p:grpSp>
        <p:nvGrpSpPr>
          <p:cNvPr id="59" name="Group 36">
            <a:extLst>
              <a:ext uri="{FF2B5EF4-FFF2-40B4-BE49-F238E27FC236}">
                <a16:creationId xmlns:a16="http://schemas.microsoft.com/office/drawing/2014/main" id="{26533DF3-FD64-4525-8B69-E9D7C4CEDAD9}"/>
              </a:ext>
            </a:extLst>
          </p:cNvPr>
          <p:cNvGrpSpPr>
            <a:grpSpLocks/>
          </p:cNvGrpSpPr>
          <p:nvPr/>
        </p:nvGrpSpPr>
        <p:grpSpPr bwMode="auto">
          <a:xfrm>
            <a:off x="3647728" y="2852936"/>
            <a:ext cx="2419350" cy="474662"/>
            <a:chOff x="2336" y="1634"/>
            <a:chExt cx="1524" cy="299"/>
          </a:xfrm>
        </p:grpSpPr>
        <p:sp>
          <p:nvSpPr>
            <p:cNvPr id="62" name="Line 37">
              <a:extLst>
                <a:ext uri="{FF2B5EF4-FFF2-40B4-BE49-F238E27FC236}">
                  <a16:creationId xmlns:a16="http://schemas.microsoft.com/office/drawing/2014/main" id="{2B9E2ECA-83BC-4EF5-8276-087CEEAE3D50}"/>
                </a:ext>
              </a:extLst>
            </p:cNvPr>
            <p:cNvSpPr>
              <a:spLocks noChangeShapeType="1"/>
            </p:cNvSpPr>
            <p:nvPr/>
          </p:nvSpPr>
          <p:spPr bwMode="auto">
            <a:xfrm>
              <a:off x="2336" y="1661"/>
              <a:ext cx="0" cy="272"/>
            </a:xfrm>
            <a:prstGeom prst="line">
              <a:avLst/>
            </a:prstGeom>
            <a:noFill/>
            <a:ln w="28575">
              <a:solidFill>
                <a:schemeClr val="tx1"/>
              </a:solidFill>
              <a:round/>
              <a:headEnd/>
              <a:tailEnd type="stealth" w="lg" len="lg"/>
            </a:ln>
            <a:effectLst/>
          </p:spPr>
          <p:txBody>
            <a:bodyPr/>
            <a:lstStyle/>
            <a:p>
              <a:endParaRPr lang="zh-CN" altLang="en-US">
                <a:latin typeface="+mn-lt"/>
                <a:ea typeface="楷体" pitchFamily="49" charset="-122"/>
              </a:endParaRPr>
            </a:p>
          </p:txBody>
        </p:sp>
        <p:sp>
          <p:nvSpPr>
            <p:cNvPr id="69" name="Rectangle 38">
              <a:extLst>
                <a:ext uri="{FF2B5EF4-FFF2-40B4-BE49-F238E27FC236}">
                  <a16:creationId xmlns:a16="http://schemas.microsoft.com/office/drawing/2014/main" id="{A6CA1E04-7C13-4268-A7D8-5E63F2390BE7}"/>
                </a:ext>
              </a:extLst>
            </p:cNvPr>
            <p:cNvSpPr>
              <a:spLocks noChangeArrowheads="1"/>
            </p:cNvSpPr>
            <p:nvPr/>
          </p:nvSpPr>
          <p:spPr bwMode="auto">
            <a:xfrm>
              <a:off x="2402" y="1634"/>
              <a:ext cx="1458" cy="291"/>
            </a:xfrm>
            <a:prstGeom prst="rect">
              <a:avLst/>
            </a:prstGeom>
            <a:noFill/>
            <a:ln w="9525">
              <a:noFill/>
              <a:miter lim="800000"/>
              <a:headEnd/>
              <a:tailEnd/>
            </a:ln>
            <a:effectLst/>
          </p:spPr>
          <p:txBody>
            <a:bodyPr wrap="none">
              <a:spAutoFit/>
            </a:bodyPr>
            <a:lstStyle/>
            <a:p>
              <a:r>
                <a:rPr kumimoji="0" lang="zh-CN" altLang="en-US" sz="1800" b="1" dirty="0">
                  <a:effectLst>
                    <a:outerShdw blurRad="38100" dist="38100" dir="2700000" algn="tl">
                      <a:srgbClr val="FFFFFF"/>
                    </a:outerShdw>
                  </a:effectLst>
                  <a:latin typeface="+mn-lt"/>
                  <a:ea typeface="楷体" pitchFamily="49" charset="-122"/>
                </a:rPr>
                <a:t>按位求反，末位加</a:t>
              </a:r>
              <a:r>
                <a:rPr kumimoji="0" lang="en-US" altLang="zh-CN" sz="1800" b="1" dirty="0">
                  <a:effectLst>
                    <a:outerShdw blurRad="38100" dist="38100" dir="2700000" algn="tl">
                      <a:srgbClr val="FFFFFF"/>
                    </a:outerShdw>
                  </a:effectLst>
                  <a:latin typeface="+mn-lt"/>
                  <a:ea typeface="楷体" pitchFamily="49" charset="-122"/>
                </a:rPr>
                <a:t>1</a:t>
              </a:r>
              <a:r>
                <a:rPr kumimoji="0" lang="en-US" altLang="zh-CN" dirty="0">
                  <a:latin typeface="+mn-lt"/>
                  <a:ea typeface="楷体" pitchFamily="49" charset="-122"/>
                </a:rPr>
                <a:t> </a:t>
              </a:r>
              <a:endParaRPr lang="en-US" altLang="zh-CN" dirty="0">
                <a:latin typeface="+mn-lt"/>
                <a:ea typeface="楷体" pitchFamily="49" charset="-122"/>
              </a:endParaRPr>
            </a:p>
          </p:txBody>
        </p:sp>
      </p:grpSp>
      <p:graphicFrame>
        <p:nvGraphicFramePr>
          <p:cNvPr id="101" name="Group 39">
            <a:extLst>
              <a:ext uri="{FF2B5EF4-FFF2-40B4-BE49-F238E27FC236}">
                <a16:creationId xmlns:a16="http://schemas.microsoft.com/office/drawing/2014/main" id="{442FB8D9-383C-41BB-9577-5C6E88CA5581}"/>
              </a:ext>
            </a:extLst>
          </p:cNvPr>
          <p:cNvGraphicFramePr>
            <a:graphicFrameLocks noGrp="1"/>
          </p:cNvGraphicFramePr>
          <p:nvPr>
            <p:extLst>
              <p:ext uri="{D42A27DB-BD31-4B8C-83A1-F6EECF244321}">
                <p14:modId xmlns:p14="http://schemas.microsoft.com/office/powerpoint/2010/main" val="3552094162"/>
              </p:ext>
            </p:extLst>
          </p:nvPr>
        </p:nvGraphicFramePr>
        <p:xfrm>
          <a:off x="2283722" y="5145683"/>
          <a:ext cx="1943100" cy="1104900"/>
        </p:xfrm>
        <a:graphic>
          <a:graphicData uri="http://schemas.openxmlformats.org/drawingml/2006/table">
            <a:tbl>
              <a:tblPr/>
              <a:tblGrid>
                <a:gridCol w="1943100">
                  <a:extLst>
                    <a:ext uri="{9D8B030D-6E8A-4147-A177-3AD203B41FA5}">
                      <a16:colId xmlns:a16="http://schemas.microsoft.com/office/drawing/2014/main" val="20000"/>
                    </a:ext>
                  </a:extLst>
                </a:gridCol>
              </a:tblGrid>
              <a:tr h="5302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chemeClr val="accent2"/>
                          </a:solidFill>
                          <a:effectLst>
                            <a:outerShdw blurRad="38100" dist="38100" dir="2700000" algn="tl">
                              <a:srgbClr val="000000"/>
                            </a:outerShdw>
                          </a:effectLst>
                          <a:latin typeface="Times New Roman" pitchFamily="18" charset="0"/>
                          <a:ea typeface="宋体" pitchFamily="2" charset="-122"/>
                        </a:rPr>
                        <a:t>11111111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5746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FF3300"/>
                          </a:solidFill>
                          <a:effectLst>
                            <a:outerShdw blurRad="38100" dist="38100" dir="2700000" algn="tl">
                              <a:srgbClr val="000000"/>
                            </a:outerShdw>
                          </a:effectLst>
                          <a:latin typeface="Times New Roman" pitchFamily="18" charset="0"/>
                          <a:ea typeface="宋体" pitchFamily="2" charset="-122"/>
                        </a:rPr>
                        <a:t>1</a:t>
                      </a:r>
                      <a:r>
                        <a:rPr kumimoji="1" lang="en-US" altLang="zh-CN" sz="2800" b="1" i="0" u="none" strike="noStrike" cap="none" normalizeH="0" baseline="0" dirty="0">
                          <a:ln>
                            <a:noFill/>
                          </a:ln>
                          <a:solidFill>
                            <a:schemeClr val="accent2"/>
                          </a:solidFill>
                          <a:effectLst>
                            <a:outerShdw blurRad="38100" dist="38100" dir="2700000" algn="tl">
                              <a:srgbClr val="000000"/>
                            </a:outerShdw>
                          </a:effectLst>
                          <a:latin typeface="Times New Roman" pitchFamily="18" charset="0"/>
                          <a:ea typeface="宋体" pitchFamily="2" charset="-122"/>
                        </a:rPr>
                        <a:t>1111111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1"/>
                  </a:ext>
                </a:extLst>
              </a:tr>
            </a:tbl>
          </a:graphicData>
        </a:graphic>
      </p:graphicFrame>
      <p:grpSp>
        <p:nvGrpSpPr>
          <p:cNvPr id="102" name="Group 47">
            <a:extLst>
              <a:ext uri="{FF2B5EF4-FFF2-40B4-BE49-F238E27FC236}">
                <a16:creationId xmlns:a16="http://schemas.microsoft.com/office/drawing/2014/main" id="{369C030F-AB55-4618-BEA3-CEC4F9812752}"/>
              </a:ext>
            </a:extLst>
          </p:cNvPr>
          <p:cNvGrpSpPr>
            <a:grpSpLocks/>
          </p:cNvGrpSpPr>
          <p:nvPr/>
        </p:nvGrpSpPr>
        <p:grpSpPr bwMode="auto">
          <a:xfrm>
            <a:off x="4372873" y="5158385"/>
            <a:ext cx="1020763" cy="957263"/>
            <a:chOff x="3606" y="2741"/>
            <a:chExt cx="643" cy="603"/>
          </a:xfrm>
        </p:grpSpPr>
        <p:sp>
          <p:nvSpPr>
            <p:cNvPr id="103" name="Text Box 48">
              <a:extLst>
                <a:ext uri="{FF2B5EF4-FFF2-40B4-BE49-F238E27FC236}">
                  <a16:creationId xmlns:a16="http://schemas.microsoft.com/office/drawing/2014/main" id="{A3B97E3F-620D-4FE2-BD62-1AD1672369B9}"/>
                </a:ext>
              </a:extLst>
            </p:cNvPr>
            <p:cNvSpPr txBox="1">
              <a:spLocks noChangeArrowheads="1"/>
            </p:cNvSpPr>
            <p:nvPr/>
          </p:nvSpPr>
          <p:spPr bwMode="auto">
            <a:xfrm>
              <a:off x="3614" y="2741"/>
              <a:ext cx="635" cy="233"/>
            </a:xfrm>
            <a:prstGeom prst="rect">
              <a:avLst/>
            </a:prstGeom>
            <a:noFill/>
            <a:ln w="9525">
              <a:noFill/>
              <a:miter lim="800000"/>
              <a:headEnd/>
              <a:tailEnd/>
            </a:ln>
            <a:effectLst/>
          </p:spPr>
          <p:txBody>
            <a:bodyPr>
              <a:spAutoFit/>
            </a:bodyPr>
            <a:lstStyle/>
            <a:p>
              <a:pPr>
                <a:spcBef>
                  <a:spcPct val="50000"/>
                </a:spcBef>
              </a:pPr>
              <a:r>
                <a:rPr lang="zh-CN" altLang="en-US" sz="1800" b="1" dirty="0">
                  <a:latin typeface="+mn-lt"/>
                  <a:ea typeface="楷体" pitchFamily="49" charset="-122"/>
                </a:rPr>
                <a:t>低地址</a:t>
              </a:r>
            </a:p>
          </p:txBody>
        </p:sp>
        <p:sp>
          <p:nvSpPr>
            <p:cNvPr id="104" name="Text Box 49">
              <a:extLst>
                <a:ext uri="{FF2B5EF4-FFF2-40B4-BE49-F238E27FC236}">
                  <a16:creationId xmlns:a16="http://schemas.microsoft.com/office/drawing/2014/main" id="{95F5302B-E63C-4CAB-A6BA-6D0B4493B5DE}"/>
                </a:ext>
              </a:extLst>
            </p:cNvPr>
            <p:cNvSpPr txBox="1">
              <a:spLocks noChangeArrowheads="1"/>
            </p:cNvSpPr>
            <p:nvPr/>
          </p:nvSpPr>
          <p:spPr bwMode="auto">
            <a:xfrm>
              <a:off x="3606" y="3111"/>
              <a:ext cx="635" cy="233"/>
            </a:xfrm>
            <a:prstGeom prst="rect">
              <a:avLst/>
            </a:prstGeom>
            <a:noFill/>
            <a:ln w="9525">
              <a:noFill/>
              <a:miter lim="800000"/>
              <a:headEnd/>
              <a:tailEnd/>
            </a:ln>
            <a:effectLst/>
          </p:spPr>
          <p:txBody>
            <a:bodyPr>
              <a:spAutoFit/>
            </a:bodyPr>
            <a:lstStyle/>
            <a:p>
              <a:pPr>
                <a:spcBef>
                  <a:spcPct val="50000"/>
                </a:spcBef>
              </a:pPr>
              <a:r>
                <a:rPr lang="zh-CN" altLang="en-US" sz="1800" b="1" dirty="0">
                  <a:latin typeface="+mn-lt"/>
                  <a:ea typeface="楷体" pitchFamily="49" charset="-122"/>
                </a:rPr>
                <a:t>高地址</a:t>
              </a:r>
            </a:p>
          </p:txBody>
        </p:sp>
      </p:grpSp>
      <p:sp>
        <p:nvSpPr>
          <p:cNvPr id="105" name="Line 50">
            <a:extLst>
              <a:ext uri="{FF2B5EF4-FFF2-40B4-BE49-F238E27FC236}">
                <a16:creationId xmlns:a16="http://schemas.microsoft.com/office/drawing/2014/main" id="{BB6F8444-F811-4383-BC0C-63CD9E4565CE}"/>
              </a:ext>
            </a:extLst>
          </p:cNvPr>
          <p:cNvSpPr>
            <a:spLocks noChangeShapeType="1"/>
          </p:cNvSpPr>
          <p:nvPr/>
        </p:nvSpPr>
        <p:spPr bwMode="auto">
          <a:xfrm>
            <a:off x="4401447" y="5085358"/>
            <a:ext cx="0" cy="1223962"/>
          </a:xfrm>
          <a:prstGeom prst="line">
            <a:avLst/>
          </a:prstGeom>
          <a:noFill/>
          <a:ln w="28575">
            <a:solidFill>
              <a:srgbClr val="FF0000"/>
            </a:solidFill>
            <a:round/>
            <a:headEnd/>
            <a:tailEnd type="stealth" w="lg" len="lg"/>
          </a:ln>
          <a:effectLst>
            <a:outerShdw blurRad="50800" dist="38100" dir="2700000" algn="tl" rotWithShape="0">
              <a:prstClr val="black">
                <a:alpha val="40000"/>
              </a:prstClr>
            </a:outerShdw>
          </a:effectLst>
        </p:spPr>
        <p:txBody>
          <a:bodyPr/>
          <a:lstStyle/>
          <a:p>
            <a:endParaRPr lang="zh-CN" altLang="en-US"/>
          </a:p>
        </p:txBody>
      </p:sp>
      <p:sp>
        <p:nvSpPr>
          <p:cNvPr id="106" name="Rectangle 51">
            <a:extLst>
              <a:ext uri="{FF2B5EF4-FFF2-40B4-BE49-F238E27FC236}">
                <a16:creationId xmlns:a16="http://schemas.microsoft.com/office/drawing/2014/main" id="{075AAB4B-8FC3-4EC6-BAC9-0B7E398DF6F9}"/>
              </a:ext>
            </a:extLst>
          </p:cNvPr>
          <p:cNvSpPr>
            <a:spLocks noChangeArrowheads="1"/>
          </p:cNvSpPr>
          <p:nvPr/>
        </p:nvSpPr>
        <p:spPr bwMode="auto">
          <a:xfrm>
            <a:off x="1059426" y="6202062"/>
            <a:ext cx="4820550" cy="369332"/>
          </a:xfrm>
          <a:prstGeom prst="rect">
            <a:avLst/>
          </a:prstGeom>
          <a:noFill/>
          <a:ln w="9525">
            <a:noFill/>
            <a:miter lim="800000"/>
            <a:headEnd/>
            <a:tailEnd/>
          </a:ln>
          <a:effectLst/>
        </p:spPr>
        <p:txBody>
          <a:bodyPr wrap="none" anchor="ctr">
            <a:spAutoFit/>
          </a:bodyPr>
          <a:lstStyle/>
          <a:p>
            <a:r>
              <a:rPr lang="zh-CN" altLang="en-US" sz="1800" dirty="0">
                <a:solidFill>
                  <a:srgbClr val="CC0000"/>
                </a:solidFill>
                <a:effectLst>
                  <a:outerShdw blurRad="38100" dist="38100" dir="2700000" algn="tl">
                    <a:srgbClr val="000000"/>
                  </a:outerShdw>
                </a:effectLst>
                <a:latin typeface="+mn-lt"/>
                <a:ea typeface="楷体" pitchFamily="49" charset="-122"/>
              </a:rPr>
              <a:t>十进制数</a:t>
            </a:r>
            <a:r>
              <a:rPr lang="en-US" altLang="zh-CN" sz="1800" dirty="0">
                <a:solidFill>
                  <a:srgbClr val="CC0000"/>
                </a:solidFill>
                <a:effectLst>
                  <a:outerShdw blurRad="38100" dist="38100" dir="2700000" algn="tl">
                    <a:srgbClr val="000000"/>
                  </a:outerShdw>
                </a:effectLst>
                <a:latin typeface="+mn-lt"/>
                <a:ea typeface="楷体" pitchFamily="49" charset="-122"/>
              </a:rPr>
              <a:t>-65537</a:t>
            </a:r>
            <a:r>
              <a:rPr lang="zh-CN" altLang="en-US" sz="1800" dirty="0">
                <a:solidFill>
                  <a:srgbClr val="CC0000"/>
                </a:solidFill>
                <a:effectLst>
                  <a:outerShdw blurRad="38100" dist="38100" dir="2700000" algn="tl">
                    <a:srgbClr val="000000"/>
                  </a:outerShdw>
                </a:effectLst>
                <a:latin typeface="+mn-lt"/>
                <a:ea typeface="楷体" pitchFamily="49" charset="-122"/>
              </a:rPr>
              <a:t>两个字节的内存实际存放形式</a:t>
            </a:r>
            <a:r>
              <a:rPr lang="zh-CN" altLang="en-US" sz="1800" dirty="0">
                <a:latin typeface="+mn-lt"/>
                <a:ea typeface="楷体" pitchFamily="49" charset="-122"/>
              </a:rPr>
              <a:t> </a:t>
            </a:r>
          </a:p>
        </p:txBody>
      </p:sp>
      <p:grpSp>
        <p:nvGrpSpPr>
          <p:cNvPr id="107" name="Group 53">
            <a:extLst>
              <a:ext uri="{FF2B5EF4-FFF2-40B4-BE49-F238E27FC236}">
                <a16:creationId xmlns:a16="http://schemas.microsoft.com/office/drawing/2014/main" id="{45A682E2-12B7-4575-B7D1-C42D474D810B}"/>
              </a:ext>
            </a:extLst>
          </p:cNvPr>
          <p:cNvGrpSpPr>
            <a:grpSpLocks/>
          </p:cNvGrpSpPr>
          <p:nvPr/>
        </p:nvGrpSpPr>
        <p:grpSpPr bwMode="auto">
          <a:xfrm>
            <a:off x="1358211" y="5156794"/>
            <a:ext cx="1023937" cy="1000125"/>
            <a:chOff x="1654" y="2714"/>
            <a:chExt cx="645" cy="630"/>
          </a:xfrm>
        </p:grpSpPr>
        <p:sp>
          <p:nvSpPr>
            <p:cNvPr id="108" name="Text Box 54">
              <a:extLst>
                <a:ext uri="{FF2B5EF4-FFF2-40B4-BE49-F238E27FC236}">
                  <a16:creationId xmlns:a16="http://schemas.microsoft.com/office/drawing/2014/main" id="{BFC8EC14-410A-4F2F-A1C2-83234DDE66A3}"/>
                </a:ext>
              </a:extLst>
            </p:cNvPr>
            <p:cNvSpPr txBox="1">
              <a:spLocks noChangeArrowheads="1"/>
            </p:cNvSpPr>
            <p:nvPr/>
          </p:nvSpPr>
          <p:spPr bwMode="auto">
            <a:xfrm>
              <a:off x="1654" y="2714"/>
              <a:ext cx="635" cy="233"/>
            </a:xfrm>
            <a:prstGeom prst="rect">
              <a:avLst/>
            </a:prstGeom>
            <a:noFill/>
            <a:ln w="9525">
              <a:noFill/>
              <a:miter lim="800000"/>
              <a:headEnd/>
              <a:tailEnd/>
            </a:ln>
            <a:effectLst/>
          </p:spPr>
          <p:txBody>
            <a:bodyPr>
              <a:spAutoFit/>
            </a:bodyPr>
            <a:lstStyle/>
            <a:p>
              <a:pPr>
                <a:spcBef>
                  <a:spcPct val="50000"/>
                </a:spcBef>
              </a:pPr>
              <a:r>
                <a:rPr lang="zh-CN" altLang="en-US" sz="1800" b="1" dirty="0">
                  <a:latin typeface="+mn-lt"/>
                  <a:ea typeface="楷体" pitchFamily="49" charset="-122"/>
                </a:rPr>
                <a:t>低字节</a:t>
              </a:r>
            </a:p>
          </p:txBody>
        </p:sp>
        <p:sp>
          <p:nvSpPr>
            <p:cNvPr id="109" name="Text Box 55">
              <a:extLst>
                <a:ext uri="{FF2B5EF4-FFF2-40B4-BE49-F238E27FC236}">
                  <a16:creationId xmlns:a16="http://schemas.microsoft.com/office/drawing/2014/main" id="{986D6232-15E4-4DAD-AF26-33C63F9AD3B6}"/>
                </a:ext>
              </a:extLst>
            </p:cNvPr>
            <p:cNvSpPr txBox="1">
              <a:spLocks noChangeArrowheads="1"/>
            </p:cNvSpPr>
            <p:nvPr/>
          </p:nvSpPr>
          <p:spPr bwMode="auto">
            <a:xfrm>
              <a:off x="1664" y="3111"/>
              <a:ext cx="635" cy="233"/>
            </a:xfrm>
            <a:prstGeom prst="rect">
              <a:avLst/>
            </a:prstGeom>
            <a:noFill/>
            <a:ln w="9525">
              <a:noFill/>
              <a:miter lim="800000"/>
              <a:headEnd/>
              <a:tailEnd/>
            </a:ln>
            <a:effectLst/>
          </p:spPr>
          <p:txBody>
            <a:bodyPr>
              <a:spAutoFit/>
            </a:bodyPr>
            <a:lstStyle/>
            <a:p>
              <a:pPr>
                <a:spcBef>
                  <a:spcPct val="50000"/>
                </a:spcBef>
              </a:pPr>
              <a:r>
                <a:rPr lang="zh-CN" altLang="en-US" sz="1800" b="1">
                  <a:latin typeface="+mn-lt"/>
                  <a:ea typeface="楷体" pitchFamily="49" charset="-122"/>
                </a:rPr>
                <a:t>高字节</a:t>
              </a:r>
            </a:p>
          </p:txBody>
        </p:sp>
      </p:grpSp>
      <p:sp>
        <p:nvSpPr>
          <p:cNvPr id="110" name="AutoShape 56">
            <a:extLst>
              <a:ext uri="{FF2B5EF4-FFF2-40B4-BE49-F238E27FC236}">
                <a16:creationId xmlns:a16="http://schemas.microsoft.com/office/drawing/2014/main" id="{FE0667C7-18E3-4FC2-B0BE-035A5F481064}"/>
              </a:ext>
            </a:extLst>
          </p:cNvPr>
          <p:cNvSpPr>
            <a:spLocks noChangeArrowheads="1"/>
          </p:cNvSpPr>
          <p:nvPr/>
        </p:nvSpPr>
        <p:spPr bwMode="auto">
          <a:xfrm>
            <a:off x="765768" y="5444351"/>
            <a:ext cx="1038811" cy="396875"/>
          </a:xfrm>
          <a:prstGeom prst="wedgeRoundRectCallout">
            <a:avLst>
              <a:gd name="adj1" fmla="val 131100"/>
              <a:gd name="adj2" fmla="val 77135"/>
              <a:gd name="adj3" fmla="val 16667"/>
            </a:avLst>
          </a:prstGeom>
          <a:gradFill flip="none" rotWithShape="1">
            <a:gsLst>
              <a:gs pos="0">
                <a:srgbClr val="F0E5B7"/>
              </a:gs>
              <a:gs pos="100000">
                <a:srgbClr val="F0E5B7"/>
              </a:gs>
            </a:gsLst>
            <a:lin ang="27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dirty="0">
                <a:solidFill>
                  <a:srgbClr val="C01920"/>
                </a:solidFill>
                <a:latin typeface="楷体" pitchFamily="49" charset="-122"/>
                <a:ea typeface="楷体" pitchFamily="49" charset="-122"/>
              </a:rPr>
              <a:t>符号位</a:t>
            </a:r>
          </a:p>
        </p:txBody>
      </p:sp>
      <p:grpSp>
        <p:nvGrpSpPr>
          <p:cNvPr id="111" name="Group 58">
            <a:extLst>
              <a:ext uri="{FF2B5EF4-FFF2-40B4-BE49-F238E27FC236}">
                <a16:creationId xmlns:a16="http://schemas.microsoft.com/office/drawing/2014/main" id="{9938DCF0-4E80-4BD0-BBF9-39C0E94CA441}"/>
              </a:ext>
            </a:extLst>
          </p:cNvPr>
          <p:cNvGrpSpPr>
            <a:grpSpLocks/>
          </p:cNvGrpSpPr>
          <p:nvPr/>
        </p:nvGrpSpPr>
        <p:grpSpPr bwMode="auto">
          <a:xfrm rot="255814">
            <a:off x="3992300" y="3920437"/>
            <a:ext cx="1734689" cy="1270233"/>
            <a:chOff x="4059" y="1933"/>
            <a:chExt cx="1635" cy="1225"/>
          </a:xfrm>
        </p:grpSpPr>
        <p:sp>
          <p:nvSpPr>
            <p:cNvPr id="112" name="AutoShape 52">
              <a:extLst>
                <a:ext uri="{FF2B5EF4-FFF2-40B4-BE49-F238E27FC236}">
                  <a16:creationId xmlns:a16="http://schemas.microsoft.com/office/drawing/2014/main" id="{569BD775-A92F-4994-967B-FAFE1D087B7E}"/>
                </a:ext>
              </a:extLst>
            </p:cNvPr>
            <p:cNvSpPr>
              <a:spLocks noChangeArrowheads="1"/>
            </p:cNvSpPr>
            <p:nvPr/>
          </p:nvSpPr>
          <p:spPr bwMode="auto">
            <a:xfrm>
              <a:off x="4059" y="1933"/>
              <a:ext cx="907" cy="1225"/>
            </a:xfrm>
            <a:prstGeom prst="curvedLeftArrow">
              <a:avLst>
                <a:gd name="adj1" fmla="val 21266"/>
                <a:gd name="adj2" fmla="val 59408"/>
                <a:gd name="adj3" fmla="val 35060"/>
              </a:avLst>
            </a:prstGeom>
            <a:solidFill>
              <a:srgbClr val="F0E5B7"/>
            </a:solidFill>
            <a:ln w="9525">
              <a:solidFill>
                <a:schemeClr val="tx1"/>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latin typeface="+mn-lt"/>
                <a:ea typeface="楷体" pitchFamily="49" charset="-122"/>
              </a:endParaRPr>
            </a:p>
          </p:txBody>
        </p:sp>
        <p:sp>
          <p:nvSpPr>
            <p:cNvPr id="113" name="Text Box 57">
              <a:extLst>
                <a:ext uri="{FF2B5EF4-FFF2-40B4-BE49-F238E27FC236}">
                  <a16:creationId xmlns:a16="http://schemas.microsoft.com/office/drawing/2014/main" id="{E2BC9AAD-6E0B-476C-ABFA-DDE02513390C}"/>
                </a:ext>
              </a:extLst>
            </p:cNvPr>
            <p:cNvSpPr txBox="1">
              <a:spLocks noChangeArrowheads="1"/>
            </p:cNvSpPr>
            <p:nvPr/>
          </p:nvSpPr>
          <p:spPr bwMode="auto">
            <a:xfrm>
              <a:off x="5012" y="2209"/>
              <a:ext cx="682" cy="546"/>
            </a:xfrm>
            <a:prstGeom prst="rect">
              <a:avLst/>
            </a:prstGeom>
            <a:noFill/>
            <a:ln w="9525">
              <a:noFill/>
              <a:miter lim="800000"/>
              <a:headEnd/>
              <a:tailEnd/>
            </a:ln>
            <a:effectLst/>
          </p:spPr>
          <p:txBody>
            <a:bodyPr wrap="square">
              <a:spAutoFit/>
            </a:bodyPr>
            <a:lstStyle/>
            <a:p>
              <a:pPr>
                <a:spcBef>
                  <a:spcPct val="50000"/>
                </a:spcBef>
              </a:pPr>
              <a:r>
                <a:rPr lang="zh-CN" altLang="en-US" sz="2000" b="1" dirty="0">
                  <a:solidFill>
                    <a:srgbClr val="0000FF"/>
                  </a:solidFill>
                  <a:effectLst>
                    <a:outerShdw blurRad="38100" dist="38100" dir="2700000" algn="tl">
                      <a:srgbClr val="FFFFFF"/>
                    </a:outerShdw>
                  </a:effectLst>
                  <a:latin typeface="+mn-lt"/>
                  <a:ea typeface="楷体" pitchFamily="49" charset="-122"/>
                </a:rPr>
                <a:t>取低</a:t>
              </a:r>
              <a:r>
                <a:rPr lang="en-US" altLang="zh-CN" sz="2000" b="1" dirty="0">
                  <a:solidFill>
                    <a:srgbClr val="0000FF"/>
                  </a:solidFill>
                  <a:effectLst>
                    <a:outerShdw blurRad="38100" dist="38100" dir="2700000" algn="tl">
                      <a:srgbClr val="FFFFFF"/>
                    </a:outerShdw>
                  </a:effectLst>
                  <a:latin typeface="+mn-lt"/>
                  <a:ea typeface="楷体" pitchFamily="49" charset="-122"/>
                </a:rPr>
                <a:t>16</a:t>
              </a:r>
              <a:r>
                <a:rPr lang="zh-CN" altLang="en-US" sz="2000" b="1" dirty="0">
                  <a:solidFill>
                    <a:srgbClr val="0000FF"/>
                  </a:solidFill>
                  <a:effectLst>
                    <a:outerShdw blurRad="38100" dist="38100" dir="2700000" algn="tl">
                      <a:srgbClr val="FFFFFF"/>
                    </a:outerShdw>
                  </a:effectLst>
                  <a:latin typeface="+mn-lt"/>
                  <a:ea typeface="楷体" pitchFamily="49" charset="-122"/>
                </a:rPr>
                <a:t>位</a:t>
              </a:r>
            </a:p>
          </p:txBody>
        </p:sp>
      </p:grpSp>
      <p:sp>
        <p:nvSpPr>
          <p:cNvPr id="114" name="AutoShape 59">
            <a:extLst>
              <a:ext uri="{FF2B5EF4-FFF2-40B4-BE49-F238E27FC236}">
                <a16:creationId xmlns:a16="http://schemas.microsoft.com/office/drawing/2014/main" id="{B5999F0F-F358-4316-B3D5-E71B4A2C6655}"/>
              </a:ext>
            </a:extLst>
          </p:cNvPr>
          <p:cNvSpPr>
            <a:spLocks noChangeArrowheads="1"/>
          </p:cNvSpPr>
          <p:nvPr/>
        </p:nvSpPr>
        <p:spPr bwMode="auto">
          <a:xfrm>
            <a:off x="717978" y="4317522"/>
            <a:ext cx="1875705" cy="756820"/>
          </a:xfrm>
          <a:prstGeom prst="wedgeRoundRectCallout">
            <a:avLst>
              <a:gd name="adj1" fmla="val 58340"/>
              <a:gd name="adj2" fmla="val 92333"/>
              <a:gd name="adj3" fmla="val 16667"/>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dirty="0">
                <a:solidFill>
                  <a:srgbClr val="C01920"/>
                </a:solidFill>
                <a:latin typeface="+mn-lt"/>
                <a:ea typeface="楷体" pitchFamily="49" charset="-122"/>
              </a:rPr>
              <a:t>真值为：</a:t>
            </a:r>
            <a:r>
              <a:rPr lang="en-US" altLang="zh-CN" sz="2000" b="1" dirty="0">
                <a:solidFill>
                  <a:srgbClr val="C01920"/>
                </a:solidFill>
                <a:latin typeface="+mn-lt"/>
                <a:ea typeface="楷体" pitchFamily="49" charset="-122"/>
              </a:rPr>
              <a:t>-1</a:t>
            </a:r>
            <a:r>
              <a:rPr lang="zh-CN" altLang="en-US" sz="2000" b="1" dirty="0">
                <a:solidFill>
                  <a:srgbClr val="C01920"/>
                </a:solidFill>
                <a:latin typeface="+mn-lt"/>
                <a:ea typeface="楷体" pitchFamily="49" charset="-122"/>
              </a:rPr>
              <a:t>，不是</a:t>
            </a:r>
            <a:r>
              <a:rPr lang="en-US" altLang="zh-CN" sz="2000" b="1" dirty="0">
                <a:solidFill>
                  <a:srgbClr val="C01920"/>
                </a:solidFill>
                <a:latin typeface="+mn-lt"/>
                <a:ea typeface="楷体" pitchFamily="49" charset="-122"/>
              </a:rPr>
              <a:t>-65537!</a:t>
            </a:r>
          </a:p>
        </p:txBody>
      </p:sp>
      <p:grpSp>
        <p:nvGrpSpPr>
          <p:cNvPr id="115" name="Group 8">
            <a:extLst>
              <a:ext uri="{FF2B5EF4-FFF2-40B4-BE49-F238E27FC236}">
                <a16:creationId xmlns:a16="http://schemas.microsoft.com/office/drawing/2014/main" id="{6B00C33D-B9EF-4A33-8B49-C7668E105C5F}"/>
              </a:ext>
            </a:extLst>
          </p:cNvPr>
          <p:cNvGrpSpPr>
            <a:grpSpLocks/>
          </p:cNvGrpSpPr>
          <p:nvPr/>
        </p:nvGrpSpPr>
        <p:grpSpPr bwMode="auto">
          <a:xfrm>
            <a:off x="7319896" y="2708920"/>
            <a:ext cx="2089150" cy="908052"/>
            <a:chOff x="3471" y="342"/>
            <a:chExt cx="1316" cy="572"/>
          </a:xfrm>
        </p:grpSpPr>
        <p:sp>
          <p:nvSpPr>
            <p:cNvPr id="116" name="Line 9">
              <a:extLst>
                <a:ext uri="{FF2B5EF4-FFF2-40B4-BE49-F238E27FC236}">
                  <a16:creationId xmlns:a16="http://schemas.microsoft.com/office/drawing/2014/main" id="{4FC09D54-742A-4369-8204-7C4A1CE684BA}"/>
                </a:ext>
              </a:extLst>
            </p:cNvPr>
            <p:cNvSpPr>
              <a:spLocks noChangeShapeType="1"/>
            </p:cNvSpPr>
            <p:nvPr/>
          </p:nvSpPr>
          <p:spPr bwMode="auto">
            <a:xfrm flipV="1">
              <a:off x="3882" y="342"/>
              <a:ext cx="247" cy="358"/>
            </a:xfrm>
            <a:prstGeom prst="line">
              <a:avLst/>
            </a:prstGeom>
            <a:noFill/>
            <a:ln w="28575">
              <a:solidFill>
                <a:srgbClr val="0000FF"/>
              </a:solidFill>
              <a:round/>
              <a:headEnd/>
              <a:tailEnd type="stealth" w="lg" len="lg"/>
            </a:ln>
            <a:effectLst/>
          </p:spPr>
          <p:txBody>
            <a:bodyPr/>
            <a:lstStyle/>
            <a:p>
              <a:endParaRPr lang="zh-CN" altLang="en-US">
                <a:latin typeface="+mn-lt"/>
                <a:ea typeface="楷体" pitchFamily="49" charset="-122"/>
              </a:endParaRPr>
            </a:p>
          </p:txBody>
        </p:sp>
        <p:sp>
          <p:nvSpPr>
            <p:cNvPr id="117" name="Text Box 10">
              <a:extLst>
                <a:ext uri="{FF2B5EF4-FFF2-40B4-BE49-F238E27FC236}">
                  <a16:creationId xmlns:a16="http://schemas.microsoft.com/office/drawing/2014/main" id="{3CF2BC11-C184-4076-8EDC-B46EB055D9F8}"/>
                </a:ext>
              </a:extLst>
            </p:cNvPr>
            <p:cNvSpPr txBox="1">
              <a:spLocks noChangeArrowheads="1"/>
            </p:cNvSpPr>
            <p:nvPr/>
          </p:nvSpPr>
          <p:spPr bwMode="auto">
            <a:xfrm>
              <a:off x="3471" y="664"/>
              <a:ext cx="1316" cy="250"/>
            </a:xfrm>
            <a:prstGeom prst="rect">
              <a:avLst/>
            </a:prstGeom>
            <a:noFill/>
            <a:ln w="9525">
              <a:noFill/>
              <a:miter lim="800000"/>
              <a:headEnd/>
              <a:tailEnd/>
            </a:ln>
            <a:effectLst/>
          </p:spPr>
          <p:txBody>
            <a:bodyPr>
              <a:spAutoFit/>
            </a:bodyPr>
            <a:lstStyle/>
            <a:p>
              <a:pPr>
                <a:spcBef>
                  <a:spcPct val="50000"/>
                </a:spcBef>
              </a:pPr>
              <a:r>
                <a:rPr lang="zh-CN" altLang="en-US" sz="2000" b="1" dirty="0">
                  <a:solidFill>
                    <a:schemeClr val="accent2"/>
                  </a:solidFill>
                  <a:effectLst>
                    <a:outerShdw blurRad="38100" dist="38100" dir="2700000" algn="tl">
                      <a:srgbClr val="000000"/>
                    </a:outerShdw>
                  </a:effectLst>
                  <a:latin typeface="+mn-lt"/>
                  <a:ea typeface="楷体" pitchFamily="49" charset="-122"/>
                </a:rPr>
                <a:t>符号位</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表示负</a:t>
              </a:r>
              <a:r>
                <a:rPr lang="en-US" altLang="zh-CN" sz="2000" b="1" dirty="0">
                  <a:solidFill>
                    <a:schemeClr val="accent2"/>
                  </a:solidFill>
                  <a:effectLst>
                    <a:outerShdw blurRad="38100" dist="38100" dir="2700000" algn="tl">
                      <a:srgbClr val="000000"/>
                    </a:outerShdw>
                  </a:effectLst>
                  <a:latin typeface="+mn-lt"/>
                  <a:ea typeface="楷体" pitchFamily="49" charset="-122"/>
                </a:rPr>
                <a:t>)</a:t>
              </a:r>
            </a:p>
          </p:txBody>
        </p:sp>
      </p:grpSp>
      <p:sp>
        <p:nvSpPr>
          <p:cNvPr id="118" name="Rectangle 19">
            <a:extLst>
              <a:ext uri="{FF2B5EF4-FFF2-40B4-BE49-F238E27FC236}">
                <a16:creationId xmlns:a16="http://schemas.microsoft.com/office/drawing/2014/main" id="{4A178D82-A34A-43BE-930B-67B349C9266A}"/>
              </a:ext>
            </a:extLst>
          </p:cNvPr>
          <p:cNvSpPr>
            <a:spLocks noChangeArrowheads="1"/>
          </p:cNvSpPr>
          <p:nvPr/>
        </p:nvSpPr>
        <p:spPr bwMode="auto">
          <a:xfrm>
            <a:off x="6529594" y="1354625"/>
            <a:ext cx="4716356" cy="830997"/>
          </a:xfrm>
          <a:prstGeom prst="rect">
            <a:avLst/>
          </a:prstGeom>
          <a:noFill/>
          <a:ln w="9525">
            <a:noFill/>
            <a:miter lim="800000"/>
            <a:headEnd/>
            <a:tailEnd/>
          </a:ln>
          <a:effectLst/>
        </p:spPr>
        <p:txBody>
          <a:bodyPr wrap="none">
            <a:spAutoFit/>
          </a:bodyPr>
          <a:lstStyle/>
          <a:p>
            <a:r>
              <a:rPr lang="en-US" altLang="zh-CN" b="1" dirty="0">
                <a:effectLst>
                  <a:outerShdw blurRad="38100" dist="38100" dir="2700000" algn="tl">
                    <a:srgbClr val="FFFFFF"/>
                  </a:outerShdw>
                </a:effectLst>
                <a:sym typeface="Wingdings" pitchFamily="2" charset="2"/>
              </a:rPr>
              <a:t>(+65537)</a:t>
            </a:r>
            <a:r>
              <a:rPr lang="zh-CN" altLang="en-US" b="1" baseline="-25000" dirty="0">
                <a:effectLst>
                  <a:outerShdw blurRad="38100" dist="38100" dir="2700000" algn="tl">
                    <a:srgbClr val="FFFFFF"/>
                  </a:outerShdw>
                </a:effectLst>
                <a:latin typeface="楷体" pitchFamily="49" charset="-122"/>
                <a:ea typeface="楷体" pitchFamily="49" charset="-122"/>
                <a:sym typeface="Wingdings" pitchFamily="2" charset="2"/>
              </a:rPr>
              <a:t>补</a:t>
            </a:r>
            <a:r>
              <a:rPr lang="zh-CN" altLang="en-US" b="1" dirty="0">
                <a:effectLst>
                  <a:outerShdw blurRad="38100" dist="38100" dir="2700000" algn="tl">
                    <a:srgbClr val="FFFFFF"/>
                  </a:outerShdw>
                </a:effectLst>
                <a:sym typeface="Wingdings" pitchFamily="2" charset="2"/>
              </a:rPr>
              <a:t> </a:t>
            </a:r>
            <a:r>
              <a:rPr lang="en-US" altLang="zh-CN" b="1" dirty="0">
                <a:effectLst>
                  <a:outerShdw blurRad="38100" dist="38100" dir="2700000" algn="tl">
                    <a:srgbClr val="FFFFFF"/>
                  </a:outerShdw>
                </a:effectLst>
                <a:sym typeface="Wingdings" pitchFamily="2" charset="2"/>
              </a:rPr>
              <a:t>=  </a:t>
            </a:r>
            <a:r>
              <a:rPr lang="en-US" altLang="zh-CN" b="1" dirty="0">
                <a:solidFill>
                  <a:srgbClr val="FF3300"/>
                </a:solidFill>
                <a:effectLst>
                  <a:outerShdw blurRad="38100" dist="38100" dir="2700000" algn="tl">
                    <a:srgbClr val="000000"/>
                  </a:outerShdw>
                </a:effectLst>
                <a:sym typeface="Wingdings" pitchFamily="2" charset="2"/>
              </a:rPr>
              <a:t>0</a:t>
            </a:r>
            <a:r>
              <a:rPr lang="en-US" altLang="zh-CN" b="1" dirty="0">
                <a:effectLst>
                  <a:outerShdw blurRad="38100" dist="38100" dir="2700000" algn="tl">
                    <a:srgbClr val="FFFFFF"/>
                  </a:outerShdw>
                </a:effectLst>
                <a:sym typeface="Wingdings" pitchFamily="2" charset="2"/>
              </a:rPr>
              <a:t>000 0000 0000 0001 </a:t>
            </a:r>
          </a:p>
          <a:p>
            <a:r>
              <a:rPr lang="en-US" altLang="zh-CN" b="1" dirty="0">
                <a:effectLst>
                  <a:outerShdw blurRad="38100" dist="38100" dir="2700000" algn="tl">
                    <a:srgbClr val="FFFFFF"/>
                  </a:outerShdw>
                </a:effectLst>
                <a:sym typeface="Wingdings" pitchFamily="2" charset="2"/>
              </a:rPr>
              <a:t>                       0000 0000 0000 0001</a:t>
            </a:r>
            <a:r>
              <a:rPr lang="en-US" altLang="zh-CN" dirty="0">
                <a:sym typeface="Wingdings" pitchFamily="2" charset="2"/>
              </a:rPr>
              <a:t> </a:t>
            </a:r>
          </a:p>
        </p:txBody>
      </p:sp>
      <p:sp>
        <p:nvSpPr>
          <p:cNvPr id="119" name="Oval 20">
            <a:extLst>
              <a:ext uri="{FF2B5EF4-FFF2-40B4-BE49-F238E27FC236}">
                <a16:creationId xmlns:a16="http://schemas.microsoft.com/office/drawing/2014/main" id="{144DC073-EA47-4D7D-A341-168A3A9062D6}"/>
              </a:ext>
            </a:extLst>
          </p:cNvPr>
          <p:cNvSpPr>
            <a:spLocks noChangeArrowheads="1"/>
          </p:cNvSpPr>
          <p:nvPr/>
        </p:nvSpPr>
        <p:spPr bwMode="auto">
          <a:xfrm>
            <a:off x="8136587" y="2412663"/>
            <a:ext cx="2927259" cy="908161"/>
          </a:xfrm>
          <a:prstGeom prst="ellipse">
            <a:avLst/>
          </a:prstGeom>
          <a:noFill/>
          <a:ln w="28575">
            <a:solidFill>
              <a:srgbClr val="FF0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120" name="Rectangle 35">
            <a:extLst>
              <a:ext uri="{FF2B5EF4-FFF2-40B4-BE49-F238E27FC236}">
                <a16:creationId xmlns:a16="http://schemas.microsoft.com/office/drawing/2014/main" id="{DDD7BB21-DD3E-4E28-8641-D19E82AD2242}"/>
              </a:ext>
            </a:extLst>
          </p:cNvPr>
          <p:cNvSpPr>
            <a:spLocks noChangeArrowheads="1"/>
          </p:cNvSpPr>
          <p:nvPr/>
        </p:nvSpPr>
        <p:spPr bwMode="auto">
          <a:xfrm>
            <a:off x="6529594" y="2452224"/>
            <a:ext cx="4534255" cy="830997"/>
          </a:xfrm>
          <a:prstGeom prst="rect">
            <a:avLst/>
          </a:prstGeom>
          <a:noFill/>
          <a:ln w="9525">
            <a:noFill/>
            <a:miter lim="800000"/>
            <a:headEnd/>
            <a:tailEnd/>
          </a:ln>
          <a:effectLst/>
        </p:spPr>
        <p:txBody>
          <a:bodyPr wrap="none">
            <a:spAutoFit/>
          </a:bodyPr>
          <a:lstStyle/>
          <a:p>
            <a:r>
              <a:rPr lang="en-US" altLang="zh-CN" b="1" dirty="0">
                <a:effectLst>
                  <a:outerShdw blurRad="38100" dist="38100" dir="2700000" algn="tl">
                    <a:srgbClr val="FFFFFF"/>
                  </a:outerShdw>
                </a:effectLst>
                <a:sym typeface="Wingdings" pitchFamily="2" charset="2"/>
              </a:rPr>
              <a:t>(-65537)</a:t>
            </a:r>
            <a:r>
              <a:rPr lang="zh-CN" altLang="en-US" b="1" baseline="-25000" dirty="0">
                <a:effectLst>
                  <a:outerShdw blurRad="38100" dist="38100" dir="2700000" algn="tl">
                    <a:srgbClr val="FFFFFF"/>
                  </a:outerShdw>
                </a:effectLst>
                <a:latin typeface="楷体" pitchFamily="49" charset="-122"/>
                <a:ea typeface="楷体" pitchFamily="49" charset="-122"/>
                <a:sym typeface="Wingdings" pitchFamily="2" charset="2"/>
              </a:rPr>
              <a:t>补</a:t>
            </a:r>
            <a:r>
              <a:rPr lang="zh-CN" altLang="en-US" b="1" dirty="0">
                <a:effectLst>
                  <a:outerShdw blurRad="38100" dist="38100" dir="2700000" algn="tl">
                    <a:srgbClr val="FFFFFF"/>
                  </a:outerShdw>
                </a:effectLst>
                <a:sym typeface="Wingdings" pitchFamily="2" charset="2"/>
              </a:rPr>
              <a:t> </a:t>
            </a:r>
            <a:r>
              <a:rPr lang="en-US" altLang="zh-CN" b="1" dirty="0">
                <a:effectLst>
                  <a:outerShdw blurRad="38100" dist="38100" dir="2700000" algn="tl">
                    <a:srgbClr val="FFFFFF"/>
                  </a:outerShdw>
                </a:effectLst>
                <a:sym typeface="Wingdings" pitchFamily="2" charset="2"/>
              </a:rPr>
              <a:t>=   </a:t>
            </a:r>
            <a:r>
              <a:rPr lang="en-US" altLang="zh-CN" b="1" dirty="0">
                <a:solidFill>
                  <a:srgbClr val="FF3300"/>
                </a:solidFill>
                <a:effectLst>
                  <a:outerShdw blurRad="38100" dist="38100" dir="2700000" algn="tl">
                    <a:srgbClr val="000000"/>
                  </a:outerShdw>
                </a:effectLst>
                <a:sym typeface="Wingdings" pitchFamily="2" charset="2"/>
              </a:rPr>
              <a:t>1</a:t>
            </a:r>
            <a:r>
              <a:rPr lang="en-US" altLang="zh-CN" b="1" dirty="0">
                <a:solidFill>
                  <a:schemeClr val="accent2"/>
                </a:solidFill>
                <a:effectLst>
                  <a:outerShdw blurRad="38100" dist="38100" dir="2700000" algn="tl">
                    <a:srgbClr val="000000"/>
                  </a:outerShdw>
                </a:effectLst>
                <a:sym typeface="Wingdings" pitchFamily="2" charset="2"/>
              </a:rPr>
              <a:t>111 1111 1111 1110 </a:t>
            </a:r>
          </a:p>
          <a:p>
            <a:r>
              <a:rPr lang="en-US" altLang="zh-CN" b="1" dirty="0">
                <a:solidFill>
                  <a:schemeClr val="accent2"/>
                </a:solidFill>
                <a:effectLst>
                  <a:outerShdw blurRad="38100" dist="38100" dir="2700000" algn="tl">
                    <a:srgbClr val="000000"/>
                  </a:outerShdw>
                </a:effectLst>
                <a:sym typeface="Wingdings" pitchFamily="2" charset="2"/>
              </a:rPr>
              <a:t>                       1111 1111 1111 1111</a:t>
            </a:r>
            <a:r>
              <a:rPr lang="en-US" altLang="zh-CN" dirty="0"/>
              <a:t> </a:t>
            </a:r>
          </a:p>
        </p:txBody>
      </p:sp>
      <p:grpSp>
        <p:nvGrpSpPr>
          <p:cNvPr id="121" name="Group 36">
            <a:extLst>
              <a:ext uri="{FF2B5EF4-FFF2-40B4-BE49-F238E27FC236}">
                <a16:creationId xmlns:a16="http://schemas.microsoft.com/office/drawing/2014/main" id="{9A06F880-6584-49BF-BB46-16F5C03CDD62}"/>
              </a:ext>
            </a:extLst>
          </p:cNvPr>
          <p:cNvGrpSpPr>
            <a:grpSpLocks/>
          </p:cNvGrpSpPr>
          <p:nvPr/>
        </p:nvGrpSpPr>
        <p:grpSpPr bwMode="auto">
          <a:xfrm>
            <a:off x="9556254" y="2026742"/>
            <a:ext cx="2368550" cy="538162"/>
            <a:chOff x="2336" y="1594"/>
            <a:chExt cx="1492" cy="339"/>
          </a:xfrm>
        </p:grpSpPr>
        <p:sp>
          <p:nvSpPr>
            <p:cNvPr id="122" name="Line 37">
              <a:extLst>
                <a:ext uri="{FF2B5EF4-FFF2-40B4-BE49-F238E27FC236}">
                  <a16:creationId xmlns:a16="http://schemas.microsoft.com/office/drawing/2014/main" id="{4E2B2A4A-0866-4AE6-B3E9-2035E898D490}"/>
                </a:ext>
              </a:extLst>
            </p:cNvPr>
            <p:cNvSpPr>
              <a:spLocks noChangeShapeType="1"/>
            </p:cNvSpPr>
            <p:nvPr/>
          </p:nvSpPr>
          <p:spPr bwMode="auto">
            <a:xfrm>
              <a:off x="2336" y="1661"/>
              <a:ext cx="0" cy="272"/>
            </a:xfrm>
            <a:prstGeom prst="line">
              <a:avLst/>
            </a:prstGeom>
            <a:noFill/>
            <a:ln w="28575">
              <a:solidFill>
                <a:schemeClr val="tx1"/>
              </a:solidFill>
              <a:round/>
              <a:headEnd/>
              <a:tailEnd type="stealth" w="lg" len="lg"/>
            </a:ln>
            <a:effectLst/>
          </p:spPr>
          <p:txBody>
            <a:bodyPr/>
            <a:lstStyle/>
            <a:p>
              <a:endParaRPr lang="zh-CN" altLang="en-US">
                <a:latin typeface="+mn-lt"/>
                <a:ea typeface="楷体" pitchFamily="49" charset="-122"/>
              </a:endParaRPr>
            </a:p>
          </p:txBody>
        </p:sp>
        <p:sp>
          <p:nvSpPr>
            <p:cNvPr id="123" name="Rectangle 38">
              <a:extLst>
                <a:ext uri="{FF2B5EF4-FFF2-40B4-BE49-F238E27FC236}">
                  <a16:creationId xmlns:a16="http://schemas.microsoft.com/office/drawing/2014/main" id="{6CF9A8AB-F5F2-4F5A-972A-B0F87935C640}"/>
                </a:ext>
              </a:extLst>
            </p:cNvPr>
            <p:cNvSpPr>
              <a:spLocks noChangeArrowheads="1"/>
            </p:cNvSpPr>
            <p:nvPr/>
          </p:nvSpPr>
          <p:spPr bwMode="auto">
            <a:xfrm>
              <a:off x="2370" y="1594"/>
              <a:ext cx="1458" cy="291"/>
            </a:xfrm>
            <a:prstGeom prst="rect">
              <a:avLst/>
            </a:prstGeom>
            <a:noFill/>
            <a:ln w="9525">
              <a:noFill/>
              <a:miter lim="800000"/>
              <a:headEnd/>
              <a:tailEnd/>
            </a:ln>
            <a:effectLst/>
          </p:spPr>
          <p:txBody>
            <a:bodyPr wrap="none">
              <a:spAutoFit/>
            </a:bodyPr>
            <a:lstStyle/>
            <a:p>
              <a:r>
                <a:rPr kumimoji="0" lang="zh-CN" altLang="en-US" sz="1800" b="1" dirty="0">
                  <a:effectLst>
                    <a:outerShdw blurRad="38100" dist="38100" dir="2700000" algn="tl">
                      <a:srgbClr val="FFFFFF"/>
                    </a:outerShdw>
                  </a:effectLst>
                  <a:latin typeface="+mn-lt"/>
                  <a:ea typeface="楷体" pitchFamily="49" charset="-122"/>
                </a:rPr>
                <a:t>按位求反，末位加</a:t>
              </a:r>
              <a:r>
                <a:rPr kumimoji="0" lang="en-US" altLang="zh-CN" sz="1800" b="1" dirty="0">
                  <a:effectLst>
                    <a:outerShdw blurRad="38100" dist="38100" dir="2700000" algn="tl">
                      <a:srgbClr val="FFFFFF"/>
                    </a:outerShdw>
                  </a:effectLst>
                  <a:latin typeface="+mn-lt"/>
                  <a:ea typeface="楷体" pitchFamily="49" charset="-122"/>
                </a:rPr>
                <a:t>1</a:t>
              </a:r>
              <a:r>
                <a:rPr kumimoji="0" lang="en-US" altLang="zh-CN" dirty="0">
                  <a:latin typeface="+mn-lt"/>
                  <a:ea typeface="楷体" pitchFamily="49" charset="-122"/>
                </a:rPr>
                <a:t> </a:t>
              </a:r>
              <a:endParaRPr lang="en-US" altLang="zh-CN" dirty="0">
                <a:latin typeface="+mn-lt"/>
                <a:ea typeface="楷体" pitchFamily="49" charset="-122"/>
              </a:endParaRPr>
            </a:p>
          </p:txBody>
        </p:sp>
      </p:grpSp>
      <p:grpSp>
        <p:nvGrpSpPr>
          <p:cNvPr id="124" name="Group 11">
            <a:extLst>
              <a:ext uri="{FF2B5EF4-FFF2-40B4-BE49-F238E27FC236}">
                <a16:creationId xmlns:a16="http://schemas.microsoft.com/office/drawing/2014/main" id="{50EF61CF-C81D-423D-A89D-4A026D42F8F2}"/>
              </a:ext>
            </a:extLst>
          </p:cNvPr>
          <p:cNvGrpSpPr>
            <a:grpSpLocks/>
          </p:cNvGrpSpPr>
          <p:nvPr/>
        </p:nvGrpSpPr>
        <p:grpSpPr bwMode="auto">
          <a:xfrm>
            <a:off x="6960096" y="4078188"/>
            <a:ext cx="1023937" cy="1943100"/>
            <a:chOff x="1654" y="2552"/>
            <a:chExt cx="645" cy="1224"/>
          </a:xfrm>
        </p:grpSpPr>
        <p:sp>
          <p:nvSpPr>
            <p:cNvPr id="125" name="Text Box 12">
              <a:extLst>
                <a:ext uri="{FF2B5EF4-FFF2-40B4-BE49-F238E27FC236}">
                  <a16:creationId xmlns:a16="http://schemas.microsoft.com/office/drawing/2014/main" id="{8165DC48-3C02-47E9-80E1-FA13D2C5556E}"/>
                </a:ext>
              </a:extLst>
            </p:cNvPr>
            <p:cNvSpPr txBox="1">
              <a:spLocks noChangeArrowheads="1"/>
            </p:cNvSpPr>
            <p:nvPr/>
          </p:nvSpPr>
          <p:spPr bwMode="auto">
            <a:xfrm>
              <a:off x="1654" y="2552"/>
              <a:ext cx="635" cy="233"/>
            </a:xfrm>
            <a:prstGeom prst="rect">
              <a:avLst/>
            </a:prstGeom>
            <a:noFill/>
            <a:ln w="9525">
              <a:noFill/>
              <a:miter lim="800000"/>
              <a:headEnd/>
              <a:tailEnd/>
            </a:ln>
            <a:effectLst/>
          </p:spPr>
          <p:txBody>
            <a:bodyPr>
              <a:spAutoFit/>
            </a:bodyPr>
            <a:lstStyle/>
            <a:p>
              <a:pPr>
                <a:spcBef>
                  <a:spcPct val="50000"/>
                </a:spcBef>
              </a:pPr>
              <a:r>
                <a:rPr lang="zh-CN" altLang="en-US" sz="1800" b="1" dirty="0">
                  <a:latin typeface="+mn-lt"/>
                  <a:ea typeface="楷体" pitchFamily="49" charset="-122"/>
                </a:rPr>
                <a:t>低字节</a:t>
              </a:r>
            </a:p>
          </p:txBody>
        </p:sp>
        <p:sp>
          <p:nvSpPr>
            <p:cNvPr id="126" name="Text Box 13">
              <a:extLst>
                <a:ext uri="{FF2B5EF4-FFF2-40B4-BE49-F238E27FC236}">
                  <a16:creationId xmlns:a16="http://schemas.microsoft.com/office/drawing/2014/main" id="{97846F80-20BD-414E-8B93-4618122AC973}"/>
                </a:ext>
              </a:extLst>
            </p:cNvPr>
            <p:cNvSpPr txBox="1">
              <a:spLocks noChangeArrowheads="1"/>
            </p:cNvSpPr>
            <p:nvPr/>
          </p:nvSpPr>
          <p:spPr bwMode="auto">
            <a:xfrm>
              <a:off x="1664" y="3543"/>
              <a:ext cx="635" cy="233"/>
            </a:xfrm>
            <a:prstGeom prst="rect">
              <a:avLst/>
            </a:prstGeom>
            <a:noFill/>
            <a:ln w="9525">
              <a:noFill/>
              <a:miter lim="800000"/>
              <a:headEnd/>
              <a:tailEnd/>
            </a:ln>
            <a:effectLst/>
          </p:spPr>
          <p:txBody>
            <a:bodyPr>
              <a:spAutoFit/>
            </a:bodyPr>
            <a:lstStyle/>
            <a:p>
              <a:pPr>
                <a:spcBef>
                  <a:spcPct val="50000"/>
                </a:spcBef>
              </a:pPr>
              <a:r>
                <a:rPr lang="zh-CN" altLang="en-US" sz="1800" b="1">
                  <a:latin typeface="+mn-lt"/>
                  <a:ea typeface="楷体" pitchFamily="49" charset="-122"/>
                </a:rPr>
                <a:t>高字节</a:t>
              </a:r>
            </a:p>
          </p:txBody>
        </p:sp>
      </p:grpSp>
      <p:grpSp>
        <p:nvGrpSpPr>
          <p:cNvPr id="127" name="Group 14">
            <a:extLst>
              <a:ext uri="{FF2B5EF4-FFF2-40B4-BE49-F238E27FC236}">
                <a16:creationId xmlns:a16="http://schemas.microsoft.com/office/drawing/2014/main" id="{BFCF30A4-3621-40FF-9DAA-16C79DCB0CD3}"/>
              </a:ext>
            </a:extLst>
          </p:cNvPr>
          <p:cNvGrpSpPr>
            <a:grpSpLocks/>
          </p:cNvGrpSpPr>
          <p:nvPr/>
        </p:nvGrpSpPr>
        <p:grpSpPr bwMode="auto">
          <a:xfrm>
            <a:off x="10179746" y="3993440"/>
            <a:ext cx="1020762" cy="1928813"/>
            <a:chOff x="3606" y="2543"/>
            <a:chExt cx="643" cy="1215"/>
          </a:xfrm>
        </p:grpSpPr>
        <p:sp>
          <p:nvSpPr>
            <p:cNvPr id="128" name="Text Box 15">
              <a:extLst>
                <a:ext uri="{FF2B5EF4-FFF2-40B4-BE49-F238E27FC236}">
                  <a16:creationId xmlns:a16="http://schemas.microsoft.com/office/drawing/2014/main" id="{7BE2A887-E3AE-4CAC-AE93-B03964100F1F}"/>
                </a:ext>
              </a:extLst>
            </p:cNvPr>
            <p:cNvSpPr txBox="1">
              <a:spLocks noChangeArrowheads="1"/>
            </p:cNvSpPr>
            <p:nvPr/>
          </p:nvSpPr>
          <p:spPr bwMode="auto">
            <a:xfrm>
              <a:off x="3614" y="2543"/>
              <a:ext cx="635" cy="233"/>
            </a:xfrm>
            <a:prstGeom prst="rect">
              <a:avLst/>
            </a:prstGeom>
            <a:noFill/>
            <a:ln w="9525">
              <a:noFill/>
              <a:miter lim="800000"/>
              <a:headEnd/>
              <a:tailEnd/>
            </a:ln>
            <a:effectLst/>
          </p:spPr>
          <p:txBody>
            <a:bodyPr>
              <a:spAutoFit/>
            </a:bodyPr>
            <a:lstStyle/>
            <a:p>
              <a:pPr>
                <a:spcBef>
                  <a:spcPct val="50000"/>
                </a:spcBef>
              </a:pPr>
              <a:r>
                <a:rPr lang="zh-CN" altLang="en-US" sz="1800" b="1" dirty="0">
                  <a:latin typeface="+mn-lt"/>
                  <a:ea typeface="楷体" pitchFamily="49" charset="-122"/>
                </a:rPr>
                <a:t>低地址</a:t>
              </a:r>
            </a:p>
          </p:txBody>
        </p:sp>
        <p:sp>
          <p:nvSpPr>
            <p:cNvPr id="129" name="Text Box 16">
              <a:extLst>
                <a:ext uri="{FF2B5EF4-FFF2-40B4-BE49-F238E27FC236}">
                  <a16:creationId xmlns:a16="http://schemas.microsoft.com/office/drawing/2014/main" id="{227FEFF4-203D-44BA-927F-7DA909B803A5}"/>
                </a:ext>
              </a:extLst>
            </p:cNvPr>
            <p:cNvSpPr txBox="1">
              <a:spLocks noChangeArrowheads="1"/>
            </p:cNvSpPr>
            <p:nvPr/>
          </p:nvSpPr>
          <p:spPr bwMode="auto">
            <a:xfrm>
              <a:off x="3606" y="3525"/>
              <a:ext cx="635" cy="233"/>
            </a:xfrm>
            <a:prstGeom prst="rect">
              <a:avLst/>
            </a:prstGeom>
            <a:noFill/>
            <a:ln w="9525">
              <a:noFill/>
              <a:miter lim="800000"/>
              <a:headEnd/>
              <a:tailEnd/>
            </a:ln>
            <a:effectLst/>
          </p:spPr>
          <p:txBody>
            <a:bodyPr>
              <a:spAutoFit/>
            </a:bodyPr>
            <a:lstStyle/>
            <a:p>
              <a:pPr>
                <a:spcBef>
                  <a:spcPct val="50000"/>
                </a:spcBef>
              </a:pPr>
              <a:r>
                <a:rPr lang="zh-CN" altLang="en-US" sz="1800" b="1">
                  <a:latin typeface="+mn-lt"/>
                  <a:ea typeface="楷体" pitchFamily="49" charset="-122"/>
                </a:rPr>
                <a:t>高地址</a:t>
              </a:r>
            </a:p>
          </p:txBody>
        </p:sp>
      </p:grpSp>
      <p:sp>
        <p:nvSpPr>
          <p:cNvPr id="130" name="Line 17">
            <a:extLst>
              <a:ext uri="{FF2B5EF4-FFF2-40B4-BE49-F238E27FC236}">
                <a16:creationId xmlns:a16="http://schemas.microsoft.com/office/drawing/2014/main" id="{1CB25AAA-110E-4154-BA2E-83ED1673AD35}"/>
              </a:ext>
            </a:extLst>
          </p:cNvPr>
          <p:cNvSpPr>
            <a:spLocks noChangeShapeType="1"/>
          </p:cNvSpPr>
          <p:nvPr/>
        </p:nvSpPr>
        <p:spPr bwMode="auto">
          <a:xfrm>
            <a:off x="10208321" y="3934701"/>
            <a:ext cx="0" cy="2159000"/>
          </a:xfrm>
          <a:prstGeom prst="line">
            <a:avLst/>
          </a:prstGeom>
          <a:noFill/>
          <a:ln w="28575">
            <a:solidFill>
              <a:srgbClr val="FF0000"/>
            </a:solidFill>
            <a:round/>
            <a:headEnd/>
            <a:tailEnd type="stealth" w="lg" len="lg"/>
          </a:ln>
          <a:effectLst>
            <a:outerShdw blurRad="50800" dist="38100" dir="2700000" algn="tl" rotWithShape="0">
              <a:prstClr val="black">
                <a:alpha val="40000"/>
              </a:prstClr>
            </a:outerShdw>
          </a:effectLst>
        </p:spPr>
        <p:txBody>
          <a:bodyPr/>
          <a:lstStyle/>
          <a:p>
            <a:endParaRPr lang="zh-CN" altLang="en-US"/>
          </a:p>
        </p:txBody>
      </p:sp>
      <p:sp>
        <p:nvSpPr>
          <p:cNvPr id="131" name="Rectangle 18">
            <a:extLst>
              <a:ext uri="{FF2B5EF4-FFF2-40B4-BE49-F238E27FC236}">
                <a16:creationId xmlns:a16="http://schemas.microsoft.com/office/drawing/2014/main" id="{86E17F4E-C62F-4BA0-B220-89272DCD3FB4}"/>
              </a:ext>
            </a:extLst>
          </p:cNvPr>
          <p:cNvSpPr>
            <a:spLocks noChangeArrowheads="1"/>
          </p:cNvSpPr>
          <p:nvPr/>
        </p:nvSpPr>
        <p:spPr bwMode="auto">
          <a:xfrm>
            <a:off x="6650733" y="6072420"/>
            <a:ext cx="5468164" cy="461665"/>
          </a:xfrm>
          <a:prstGeom prst="rect">
            <a:avLst/>
          </a:prstGeom>
          <a:noFill/>
          <a:ln w="9525">
            <a:noFill/>
            <a:miter lim="800000"/>
            <a:headEnd/>
            <a:tailEnd/>
          </a:ln>
          <a:effectLst/>
        </p:spPr>
        <p:txBody>
          <a:bodyPr wrap="none" anchor="ctr">
            <a:spAutoFit/>
          </a:bodyPr>
          <a:lstStyle/>
          <a:p>
            <a:r>
              <a:rPr lang="zh-CN" altLang="en-US" sz="2000">
                <a:solidFill>
                  <a:srgbClr val="CC0000"/>
                </a:solidFill>
                <a:effectLst>
                  <a:outerShdw blurRad="38100" dist="38100" dir="2700000" algn="tl">
                    <a:srgbClr val="000000"/>
                  </a:outerShdw>
                </a:effectLst>
                <a:latin typeface="+mn-lt"/>
                <a:ea typeface="楷体" pitchFamily="49" charset="-122"/>
              </a:rPr>
              <a:t>十进制数</a:t>
            </a:r>
            <a:r>
              <a:rPr lang="en-US" altLang="zh-CN" sz="2000">
                <a:solidFill>
                  <a:srgbClr val="CC0000"/>
                </a:solidFill>
                <a:effectLst>
                  <a:outerShdw blurRad="38100" dist="38100" dir="2700000" algn="tl">
                    <a:srgbClr val="000000"/>
                  </a:outerShdw>
                </a:effectLst>
                <a:latin typeface="+mn-lt"/>
                <a:ea typeface="楷体" pitchFamily="49" charset="-122"/>
              </a:rPr>
              <a:t>-65537</a:t>
            </a:r>
            <a:r>
              <a:rPr lang="zh-CN" altLang="en-US" sz="2000">
                <a:solidFill>
                  <a:srgbClr val="CC0000"/>
                </a:solidFill>
                <a:effectLst>
                  <a:outerShdw blurRad="38100" dist="38100" dir="2700000" algn="tl">
                    <a:srgbClr val="000000"/>
                  </a:outerShdw>
                </a:effectLst>
                <a:latin typeface="+mn-lt"/>
                <a:ea typeface="楷体" pitchFamily="49" charset="-122"/>
              </a:rPr>
              <a:t>四个字节的内存实际存放形式</a:t>
            </a:r>
            <a:r>
              <a:rPr lang="zh-CN" altLang="en-US">
                <a:latin typeface="+mn-lt"/>
                <a:ea typeface="楷体" pitchFamily="49" charset="-122"/>
              </a:rPr>
              <a:t> </a:t>
            </a:r>
          </a:p>
        </p:txBody>
      </p:sp>
      <p:graphicFrame>
        <p:nvGraphicFramePr>
          <p:cNvPr id="132" name="Group 21">
            <a:extLst>
              <a:ext uri="{FF2B5EF4-FFF2-40B4-BE49-F238E27FC236}">
                <a16:creationId xmlns:a16="http://schemas.microsoft.com/office/drawing/2014/main" id="{66971888-67A3-4393-B585-05695B7BBEDF}"/>
              </a:ext>
            </a:extLst>
          </p:cNvPr>
          <p:cNvGraphicFramePr>
            <a:graphicFrameLocks noGrp="1"/>
          </p:cNvGraphicFramePr>
          <p:nvPr/>
        </p:nvGraphicFramePr>
        <p:xfrm>
          <a:off x="8160447" y="3961689"/>
          <a:ext cx="1787525" cy="2072640"/>
        </p:xfrm>
        <a:graphic>
          <a:graphicData uri="http://schemas.openxmlformats.org/drawingml/2006/table">
            <a:tbl>
              <a:tblPr/>
              <a:tblGrid>
                <a:gridCol w="1787525">
                  <a:extLst>
                    <a:ext uri="{9D8B030D-6E8A-4147-A177-3AD203B41FA5}">
                      <a16:colId xmlns:a16="http://schemas.microsoft.com/office/drawing/2014/main" val="20000"/>
                    </a:ext>
                  </a:extLst>
                </a:gridCol>
              </a:tblGrid>
              <a:tr h="5032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11111111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4730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11111111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1"/>
                  </a:ext>
                </a:extLst>
              </a:tr>
              <a:tr h="471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11111110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2"/>
                  </a:ext>
                </a:extLst>
              </a:tr>
              <a:tr h="471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FF3300"/>
                          </a:solidFill>
                          <a:effectLst>
                            <a:outerShdw blurRad="38100" dist="38100" dir="2700000" algn="tl">
                              <a:srgbClr val="000000"/>
                            </a:outerShdw>
                          </a:effectLst>
                          <a:latin typeface="Times New Roman" pitchFamily="18" charset="0"/>
                          <a:ea typeface="宋体" pitchFamily="2" charset="-122"/>
                        </a:rPr>
                        <a:t>1</a:t>
                      </a:r>
                      <a:r>
                        <a:rPr kumimoji="1" lang="en-US" altLang="zh-CN" sz="2800" b="1" i="0" u="none" strike="noStrike" cap="none" normalizeH="0" baseline="0" dirty="0">
                          <a:ln>
                            <a:noFill/>
                          </a:ln>
                          <a:solidFill>
                            <a:schemeClr val="accent2"/>
                          </a:solidFill>
                          <a:effectLst>
                            <a:outerShdw blurRad="38100" dist="38100" dir="2700000" algn="tl">
                              <a:srgbClr val="000000"/>
                            </a:outerShdw>
                          </a:effectLst>
                          <a:latin typeface="Times New Roman" pitchFamily="18" charset="0"/>
                          <a:ea typeface="宋体" pitchFamily="2" charset="-122"/>
                        </a:rPr>
                        <a:t>1111111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3"/>
                  </a:ext>
                </a:extLst>
              </a:tr>
            </a:tbl>
          </a:graphicData>
        </a:graphic>
      </p:graphicFrame>
      <p:sp>
        <p:nvSpPr>
          <p:cNvPr id="133" name="AutoShape 33">
            <a:extLst>
              <a:ext uri="{FF2B5EF4-FFF2-40B4-BE49-F238E27FC236}">
                <a16:creationId xmlns:a16="http://schemas.microsoft.com/office/drawing/2014/main" id="{6CB992D4-E980-42E3-A596-749A82E57164}"/>
              </a:ext>
            </a:extLst>
          </p:cNvPr>
          <p:cNvSpPr>
            <a:spLocks noChangeArrowheads="1"/>
          </p:cNvSpPr>
          <p:nvPr/>
        </p:nvSpPr>
        <p:spPr bwMode="auto">
          <a:xfrm>
            <a:off x="6635136" y="4580483"/>
            <a:ext cx="1189056" cy="720725"/>
          </a:xfrm>
          <a:prstGeom prst="wedgeRoundRectCallout">
            <a:avLst>
              <a:gd name="adj1" fmla="val 100383"/>
              <a:gd name="adj2" fmla="val 115794"/>
              <a:gd name="adj3" fmla="val 16667"/>
            </a:avLst>
          </a:prstGeom>
          <a:gradFill flip="none" rotWithShape="1">
            <a:gsLst>
              <a:gs pos="0">
                <a:srgbClr val="F0E5B7"/>
              </a:gs>
              <a:gs pos="100000">
                <a:srgbClr val="F0E5B7"/>
              </a:gs>
            </a:gsLst>
            <a:lin ang="27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dirty="0">
                <a:solidFill>
                  <a:srgbClr val="C01920"/>
                </a:solidFill>
                <a:latin typeface="楷体" pitchFamily="49" charset="-122"/>
                <a:ea typeface="楷体" pitchFamily="49" charset="-122"/>
              </a:rPr>
              <a:t>符号位，表示负</a:t>
            </a:r>
          </a:p>
        </p:txBody>
      </p:sp>
      <p:sp>
        <p:nvSpPr>
          <p:cNvPr id="134" name="AutoShape 34">
            <a:extLst>
              <a:ext uri="{FF2B5EF4-FFF2-40B4-BE49-F238E27FC236}">
                <a16:creationId xmlns:a16="http://schemas.microsoft.com/office/drawing/2014/main" id="{F0418B1C-0DD7-4C1E-AEA3-4277184E4136}"/>
              </a:ext>
            </a:extLst>
          </p:cNvPr>
          <p:cNvSpPr>
            <a:spLocks noChangeArrowheads="1"/>
          </p:cNvSpPr>
          <p:nvPr/>
        </p:nvSpPr>
        <p:spPr bwMode="auto">
          <a:xfrm rot="378713">
            <a:off x="10731628" y="2983653"/>
            <a:ext cx="926656" cy="1215683"/>
          </a:xfrm>
          <a:prstGeom prst="curvedLeftArrow">
            <a:avLst>
              <a:gd name="adj1" fmla="val 18824"/>
              <a:gd name="adj2" fmla="val 40000"/>
              <a:gd name="adj3" fmla="val 37007"/>
            </a:avLst>
          </a:prstGeom>
          <a:solidFill>
            <a:srgbClr val="F0E5B7"/>
          </a:solidFill>
          <a:ln w="9525">
            <a:solidFill>
              <a:schemeClr val="tx1"/>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35" name="AutoShape 39">
            <a:extLst>
              <a:ext uri="{FF2B5EF4-FFF2-40B4-BE49-F238E27FC236}">
                <a16:creationId xmlns:a16="http://schemas.microsoft.com/office/drawing/2014/main" id="{5F79E6A2-60D6-44C2-B132-E25859523BDB}"/>
              </a:ext>
            </a:extLst>
          </p:cNvPr>
          <p:cNvSpPr>
            <a:spLocks noChangeArrowheads="1"/>
          </p:cNvSpPr>
          <p:nvPr/>
        </p:nvSpPr>
        <p:spPr bwMode="auto">
          <a:xfrm>
            <a:off x="6374672" y="3610135"/>
            <a:ext cx="2005451" cy="470052"/>
          </a:xfrm>
          <a:prstGeom prst="wedgeRoundRectCallout">
            <a:avLst>
              <a:gd name="adj1" fmla="val 61589"/>
              <a:gd name="adj2" fmla="val 185503"/>
              <a:gd name="adj3" fmla="val 16667"/>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dirty="0">
                <a:solidFill>
                  <a:srgbClr val="C01920"/>
                </a:solidFill>
                <a:latin typeface="+mn-lt"/>
                <a:ea typeface="楷体" pitchFamily="49" charset="-122"/>
              </a:rPr>
              <a:t>真值为：</a:t>
            </a:r>
            <a:r>
              <a:rPr lang="en-US" altLang="zh-CN" sz="2000" b="1" dirty="0">
                <a:solidFill>
                  <a:srgbClr val="C01920"/>
                </a:solidFill>
                <a:latin typeface="+mn-lt"/>
                <a:ea typeface="楷体" pitchFamily="49" charset="-122"/>
              </a:rPr>
              <a:t>-65537!</a:t>
            </a:r>
          </a:p>
        </p:txBody>
      </p:sp>
      <p:sp>
        <p:nvSpPr>
          <p:cNvPr id="136" name="Rectangle 40">
            <a:extLst>
              <a:ext uri="{FF2B5EF4-FFF2-40B4-BE49-F238E27FC236}">
                <a16:creationId xmlns:a16="http://schemas.microsoft.com/office/drawing/2014/main" id="{83D20F5A-97D3-4F39-BAF2-3B71FC7B41F4}"/>
              </a:ext>
            </a:extLst>
          </p:cNvPr>
          <p:cNvSpPr>
            <a:spLocks noChangeArrowheads="1"/>
          </p:cNvSpPr>
          <p:nvPr/>
        </p:nvSpPr>
        <p:spPr bwMode="auto">
          <a:xfrm>
            <a:off x="1271464" y="2924944"/>
            <a:ext cx="9616907" cy="860425"/>
          </a:xfrm>
          <a:prstGeom prst="rect">
            <a:avLst/>
          </a:prstGeom>
          <a:gradFill rotWithShape="1">
            <a:gsLst>
              <a:gs pos="0">
                <a:srgbClr val="F0E5B7"/>
              </a:gs>
              <a:gs pos="100000">
                <a:srgbClr val="F0E5B7"/>
              </a:gs>
            </a:gsLst>
            <a:lin ang="5400000" scaled="1"/>
          </a:gradFill>
          <a:ln w="38100">
            <a:solidFill>
              <a:srgbClr val="BEDFC4"/>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b="1" dirty="0">
                <a:solidFill>
                  <a:srgbClr val="FF3300"/>
                </a:solidFill>
                <a:effectLst>
                  <a:outerShdw blurRad="38100" dist="38100" dir="2700000" algn="tl">
                    <a:srgbClr val="000000"/>
                  </a:outerShdw>
                </a:effectLst>
                <a:latin typeface="+mn-lt"/>
                <a:ea typeface="楷体" pitchFamily="49" charset="-122"/>
              </a:rPr>
              <a:t>        </a:t>
            </a:r>
            <a:r>
              <a:rPr lang="zh-CN" altLang="en-US" b="1" dirty="0">
                <a:solidFill>
                  <a:srgbClr val="C01920"/>
                </a:solidFill>
                <a:latin typeface="+mn-lt"/>
                <a:ea typeface="楷体" pitchFamily="49" charset="-122"/>
              </a:rPr>
              <a:t>为什么</a:t>
            </a:r>
            <a:r>
              <a:rPr lang="en-US" altLang="zh-CN" b="1" dirty="0">
                <a:solidFill>
                  <a:srgbClr val="C01920"/>
                </a:solidFill>
                <a:latin typeface="+mn-lt"/>
                <a:ea typeface="楷体" pitchFamily="49" charset="-122"/>
              </a:rPr>
              <a:t>-65537</a:t>
            </a:r>
            <a:r>
              <a:rPr lang="zh-CN" altLang="en-US" b="1" dirty="0">
                <a:solidFill>
                  <a:srgbClr val="C01920"/>
                </a:solidFill>
                <a:latin typeface="+mn-lt"/>
                <a:ea typeface="楷体" pitchFamily="49" charset="-122"/>
              </a:rPr>
              <a:t>这个数在</a:t>
            </a:r>
            <a:r>
              <a:rPr lang="en-US" altLang="zh-CN" b="1" dirty="0">
                <a:solidFill>
                  <a:srgbClr val="C01920"/>
                </a:solidFill>
                <a:latin typeface="+mn-lt"/>
                <a:ea typeface="楷体" pitchFamily="49" charset="-122"/>
              </a:rPr>
              <a:t>16</a:t>
            </a:r>
            <a:r>
              <a:rPr lang="zh-CN" altLang="en-US" b="1" dirty="0">
                <a:solidFill>
                  <a:srgbClr val="C01920"/>
                </a:solidFill>
                <a:latin typeface="+mn-lt"/>
                <a:ea typeface="楷体" pitchFamily="49" charset="-122"/>
              </a:rPr>
              <a:t>位内存单元中的表示与在</a:t>
            </a:r>
            <a:r>
              <a:rPr lang="en-US" altLang="zh-CN" b="1" dirty="0">
                <a:solidFill>
                  <a:srgbClr val="C01920"/>
                </a:solidFill>
                <a:latin typeface="+mn-lt"/>
                <a:ea typeface="楷体" pitchFamily="49" charset="-122"/>
              </a:rPr>
              <a:t>32</a:t>
            </a:r>
            <a:r>
              <a:rPr lang="zh-CN" altLang="en-US" b="1" dirty="0">
                <a:solidFill>
                  <a:srgbClr val="C01920"/>
                </a:solidFill>
                <a:latin typeface="+mn-lt"/>
                <a:ea typeface="楷体" pitchFamily="49" charset="-122"/>
              </a:rPr>
              <a:t>位内存单元中的表示不相同呢？  </a:t>
            </a:r>
            <a:endParaRPr lang="zh-CN" altLang="en-US" dirty="0">
              <a:solidFill>
                <a:srgbClr val="C01920"/>
              </a:solidFill>
              <a:latin typeface="+mn-lt"/>
              <a:ea typeface="楷体" pitchFamily="49" charset="-122"/>
            </a:endParaRPr>
          </a:p>
        </p:txBody>
      </p:sp>
      <p:sp>
        <p:nvSpPr>
          <p:cNvPr id="137" name="Rectangle 41">
            <a:extLst>
              <a:ext uri="{FF2B5EF4-FFF2-40B4-BE49-F238E27FC236}">
                <a16:creationId xmlns:a16="http://schemas.microsoft.com/office/drawing/2014/main" id="{12DCB27B-8F54-4DBF-9B4E-47FB4BB51A3B}"/>
              </a:ext>
            </a:extLst>
          </p:cNvPr>
          <p:cNvSpPr>
            <a:spLocks noChangeArrowheads="1"/>
          </p:cNvSpPr>
          <p:nvPr/>
        </p:nvSpPr>
        <p:spPr bwMode="auto">
          <a:xfrm>
            <a:off x="1231629" y="4082296"/>
            <a:ext cx="9616899" cy="1938992"/>
          </a:xfrm>
          <a:prstGeom prst="rect">
            <a:avLst/>
          </a:prstGeom>
          <a:gradFill rotWithShape="1">
            <a:gsLst>
              <a:gs pos="0">
                <a:srgbClr val="BEDFC4"/>
              </a:gs>
              <a:gs pos="100000">
                <a:srgbClr val="BEDFC4"/>
              </a:gs>
            </a:gsLst>
            <a:lin ang="5400000" scaled="1"/>
          </a:gradFill>
          <a:ln w="38100">
            <a:solidFill>
              <a:srgbClr val="F0E5B7"/>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b="1" dirty="0">
                <a:solidFill>
                  <a:srgbClr val="FF3300"/>
                </a:solidFill>
                <a:effectLst>
                  <a:outerShdw blurRad="38100" dist="38100" dir="2700000" algn="tl">
                    <a:srgbClr val="000000"/>
                  </a:outerShdw>
                </a:effectLst>
                <a:latin typeface="楷体_GB2312" pitchFamily="49" charset="-122"/>
                <a:ea typeface="楷体_GB2312" pitchFamily="49" charset="-122"/>
              </a:rPr>
              <a:t>       </a:t>
            </a:r>
            <a:r>
              <a:rPr lang="zh-CN" altLang="en-US" b="1" dirty="0">
                <a:effectLst>
                  <a:outerShdw blurRad="38100" dist="38100" dir="2700000" algn="tl">
                    <a:srgbClr val="FFFFFF"/>
                  </a:outerShdw>
                </a:effectLst>
                <a:latin typeface="+mn-lt"/>
                <a:ea typeface="楷体" pitchFamily="49" charset="-122"/>
              </a:rPr>
              <a:t>这主要是因为</a:t>
            </a:r>
            <a:r>
              <a:rPr lang="en-US" altLang="zh-CN" b="1" dirty="0">
                <a:solidFill>
                  <a:srgbClr val="C01920"/>
                </a:solidFill>
                <a:latin typeface="+mn-lt"/>
                <a:ea typeface="楷体" pitchFamily="49" charset="-122"/>
              </a:rPr>
              <a:t>-65537</a:t>
            </a:r>
            <a:r>
              <a:rPr lang="zh-CN" altLang="en-US" b="1" dirty="0">
                <a:solidFill>
                  <a:srgbClr val="C01920"/>
                </a:solidFill>
                <a:latin typeface="+mn-lt"/>
                <a:ea typeface="楷体" pitchFamily="49" charset="-122"/>
              </a:rPr>
              <a:t>这个数超出了</a:t>
            </a:r>
            <a:r>
              <a:rPr lang="en-US" altLang="zh-CN" b="1" dirty="0">
                <a:solidFill>
                  <a:srgbClr val="C01920"/>
                </a:solidFill>
                <a:latin typeface="+mn-lt"/>
                <a:ea typeface="楷体" pitchFamily="49" charset="-122"/>
              </a:rPr>
              <a:t>16</a:t>
            </a:r>
            <a:r>
              <a:rPr lang="zh-CN" altLang="en-US" b="1" dirty="0">
                <a:solidFill>
                  <a:srgbClr val="C01920"/>
                </a:solidFill>
                <a:latin typeface="+mn-lt"/>
                <a:ea typeface="楷体" pitchFamily="49" charset="-122"/>
              </a:rPr>
              <a:t>位内存单元表示数的范围</a:t>
            </a:r>
            <a:r>
              <a:rPr lang="zh-CN" altLang="en-US" b="1" dirty="0">
                <a:effectLst>
                  <a:outerShdw blurRad="38100" dist="38100" dir="2700000" algn="tl">
                    <a:srgbClr val="FFFFFF"/>
                  </a:outerShdw>
                </a:effectLst>
                <a:latin typeface="+mn-lt"/>
                <a:ea typeface="楷体" pitchFamily="49" charset="-122"/>
              </a:rPr>
              <a:t>，所以实际存储的值</a:t>
            </a:r>
            <a:r>
              <a:rPr lang="en-US" altLang="zh-CN" b="1" dirty="0">
                <a:effectLst>
                  <a:outerShdw blurRad="38100" dist="38100" dir="2700000" algn="tl">
                    <a:srgbClr val="FFFFFF"/>
                  </a:outerShdw>
                </a:effectLst>
                <a:latin typeface="+mn-lt"/>
                <a:ea typeface="楷体" pitchFamily="49" charset="-122"/>
              </a:rPr>
              <a:t>(-1)</a:t>
            </a:r>
            <a:r>
              <a:rPr lang="zh-CN" altLang="en-US" b="1" dirty="0">
                <a:effectLst>
                  <a:outerShdw blurRad="38100" dist="38100" dir="2700000" algn="tl">
                    <a:srgbClr val="FFFFFF"/>
                  </a:outerShdw>
                </a:effectLst>
                <a:latin typeface="+mn-lt"/>
                <a:ea typeface="楷体" pitchFamily="49" charset="-122"/>
              </a:rPr>
              <a:t>与要表示的值</a:t>
            </a:r>
            <a:r>
              <a:rPr lang="en-US" altLang="zh-CN" b="1" dirty="0">
                <a:effectLst>
                  <a:outerShdw blurRad="38100" dist="38100" dir="2700000" algn="tl">
                    <a:srgbClr val="FFFFFF"/>
                  </a:outerShdw>
                </a:effectLst>
                <a:latin typeface="+mn-lt"/>
                <a:ea typeface="楷体" pitchFamily="49" charset="-122"/>
              </a:rPr>
              <a:t>(-65537)</a:t>
            </a:r>
            <a:r>
              <a:rPr lang="zh-CN" altLang="en-US" b="1" dirty="0">
                <a:effectLst>
                  <a:outerShdw blurRad="38100" dist="38100" dir="2700000" algn="tl">
                    <a:srgbClr val="FFFFFF"/>
                  </a:outerShdw>
                </a:effectLst>
                <a:latin typeface="+mn-lt"/>
                <a:ea typeface="楷体" pitchFamily="49" charset="-122"/>
              </a:rPr>
              <a:t>不同，但</a:t>
            </a:r>
            <a:r>
              <a:rPr lang="en-US" altLang="zh-CN" b="1" dirty="0">
                <a:effectLst>
                  <a:outerShdw blurRad="38100" dist="38100" dir="2700000" algn="tl">
                    <a:srgbClr val="FFFFFF"/>
                  </a:outerShdw>
                </a:effectLst>
                <a:latin typeface="+mn-lt"/>
                <a:ea typeface="楷体" pitchFamily="49" charset="-122"/>
              </a:rPr>
              <a:t>-65537</a:t>
            </a:r>
            <a:r>
              <a:rPr lang="zh-CN" altLang="en-US" b="1" dirty="0">
                <a:effectLst>
                  <a:outerShdw blurRad="38100" dist="38100" dir="2700000" algn="tl">
                    <a:srgbClr val="FFFFFF"/>
                  </a:outerShdw>
                </a:effectLst>
                <a:latin typeface="+mn-lt"/>
                <a:ea typeface="楷体" pitchFamily="49" charset="-122"/>
              </a:rPr>
              <a:t>并没有超出了</a:t>
            </a:r>
            <a:r>
              <a:rPr lang="en-US" altLang="zh-CN" b="1" dirty="0">
                <a:effectLst>
                  <a:outerShdw blurRad="38100" dist="38100" dir="2700000" algn="tl">
                    <a:srgbClr val="FFFFFF"/>
                  </a:outerShdw>
                </a:effectLst>
                <a:latin typeface="+mn-lt"/>
                <a:ea typeface="楷体" pitchFamily="49" charset="-122"/>
              </a:rPr>
              <a:t>32</a:t>
            </a:r>
            <a:r>
              <a:rPr lang="zh-CN" altLang="en-US" b="1" dirty="0">
                <a:effectLst>
                  <a:outerShdw blurRad="38100" dist="38100" dir="2700000" algn="tl">
                    <a:srgbClr val="FFFFFF"/>
                  </a:outerShdw>
                </a:effectLst>
                <a:latin typeface="+mn-lt"/>
                <a:ea typeface="楷体" pitchFamily="49" charset="-122"/>
              </a:rPr>
              <a:t>位内存单元表示数的范围，所以实际存储的值就是其本身。因此，我们在</a:t>
            </a:r>
            <a:r>
              <a:rPr lang="en-US" altLang="zh-CN" b="1" dirty="0">
                <a:effectLst>
                  <a:outerShdw blurRad="38100" dist="38100" dir="2700000" algn="tl">
                    <a:srgbClr val="FFFFFF"/>
                  </a:outerShdw>
                </a:effectLst>
                <a:latin typeface="+mn-lt"/>
                <a:ea typeface="楷体" pitchFamily="49" charset="-122"/>
              </a:rPr>
              <a:t>C</a:t>
            </a:r>
            <a:r>
              <a:rPr lang="zh-CN" altLang="en-US" b="1" dirty="0">
                <a:effectLst>
                  <a:outerShdw blurRad="38100" dist="38100" dir="2700000" algn="tl">
                    <a:srgbClr val="FFFFFF"/>
                  </a:outerShdw>
                </a:effectLst>
                <a:latin typeface="+mn-lt"/>
                <a:ea typeface="楷体" pitchFamily="49" charset="-122"/>
              </a:rPr>
              <a:t>语言中对数据处理时必须要注意数据的表示范围，以免引起不必要的错误</a:t>
            </a:r>
            <a:r>
              <a:rPr lang="zh-CN" altLang="en-US" dirty="0">
                <a:latin typeface="+mn-lt"/>
                <a:ea typeface="楷体" pitchFamily="49" charset="-122"/>
              </a:rPr>
              <a:t>。</a:t>
            </a:r>
          </a:p>
        </p:txBody>
      </p:sp>
      <p:sp>
        <p:nvSpPr>
          <p:cNvPr id="60" name="Rectangle 6">
            <a:extLst>
              <a:ext uri="{FF2B5EF4-FFF2-40B4-BE49-F238E27FC236}">
                <a16:creationId xmlns:a16="http://schemas.microsoft.com/office/drawing/2014/main" id="{7EABBBC0-C721-4708-92E0-21CB698C0EB4}"/>
              </a:ext>
            </a:extLst>
          </p:cNvPr>
          <p:cNvSpPr>
            <a:spLocks noChangeArrowheads="1"/>
          </p:cNvSpPr>
          <p:nvPr/>
        </p:nvSpPr>
        <p:spPr bwMode="auto">
          <a:xfrm>
            <a:off x="753803" y="1407745"/>
            <a:ext cx="4840287" cy="523220"/>
          </a:xfrm>
          <a:prstGeom prst="rect">
            <a:avLst/>
          </a:prstGeom>
          <a:noFill/>
          <a:ln w="9525">
            <a:noFill/>
            <a:miter lim="800000"/>
            <a:headEnd/>
            <a:tailEnd/>
          </a:ln>
          <a:effectLst/>
        </p:spPr>
        <p:txBody>
          <a:bodyPr anchor="ctr">
            <a:spAutoFit/>
          </a:bodyPr>
          <a:lstStyle/>
          <a:p>
            <a:pPr>
              <a:buFont typeface="Wingdings" pitchFamily="2" charset="2"/>
              <a:buChar char="Ø"/>
              <a:tabLst>
                <a:tab pos="571500" algn="l"/>
              </a:tabLst>
            </a:pPr>
            <a:r>
              <a:rPr lang="zh-CN" altLang="en-US" b="1" dirty="0">
                <a:solidFill>
                  <a:srgbClr val="C01920"/>
                </a:solidFill>
                <a:latin typeface="+mn-lt"/>
                <a:ea typeface="楷体" pitchFamily="49" charset="-122"/>
              </a:rPr>
              <a:t>十进制整数</a:t>
            </a:r>
            <a:r>
              <a:rPr lang="en-US" altLang="zh-CN" b="1" dirty="0">
                <a:solidFill>
                  <a:srgbClr val="C01920"/>
                </a:solidFill>
                <a:latin typeface="+mn-lt"/>
                <a:ea typeface="楷体" pitchFamily="49" charset="-122"/>
              </a:rPr>
              <a:t> </a:t>
            </a:r>
            <a:r>
              <a:rPr lang="zh-CN" altLang="en-US" b="1" dirty="0">
                <a:solidFill>
                  <a:srgbClr val="002060"/>
                </a:solidFill>
                <a:latin typeface="楷体" pitchFamily="49" charset="-122"/>
                <a:ea typeface="楷体" pitchFamily="49" charset="-122"/>
              </a:rPr>
              <a:t>－</a:t>
            </a:r>
            <a:r>
              <a:rPr lang="en-US" altLang="zh-CN" sz="2800" b="1" dirty="0">
                <a:solidFill>
                  <a:srgbClr val="002060"/>
                </a:solidFill>
                <a:latin typeface="+mn-lt"/>
                <a:ea typeface="楷体" pitchFamily="49" charset="-122"/>
              </a:rPr>
              <a:t>65537</a:t>
            </a:r>
            <a:endParaRPr lang="zh-CN" altLang="en-US" sz="2800" b="1" dirty="0">
              <a:solidFill>
                <a:srgbClr val="002060"/>
              </a:solidFill>
              <a:latin typeface="+mn-lt"/>
              <a:ea typeface="楷体" pitchFamily="49" charset="-122"/>
            </a:endParaRPr>
          </a:p>
        </p:txBody>
      </p:sp>
      <p:sp>
        <p:nvSpPr>
          <p:cNvPr id="61" name="Rectangle 5">
            <a:extLst>
              <a:ext uri="{FF2B5EF4-FFF2-40B4-BE49-F238E27FC236}">
                <a16:creationId xmlns:a16="http://schemas.microsoft.com/office/drawing/2014/main" id="{6AD603F4-5696-4F36-AABD-B2A57FF02C69}"/>
              </a:ext>
            </a:extLst>
          </p:cNvPr>
          <p:cNvSpPr>
            <a:spLocks noChangeArrowheads="1"/>
          </p:cNvSpPr>
          <p:nvPr/>
        </p:nvSpPr>
        <p:spPr bwMode="auto">
          <a:xfrm>
            <a:off x="717480" y="870197"/>
            <a:ext cx="4512774" cy="584775"/>
          </a:xfrm>
          <a:prstGeom prst="rect">
            <a:avLst/>
          </a:prstGeom>
          <a:noFill/>
          <a:ln w="9525">
            <a:noFill/>
            <a:miter lim="800000"/>
            <a:headEnd/>
            <a:tailEnd/>
          </a:ln>
          <a:effectLst/>
        </p:spPr>
        <p:txBody>
          <a:bodyPr wrap="none" anchor="ctr">
            <a:spAutoFit/>
          </a:bodyPr>
          <a:lstStyle/>
          <a:p>
            <a:r>
              <a:rPr lang="en-US" altLang="zh-CN" sz="3200" b="1" dirty="0">
                <a:solidFill>
                  <a:srgbClr val="C01920"/>
                </a:solidFill>
                <a:latin typeface="楷体" panose="02010609060101010101" pitchFamily="49" charset="-122"/>
                <a:ea typeface="楷体" panose="02010609060101010101" pitchFamily="49" charset="-122"/>
              </a:rPr>
              <a:t>2. </a:t>
            </a:r>
            <a:r>
              <a:rPr lang="zh-CN" altLang="en-US" sz="3200" b="1" dirty="0">
                <a:solidFill>
                  <a:srgbClr val="C01920"/>
                </a:solidFill>
                <a:latin typeface="楷体" panose="02010609060101010101" pitchFamily="49" charset="-122"/>
                <a:ea typeface="楷体" panose="02010609060101010101" pitchFamily="49" charset="-122"/>
              </a:rPr>
              <a:t>整数在内存中的表示</a:t>
            </a:r>
          </a:p>
        </p:txBody>
      </p:sp>
      <p:sp>
        <p:nvSpPr>
          <p:cNvPr id="63" name="Rectangle 4">
            <a:extLst>
              <a:ext uri="{FF2B5EF4-FFF2-40B4-BE49-F238E27FC236}">
                <a16:creationId xmlns:a16="http://schemas.microsoft.com/office/drawing/2014/main" id="{73E6BFBD-8DD4-4C05-B901-61AFB7FB8265}"/>
              </a:ext>
            </a:extLst>
          </p:cNvPr>
          <p:cNvSpPr>
            <a:spLocks noChangeArrowheads="1"/>
          </p:cNvSpPr>
          <p:nvPr/>
        </p:nvSpPr>
        <p:spPr bwMode="auto">
          <a:xfrm>
            <a:off x="765768" y="299802"/>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简单数据类型与表示范围</a:t>
            </a:r>
          </a:p>
        </p:txBody>
      </p:sp>
    </p:spTree>
    <p:extLst>
      <p:ext uri="{BB962C8B-B14F-4D97-AF65-F5344CB8AC3E}">
        <p14:creationId xmlns:p14="http://schemas.microsoft.com/office/powerpoint/2010/main" val="2619921110"/>
      </p:ext>
    </p:extLst>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blinds(horizontal)">
                                      <p:cBhvr>
                                        <p:cTn id="7" dur="500"/>
                                        <p:tgtEl>
                                          <p:spTgt spid="6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60"/>
                                        </p:tgtEl>
                                        <p:attrNameLst>
                                          <p:attrName>style.visibility</p:attrName>
                                        </p:attrNameLst>
                                      </p:cBhvr>
                                      <p:to>
                                        <p:strVal val="visible"/>
                                      </p:to>
                                    </p:set>
                                    <p:anim calcmode="lin" valueType="num">
                                      <p:cBhvr additive="base">
                                        <p:cTn id="12" dur="500" fill="hold"/>
                                        <p:tgtEl>
                                          <p:spTgt spid="60"/>
                                        </p:tgtEl>
                                        <p:attrNameLst>
                                          <p:attrName>ppt_x</p:attrName>
                                        </p:attrNameLst>
                                      </p:cBhvr>
                                      <p:tavLst>
                                        <p:tav tm="0">
                                          <p:val>
                                            <p:strVal val="0-#ppt_w/2"/>
                                          </p:val>
                                        </p:tav>
                                        <p:tav tm="100000">
                                          <p:val>
                                            <p:strVal val="#ppt_x"/>
                                          </p:val>
                                        </p:tav>
                                      </p:tavLst>
                                    </p:anim>
                                    <p:anim calcmode="lin" valueType="num">
                                      <p:cBhvr additive="base">
                                        <p:cTn id="13" dur="500" fill="hold"/>
                                        <p:tgtEl>
                                          <p:spTgt spid="6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ox(in)">
                                      <p:cBhvr>
                                        <p:cTn id="18" dur="2000"/>
                                        <p:tgtEl>
                                          <p:spTgt spid="3"/>
                                        </p:tgtEl>
                                      </p:cBhvr>
                                    </p:animEffect>
                                  </p:childTnLst>
                                  <p:subTnLst>
                                    <p:audio>
                                      <p:cMediaNode>
                                        <p:cTn display="0" masterRel="sameClick">
                                          <p:stCondLst>
                                            <p:cond evt="begin" delay="0">
                                              <p:tn val="16"/>
                                            </p:cond>
                                          </p:stCondLst>
                                          <p:endCondLst>
                                            <p:cond evt="onStopAudio" delay="0">
                                              <p:tgtEl>
                                                <p:sldTgt/>
                                              </p:tgtEl>
                                            </p:cond>
                                          </p:endCondLst>
                                        </p:cTn>
                                        <p:tgtEl>
                                          <p:sndTgt r:embed="rId4" name="chimes.wav"/>
                                        </p:tgtEl>
                                      </p:cMediaNode>
                                    </p:audio>
                                  </p:sub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56"/>
                                        </p:tgtEl>
                                        <p:attrNameLst>
                                          <p:attrName>style.visibility</p:attrName>
                                        </p:attrNameLst>
                                      </p:cBhvr>
                                      <p:to>
                                        <p:strVal val="visible"/>
                                      </p:to>
                                    </p:set>
                                    <p:animEffect transition="in" filter="blinds(horizontal)">
                                      <p:cBhvr>
                                        <p:cTn id="23" dur="500"/>
                                        <p:tgtEl>
                                          <p:spTgt spid="56"/>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18" presetClass="entr" presetSubtype="3" fill="hold" nodeType="clickEffect">
                                  <p:stCondLst>
                                    <p:cond delay="0"/>
                                  </p:stCondLst>
                                  <p:childTnLst>
                                    <p:set>
                                      <p:cBhvr>
                                        <p:cTn id="27" dur="1" fill="hold">
                                          <p:stCondLst>
                                            <p:cond delay="0"/>
                                          </p:stCondLst>
                                        </p:cTn>
                                        <p:tgtEl>
                                          <p:spTgt spid="59"/>
                                        </p:tgtEl>
                                        <p:attrNameLst>
                                          <p:attrName>style.visibility</p:attrName>
                                        </p:attrNameLst>
                                      </p:cBhvr>
                                      <p:to>
                                        <p:strVal val="visible"/>
                                      </p:to>
                                    </p:set>
                                    <p:animEffect transition="in" filter="strips(upRight)">
                                      <p:cBhvr>
                                        <p:cTn id="28" dur="500"/>
                                        <p:tgtEl>
                                          <p:spTgt spid="59"/>
                                        </p:tgtEl>
                                      </p:cBhvr>
                                    </p:animEffect>
                                  </p:childTnLst>
                                </p:cTn>
                              </p:par>
                            </p:childTnLst>
                          </p:cTn>
                        </p:par>
                        <p:par>
                          <p:cTn id="29" fill="hold">
                            <p:stCondLst>
                              <p:cond delay="500"/>
                            </p:stCondLst>
                            <p:childTnLst>
                              <p:par>
                                <p:cTn id="30" presetID="3" presetClass="entr" presetSubtype="10" fill="hold" grpId="0" nodeType="afterEffect">
                                  <p:stCondLst>
                                    <p:cond delay="0"/>
                                  </p:stCondLst>
                                  <p:childTnLst>
                                    <p:set>
                                      <p:cBhvr>
                                        <p:cTn id="31" dur="1" fill="hold">
                                          <p:stCondLst>
                                            <p:cond delay="0"/>
                                          </p:stCondLst>
                                        </p:cTn>
                                        <p:tgtEl>
                                          <p:spTgt spid="58"/>
                                        </p:tgtEl>
                                        <p:attrNameLst>
                                          <p:attrName>style.visibility</p:attrName>
                                        </p:attrNameLst>
                                      </p:cBhvr>
                                      <p:to>
                                        <p:strVal val="visible"/>
                                      </p:to>
                                    </p:set>
                                    <p:animEffect transition="in" filter="blinds(horizontal)">
                                      <p:cBhvr>
                                        <p:cTn id="32" dur="500"/>
                                        <p:tgtEl>
                                          <p:spTgt spid="58"/>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3"/>
                                        </p:tgtEl>
                                        <p:attrNameLst>
                                          <p:attrName>style.visibility</p:attrName>
                                        </p:attrNameLst>
                                      </p:cBhvr>
                                      <p:to>
                                        <p:strVal val="visible"/>
                                      </p:to>
                                    </p:set>
                                    <p:animEffect transition="in" filter="blinds(horizontal)">
                                      <p:cBhvr>
                                        <p:cTn id="37" dur="500"/>
                                        <p:tgtEl>
                                          <p:spTgt spid="53"/>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p:stCondLst>
                        <p:cond delay="indefinite"/>
                      </p:stCondLst>
                      <p:childTnLst>
                        <p:par>
                          <p:cTn id="39" fill="hold">
                            <p:stCondLst>
                              <p:cond delay="0"/>
                            </p:stCondLst>
                            <p:childTnLst>
                              <p:par>
                                <p:cTn id="40" presetID="18" presetClass="entr" presetSubtype="12" fill="hold" grpId="0" nodeType="clickEffect">
                                  <p:stCondLst>
                                    <p:cond delay="0"/>
                                  </p:stCondLst>
                                  <p:childTnLst>
                                    <p:set>
                                      <p:cBhvr>
                                        <p:cTn id="41" dur="1" fill="hold">
                                          <p:stCondLst>
                                            <p:cond delay="0"/>
                                          </p:stCondLst>
                                        </p:cTn>
                                        <p:tgtEl>
                                          <p:spTgt spid="57"/>
                                        </p:tgtEl>
                                        <p:attrNameLst>
                                          <p:attrName>style.visibility</p:attrName>
                                        </p:attrNameLst>
                                      </p:cBhvr>
                                      <p:to>
                                        <p:strVal val="visible"/>
                                      </p:to>
                                    </p:set>
                                    <p:animEffect transition="in" filter="strips(downLeft)">
                                      <p:cBhvr>
                                        <p:cTn id="42" dur="500"/>
                                        <p:tgtEl>
                                          <p:spTgt spid="57"/>
                                        </p:tgtEl>
                                      </p:cBhvr>
                                    </p:animEffect>
                                  </p:childTnLst>
                                  <p:subTnLst>
                                    <p:audio>
                                      <p:cMediaNode>
                                        <p:cTn display="0" masterRel="sameClick">
                                          <p:stCondLst>
                                            <p:cond evt="begin" delay="0">
                                              <p:tn val="40"/>
                                            </p:cond>
                                          </p:stCondLst>
                                          <p:endCondLst>
                                            <p:cond evt="onStopAudio" delay="0">
                                              <p:tgtEl>
                                                <p:sldTgt/>
                                              </p:tgtEl>
                                            </p:cond>
                                          </p:endCondLst>
                                        </p:cTn>
                                        <p:tgtEl>
                                          <p:sndTgt r:embed="rId4" name="chimes.wav"/>
                                        </p:tgtEl>
                                      </p:cMediaNode>
                                    </p:audio>
                                  </p:subTnLst>
                                </p:cTn>
                              </p:par>
                            </p:childTnLst>
                          </p:cTn>
                        </p:par>
                        <p:par>
                          <p:cTn id="43" fill="hold">
                            <p:stCondLst>
                              <p:cond delay="500"/>
                            </p:stCondLst>
                            <p:childTnLst>
                              <p:par>
                                <p:cTn id="44" presetID="18" presetClass="entr" presetSubtype="12" fill="hold" nodeType="afterEffect">
                                  <p:stCondLst>
                                    <p:cond delay="0"/>
                                  </p:stCondLst>
                                  <p:childTnLst>
                                    <p:set>
                                      <p:cBhvr>
                                        <p:cTn id="45" dur="1" fill="hold">
                                          <p:stCondLst>
                                            <p:cond delay="0"/>
                                          </p:stCondLst>
                                        </p:cTn>
                                        <p:tgtEl>
                                          <p:spTgt spid="111"/>
                                        </p:tgtEl>
                                        <p:attrNameLst>
                                          <p:attrName>style.visibility</p:attrName>
                                        </p:attrNameLst>
                                      </p:cBhvr>
                                      <p:to>
                                        <p:strVal val="visible"/>
                                      </p:to>
                                    </p:set>
                                    <p:animEffect transition="in" filter="strips(downLeft)">
                                      <p:cBhvr>
                                        <p:cTn id="46" dur="500"/>
                                        <p:tgtEl>
                                          <p:spTgt spid="111"/>
                                        </p:tgtEl>
                                      </p:cBhvr>
                                    </p:animEffect>
                                  </p:childTnLst>
                                  <p:subTnLst>
                                    <p:audio>
                                      <p:cMediaNode>
                                        <p:cTn display="0" masterRel="sameClick">
                                          <p:stCondLst>
                                            <p:cond evt="begin" delay="0">
                                              <p:tn val="44"/>
                                            </p:cond>
                                          </p:stCondLst>
                                          <p:endCondLst>
                                            <p:cond evt="onStopAudio" delay="0">
                                              <p:tgtEl>
                                                <p:sldTgt/>
                                              </p:tgtEl>
                                            </p:cond>
                                          </p:endCondLst>
                                        </p:cTn>
                                        <p:tgtEl>
                                          <p:sndTgt r:embed="rId4" name="chimes.wav"/>
                                        </p:tgtEl>
                                      </p:cMediaNode>
                                    </p:audio>
                                  </p:subTnLst>
                                </p:cTn>
                              </p:par>
                            </p:childTnLst>
                          </p:cTn>
                        </p:par>
                        <p:par>
                          <p:cTn id="47" fill="hold">
                            <p:stCondLst>
                              <p:cond delay="1000"/>
                            </p:stCondLst>
                            <p:childTnLst>
                              <p:par>
                                <p:cTn id="48" presetID="3" presetClass="entr" presetSubtype="10" fill="hold" nodeType="afterEffect">
                                  <p:stCondLst>
                                    <p:cond delay="0"/>
                                  </p:stCondLst>
                                  <p:childTnLst>
                                    <p:set>
                                      <p:cBhvr>
                                        <p:cTn id="49" dur="1" fill="hold">
                                          <p:stCondLst>
                                            <p:cond delay="0"/>
                                          </p:stCondLst>
                                        </p:cTn>
                                        <p:tgtEl>
                                          <p:spTgt spid="101"/>
                                        </p:tgtEl>
                                        <p:attrNameLst>
                                          <p:attrName>style.visibility</p:attrName>
                                        </p:attrNameLst>
                                      </p:cBhvr>
                                      <p:to>
                                        <p:strVal val="visible"/>
                                      </p:to>
                                    </p:set>
                                    <p:animEffect transition="in" filter="blinds(horizontal)">
                                      <p:cBhvr>
                                        <p:cTn id="50" dur="500"/>
                                        <p:tgtEl>
                                          <p:spTgt spid="101"/>
                                        </p:tgtEl>
                                      </p:cBhvr>
                                    </p:animEffect>
                                  </p:childTnLst>
                                  <p:subTnLst>
                                    <p:audio>
                                      <p:cMediaNode>
                                        <p:cTn display="0" masterRel="sameClick">
                                          <p:stCondLst>
                                            <p:cond evt="begin" delay="0">
                                              <p:tn val="48"/>
                                            </p:cond>
                                          </p:stCondLst>
                                          <p:endCondLst>
                                            <p:cond evt="onStopAudio" delay="0">
                                              <p:tgtEl>
                                                <p:sldTgt/>
                                              </p:tgtEl>
                                            </p:cond>
                                          </p:endCondLst>
                                        </p:cTn>
                                        <p:tgtEl>
                                          <p:sndTgt r:embed="rId4" name="chimes.wav"/>
                                        </p:tgtEl>
                                      </p:cMediaNode>
                                    </p:audio>
                                  </p:subTnLst>
                                </p:cTn>
                              </p:par>
                            </p:childTnLst>
                          </p:cTn>
                        </p:par>
                        <p:par>
                          <p:cTn id="51" fill="hold">
                            <p:stCondLst>
                              <p:cond delay="1500"/>
                            </p:stCondLst>
                            <p:childTnLst>
                              <p:par>
                                <p:cTn id="52" presetID="3" presetClass="entr" presetSubtype="10" fill="hold" grpId="0" nodeType="afterEffect">
                                  <p:stCondLst>
                                    <p:cond delay="0"/>
                                  </p:stCondLst>
                                  <p:childTnLst>
                                    <p:set>
                                      <p:cBhvr>
                                        <p:cTn id="53" dur="1" fill="hold">
                                          <p:stCondLst>
                                            <p:cond delay="0"/>
                                          </p:stCondLst>
                                        </p:cTn>
                                        <p:tgtEl>
                                          <p:spTgt spid="106"/>
                                        </p:tgtEl>
                                        <p:attrNameLst>
                                          <p:attrName>style.visibility</p:attrName>
                                        </p:attrNameLst>
                                      </p:cBhvr>
                                      <p:to>
                                        <p:strVal val="visible"/>
                                      </p:to>
                                    </p:set>
                                    <p:animEffect transition="in" filter="blinds(horizontal)">
                                      <p:cBhvr>
                                        <p:cTn id="54" dur="500"/>
                                        <p:tgtEl>
                                          <p:spTgt spid="106"/>
                                        </p:tgtEl>
                                      </p:cBhvr>
                                    </p:animEffect>
                                  </p:childTnLst>
                                  <p:subTnLst>
                                    <p:audio>
                                      <p:cMediaNode>
                                        <p:cTn display="0" masterRel="sameClick">
                                          <p:stCondLst>
                                            <p:cond evt="begin" delay="0">
                                              <p:tn val="52"/>
                                            </p:cond>
                                          </p:stCondLst>
                                          <p:endCondLst>
                                            <p:cond evt="onStopAudio" delay="0">
                                              <p:tgtEl>
                                                <p:sldTgt/>
                                              </p:tgtEl>
                                            </p:cond>
                                          </p:endCondLst>
                                        </p:cTn>
                                        <p:tgtEl>
                                          <p:sndTgt r:embed="rId3" name="CAMERA.WAV"/>
                                        </p:tgtEl>
                                      </p:cMediaNode>
                                    </p:audio>
                                  </p:subTnLst>
                                </p:cTn>
                              </p:par>
                            </p:childTnLst>
                          </p:cTn>
                        </p:par>
                      </p:childTnLst>
                    </p:cTn>
                  </p:par>
                  <p:par>
                    <p:cTn id="55" fill="hold">
                      <p:stCondLst>
                        <p:cond delay="indefinite"/>
                      </p:stCondLst>
                      <p:childTnLst>
                        <p:par>
                          <p:cTn id="56" fill="hold">
                            <p:stCondLst>
                              <p:cond delay="0"/>
                            </p:stCondLst>
                            <p:childTnLst>
                              <p:par>
                                <p:cTn id="57" presetID="3" presetClass="entr" presetSubtype="10" fill="hold" nodeType="clickEffect">
                                  <p:stCondLst>
                                    <p:cond delay="0"/>
                                  </p:stCondLst>
                                  <p:childTnLst>
                                    <p:set>
                                      <p:cBhvr>
                                        <p:cTn id="58" dur="1" fill="hold">
                                          <p:stCondLst>
                                            <p:cond delay="0"/>
                                          </p:stCondLst>
                                        </p:cTn>
                                        <p:tgtEl>
                                          <p:spTgt spid="107"/>
                                        </p:tgtEl>
                                        <p:attrNameLst>
                                          <p:attrName>style.visibility</p:attrName>
                                        </p:attrNameLst>
                                      </p:cBhvr>
                                      <p:to>
                                        <p:strVal val="visible"/>
                                      </p:to>
                                    </p:set>
                                    <p:animEffect transition="in" filter="blinds(horizontal)">
                                      <p:cBhvr>
                                        <p:cTn id="59" dur="500"/>
                                        <p:tgtEl>
                                          <p:spTgt spid="107"/>
                                        </p:tgtEl>
                                      </p:cBhvr>
                                    </p:animEffect>
                                  </p:childTnLst>
                                  <p:subTnLst>
                                    <p:audio>
                                      <p:cMediaNode>
                                        <p:cTn display="0" masterRel="sameClick">
                                          <p:stCondLst>
                                            <p:cond evt="begin" delay="0">
                                              <p:tn val="57"/>
                                            </p:cond>
                                          </p:stCondLst>
                                          <p:endCondLst>
                                            <p:cond evt="onStopAudio" delay="0">
                                              <p:tgtEl>
                                                <p:sldTgt/>
                                              </p:tgtEl>
                                            </p:cond>
                                          </p:endCondLst>
                                        </p:cTn>
                                        <p:tgtEl>
                                          <p:sndTgt r:embed="rId3" name="CAMERA.WAV"/>
                                        </p:tgtEl>
                                      </p:cMediaNode>
                                    </p:audio>
                                  </p:subTnLst>
                                </p:cTn>
                              </p:par>
                            </p:childTnLst>
                          </p:cTn>
                        </p:par>
                      </p:childTnLst>
                    </p:cTn>
                  </p:par>
                  <p:par>
                    <p:cTn id="60" fill="hold">
                      <p:stCondLst>
                        <p:cond delay="indefinite"/>
                      </p:stCondLst>
                      <p:childTnLst>
                        <p:par>
                          <p:cTn id="61" fill="hold">
                            <p:stCondLst>
                              <p:cond delay="0"/>
                            </p:stCondLst>
                            <p:childTnLst>
                              <p:par>
                                <p:cTn id="62" presetID="18" presetClass="entr" presetSubtype="12" fill="hold" grpId="0" nodeType="clickEffect">
                                  <p:stCondLst>
                                    <p:cond delay="0"/>
                                  </p:stCondLst>
                                  <p:childTnLst>
                                    <p:set>
                                      <p:cBhvr>
                                        <p:cTn id="63" dur="1" fill="hold">
                                          <p:stCondLst>
                                            <p:cond delay="0"/>
                                          </p:stCondLst>
                                        </p:cTn>
                                        <p:tgtEl>
                                          <p:spTgt spid="105"/>
                                        </p:tgtEl>
                                        <p:attrNameLst>
                                          <p:attrName>style.visibility</p:attrName>
                                        </p:attrNameLst>
                                      </p:cBhvr>
                                      <p:to>
                                        <p:strVal val="visible"/>
                                      </p:to>
                                    </p:set>
                                    <p:animEffect transition="in" filter="strips(downLeft)">
                                      <p:cBhvr>
                                        <p:cTn id="64" dur="500"/>
                                        <p:tgtEl>
                                          <p:spTgt spid="105"/>
                                        </p:tgtEl>
                                      </p:cBhvr>
                                    </p:animEffect>
                                  </p:childTnLst>
                                  <p:subTnLst>
                                    <p:audio>
                                      <p:cMediaNode>
                                        <p:cTn display="0" masterRel="sameClick">
                                          <p:stCondLst>
                                            <p:cond evt="begin" delay="0">
                                              <p:tn val="62"/>
                                            </p:cond>
                                          </p:stCondLst>
                                          <p:endCondLst>
                                            <p:cond evt="onStopAudio" delay="0">
                                              <p:tgtEl>
                                                <p:sldTgt/>
                                              </p:tgtEl>
                                            </p:cond>
                                          </p:endCondLst>
                                        </p:cTn>
                                        <p:tgtEl>
                                          <p:sndTgt r:embed="rId3" name="CAMERA.WAV"/>
                                        </p:tgtEl>
                                      </p:cMediaNode>
                                    </p:audio>
                                  </p:subTnLst>
                                </p:cTn>
                              </p:par>
                            </p:childTnLst>
                          </p:cTn>
                        </p:par>
                        <p:par>
                          <p:cTn id="65" fill="hold">
                            <p:stCondLst>
                              <p:cond delay="500"/>
                            </p:stCondLst>
                            <p:childTnLst>
                              <p:par>
                                <p:cTn id="66" presetID="3" presetClass="entr" presetSubtype="10" fill="hold" nodeType="afterEffect">
                                  <p:stCondLst>
                                    <p:cond delay="0"/>
                                  </p:stCondLst>
                                  <p:childTnLst>
                                    <p:set>
                                      <p:cBhvr>
                                        <p:cTn id="67" dur="1" fill="hold">
                                          <p:stCondLst>
                                            <p:cond delay="0"/>
                                          </p:stCondLst>
                                        </p:cTn>
                                        <p:tgtEl>
                                          <p:spTgt spid="102"/>
                                        </p:tgtEl>
                                        <p:attrNameLst>
                                          <p:attrName>style.visibility</p:attrName>
                                        </p:attrNameLst>
                                      </p:cBhvr>
                                      <p:to>
                                        <p:strVal val="visible"/>
                                      </p:to>
                                    </p:set>
                                    <p:animEffect transition="in" filter="blinds(horizontal)">
                                      <p:cBhvr>
                                        <p:cTn id="68" dur="500"/>
                                        <p:tgtEl>
                                          <p:spTgt spid="102"/>
                                        </p:tgtEl>
                                      </p:cBhvr>
                                    </p:animEffect>
                                  </p:childTnLst>
                                  <p:subTnLst>
                                    <p:audio>
                                      <p:cMediaNode>
                                        <p:cTn display="0" masterRel="sameClick">
                                          <p:stCondLst>
                                            <p:cond evt="begin" delay="0">
                                              <p:tn val="66"/>
                                            </p:cond>
                                          </p:stCondLst>
                                          <p:endCondLst>
                                            <p:cond evt="onStopAudio" delay="0">
                                              <p:tgtEl>
                                                <p:sldTgt/>
                                              </p:tgtEl>
                                            </p:cond>
                                          </p:endCondLst>
                                        </p:cTn>
                                        <p:tgtEl>
                                          <p:sndTgt r:embed="rId3" name="CAMERA.WAV"/>
                                        </p:tgtEl>
                                      </p:cMediaNode>
                                    </p:audio>
                                  </p:subTnLst>
                                </p:cTn>
                              </p:par>
                            </p:childTnLst>
                          </p:cTn>
                        </p:par>
                      </p:childTnLst>
                    </p:cTn>
                  </p:par>
                  <p:par>
                    <p:cTn id="69" fill="hold">
                      <p:stCondLst>
                        <p:cond delay="indefinite"/>
                      </p:stCondLst>
                      <p:childTnLst>
                        <p:par>
                          <p:cTn id="70" fill="hold">
                            <p:stCondLst>
                              <p:cond delay="0"/>
                            </p:stCondLst>
                            <p:childTnLst>
                              <p:par>
                                <p:cTn id="71" presetID="18" presetClass="entr" presetSubtype="12" fill="hold" grpId="0" nodeType="clickEffect">
                                  <p:stCondLst>
                                    <p:cond delay="0"/>
                                  </p:stCondLst>
                                  <p:childTnLst>
                                    <p:set>
                                      <p:cBhvr>
                                        <p:cTn id="72" dur="1" fill="hold">
                                          <p:stCondLst>
                                            <p:cond delay="0"/>
                                          </p:stCondLst>
                                        </p:cTn>
                                        <p:tgtEl>
                                          <p:spTgt spid="110"/>
                                        </p:tgtEl>
                                        <p:attrNameLst>
                                          <p:attrName>style.visibility</p:attrName>
                                        </p:attrNameLst>
                                      </p:cBhvr>
                                      <p:to>
                                        <p:strVal val="visible"/>
                                      </p:to>
                                    </p:set>
                                    <p:animEffect transition="in" filter="strips(downLeft)">
                                      <p:cBhvr>
                                        <p:cTn id="73" dur="500"/>
                                        <p:tgtEl>
                                          <p:spTgt spid="110"/>
                                        </p:tgtEl>
                                      </p:cBhvr>
                                    </p:animEffect>
                                  </p:childTnLst>
                                  <p:subTnLst>
                                    <p:audio>
                                      <p:cMediaNode>
                                        <p:cTn display="0" masterRel="sameClick">
                                          <p:stCondLst>
                                            <p:cond evt="begin" delay="0">
                                              <p:tn val="71"/>
                                            </p:cond>
                                          </p:stCondLst>
                                          <p:endCondLst>
                                            <p:cond evt="onStopAudio" delay="0">
                                              <p:tgtEl>
                                                <p:sldTgt/>
                                              </p:tgtEl>
                                            </p:cond>
                                          </p:endCondLst>
                                        </p:cTn>
                                        <p:tgtEl>
                                          <p:sndTgt r:embed="rId3" name="CAMERA.WAV"/>
                                        </p:tgtEl>
                                      </p:cMediaNode>
                                    </p:audio>
                                  </p:subTnLst>
                                </p:cTn>
                              </p:par>
                            </p:childTnLst>
                          </p:cTn>
                        </p:par>
                      </p:childTnLst>
                    </p:cTn>
                  </p:par>
                  <p:par>
                    <p:cTn id="74" fill="hold">
                      <p:stCondLst>
                        <p:cond delay="indefinite"/>
                      </p:stCondLst>
                      <p:childTnLst>
                        <p:par>
                          <p:cTn id="75" fill="hold">
                            <p:stCondLst>
                              <p:cond delay="0"/>
                            </p:stCondLst>
                            <p:childTnLst>
                              <p:par>
                                <p:cTn id="76" presetID="18" presetClass="entr" presetSubtype="3" fill="hold" grpId="0" nodeType="clickEffect">
                                  <p:stCondLst>
                                    <p:cond delay="0"/>
                                  </p:stCondLst>
                                  <p:childTnLst>
                                    <p:set>
                                      <p:cBhvr>
                                        <p:cTn id="77" dur="1" fill="hold">
                                          <p:stCondLst>
                                            <p:cond delay="0"/>
                                          </p:stCondLst>
                                        </p:cTn>
                                        <p:tgtEl>
                                          <p:spTgt spid="114"/>
                                        </p:tgtEl>
                                        <p:attrNameLst>
                                          <p:attrName>style.visibility</p:attrName>
                                        </p:attrNameLst>
                                      </p:cBhvr>
                                      <p:to>
                                        <p:strVal val="visible"/>
                                      </p:to>
                                    </p:set>
                                    <p:animEffect transition="in" filter="strips(upRight)">
                                      <p:cBhvr>
                                        <p:cTn id="78" dur="500"/>
                                        <p:tgtEl>
                                          <p:spTgt spid="114"/>
                                        </p:tgtEl>
                                      </p:cBhvr>
                                    </p:animEffect>
                                  </p:childTnLst>
                                  <p:subTnLst>
                                    <p:audio>
                                      <p:cMediaNode>
                                        <p:cTn display="0" masterRel="sameClick">
                                          <p:stCondLst>
                                            <p:cond evt="begin" delay="0">
                                              <p:tn val="76"/>
                                            </p:cond>
                                          </p:stCondLst>
                                          <p:endCondLst>
                                            <p:cond evt="onStopAudio" delay="0">
                                              <p:tgtEl>
                                                <p:sldTgt/>
                                              </p:tgtEl>
                                            </p:cond>
                                          </p:endCondLst>
                                        </p:cTn>
                                        <p:tgtEl>
                                          <p:sndTgt r:embed="rId5" name="laser.wav"/>
                                        </p:tgtEl>
                                      </p:cMediaNode>
                                    </p:audio>
                                  </p:subTnLst>
                                </p:cTn>
                              </p:par>
                            </p:childTnLst>
                          </p:cTn>
                        </p:par>
                      </p:childTnLst>
                    </p:cTn>
                  </p:par>
                  <p:par>
                    <p:cTn id="79" fill="hold">
                      <p:stCondLst>
                        <p:cond delay="indefinite"/>
                      </p:stCondLst>
                      <p:childTnLst>
                        <p:par>
                          <p:cTn id="80" fill="hold">
                            <p:stCondLst>
                              <p:cond delay="0"/>
                            </p:stCondLst>
                            <p:childTnLst>
                              <p:par>
                                <p:cTn id="81" presetID="4" presetClass="entr" presetSubtype="16" fill="hold" nodeType="clickEffect">
                                  <p:stCondLst>
                                    <p:cond delay="0"/>
                                  </p:stCondLst>
                                  <p:childTnLst>
                                    <p:set>
                                      <p:cBhvr>
                                        <p:cTn id="82" dur="1" fill="hold">
                                          <p:stCondLst>
                                            <p:cond delay="0"/>
                                          </p:stCondLst>
                                        </p:cTn>
                                        <p:tgtEl>
                                          <p:spTgt spid="4"/>
                                        </p:tgtEl>
                                        <p:attrNameLst>
                                          <p:attrName>style.visibility</p:attrName>
                                        </p:attrNameLst>
                                      </p:cBhvr>
                                      <p:to>
                                        <p:strVal val="visible"/>
                                      </p:to>
                                    </p:set>
                                    <p:animEffect transition="in" filter="box(in)">
                                      <p:cBhvr>
                                        <p:cTn id="83" dur="2000"/>
                                        <p:tgtEl>
                                          <p:spTgt spid="4"/>
                                        </p:tgtEl>
                                      </p:cBhvr>
                                    </p:animEffect>
                                  </p:childTnLst>
                                  <p:subTnLst>
                                    <p:audio>
                                      <p:cMediaNode>
                                        <p:cTn display="0" masterRel="sameClick">
                                          <p:stCondLst>
                                            <p:cond evt="begin" delay="0">
                                              <p:tn val="81"/>
                                            </p:cond>
                                          </p:stCondLst>
                                          <p:endCondLst>
                                            <p:cond evt="onStopAudio" delay="0">
                                              <p:tgtEl>
                                                <p:sldTgt/>
                                              </p:tgtEl>
                                            </p:cond>
                                          </p:endCondLst>
                                        </p:cTn>
                                        <p:tgtEl>
                                          <p:sndTgt r:embed="rId4" name="chimes.wav"/>
                                        </p:tgtEl>
                                      </p:cMediaNode>
                                    </p:audio>
                                  </p:subTnLst>
                                </p:cTn>
                              </p:par>
                            </p:childTnLst>
                          </p:cTn>
                        </p:par>
                      </p:childTnLst>
                    </p:cTn>
                  </p:par>
                  <p:par>
                    <p:cTn id="84" fill="hold">
                      <p:stCondLst>
                        <p:cond delay="indefinite"/>
                      </p:stCondLst>
                      <p:childTnLst>
                        <p:par>
                          <p:cTn id="85" fill="hold">
                            <p:stCondLst>
                              <p:cond delay="0"/>
                            </p:stCondLst>
                            <p:childTnLst>
                              <p:par>
                                <p:cTn id="86" presetID="3" presetClass="entr" presetSubtype="10" fill="hold" grpId="0" nodeType="clickEffect">
                                  <p:stCondLst>
                                    <p:cond delay="0"/>
                                  </p:stCondLst>
                                  <p:childTnLst>
                                    <p:set>
                                      <p:cBhvr>
                                        <p:cTn id="87" dur="1" fill="hold">
                                          <p:stCondLst>
                                            <p:cond delay="0"/>
                                          </p:stCondLst>
                                        </p:cTn>
                                        <p:tgtEl>
                                          <p:spTgt spid="118"/>
                                        </p:tgtEl>
                                        <p:attrNameLst>
                                          <p:attrName>style.visibility</p:attrName>
                                        </p:attrNameLst>
                                      </p:cBhvr>
                                      <p:to>
                                        <p:strVal val="visible"/>
                                      </p:to>
                                    </p:set>
                                    <p:animEffect transition="in" filter="blinds(horizontal)">
                                      <p:cBhvr>
                                        <p:cTn id="88" dur="500"/>
                                        <p:tgtEl>
                                          <p:spTgt spid="118"/>
                                        </p:tgtEl>
                                      </p:cBhvr>
                                    </p:animEffect>
                                  </p:childTnLst>
                                  <p:subTnLst>
                                    <p:audio>
                                      <p:cMediaNode>
                                        <p:cTn display="0" masterRel="sameClick">
                                          <p:stCondLst>
                                            <p:cond evt="begin" delay="0">
                                              <p:tn val="86"/>
                                            </p:cond>
                                          </p:stCondLst>
                                          <p:endCondLst>
                                            <p:cond evt="onStopAudio" delay="0">
                                              <p:tgtEl>
                                                <p:sldTgt/>
                                              </p:tgtEl>
                                            </p:cond>
                                          </p:endCondLst>
                                        </p:cTn>
                                        <p:tgtEl>
                                          <p:sndTgt r:embed="rId3" name="camera.wav"/>
                                        </p:tgtEl>
                                      </p:cMediaNode>
                                    </p:audio>
                                  </p:subTnLst>
                                </p:cTn>
                              </p:par>
                            </p:childTnLst>
                          </p:cTn>
                        </p:par>
                        <p:par>
                          <p:cTn id="89" fill="hold">
                            <p:stCondLst>
                              <p:cond delay="500"/>
                            </p:stCondLst>
                            <p:childTnLst>
                              <p:par>
                                <p:cTn id="90" presetID="3" presetClass="entr" presetSubtype="10" fill="hold" grpId="0" nodeType="afterEffect">
                                  <p:stCondLst>
                                    <p:cond delay="0"/>
                                  </p:stCondLst>
                                  <p:childTnLst>
                                    <p:set>
                                      <p:cBhvr>
                                        <p:cTn id="91" dur="1" fill="hold">
                                          <p:stCondLst>
                                            <p:cond delay="0"/>
                                          </p:stCondLst>
                                        </p:cTn>
                                        <p:tgtEl>
                                          <p:spTgt spid="120"/>
                                        </p:tgtEl>
                                        <p:attrNameLst>
                                          <p:attrName>style.visibility</p:attrName>
                                        </p:attrNameLst>
                                      </p:cBhvr>
                                      <p:to>
                                        <p:strVal val="visible"/>
                                      </p:to>
                                    </p:set>
                                    <p:animEffect transition="in" filter="blinds(horizontal)">
                                      <p:cBhvr>
                                        <p:cTn id="92" dur="500"/>
                                        <p:tgtEl>
                                          <p:spTgt spid="120"/>
                                        </p:tgtEl>
                                      </p:cBhvr>
                                    </p:animEffect>
                                  </p:childTnLst>
                                  <p:subTnLst>
                                    <p:audio>
                                      <p:cMediaNode>
                                        <p:cTn display="0" masterRel="sameClick">
                                          <p:stCondLst>
                                            <p:cond evt="begin" delay="0">
                                              <p:tn val="90"/>
                                            </p:cond>
                                          </p:stCondLst>
                                          <p:endCondLst>
                                            <p:cond evt="onStopAudio" delay="0">
                                              <p:tgtEl>
                                                <p:sldTgt/>
                                              </p:tgtEl>
                                            </p:cond>
                                          </p:endCondLst>
                                        </p:cTn>
                                        <p:tgtEl>
                                          <p:sndTgt r:embed="rId3" name="camera.wav"/>
                                        </p:tgtEl>
                                      </p:cMediaNode>
                                    </p:audio>
                                  </p:subTnLst>
                                </p:cTn>
                              </p:par>
                            </p:childTnLst>
                          </p:cTn>
                        </p:par>
                      </p:childTnLst>
                    </p:cTn>
                  </p:par>
                  <p:par>
                    <p:cTn id="93" fill="hold">
                      <p:stCondLst>
                        <p:cond delay="indefinite"/>
                      </p:stCondLst>
                      <p:childTnLst>
                        <p:par>
                          <p:cTn id="94" fill="hold">
                            <p:stCondLst>
                              <p:cond delay="0"/>
                            </p:stCondLst>
                            <p:childTnLst>
                              <p:par>
                                <p:cTn id="95" presetID="18" presetClass="entr" presetSubtype="3" fill="hold" nodeType="clickEffect">
                                  <p:stCondLst>
                                    <p:cond delay="0"/>
                                  </p:stCondLst>
                                  <p:childTnLst>
                                    <p:set>
                                      <p:cBhvr>
                                        <p:cTn id="96" dur="1" fill="hold">
                                          <p:stCondLst>
                                            <p:cond delay="0"/>
                                          </p:stCondLst>
                                        </p:cTn>
                                        <p:tgtEl>
                                          <p:spTgt spid="121"/>
                                        </p:tgtEl>
                                        <p:attrNameLst>
                                          <p:attrName>style.visibility</p:attrName>
                                        </p:attrNameLst>
                                      </p:cBhvr>
                                      <p:to>
                                        <p:strVal val="visible"/>
                                      </p:to>
                                    </p:set>
                                    <p:animEffect transition="in" filter="strips(upRight)">
                                      <p:cBhvr>
                                        <p:cTn id="97" dur="500"/>
                                        <p:tgtEl>
                                          <p:spTgt spid="121"/>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nodeType="clickEffect">
                                  <p:stCondLst>
                                    <p:cond delay="0"/>
                                  </p:stCondLst>
                                  <p:childTnLst>
                                    <p:set>
                                      <p:cBhvr>
                                        <p:cTn id="101" dur="1" fill="hold">
                                          <p:stCondLst>
                                            <p:cond delay="0"/>
                                          </p:stCondLst>
                                        </p:cTn>
                                        <p:tgtEl>
                                          <p:spTgt spid="115"/>
                                        </p:tgtEl>
                                        <p:attrNameLst>
                                          <p:attrName>style.visibility</p:attrName>
                                        </p:attrNameLst>
                                      </p:cBhvr>
                                      <p:to>
                                        <p:strVal val="visible"/>
                                      </p:to>
                                    </p:set>
                                    <p:animEffect transition="in" filter="blinds(horizontal)">
                                      <p:cBhvr>
                                        <p:cTn id="102" dur="500"/>
                                        <p:tgtEl>
                                          <p:spTgt spid="115"/>
                                        </p:tgtEl>
                                      </p:cBhvr>
                                    </p:animEffect>
                                  </p:childTnLst>
                                  <p:subTnLst>
                                    <p:audio>
                                      <p:cMediaNode>
                                        <p:cTn display="0" masterRel="sameClick">
                                          <p:stCondLst>
                                            <p:cond evt="begin" delay="0">
                                              <p:tn val="100"/>
                                            </p:cond>
                                          </p:stCondLst>
                                          <p:endCondLst>
                                            <p:cond evt="onStopAudio" delay="0">
                                              <p:tgtEl>
                                                <p:sldTgt/>
                                              </p:tgtEl>
                                            </p:cond>
                                          </p:endCondLst>
                                        </p:cTn>
                                        <p:tgtEl>
                                          <p:sndTgt r:embed="rId3" name="camera.wav"/>
                                        </p:tgtEl>
                                      </p:cMediaNode>
                                    </p:audio>
                                  </p:subTnLst>
                                </p:cTn>
                              </p:par>
                            </p:childTnLst>
                          </p:cTn>
                        </p:par>
                      </p:childTnLst>
                    </p:cTn>
                  </p:par>
                  <p:par>
                    <p:cTn id="103" fill="hold">
                      <p:stCondLst>
                        <p:cond delay="indefinite"/>
                      </p:stCondLst>
                      <p:childTnLst>
                        <p:par>
                          <p:cTn id="104" fill="hold">
                            <p:stCondLst>
                              <p:cond delay="0"/>
                            </p:stCondLst>
                            <p:childTnLst>
                              <p:par>
                                <p:cTn id="105" presetID="18" presetClass="entr" presetSubtype="12" fill="hold" grpId="0" nodeType="clickEffect">
                                  <p:stCondLst>
                                    <p:cond delay="0"/>
                                  </p:stCondLst>
                                  <p:childTnLst>
                                    <p:set>
                                      <p:cBhvr>
                                        <p:cTn id="106" dur="1" fill="hold">
                                          <p:stCondLst>
                                            <p:cond delay="0"/>
                                          </p:stCondLst>
                                        </p:cTn>
                                        <p:tgtEl>
                                          <p:spTgt spid="119"/>
                                        </p:tgtEl>
                                        <p:attrNameLst>
                                          <p:attrName>style.visibility</p:attrName>
                                        </p:attrNameLst>
                                      </p:cBhvr>
                                      <p:to>
                                        <p:strVal val="visible"/>
                                      </p:to>
                                    </p:set>
                                    <p:animEffect transition="in" filter="strips(downLeft)">
                                      <p:cBhvr>
                                        <p:cTn id="107" dur="500"/>
                                        <p:tgtEl>
                                          <p:spTgt spid="119"/>
                                        </p:tgtEl>
                                      </p:cBhvr>
                                    </p:animEffect>
                                  </p:childTnLst>
                                  <p:subTnLst>
                                    <p:audio>
                                      <p:cMediaNode>
                                        <p:cTn display="0" masterRel="sameClick">
                                          <p:stCondLst>
                                            <p:cond evt="begin" delay="0">
                                              <p:tn val="105"/>
                                            </p:cond>
                                          </p:stCondLst>
                                          <p:endCondLst>
                                            <p:cond evt="onStopAudio" delay="0">
                                              <p:tgtEl>
                                                <p:sldTgt/>
                                              </p:tgtEl>
                                            </p:cond>
                                          </p:endCondLst>
                                        </p:cTn>
                                        <p:tgtEl>
                                          <p:sndTgt r:embed="rId4" name="chimes.wav"/>
                                        </p:tgtEl>
                                      </p:cMediaNode>
                                    </p:audio>
                                  </p:subTnLst>
                                </p:cTn>
                              </p:par>
                            </p:childTnLst>
                          </p:cTn>
                        </p:par>
                        <p:par>
                          <p:cTn id="108" fill="hold">
                            <p:stCondLst>
                              <p:cond delay="500"/>
                            </p:stCondLst>
                            <p:childTnLst>
                              <p:par>
                                <p:cTn id="109" presetID="18" presetClass="entr" presetSubtype="12" fill="hold" grpId="0" nodeType="afterEffect">
                                  <p:stCondLst>
                                    <p:cond delay="0"/>
                                  </p:stCondLst>
                                  <p:childTnLst>
                                    <p:set>
                                      <p:cBhvr>
                                        <p:cTn id="110" dur="1" fill="hold">
                                          <p:stCondLst>
                                            <p:cond delay="0"/>
                                          </p:stCondLst>
                                        </p:cTn>
                                        <p:tgtEl>
                                          <p:spTgt spid="134"/>
                                        </p:tgtEl>
                                        <p:attrNameLst>
                                          <p:attrName>style.visibility</p:attrName>
                                        </p:attrNameLst>
                                      </p:cBhvr>
                                      <p:to>
                                        <p:strVal val="visible"/>
                                      </p:to>
                                    </p:set>
                                    <p:animEffect transition="in" filter="strips(downLeft)">
                                      <p:cBhvr>
                                        <p:cTn id="111" dur="500"/>
                                        <p:tgtEl>
                                          <p:spTgt spid="134"/>
                                        </p:tgtEl>
                                      </p:cBhvr>
                                    </p:animEffect>
                                  </p:childTnLst>
                                  <p:subTnLst>
                                    <p:audio>
                                      <p:cMediaNode>
                                        <p:cTn display="0" masterRel="sameClick">
                                          <p:stCondLst>
                                            <p:cond evt="begin" delay="0">
                                              <p:tn val="109"/>
                                            </p:cond>
                                          </p:stCondLst>
                                          <p:endCondLst>
                                            <p:cond evt="onStopAudio" delay="0">
                                              <p:tgtEl>
                                                <p:sldTgt/>
                                              </p:tgtEl>
                                            </p:cond>
                                          </p:endCondLst>
                                        </p:cTn>
                                        <p:tgtEl>
                                          <p:sndTgt r:embed="rId4" name="chimes.wav"/>
                                        </p:tgtEl>
                                      </p:cMediaNode>
                                    </p:audio>
                                  </p:subTnLst>
                                </p:cTn>
                              </p:par>
                            </p:childTnLst>
                          </p:cTn>
                        </p:par>
                        <p:par>
                          <p:cTn id="112" fill="hold">
                            <p:stCondLst>
                              <p:cond delay="1000"/>
                            </p:stCondLst>
                            <p:childTnLst>
                              <p:par>
                                <p:cTn id="113" presetID="3" presetClass="entr" presetSubtype="10" fill="hold" nodeType="afterEffect">
                                  <p:stCondLst>
                                    <p:cond delay="0"/>
                                  </p:stCondLst>
                                  <p:childTnLst>
                                    <p:set>
                                      <p:cBhvr>
                                        <p:cTn id="114" dur="1" fill="hold">
                                          <p:stCondLst>
                                            <p:cond delay="0"/>
                                          </p:stCondLst>
                                        </p:cTn>
                                        <p:tgtEl>
                                          <p:spTgt spid="132"/>
                                        </p:tgtEl>
                                        <p:attrNameLst>
                                          <p:attrName>style.visibility</p:attrName>
                                        </p:attrNameLst>
                                      </p:cBhvr>
                                      <p:to>
                                        <p:strVal val="visible"/>
                                      </p:to>
                                    </p:set>
                                    <p:animEffect transition="in" filter="blinds(horizontal)">
                                      <p:cBhvr>
                                        <p:cTn id="115" dur="500"/>
                                        <p:tgtEl>
                                          <p:spTgt spid="132"/>
                                        </p:tgtEl>
                                      </p:cBhvr>
                                    </p:animEffect>
                                  </p:childTnLst>
                                  <p:subTnLst>
                                    <p:audio>
                                      <p:cMediaNode>
                                        <p:cTn display="0" masterRel="sameClick">
                                          <p:stCondLst>
                                            <p:cond evt="begin" delay="0">
                                              <p:tn val="113"/>
                                            </p:cond>
                                          </p:stCondLst>
                                          <p:endCondLst>
                                            <p:cond evt="onStopAudio" delay="0">
                                              <p:tgtEl>
                                                <p:sldTgt/>
                                              </p:tgtEl>
                                            </p:cond>
                                          </p:endCondLst>
                                        </p:cTn>
                                        <p:tgtEl>
                                          <p:sndTgt r:embed="rId4" name="chimes.wav"/>
                                        </p:tgtEl>
                                      </p:cMediaNode>
                                    </p:audio>
                                  </p:subTnLst>
                                </p:cTn>
                              </p:par>
                            </p:childTnLst>
                          </p:cTn>
                        </p:par>
                        <p:par>
                          <p:cTn id="116" fill="hold">
                            <p:stCondLst>
                              <p:cond delay="1500"/>
                            </p:stCondLst>
                            <p:childTnLst>
                              <p:par>
                                <p:cTn id="117" presetID="3" presetClass="entr" presetSubtype="10" fill="hold" grpId="0" nodeType="afterEffect">
                                  <p:stCondLst>
                                    <p:cond delay="0"/>
                                  </p:stCondLst>
                                  <p:childTnLst>
                                    <p:set>
                                      <p:cBhvr>
                                        <p:cTn id="118" dur="1" fill="hold">
                                          <p:stCondLst>
                                            <p:cond delay="0"/>
                                          </p:stCondLst>
                                        </p:cTn>
                                        <p:tgtEl>
                                          <p:spTgt spid="131"/>
                                        </p:tgtEl>
                                        <p:attrNameLst>
                                          <p:attrName>style.visibility</p:attrName>
                                        </p:attrNameLst>
                                      </p:cBhvr>
                                      <p:to>
                                        <p:strVal val="visible"/>
                                      </p:to>
                                    </p:set>
                                    <p:animEffect transition="in" filter="blinds(horizontal)">
                                      <p:cBhvr>
                                        <p:cTn id="119" dur="500"/>
                                        <p:tgtEl>
                                          <p:spTgt spid="131"/>
                                        </p:tgtEl>
                                      </p:cBhvr>
                                    </p:animEffect>
                                  </p:childTnLst>
                                  <p:subTnLst>
                                    <p:audio>
                                      <p:cMediaNode>
                                        <p:cTn display="0" masterRel="sameClick">
                                          <p:stCondLst>
                                            <p:cond evt="begin" delay="0">
                                              <p:tn val="117"/>
                                            </p:cond>
                                          </p:stCondLst>
                                          <p:endCondLst>
                                            <p:cond evt="onStopAudio" delay="0">
                                              <p:tgtEl>
                                                <p:sldTgt/>
                                              </p:tgtEl>
                                            </p:cond>
                                          </p:endCondLst>
                                        </p:cTn>
                                        <p:tgtEl>
                                          <p:sndTgt r:embed="rId3" name="CAMERA.WAV"/>
                                        </p:tgtEl>
                                      </p:cMediaNode>
                                    </p:audio>
                                  </p:subTnLst>
                                </p:cTn>
                              </p:par>
                            </p:childTnLst>
                          </p:cTn>
                        </p:par>
                      </p:childTnLst>
                    </p:cTn>
                  </p:par>
                  <p:par>
                    <p:cTn id="120" fill="hold">
                      <p:stCondLst>
                        <p:cond delay="indefinite"/>
                      </p:stCondLst>
                      <p:childTnLst>
                        <p:par>
                          <p:cTn id="121" fill="hold">
                            <p:stCondLst>
                              <p:cond delay="0"/>
                            </p:stCondLst>
                            <p:childTnLst>
                              <p:par>
                                <p:cTn id="122" presetID="3" presetClass="entr" presetSubtype="10" fill="hold" nodeType="clickEffect">
                                  <p:stCondLst>
                                    <p:cond delay="0"/>
                                  </p:stCondLst>
                                  <p:childTnLst>
                                    <p:set>
                                      <p:cBhvr>
                                        <p:cTn id="123" dur="1" fill="hold">
                                          <p:stCondLst>
                                            <p:cond delay="0"/>
                                          </p:stCondLst>
                                        </p:cTn>
                                        <p:tgtEl>
                                          <p:spTgt spid="124"/>
                                        </p:tgtEl>
                                        <p:attrNameLst>
                                          <p:attrName>style.visibility</p:attrName>
                                        </p:attrNameLst>
                                      </p:cBhvr>
                                      <p:to>
                                        <p:strVal val="visible"/>
                                      </p:to>
                                    </p:set>
                                    <p:animEffect transition="in" filter="blinds(horizontal)">
                                      <p:cBhvr>
                                        <p:cTn id="124" dur="500"/>
                                        <p:tgtEl>
                                          <p:spTgt spid="124"/>
                                        </p:tgtEl>
                                      </p:cBhvr>
                                    </p:animEffect>
                                  </p:childTnLst>
                                  <p:subTnLst>
                                    <p:audio>
                                      <p:cMediaNode>
                                        <p:cTn display="0" masterRel="sameClick">
                                          <p:stCondLst>
                                            <p:cond evt="begin" delay="0">
                                              <p:tn val="122"/>
                                            </p:cond>
                                          </p:stCondLst>
                                          <p:endCondLst>
                                            <p:cond evt="onStopAudio" delay="0">
                                              <p:tgtEl>
                                                <p:sldTgt/>
                                              </p:tgtEl>
                                            </p:cond>
                                          </p:endCondLst>
                                        </p:cTn>
                                        <p:tgtEl>
                                          <p:sndTgt r:embed="rId3" name="camera.wav"/>
                                        </p:tgtEl>
                                      </p:cMediaNode>
                                    </p:audio>
                                  </p:subTnLst>
                                </p:cTn>
                              </p:par>
                            </p:childTnLst>
                          </p:cTn>
                        </p:par>
                      </p:childTnLst>
                    </p:cTn>
                  </p:par>
                  <p:par>
                    <p:cTn id="125" fill="hold">
                      <p:stCondLst>
                        <p:cond delay="indefinite"/>
                      </p:stCondLst>
                      <p:childTnLst>
                        <p:par>
                          <p:cTn id="126" fill="hold">
                            <p:stCondLst>
                              <p:cond delay="0"/>
                            </p:stCondLst>
                            <p:childTnLst>
                              <p:par>
                                <p:cTn id="127" presetID="18" presetClass="entr" presetSubtype="12" fill="hold" grpId="0" nodeType="clickEffect">
                                  <p:stCondLst>
                                    <p:cond delay="0"/>
                                  </p:stCondLst>
                                  <p:childTnLst>
                                    <p:set>
                                      <p:cBhvr>
                                        <p:cTn id="128" dur="1" fill="hold">
                                          <p:stCondLst>
                                            <p:cond delay="0"/>
                                          </p:stCondLst>
                                        </p:cTn>
                                        <p:tgtEl>
                                          <p:spTgt spid="130"/>
                                        </p:tgtEl>
                                        <p:attrNameLst>
                                          <p:attrName>style.visibility</p:attrName>
                                        </p:attrNameLst>
                                      </p:cBhvr>
                                      <p:to>
                                        <p:strVal val="visible"/>
                                      </p:to>
                                    </p:set>
                                    <p:animEffect transition="in" filter="strips(downLeft)">
                                      <p:cBhvr>
                                        <p:cTn id="129" dur="500"/>
                                        <p:tgtEl>
                                          <p:spTgt spid="130"/>
                                        </p:tgtEl>
                                      </p:cBhvr>
                                    </p:animEffect>
                                  </p:childTnLst>
                                  <p:subTnLst>
                                    <p:audio>
                                      <p:cMediaNode>
                                        <p:cTn display="0" masterRel="sameClick">
                                          <p:stCondLst>
                                            <p:cond evt="begin" delay="0">
                                              <p:tn val="127"/>
                                            </p:cond>
                                          </p:stCondLst>
                                          <p:endCondLst>
                                            <p:cond evt="onStopAudio" delay="0">
                                              <p:tgtEl>
                                                <p:sldTgt/>
                                              </p:tgtEl>
                                            </p:cond>
                                          </p:endCondLst>
                                        </p:cTn>
                                        <p:tgtEl>
                                          <p:sndTgt r:embed="rId3" name="CAMERA.WAV"/>
                                        </p:tgtEl>
                                      </p:cMediaNode>
                                    </p:audio>
                                  </p:subTnLst>
                                </p:cTn>
                              </p:par>
                            </p:childTnLst>
                          </p:cTn>
                        </p:par>
                        <p:par>
                          <p:cTn id="130" fill="hold">
                            <p:stCondLst>
                              <p:cond delay="500"/>
                            </p:stCondLst>
                            <p:childTnLst>
                              <p:par>
                                <p:cTn id="131" presetID="3" presetClass="entr" presetSubtype="10" fill="hold" nodeType="afterEffect">
                                  <p:stCondLst>
                                    <p:cond delay="0"/>
                                  </p:stCondLst>
                                  <p:childTnLst>
                                    <p:set>
                                      <p:cBhvr>
                                        <p:cTn id="132" dur="1" fill="hold">
                                          <p:stCondLst>
                                            <p:cond delay="0"/>
                                          </p:stCondLst>
                                        </p:cTn>
                                        <p:tgtEl>
                                          <p:spTgt spid="127"/>
                                        </p:tgtEl>
                                        <p:attrNameLst>
                                          <p:attrName>style.visibility</p:attrName>
                                        </p:attrNameLst>
                                      </p:cBhvr>
                                      <p:to>
                                        <p:strVal val="visible"/>
                                      </p:to>
                                    </p:set>
                                    <p:animEffect transition="in" filter="blinds(horizontal)">
                                      <p:cBhvr>
                                        <p:cTn id="133" dur="500"/>
                                        <p:tgtEl>
                                          <p:spTgt spid="127"/>
                                        </p:tgtEl>
                                      </p:cBhvr>
                                    </p:animEffect>
                                  </p:childTnLst>
                                  <p:subTnLst>
                                    <p:audio>
                                      <p:cMediaNode>
                                        <p:cTn display="0" masterRel="sameClick">
                                          <p:stCondLst>
                                            <p:cond evt="begin" delay="0">
                                              <p:tn val="131"/>
                                            </p:cond>
                                          </p:stCondLst>
                                          <p:endCondLst>
                                            <p:cond evt="onStopAudio" delay="0">
                                              <p:tgtEl>
                                                <p:sldTgt/>
                                              </p:tgtEl>
                                            </p:cond>
                                          </p:endCondLst>
                                        </p:cTn>
                                        <p:tgtEl>
                                          <p:sndTgt r:embed="rId3" name="camera.wav"/>
                                        </p:tgtEl>
                                      </p:cMediaNode>
                                    </p:audio>
                                  </p:subTnLst>
                                </p:cTn>
                              </p:par>
                            </p:childTnLst>
                          </p:cTn>
                        </p:par>
                      </p:childTnLst>
                    </p:cTn>
                  </p:par>
                  <p:par>
                    <p:cTn id="134" fill="hold">
                      <p:stCondLst>
                        <p:cond delay="indefinite"/>
                      </p:stCondLst>
                      <p:childTnLst>
                        <p:par>
                          <p:cTn id="135" fill="hold">
                            <p:stCondLst>
                              <p:cond delay="0"/>
                            </p:stCondLst>
                            <p:childTnLst>
                              <p:par>
                                <p:cTn id="136" presetID="18" presetClass="entr" presetSubtype="12" fill="hold" grpId="0" nodeType="clickEffect">
                                  <p:stCondLst>
                                    <p:cond delay="0"/>
                                  </p:stCondLst>
                                  <p:childTnLst>
                                    <p:set>
                                      <p:cBhvr>
                                        <p:cTn id="137" dur="1" fill="hold">
                                          <p:stCondLst>
                                            <p:cond delay="0"/>
                                          </p:stCondLst>
                                        </p:cTn>
                                        <p:tgtEl>
                                          <p:spTgt spid="133"/>
                                        </p:tgtEl>
                                        <p:attrNameLst>
                                          <p:attrName>style.visibility</p:attrName>
                                        </p:attrNameLst>
                                      </p:cBhvr>
                                      <p:to>
                                        <p:strVal val="visible"/>
                                      </p:to>
                                    </p:set>
                                    <p:animEffect transition="in" filter="strips(downLeft)">
                                      <p:cBhvr>
                                        <p:cTn id="138" dur="500"/>
                                        <p:tgtEl>
                                          <p:spTgt spid="133"/>
                                        </p:tgtEl>
                                      </p:cBhvr>
                                    </p:animEffect>
                                  </p:childTnLst>
                                  <p:subTnLst>
                                    <p:audio>
                                      <p:cMediaNode>
                                        <p:cTn display="0" masterRel="sameClick">
                                          <p:stCondLst>
                                            <p:cond evt="begin" delay="0">
                                              <p:tn val="136"/>
                                            </p:cond>
                                          </p:stCondLst>
                                          <p:endCondLst>
                                            <p:cond evt="onStopAudio" delay="0">
                                              <p:tgtEl>
                                                <p:sldTgt/>
                                              </p:tgtEl>
                                            </p:cond>
                                          </p:endCondLst>
                                        </p:cTn>
                                        <p:tgtEl>
                                          <p:sndTgt r:embed="rId3" name="CAMERA.WAV"/>
                                        </p:tgtEl>
                                      </p:cMediaNode>
                                    </p:audio>
                                  </p:subTnLst>
                                </p:cTn>
                              </p:par>
                            </p:childTnLst>
                          </p:cTn>
                        </p:par>
                      </p:childTnLst>
                    </p:cTn>
                  </p:par>
                  <p:par>
                    <p:cTn id="139" fill="hold">
                      <p:stCondLst>
                        <p:cond delay="indefinite"/>
                      </p:stCondLst>
                      <p:childTnLst>
                        <p:par>
                          <p:cTn id="140" fill="hold">
                            <p:stCondLst>
                              <p:cond delay="0"/>
                            </p:stCondLst>
                            <p:childTnLst>
                              <p:par>
                                <p:cTn id="141" presetID="18" presetClass="entr" presetSubtype="3" fill="hold" grpId="0" nodeType="clickEffect">
                                  <p:stCondLst>
                                    <p:cond delay="0"/>
                                  </p:stCondLst>
                                  <p:childTnLst>
                                    <p:set>
                                      <p:cBhvr>
                                        <p:cTn id="142" dur="1" fill="hold">
                                          <p:stCondLst>
                                            <p:cond delay="0"/>
                                          </p:stCondLst>
                                        </p:cTn>
                                        <p:tgtEl>
                                          <p:spTgt spid="135"/>
                                        </p:tgtEl>
                                        <p:attrNameLst>
                                          <p:attrName>style.visibility</p:attrName>
                                        </p:attrNameLst>
                                      </p:cBhvr>
                                      <p:to>
                                        <p:strVal val="visible"/>
                                      </p:to>
                                    </p:set>
                                    <p:animEffect transition="in" filter="strips(upRight)">
                                      <p:cBhvr>
                                        <p:cTn id="143" dur="500"/>
                                        <p:tgtEl>
                                          <p:spTgt spid="135"/>
                                        </p:tgtEl>
                                      </p:cBhvr>
                                    </p:animEffect>
                                  </p:childTnLst>
                                  <p:subTnLst>
                                    <p:audio>
                                      <p:cMediaNode>
                                        <p:cTn display="0" masterRel="sameClick">
                                          <p:stCondLst>
                                            <p:cond evt="begin" delay="0">
                                              <p:tn val="141"/>
                                            </p:cond>
                                          </p:stCondLst>
                                          <p:endCondLst>
                                            <p:cond evt="onStopAudio" delay="0">
                                              <p:tgtEl>
                                                <p:sldTgt/>
                                              </p:tgtEl>
                                            </p:cond>
                                          </p:endCondLst>
                                        </p:cTn>
                                        <p:tgtEl>
                                          <p:sndTgt r:embed="rId5" name="laser.wav"/>
                                        </p:tgtEl>
                                      </p:cMediaNode>
                                    </p:audio>
                                  </p:subTnLst>
                                </p:cTn>
                              </p:par>
                            </p:childTnLst>
                          </p:cTn>
                        </p:par>
                      </p:childTnLst>
                    </p:cTn>
                  </p:par>
                  <p:par>
                    <p:cTn id="144" fill="hold">
                      <p:stCondLst>
                        <p:cond delay="indefinite"/>
                      </p:stCondLst>
                      <p:childTnLst>
                        <p:par>
                          <p:cTn id="145" fill="hold">
                            <p:stCondLst>
                              <p:cond delay="0"/>
                            </p:stCondLst>
                            <p:childTnLst>
                              <p:par>
                                <p:cTn id="146" presetID="4" presetClass="entr" presetSubtype="16" fill="hold" grpId="0" nodeType="clickEffect">
                                  <p:stCondLst>
                                    <p:cond delay="0"/>
                                  </p:stCondLst>
                                  <p:childTnLst>
                                    <p:set>
                                      <p:cBhvr>
                                        <p:cTn id="147" dur="1" fill="hold">
                                          <p:stCondLst>
                                            <p:cond delay="0"/>
                                          </p:stCondLst>
                                        </p:cTn>
                                        <p:tgtEl>
                                          <p:spTgt spid="136">
                                            <p:bg/>
                                          </p:spTgt>
                                        </p:tgtEl>
                                        <p:attrNameLst>
                                          <p:attrName>style.visibility</p:attrName>
                                        </p:attrNameLst>
                                      </p:cBhvr>
                                      <p:to>
                                        <p:strVal val="visible"/>
                                      </p:to>
                                    </p:set>
                                    <p:animEffect transition="in" filter="box(in)">
                                      <p:cBhvr>
                                        <p:cTn id="148" dur="500"/>
                                        <p:tgtEl>
                                          <p:spTgt spid="136">
                                            <p:bg/>
                                          </p:spTgt>
                                        </p:tgtEl>
                                      </p:cBhvr>
                                    </p:animEffect>
                                  </p:childTnLst>
                                  <p:subTnLst>
                                    <p:audio>
                                      <p:cMediaNode>
                                        <p:cTn display="0" masterRel="sameClick">
                                          <p:stCondLst>
                                            <p:cond evt="begin" delay="0">
                                              <p:tn val="146"/>
                                            </p:cond>
                                          </p:stCondLst>
                                          <p:endCondLst>
                                            <p:cond evt="onStopAudio" delay="0">
                                              <p:tgtEl>
                                                <p:sldTgt/>
                                              </p:tgtEl>
                                            </p:cond>
                                          </p:endCondLst>
                                        </p:cTn>
                                        <p:tgtEl>
                                          <p:sndTgt r:embed="rId5" name="laser.wav"/>
                                        </p:tgtEl>
                                      </p:cMediaNode>
                                    </p:audio>
                                  </p:subTnLst>
                                </p:cTn>
                              </p:par>
                              <p:par>
                                <p:cTn id="149" presetID="4" presetClass="entr" presetSubtype="16" fill="hold" grpId="0" nodeType="withEffect">
                                  <p:stCondLst>
                                    <p:cond delay="0"/>
                                  </p:stCondLst>
                                  <p:childTnLst>
                                    <p:set>
                                      <p:cBhvr>
                                        <p:cTn id="150" dur="1" fill="hold">
                                          <p:stCondLst>
                                            <p:cond delay="0"/>
                                          </p:stCondLst>
                                        </p:cTn>
                                        <p:tgtEl>
                                          <p:spTgt spid="136">
                                            <p:txEl>
                                              <p:pRg st="0" end="0"/>
                                            </p:txEl>
                                          </p:spTgt>
                                        </p:tgtEl>
                                        <p:attrNameLst>
                                          <p:attrName>style.visibility</p:attrName>
                                        </p:attrNameLst>
                                      </p:cBhvr>
                                      <p:to>
                                        <p:strVal val="visible"/>
                                      </p:to>
                                    </p:set>
                                    <p:animEffect transition="in" filter="box(in)">
                                      <p:cBhvr>
                                        <p:cTn id="151" dur="500"/>
                                        <p:tgtEl>
                                          <p:spTgt spid="136">
                                            <p:txEl>
                                              <p:pRg st="0" end="0"/>
                                            </p:txEl>
                                          </p:spTgt>
                                        </p:tgtEl>
                                      </p:cBhvr>
                                    </p:animEffect>
                                  </p:childTnLst>
                                  <p:subTnLst>
                                    <p:audio>
                                      <p:cMediaNode>
                                        <p:cTn display="0" masterRel="sameClick">
                                          <p:stCondLst>
                                            <p:cond evt="begin" delay="0">
                                              <p:tn val="149"/>
                                            </p:cond>
                                          </p:stCondLst>
                                          <p:endCondLst>
                                            <p:cond evt="onStopAudio" delay="0">
                                              <p:tgtEl>
                                                <p:sldTgt/>
                                              </p:tgtEl>
                                            </p:cond>
                                          </p:endCondLst>
                                        </p:cTn>
                                        <p:tgtEl>
                                          <p:sndTgt r:embed="rId5" name="laser.wav"/>
                                        </p:tgtEl>
                                      </p:cMediaNode>
                                    </p:audio>
                                  </p:subTnLst>
                                </p:cTn>
                              </p:par>
                            </p:childTnLst>
                          </p:cTn>
                        </p:par>
                      </p:childTnLst>
                    </p:cTn>
                  </p:par>
                  <p:par>
                    <p:cTn id="152" fill="hold">
                      <p:stCondLst>
                        <p:cond delay="indefinite"/>
                      </p:stCondLst>
                      <p:childTnLst>
                        <p:par>
                          <p:cTn id="153" fill="hold">
                            <p:stCondLst>
                              <p:cond delay="0"/>
                            </p:stCondLst>
                            <p:childTnLst>
                              <p:par>
                                <p:cTn id="154" presetID="4" presetClass="entr" presetSubtype="32" fill="hold" grpId="0" nodeType="clickEffect">
                                  <p:stCondLst>
                                    <p:cond delay="0"/>
                                  </p:stCondLst>
                                  <p:childTnLst>
                                    <p:set>
                                      <p:cBhvr>
                                        <p:cTn id="155" dur="1" fill="hold">
                                          <p:stCondLst>
                                            <p:cond delay="0"/>
                                          </p:stCondLst>
                                        </p:cTn>
                                        <p:tgtEl>
                                          <p:spTgt spid="137">
                                            <p:bg/>
                                          </p:spTgt>
                                        </p:tgtEl>
                                        <p:attrNameLst>
                                          <p:attrName>style.visibility</p:attrName>
                                        </p:attrNameLst>
                                      </p:cBhvr>
                                      <p:to>
                                        <p:strVal val="visible"/>
                                      </p:to>
                                    </p:set>
                                    <p:animEffect transition="in" filter="box(out)">
                                      <p:cBhvr>
                                        <p:cTn id="156" dur="500"/>
                                        <p:tgtEl>
                                          <p:spTgt spid="137">
                                            <p:bg/>
                                          </p:spTgt>
                                        </p:tgtEl>
                                      </p:cBhvr>
                                    </p:animEffect>
                                  </p:childTnLst>
                                  <p:subTnLst>
                                    <p:audio>
                                      <p:cMediaNode>
                                        <p:cTn display="0" masterRel="sameClick">
                                          <p:stCondLst>
                                            <p:cond evt="begin" delay="0">
                                              <p:tn val="154"/>
                                            </p:cond>
                                          </p:stCondLst>
                                          <p:endCondLst>
                                            <p:cond evt="onStopAudio" delay="0">
                                              <p:tgtEl>
                                                <p:sldTgt/>
                                              </p:tgtEl>
                                            </p:cond>
                                          </p:endCondLst>
                                        </p:cTn>
                                        <p:tgtEl>
                                          <p:sndTgt r:embed="rId4" name="chimes.wav"/>
                                        </p:tgtEl>
                                      </p:cMediaNode>
                                    </p:audio>
                                  </p:subTnLst>
                                </p:cTn>
                              </p:par>
                              <p:par>
                                <p:cTn id="157" presetID="4" presetClass="entr" presetSubtype="32" fill="hold" grpId="0" nodeType="withEffect">
                                  <p:stCondLst>
                                    <p:cond delay="0"/>
                                  </p:stCondLst>
                                  <p:childTnLst>
                                    <p:set>
                                      <p:cBhvr>
                                        <p:cTn id="158" dur="1" fill="hold">
                                          <p:stCondLst>
                                            <p:cond delay="0"/>
                                          </p:stCondLst>
                                        </p:cTn>
                                        <p:tgtEl>
                                          <p:spTgt spid="137">
                                            <p:txEl>
                                              <p:pRg st="0" end="0"/>
                                            </p:txEl>
                                          </p:spTgt>
                                        </p:tgtEl>
                                        <p:attrNameLst>
                                          <p:attrName>style.visibility</p:attrName>
                                        </p:attrNameLst>
                                      </p:cBhvr>
                                      <p:to>
                                        <p:strVal val="visible"/>
                                      </p:to>
                                    </p:set>
                                    <p:animEffect transition="in" filter="box(out)">
                                      <p:cBhvr>
                                        <p:cTn id="159" dur="500"/>
                                        <p:tgtEl>
                                          <p:spTgt spid="137">
                                            <p:txEl>
                                              <p:pRg st="0" end="0"/>
                                            </p:txEl>
                                          </p:spTgt>
                                        </p:tgtEl>
                                      </p:cBhvr>
                                    </p:animEffect>
                                  </p:childTnLst>
                                  <p:subTnLst>
                                    <p:audio>
                                      <p:cMediaNode>
                                        <p:cTn display="0" masterRel="sameClick">
                                          <p:stCondLst>
                                            <p:cond evt="begin" delay="0">
                                              <p:tn val="157"/>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7" grpId="0" animBg="1"/>
      <p:bldP spid="58" grpId="0"/>
      <p:bldP spid="105" grpId="0" animBg="1"/>
      <p:bldP spid="106" grpId="0"/>
      <p:bldP spid="110" grpId="0" animBg="1"/>
      <p:bldP spid="114" grpId="0" animBg="1"/>
      <p:bldP spid="118" grpId="0"/>
      <p:bldP spid="119" grpId="0" animBg="1"/>
      <p:bldP spid="120" grpId="0"/>
      <p:bldP spid="130" grpId="0" animBg="1"/>
      <p:bldP spid="131" grpId="0"/>
      <p:bldP spid="133" grpId="0" animBg="1"/>
      <p:bldP spid="134" grpId="0" animBg="1"/>
      <p:bldP spid="135" grpId="0" animBg="1"/>
      <p:bldP spid="136" grpId="0" build="allAtOnce" animBg="1"/>
      <p:bldP spid="137" grpId="0" build="allAtOnce" animBg="1"/>
      <p:bldP spid="60" grpId="0"/>
      <p:bldP spid="61" grpId="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4D54DFA2-875C-4FE2-950A-E7D29646DF02}"/>
              </a:ext>
            </a:extLst>
          </p:cNvPr>
          <p:cNvGrpSpPr/>
          <p:nvPr/>
        </p:nvGrpSpPr>
        <p:grpSpPr>
          <a:xfrm>
            <a:off x="624150" y="1883818"/>
            <a:ext cx="5567251" cy="4751701"/>
            <a:chOff x="695400" y="1412776"/>
            <a:chExt cx="5567251" cy="5222744"/>
          </a:xfrm>
        </p:grpSpPr>
        <p:sp>
          <p:nvSpPr>
            <p:cNvPr id="2" name="矩形 1">
              <a:extLst>
                <a:ext uri="{FF2B5EF4-FFF2-40B4-BE49-F238E27FC236}">
                  <a16:creationId xmlns:a16="http://schemas.microsoft.com/office/drawing/2014/main" id="{6503D93C-8A54-4BF8-8CC3-CC4DE6354D0C}"/>
                </a:ext>
              </a:extLst>
            </p:cNvPr>
            <p:cNvSpPr/>
            <p:nvPr/>
          </p:nvSpPr>
          <p:spPr bwMode="auto">
            <a:xfrm>
              <a:off x="695400" y="1412776"/>
              <a:ext cx="5567251" cy="5222744"/>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0000"/>
              </a:solidFill>
              <a:headEnd type="none" w="med" len="med"/>
              <a:tailEnd type="none" w="med" len="med"/>
            </a:ln>
            <a:effectLst>
              <a:outerShdw blurRad="50800" dist="106680" dir="2700000" algn="tl" rotWithShape="0">
                <a:prstClr val="black">
                  <a:alpha val="43000"/>
                </a:prstClr>
              </a:outerShdw>
            </a:effectLst>
            <a:scene3d>
              <a:camera prst="orthographicFront"/>
              <a:lightRig rig="threePt" dir="t"/>
            </a:scene3d>
            <a:sp3d>
              <a:bevelT w="114300" prst="hardEdge"/>
            </a:sp3d>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solidFill>
                    <a:srgbClr val="FF3399"/>
                  </a:solidFill>
                </a:ln>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5400000" scaled="1"/>
                  <a:tileRect/>
                </a:gradFill>
                <a:effectLst/>
                <a:latin typeface="Times New Roman" pitchFamily="18" charset="0"/>
                <a:ea typeface="宋体" pitchFamily="2" charset="-122"/>
              </a:endParaRPr>
            </a:p>
          </p:txBody>
        </p:sp>
        <p:sp>
          <p:nvSpPr>
            <p:cNvPr id="25" name="Rectangle 7">
              <a:extLst>
                <a:ext uri="{FF2B5EF4-FFF2-40B4-BE49-F238E27FC236}">
                  <a16:creationId xmlns:a16="http://schemas.microsoft.com/office/drawing/2014/main" id="{051869C9-2EA3-406C-AE04-296AB6979262}"/>
                </a:ext>
              </a:extLst>
            </p:cNvPr>
            <p:cNvSpPr>
              <a:spLocks noChangeArrowheads="1"/>
            </p:cNvSpPr>
            <p:nvPr/>
          </p:nvSpPr>
          <p:spPr bwMode="auto">
            <a:xfrm>
              <a:off x="766650" y="1449375"/>
              <a:ext cx="5468253" cy="507431"/>
            </a:xfrm>
            <a:prstGeom prst="rect">
              <a:avLst/>
            </a:prstGeom>
            <a:noFill/>
            <a:ln w="9525">
              <a:noFill/>
              <a:miter lim="800000"/>
              <a:headEnd/>
              <a:tailEnd/>
            </a:ln>
            <a:effectLst/>
          </p:spPr>
          <p:txBody>
            <a:bodyPr wrap="square" anchor="ctr">
              <a:spAutoFit/>
            </a:bodyPr>
            <a:lstStyle/>
            <a:p>
              <a:pPr>
                <a:tabLst>
                  <a:tab pos="571500" algn="l"/>
                </a:tabLst>
              </a:pPr>
              <a:r>
                <a:rPr lang="zh-CN" altLang="en-US" b="1" u="sng" dirty="0">
                  <a:solidFill>
                    <a:srgbClr val="C01920"/>
                  </a:solidFill>
                  <a:latin typeface="隶书" panose="02010509060101010101" pitchFamily="49" charset="-122"/>
                  <a:ea typeface="隶书" panose="02010509060101010101" pitchFamily="49" charset="-122"/>
                </a:rPr>
                <a:t>对于</a:t>
              </a:r>
              <a:r>
                <a:rPr lang="en-US" altLang="zh-CN" b="1" u="sng" dirty="0">
                  <a:solidFill>
                    <a:srgbClr val="C01920"/>
                  </a:solidFill>
                  <a:latin typeface="隶书" panose="02010509060101010101" pitchFamily="49" charset="-122"/>
                  <a:ea typeface="隶书" panose="02010509060101010101" pitchFamily="49" charset="-122"/>
                </a:rPr>
                <a:t>16</a:t>
              </a:r>
              <a:r>
                <a:rPr lang="zh-CN" altLang="en-US" b="1" u="sng" dirty="0">
                  <a:solidFill>
                    <a:srgbClr val="C01920"/>
                  </a:solidFill>
                  <a:latin typeface="隶书" panose="02010509060101010101" pitchFamily="49" charset="-122"/>
                  <a:ea typeface="隶书" panose="02010509060101010101" pitchFamily="49" charset="-122"/>
                </a:rPr>
                <a:t>位的内存单元</a:t>
              </a:r>
              <a:r>
                <a:rPr lang="zh-CN" altLang="en-US" b="1" u="sng" dirty="0">
                  <a:solidFill>
                    <a:srgbClr val="C01920"/>
                  </a:solidFill>
                  <a:latin typeface="隶书" panose="02010509060101010101" pitchFamily="49" charset="-122"/>
                  <a:ea typeface="隶书" panose="02010509060101010101" pitchFamily="49" charset="-122"/>
                  <a:sym typeface="Wingdings" pitchFamily="2" charset="2"/>
                </a:rPr>
                <a:t>：</a:t>
              </a:r>
              <a:r>
                <a:rPr lang="en-US" altLang="zh-CN" b="1" dirty="0">
                  <a:solidFill>
                    <a:srgbClr val="C01920"/>
                  </a:solidFill>
                  <a:ea typeface="楷体" panose="02010609060101010101" pitchFamily="49" charset="-122"/>
                  <a:sym typeface="Wingdings" pitchFamily="2" charset="2"/>
                </a:rPr>
                <a:t> </a:t>
              </a:r>
              <a:r>
                <a:rPr lang="en-US" altLang="zh-CN" b="1" dirty="0">
                  <a:effectLst>
                    <a:outerShdw blurRad="38100" dist="38100" dir="2700000" algn="tl">
                      <a:srgbClr val="FFFFFF"/>
                    </a:outerShdw>
                  </a:effectLst>
                  <a:ea typeface="楷体" panose="02010609060101010101" pitchFamily="49" charset="-122"/>
                  <a:sym typeface="Wingdings" pitchFamily="2" charset="2"/>
                </a:rPr>
                <a:t>034 = (011 100)</a:t>
              </a:r>
              <a:r>
                <a:rPr lang="en-US" altLang="zh-CN" b="1" baseline="-25000" dirty="0">
                  <a:effectLst>
                    <a:outerShdw blurRad="38100" dist="38100" dir="2700000" algn="tl">
                      <a:srgbClr val="FFFFFF"/>
                    </a:outerShdw>
                  </a:effectLst>
                  <a:ea typeface="楷体" panose="02010609060101010101" pitchFamily="49" charset="-122"/>
                  <a:sym typeface="Wingdings" pitchFamily="2" charset="2"/>
                </a:rPr>
                <a:t>2</a:t>
              </a:r>
              <a:endParaRPr lang="zh-CN" altLang="en-US" b="1" u="sng" dirty="0">
                <a:solidFill>
                  <a:srgbClr val="FF33CC"/>
                </a:solidFill>
                <a:effectLst>
                  <a:outerShdw blurRad="38100" dist="38100" dir="2700000" algn="tl">
                    <a:srgbClr val="000000"/>
                  </a:outerShdw>
                </a:effectLst>
                <a:latin typeface="隶书" panose="02010509060101010101" pitchFamily="49" charset="-122"/>
                <a:ea typeface="隶书" panose="02010509060101010101" pitchFamily="49" charset="-122"/>
                <a:sym typeface="Wingdings" pitchFamily="2" charset="2"/>
              </a:endParaRPr>
            </a:p>
          </p:txBody>
        </p:sp>
      </p:grpSp>
      <p:grpSp>
        <p:nvGrpSpPr>
          <p:cNvPr id="4" name="组合 3">
            <a:extLst>
              <a:ext uri="{FF2B5EF4-FFF2-40B4-BE49-F238E27FC236}">
                <a16:creationId xmlns:a16="http://schemas.microsoft.com/office/drawing/2014/main" id="{38BE7098-F94C-4D4E-8238-75A325E23404}"/>
              </a:ext>
            </a:extLst>
          </p:cNvPr>
          <p:cNvGrpSpPr/>
          <p:nvPr/>
        </p:nvGrpSpPr>
        <p:grpSpPr>
          <a:xfrm>
            <a:off x="6374537" y="1412776"/>
            <a:ext cx="5567251" cy="5222744"/>
            <a:chOff x="6445787" y="1412776"/>
            <a:chExt cx="5567251" cy="5222744"/>
          </a:xfrm>
          <a:gradFill>
            <a:gsLst>
              <a:gs pos="20000">
                <a:srgbClr val="CFCFD1"/>
              </a:gs>
              <a:gs pos="100000">
                <a:schemeClr val="bg1">
                  <a:lumMod val="95000"/>
                </a:schemeClr>
              </a:gs>
            </a:gsLst>
            <a:lin ang="16200000" scaled="1"/>
          </a:gradFill>
        </p:grpSpPr>
        <p:sp>
          <p:nvSpPr>
            <p:cNvPr id="41" name="矩形 40">
              <a:extLst>
                <a:ext uri="{FF2B5EF4-FFF2-40B4-BE49-F238E27FC236}">
                  <a16:creationId xmlns:a16="http://schemas.microsoft.com/office/drawing/2014/main" id="{830CA8D1-E523-4323-996F-AF7BCCC755FC}"/>
                </a:ext>
              </a:extLst>
            </p:cNvPr>
            <p:cNvSpPr/>
            <p:nvPr/>
          </p:nvSpPr>
          <p:spPr bwMode="auto">
            <a:xfrm>
              <a:off x="6445787" y="1412776"/>
              <a:ext cx="5567251" cy="5222744"/>
            </a:xfrm>
            <a:prstGeom prst="rect">
              <a:avLst/>
            </a:prstGeom>
            <a:grpFill/>
            <a:ln w="38100">
              <a:solidFill>
                <a:schemeClr val="accent1">
                  <a:lumMod val="50000"/>
                </a:schemeClr>
              </a:solidFill>
              <a:headEnd type="none" w="med" len="med"/>
              <a:tailEnd type="none" w="med" len="med"/>
            </a:ln>
            <a:effectLst>
              <a:outerShdw blurRad="50800" dist="106680" dir="2700000" algn="tl" rotWithShape="0">
                <a:prstClr val="black">
                  <a:alpha val="43000"/>
                </a:prstClr>
              </a:outerShdw>
            </a:effectLst>
            <a:scene3d>
              <a:camera prst="orthographicFront"/>
              <a:lightRig rig="threePt" dir="t"/>
            </a:scene3d>
            <a:sp3d>
              <a:bevelT w="114300" prst="hardEdge"/>
            </a:sp3d>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solidFill>
                    <a:srgbClr val="FF3399"/>
                  </a:solidFill>
                </a:ln>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5400000" scaled="1"/>
                  <a:tileRect/>
                </a:gradFill>
                <a:effectLst/>
                <a:latin typeface="Times New Roman" pitchFamily="18" charset="0"/>
                <a:ea typeface="宋体" pitchFamily="2" charset="-122"/>
              </a:endParaRPr>
            </a:p>
          </p:txBody>
        </p:sp>
        <p:sp>
          <p:nvSpPr>
            <p:cNvPr id="43" name="Rectangle 7">
              <a:extLst>
                <a:ext uri="{FF2B5EF4-FFF2-40B4-BE49-F238E27FC236}">
                  <a16:creationId xmlns:a16="http://schemas.microsoft.com/office/drawing/2014/main" id="{6029BDBB-1E86-457E-BFDE-3EB1F743A93B}"/>
                </a:ext>
              </a:extLst>
            </p:cNvPr>
            <p:cNvSpPr>
              <a:spLocks noChangeArrowheads="1"/>
            </p:cNvSpPr>
            <p:nvPr/>
          </p:nvSpPr>
          <p:spPr bwMode="auto">
            <a:xfrm>
              <a:off x="6603185" y="1422154"/>
              <a:ext cx="3440729" cy="461665"/>
            </a:xfrm>
            <a:prstGeom prst="rect">
              <a:avLst/>
            </a:prstGeom>
            <a:noFill/>
            <a:ln w="9525">
              <a:noFill/>
              <a:miter lim="800000"/>
              <a:headEnd/>
              <a:tailEnd/>
            </a:ln>
            <a:effectLst/>
          </p:spPr>
          <p:txBody>
            <a:bodyPr wrap="square" anchor="ctr">
              <a:spAutoFit/>
            </a:bodyPr>
            <a:lstStyle/>
            <a:p>
              <a:pPr>
                <a:tabLst>
                  <a:tab pos="571500" algn="l"/>
                </a:tabLst>
              </a:pPr>
              <a:r>
                <a:rPr lang="zh-CN" altLang="en-US" b="1" u="sng" dirty="0">
                  <a:solidFill>
                    <a:srgbClr val="C01920"/>
                  </a:solidFill>
                  <a:latin typeface="隶书" panose="02010509060101010101" pitchFamily="49" charset="-122"/>
                  <a:ea typeface="隶书" panose="02010509060101010101" pitchFamily="49" charset="-122"/>
                </a:rPr>
                <a:t>对于</a:t>
              </a:r>
              <a:r>
                <a:rPr lang="en-US" altLang="zh-CN" b="1" u="sng" dirty="0">
                  <a:solidFill>
                    <a:srgbClr val="C01920"/>
                  </a:solidFill>
                  <a:latin typeface="隶书" panose="02010509060101010101" pitchFamily="49" charset="-122"/>
                  <a:ea typeface="隶书" panose="02010509060101010101" pitchFamily="49" charset="-122"/>
                </a:rPr>
                <a:t>32</a:t>
              </a:r>
              <a:r>
                <a:rPr lang="zh-CN" altLang="en-US" b="1" u="sng" dirty="0">
                  <a:solidFill>
                    <a:srgbClr val="C01920"/>
                  </a:solidFill>
                  <a:latin typeface="隶书" panose="02010509060101010101" pitchFamily="49" charset="-122"/>
                  <a:ea typeface="隶书" panose="02010509060101010101" pitchFamily="49" charset="-122"/>
                </a:rPr>
                <a:t>位的内存单元</a:t>
              </a:r>
              <a:r>
                <a:rPr lang="zh-CN" altLang="en-US" b="1" u="sng" dirty="0">
                  <a:solidFill>
                    <a:srgbClr val="C01920"/>
                  </a:solidFill>
                  <a:latin typeface="隶书" panose="02010509060101010101" pitchFamily="49" charset="-122"/>
                  <a:ea typeface="隶书" panose="02010509060101010101" pitchFamily="49" charset="-122"/>
                  <a:sym typeface="Wingdings" pitchFamily="2" charset="2"/>
                </a:rPr>
                <a:t>：</a:t>
              </a:r>
            </a:p>
          </p:txBody>
        </p:sp>
      </p:grpSp>
      <p:grpSp>
        <p:nvGrpSpPr>
          <p:cNvPr id="60" name="Group 8">
            <a:extLst>
              <a:ext uri="{FF2B5EF4-FFF2-40B4-BE49-F238E27FC236}">
                <a16:creationId xmlns:a16="http://schemas.microsoft.com/office/drawing/2014/main" id="{13ECB66F-576D-48C7-80B0-15BCAD3D04DA}"/>
              </a:ext>
            </a:extLst>
          </p:cNvPr>
          <p:cNvGrpSpPr>
            <a:grpSpLocks/>
          </p:cNvGrpSpPr>
          <p:nvPr/>
        </p:nvGrpSpPr>
        <p:grpSpPr bwMode="auto">
          <a:xfrm>
            <a:off x="1587449" y="2988493"/>
            <a:ext cx="2089150" cy="944563"/>
            <a:chOff x="802" y="1796"/>
            <a:chExt cx="1316" cy="595"/>
          </a:xfrm>
        </p:grpSpPr>
        <p:sp>
          <p:nvSpPr>
            <p:cNvPr id="61" name="Line 9">
              <a:extLst>
                <a:ext uri="{FF2B5EF4-FFF2-40B4-BE49-F238E27FC236}">
                  <a16:creationId xmlns:a16="http://schemas.microsoft.com/office/drawing/2014/main" id="{0A31DC5A-4153-4FE6-A702-872A4DA0B2D2}"/>
                </a:ext>
              </a:extLst>
            </p:cNvPr>
            <p:cNvSpPr>
              <a:spLocks noChangeShapeType="1"/>
            </p:cNvSpPr>
            <p:nvPr/>
          </p:nvSpPr>
          <p:spPr bwMode="auto">
            <a:xfrm flipV="1">
              <a:off x="1273" y="1796"/>
              <a:ext cx="0" cy="363"/>
            </a:xfrm>
            <a:prstGeom prst="line">
              <a:avLst/>
            </a:prstGeom>
            <a:noFill/>
            <a:ln w="28575">
              <a:solidFill>
                <a:srgbClr val="0000FF"/>
              </a:solidFill>
              <a:round/>
              <a:headEnd/>
              <a:tailEnd type="stealth" w="lg" len="lg"/>
            </a:ln>
            <a:effectLst/>
          </p:spPr>
          <p:txBody>
            <a:bodyPr/>
            <a:lstStyle/>
            <a:p>
              <a:endParaRPr lang="zh-CN" altLang="en-US"/>
            </a:p>
          </p:txBody>
        </p:sp>
        <p:sp>
          <p:nvSpPr>
            <p:cNvPr id="63" name="Text Box 10">
              <a:extLst>
                <a:ext uri="{FF2B5EF4-FFF2-40B4-BE49-F238E27FC236}">
                  <a16:creationId xmlns:a16="http://schemas.microsoft.com/office/drawing/2014/main" id="{05A0C7BB-F1C1-45F0-BC93-1DB30EAC5CF5}"/>
                </a:ext>
              </a:extLst>
            </p:cNvPr>
            <p:cNvSpPr txBox="1">
              <a:spLocks noChangeArrowheads="1"/>
            </p:cNvSpPr>
            <p:nvPr/>
          </p:nvSpPr>
          <p:spPr bwMode="auto">
            <a:xfrm>
              <a:off x="802" y="2141"/>
              <a:ext cx="1316" cy="250"/>
            </a:xfrm>
            <a:prstGeom prst="rect">
              <a:avLst/>
            </a:prstGeom>
            <a:noFill/>
            <a:ln w="9525">
              <a:noFill/>
              <a:miter lim="800000"/>
              <a:headEnd/>
              <a:tailEnd/>
            </a:ln>
            <a:effectLst/>
          </p:spPr>
          <p:txBody>
            <a:bodyPr>
              <a:spAutoFit/>
            </a:bodyPr>
            <a:lstStyle/>
            <a:p>
              <a:pPr>
                <a:spcBef>
                  <a:spcPct val="50000"/>
                </a:spcBef>
              </a:pPr>
              <a:r>
                <a:rPr lang="zh-CN" altLang="en-US" sz="2000" b="1" dirty="0">
                  <a:solidFill>
                    <a:schemeClr val="accent2"/>
                  </a:solidFill>
                  <a:effectLst>
                    <a:outerShdw blurRad="38100" dist="38100" dir="2700000" algn="tl">
                      <a:srgbClr val="000000"/>
                    </a:outerShdw>
                  </a:effectLst>
                  <a:latin typeface="楷体" panose="02010609060101010101" pitchFamily="49" charset="-122"/>
                  <a:ea typeface="楷体" panose="02010609060101010101" pitchFamily="49" charset="-122"/>
                </a:rPr>
                <a:t>符号位</a:t>
              </a:r>
              <a:r>
                <a:rPr lang="en-US" altLang="zh-CN" sz="2000" b="1" dirty="0">
                  <a:solidFill>
                    <a:schemeClr val="accent2"/>
                  </a:solidFill>
                  <a:effectLst>
                    <a:outerShdw blurRad="38100" dist="38100" dir="2700000" algn="tl">
                      <a:srgbClr val="000000"/>
                    </a:outerShdw>
                  </a:effectLst>
                  <a:latin typeface="楷体" panose="02010609060101010101" pitchFamily="49" charset="-122"/>
                  <a:ea typeface="楷体" panose="02010609060101010101" pitchFamily="49" charset="-122"/>
                </a:rPr>
                <a:t>(</a:t>
              </a:r>
              <a:r>
                <a:rPr lang="zh-CN" altLang="en-US" sz="2000" b="1" dirty="0">
                  <a:solidFill>
                    <a:schemeClr val="accent2"/>
                  </a:solidFill>
                  <a:effectLst>
                    <a:outerShdw blurRad="38100" dist="38100" dir="2700000" algn="tl">
                      <a:srgbClr val="000000"/>
                    </a:outerShdw>
                  </a:effectLst>
                  <a:latin typeface="楷体" panose="02010609060101010101" pitchFamily="49" charset="-122"/>
                  <a:ea typeface="楷体" panose="02010609060101010101" pitchFamily="49" charset="-122"/>
                </a:rPr>
                <a:t>表示正</a:t>
              </a:r>
              <a:r>
                <a:rPr lang="en-US" altLang="zh-CN" sz="2000" b="1" dirty="0">
                  <a:solidFill>
                    <a:schemeClr val="accent2"/>
                  </a:solidFill>
                  <a:effectLst>
                    <a:outerShdw blurRad="38100" dist="38100" dir="2700000" algn="tl">
                      <a:srgbClr val="000000"/>
                    </a:outerShdw>
                  </a:effectLst>
                  <a:latin typeface="楷体" panose="02010609060101010101" pitchFamily="49" charset="-122"/>
                  <a:ea typeface="楷体" panose="02010609060101010101" pitchFamily="49" charset="-122"/>
                </a:rPr>
                <a:t>)</a:t>
              </a:r>
            </a:p>
          </p:txBody>
        </p:sp>
      </p:grpSp>
      <p:graphicFrame>
        <p:nvGraphicFramePr>
          <p:cNvPr id="64" name="Group 11">
            <a:extLst>
              <a:ext uri="{FF2B5EF4-FFF2-40B4-BE49-F238E27FC236}">
                <a16:creationId xmlns:a16="http://schemas.microsoft.com/office/drawing/2014/main" id="{249313E5-BD84-4CB0-AAB5-ACDF16A41638}"/>
              </a:ext>
            </a:extLst>
          </p:cNvPr>
          <p:cNvGraphicFramePr>
            <a:graphicFrameLocks noGrp="1"/>
          </p:cNvGraphicFramePr>
          <p:nvPr>
            <p:extLst>
              <p:ext uri="{D42A27DB-BD31-4B8C-83A1-F6EECF244321}">
                <p14:modId xmlns:p14="http://schemas.microsoft.com/office/powerpoint/2010/main" val="1298402325"/>
              </p:ext>
            </p:extLst>
          </p:nvPr>
        </p:nvGraphicFramePr>
        <p:xfrm>
          <a:off x="2389070" y="4777507"/>
          <a:ext cx="1943100" cy="1150938"/>
        </p:xfrm>
        <a:graphic>
          <a:graphicData uri="http://schemas.openxmlformats.org/drawingml/2006/table">
            <a:tbl>
              <a:tblPr/>
              <a:tblGrid>
                <a:gridCol w="1943100">
                  <a:extLst>
                    <a:ext uri="{9D8B030D-6E8A-4147-A177-3AD203B41FA5}">
                      <a16:colId xmlns:a16="http://schemas.microsoft.com/office/drawing/2014/main" val="20000"/>
                    </a:ext>
                  </a:extLst>
                </a:gridCol>
              </a:tblGrid>
              <a:tr h="5762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chemeClr val="accent2"/>
                          </a:solidFill>
                          <a:effectLst>
                            <a:outerShdw blurRad="38100" dist="38100" dir="2700000" algn="tl">
                              <a:srgbClr val="000000"/>
                            </a:outerShdw>
                          </a:effectLst>
                          <a:latin typeface="Times New Roman" pitchFamily="18" charset="0"/>
                          <a:ea typeface="宋体" pitchFamily="2" charset="-122"/>
                        </a:rPr>
                        <a:t>00011100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5746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FF3300"/>
                          </a:solidFill>
                          <a:effectLst>
                            <a:outerShdw blurRad="38100" dist="38100" dir="2700000" algn="tl">
                              <a:srgbClr val="000000"/>
                            </a:outerShdw>
                          </a:effectLst>
                          <a:latin typeface="Times New Roman" pitchFamily="18" charset="0"/>
                          <a:ea typeface="宋体" pitchFamily="2" charset="-122"/>
                        </a:rPr>
                        <a:t>0</a:t>
                      </a:r>
                      <a:r>
                        <a:rPr kumimoji="1" lang="en-US" altLang="zh-CN" sz="2800" b="1" i="0" u="none" strike="noStrike" cap="none" normalizeH="0" baseline="0" dirty="0">
                          <a:ln>
                            <a:noFill/>
                          </a:ln>
                          <a:solidFill>
                            <a:schemeClr val="accent2"/>
                          </a:solidFill>
                          <a:effectLst>
                            <a:outerShdw blurRad="38100" dist="38100" dir="2700000" algn="tl">
                              <a:srgbClr val="000000"/>
                            </a:outerShdw>
                          </a:effectLst>
                          <a:latin typeface="Times New Roman" pitchFamily="18" charset="0"/>
                          <a:ea typeface="宋体" pitchFamily="2" charset="-122"/>
                        </a:rPr>
                        <a:t>0000000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1"/>
                  </a:ext>
                </a:extLst>
              </a:tr>
            </a:tbl>
          </a:graphicData>
        </a:graphic>
      </p:graphicFrame>
      <p:grpSp>
        <p:nvGrpSpPr>
          <p:cNvPr id="65" name="Group 19">
            <a:extLst>
              <a:ext uri="{FF2B5EF4-FFF2-40B4-BE49-F238E27FC236}">
                <a16:creationId xmlns:a16="http://schemas.microsoft.com/office/drawing/2014/main" id="{BF8588D7-DC14-4563-9E33-18AB49DCAF77}"/>
              </a:ext>
            </a:extLst>
          </p:cNvPr>
          <p:cNvGrpSpPr>
            <a:grpSpLocks/>
          </p:cNvGrpSpPr>
          <p:nvPr/>
        </p:nvGrpSpPr>
        <p:grpSpPr bwMode="auto">
          <a:xfrm>
            <a:off x="1379420" y="4793381"/>
            <a:ext cx="1023938" cy="1000125"/>
            <a:chOff x="1654" y="2714"/>
            <a:chExt cx="645" cy="630"/>
          </a:xfrm>
        </p:grpSpPr>
        <p:sp>
          <p:nvSpPr>
            <p:cNvPr id="66" name="Text Box 20">
              <a:extLst>
                <a:ext uri="{FF2B5EF4-FFF2-40B4-BE49-F238E27FC236}">
                  <a16:creationId xmlns:a16="http://schemas.microsoft.com/office/drawing/2014/main" id="{513B95AE-805E-4716-BAF6-CEA5E6081BD8}"/>
                </a:ext>
              </a:extLst>
            </p:cNvPr>
            <p:cNvSpPr txBox="1">
              <a:spLocks noChangeArrowheads="1"/>
            </p:cNvSpPr>
            <p:nvPr/>
          </p:nvSpPr>
          <p:spPr bwMode="auto">
            <a:xfrm>
              <a:off x="1654" y="2714"/>
              <a:ext cx="635" cy="233"/>
            </a:xfrm>
            <a:prstGeom prst="rect">
              <a:avLst/>
            </a:prstGeom>
            <a:noFill/>
            <a:ln w="9525">
              <a:noFill/>
              <a:miter lim="800000"/>
              <a:headEnd/>
              <a:tailEnd/>
            </a:ln>
            <a:effectLst/>
          </p:spPr>
          <p:txBody>
            <a:bodyPr>
              <a:spAutoFit/>
            </a:bodyPr>
            <a:lstStyle/>
            <a:p>
              <a:pPr>
                <a:spcBef>
                  <a:spcPct val="50000"/>
                </a:spcBef>
              </a:pPr>
              <a:r>
                <a:rPr lang="zh-CN" altLang="en-US" sz="1800" b="1" dirty="0">
                  <a:latin typeface="楷体" panose="02010609060101010101" pitchFamily="49" charset="-122"/>
                  <a:ea typeface="楷体" panose="02010609060101010101" pitchFamily="49" charset="-122"/>
                </a:rPr>
                <a:t>低字节</a:t>
              </a:r>
            </a:p>
          </p:txBody>
        </p:sp>
        <p:sp>
          <p:nvSpPr>
            <p:cNvPr id="67" name="Text Box 21">
              <a:extLst>
                <a:ext uri="{FF2B5EF4-FFF2-40B4-BE49-F238E27FC236}">
                  <a16:creationId xmlns:a16="http://schemas.microsoft.com/office/drawing/2014/main" id="{71E655E1-DF44-4FF2-BCBC-1B3C0255E253}"/>
                </a:ext>
              </a:extLst>
            </p:cNvPr>
            <p:cNvSpPr txBox="1">
              <a:spLocks noChangeArrowheads="1"/>
            </p:cNvSpPr>
            <p:nvPr/>
          </p:nvSpPr>
          <p:spPr bwMode="auto">
            <a:xfrm>
              <a:off x="1664" y="3111"/>
              <a:ext cx="635" cy="233"/>
            </a:xfrm>
            <a:prstGeom prst="rect">
              <a:avLst/>
            </a:prstGeom>
            <a:noFill/>
            <a:ln w="9525">
              <a:noFill/>
              <a:miter lim="800000"/>
              <a:headEnd/>
              <a:tailEnd/>
            </a:ln>
            <a:effectLst/>
          </p:spPr>
          <p:txBody>
            <a:bodyPr>
              <a:spAutoFit/>
            </a:bodyPr>
            <a:lstStyle/>
            <a:p>
              <a:pPr>
                <a:spcBef>
                  <a:spcPct val="50000"/>
                </a:spcBef>
              </a:pPr>
              <a:r>
                <a:rPr lang="zh-CN" altLang="en-US" sz="1800" b="1">
                  <a:latin typeface="楷体" panose="02010609060101010101" pitchFamily="49" charset="-122"/>
                  <a:ea typeface="楷体" panose="02010609060101010101" pitchFamily="49" charset="-122"/>
                </a:rPr>
                <a:t>高字节</a:t>
              </a:r>
            </a:p>
          </p:txBody>
        </p:sp>
      </p:grpSp>
      <p:grpSp>
        <p:nvGrpSpPr>
          <p:cNvPr id="68" name="Group 22">
            <a:extLst>
              <a:ext uri="{FF2B5EF4-FFF2-40B4-BE49-F238E27FC236}">
                <a16:creationId xmlns:a16="http://schemas.microsoft.com/office/drawing/2014/main" id="{D1102D4F-623A-4A31-BEED-25B0C96854A3}"/>
              </a:ext>
            </a:extLst>
          </p:cNvPr>
          <p:cNvGrpSpPr>
            <a:grpSpLocks/>
          </p:cNvGrpSpPr>
          <p:nvPr/>
        </p:nvGrpSpPr>
        <p:grpSpPr bwMode="auto">
          <a:xfrm>
            <a:off x="4478221" y="4836247"/>
            <a:ext cx="1020763" cy="957263"/>
            <a:chOff x="3606" y="2741"/>
            <a:chExt cx="643" cy="603"/>
          </a:xfrm>
        </p:grpSpPr>
        <p:sp>
          <p:nvSpPr>
            <p:cNvPr id="69" name="Text Box 23">
              <a:extLst>
                <a:ext uri="{FF2B5EF4-FFF2-40B4-BE49-F238E27FC236}">
                  <a16:creationId xmlns:a16="http://schemas.microsoft.com/office/drawing/2014/main" id="{B4A0EAF9-100C-4036-9F5B-5FBADCC0020A}"/>
                </a:ext>
              </a:extLst>
            </p:cNvPr>
            <p:cNvSpPr txBox="1">
              <a:spLocks noChangeArrowheads="1"/>
            </p:cNvSpPr>
            <p:nvPr/>
          </p:nvSpPr>
          <p:spPr bwMode="auto">
            <a:xfrm>
              <a:off x="3614" y="2741"/>
              <a:ext cx="635" cy="233"/>
            </a:xfrm>
            <a:prstGeom prst="rect">
              <a:avLst/>
            </a:prstGeom>
            <a:noFill/>
            <a:ln w="9525">
              <a:noFill/>
              <a:miter lim="800000"/>
              <a:headEnd/>
              <a:tailEnd/>
            </a:ln>
            <a:effectLst/>
          </p:spPr>
          <p:txBody>
            <a:bodyPr>
              <a:spAutoFit/>
            </a:bodyPr>
            <a:lstStyle/>
            <a:p>
              <a:pPr>
                <a:spcBef>
                  <a:spcPct val="50000"/>
                </a:spcBef>
              </a:pPr>
              <a:r>
                <a:rPr lang="zh-CN" altLang="en-US" sz="1800" b="1">
                  <a:latin typeface="楷体" panose="02010609060101010101" pitchFamily="49" charset="-122"/>
                  <a:ea typeface="楷体" panose="02010609060101010101" pitchFamily="49" charset="-122"/>
                </a:rPr>
                <a:t>低地址</a:t>
              </a:r>
            </a:p>
          </p:txBody>
        </p:sp>
        <p:sp>
          <p:nvSpPr>
            <p:cNvPr id="70" name="Text Box 24">
              <a:extLst>
                <a:ext uri="{FF2B5EF4-FFF2-40B4-BE49-F238E27FC236}">
                  <a16:creationId xmlns:a16="http://schemas.microsoft.com/office/drawing/2014/main" id="{8BDEAAE4-2677-4B1D-8960-493987909CC7}"/>
                </a:ext>
              </a:extLst>
            </p:cNvPr>
            <p:cNvSpPr txBox="1">
              <a:spLocks noChangeArrowheads="1"/>
            </p:cNvSpPr>
            <p:nvPr/>
          </p:nvSpPr>
          <p:spPr bwMode="auto">
            <a:xfrm>
              <a:off x="3606" y="3111"/>
              <a:ext cx="635" cy="233"/>
            </a:xfrm>
            <a:prstGeom prst="rect">
              <a:avLst/>
            </a:prstGeom>
            <a:noFill/>
            <a:ln w="9525">
              <a:noFill/>
              <a:miter lim="800000"/>
              <a:headEnd/>
              <a:tailEnd/>
            </a:ln>
            <a:effectLst/>
          </p:spPr>
          <p:txBody>
            <a:bodyPr>
              <a:spAutoFit/>
            </a:bodyPr>
            <a:lstStyle/>
            <a:p>
              <a:pPr>
                <a:spcBef>
                  <a:spcPct val="50000"/>
                </a:spcBef>
              </a:pPr>
              <a:r>
                <a:rPr lang="zh-CN" altLang="en-US" sz="1800" b="1">
                  <a:latin typeface="楷体" panose="02010609060101010101" pitchFamily="49" charset="-122"/>
                  <a:ea typeface="楷体" panose="02010609060101010101" pitchFamily="49" charset="-122"/>
                </a:rPr>
                <a:t>高地址</a:t>
              </a:r>
            </a:p>
          </p:txBody>
        </p:sp>
      </p:grpSp>
      <p:sp>
        <p:nvSpPr>
          <p:cNvPr id="71" name="Line 25">
            <a:extLst>
              <a:ext uri="{FF2B5EF4-FFF2-40B4-BE49-F238E27FC236}">
                <a16:creationId xmlns:a16="http://schemas.microsoft.com/office/drawing/2014/main" id="{71B9ACBF-BCA0-4664-A0D9-128DD2132AEF}"/>
              </a:ext>
            </a:extLst>
          </p:cNvPr>
          <p:cNvSpPr>
            <a:spLocks noChangeShapeType="1"/>
          </p:cNvSpPr>
          <p:nvPr/>
        </p:nvSpPr>
        <p:spPr bwMode="auto">
          <a:xfrm>
            <a:off x="4506795" y="4763220"/>
            <a:ext cx="0" cy="1223962"/>
          </a:xfrm>
          <a:prstGeom prst="line">
            <a:avLst/>
          </a:prstGeom>
          <a:noFill/>
          <a:ln w="28575">
            <a:solidFill>
              <a:srgbClr val="FF0000"/>
            </a:solidFill>
            <a:round/>
            <a:headEnd/>
            <a:tailEnd type="stealth" w="lg" len="lg"/>
          </a:ln>
          <a:effectLst/>
        </p:spPr>
        <p:txBody>
          <a:bodyPr/>
          <a:lstStyle/>
          <a:p>
            <a:endParaRPr lang="zh-CN" altLang="en-US"/>
          </a:p>
        </p:txBody>
      </p:sp>
      <p:sp>
        <p:nvSpPr>
          <p:cNvPr id="72" name="Rectangle 27">
            <a:extLst>
              <a:ext uri="{FF2B5EF4-FFF2-40B4-BE49-F238E27FC236}">
                <a16:creationId xmlns:a16="http://schemas.microsoft.com/office/drawing/2014/main" id="{B3B22C47-EDDD-439F-9D48-68E8F2D41EF0}"/>
              </a:ext>
            </a:extLst>
          </p:cNvPr>
          <p:cNvSpPr>
            <a:spLocks noChangeArrowheads="1"/>
          </p:cNvSpPr>
          <p:nvPr/>
        </p:nvSpPr>
        <p:spPr bwMode="auto">
          <a:xfrm>
            <a:off x="1093470" y="6118430"/>
            <a:ext cx="4570482" cy="369332"/>
          </a:xfrm>
          <a:prstGeom prst="rect">
            <a:avLst/>
          </a:prstGeom>
          <a:noFill/>
          <a:ln w="9525">
            <a:noFill/>
            <a:miter lim="800000"/>
            <a:headEnd/>
            <a:tailEnd/>
          </a:ln>
          <a:effectLst/>
        </p:spPr>
        <p:txBody>
          <a:bodyPr wrap="none" anchor="ctr">
            <a:spAutoFit/>
          </a:bodyPr>
          <a:lstStyle/>
          <a:p>
            <a:r>
              <a:rPr lang="zh-CN" altLang="en-US" sz="1800" dirty="0">
                <a:solidFill>
                  <a:srgbClr val="CC0000"/>
                </a:solidFill>
                <a:effectLst>
                  <a:outerShdw blurRad="38100" dist="38100" dir="2700000" algn="tl">
                    <a:srgbClr val="000000"/>
                  </a:outerShdw>
                </a:effectLst>
                <a:latin typeface="楷体" panose="02010609060101010101" pitchFamily="49" charset="-122"/>
                <a:ea typeface="楷体" panose="02010609060101010101" pitchFamily="49" charset="-122"/>
              </a:rPr>
              <a:t>八进制数</a:t>
            </a:r>
            <a:r>
              <a:rPr lang="en-US" altLang="zh-CN" sz="1800" dirty="0">
                <a:solidFill>
                  <a:srgbClr val="CC0000"/>
                </a:solidFill>
                <a:effectLst>
                  <a:outerShdw blurRad="38100" dist="38100" dir="2700000" algn="tl">
                    <a:srgbClr val="000000"/>
                  </a:outerShdw>
                </a:effectLst>
                <a:latin typeface="楷体" panose="02010609060101010101" pitchFamily="49" charset="-122"/>
                <a:ea typeface="楷体" panose="02010609060101010101" pitchFamily="49" charset="-122"/>
              </a:rPr>
              <a:t>034</a:t>
            </a:r>
            <a:r>
              <a:rPr lang="zh-CN" altLang="en-US" sz="1800" dirty="0">
                <a:solidFill>
                  <a:srgbClr val="CC0000"/>
                </a:solidFill>
                <a:effectLst>
                  <a:outerShdw blurRad="38100" dist="38100" dir="2700000" algn="tl">
                    <a:srgbClr val="000000"/>
                  </a:outerShdw>
                </a:effectLst>
                <a:latin typeface="楷体" panose="02010609060101010101" pitchFamily="49" charset="-122"/>
                <a:ea typeface="楷体" panose="02010609060101010101" pitchFamily="49" charset="-122"/>
              </a:rPr>
              <a:t>两个字节的内存实际存放形式</a:t>
            </a:r>
            <a:r>
              <a:rPr lang="zh-CN" altLang="en-US" sz="1800" dirty="0">
                <a:latin typeface="楷体" panose="02010609060101010101" pitchFamily="49" charset="-122"/>
                <a:ea typeface="楷体" panose="02010609060101010101" pitchFamily="49" charset="-122"/>
              </a:rPr>
              <a:t> </a:t>
            </a:r>
          </a:p>
        </p:txBody>
      </p:sp>
      <p:sp>
        <p:nvSpPr>
          <p:cNvPr id="73" name="Rectangle 28">
            <a:extLst>
              <a:ext uri="{FF2B5EF4-FFF2-40B4-BE49-F238E27FC236}">
                <a16:creationId xmlns:a16="http://schemas.microsoft.com/office/drawing/2014/main" id="{DC2BC3A9-51CB-436D-A140-C6E414B08A0D}"/>
              </a:ext>
            </a:extLst>
          </p:cNvPr>
          <p:cNvSpPr>
            <a:spLocks noChangeArrowheads="1"/>
          </p:cNvSpPr>
          <p:nvPr/>
        </p:nvSpPr>
        <p:spPr bwMode="auto">
          <a:xfrm>
            <a:off x="969913" y="2577330"/>
            <a:ext cx="4117975" cy="457200"/>
          </a:xfrm>
          <a:prstGeom prst="rect">
            <a:avLst/>
          </a:prstGeom>
          <a:noFill/>
          <a:ln w="9525">
            <a:noFill/>
            <a:miter lim="800000"/>
            <a:headEnd/>
            <a:tailEnd/>
          </a:ln>
          <a:effectLst/>
        </p:spPr>
        <p:txBody>
          <a:bodyPr wrap="none">
            <a:spAutoFit/>
          </a:bodyPr>
          <a:lstStyle/>
          <a:p>
            <a:r>
              <a:rPr lang="en-US" altLang="zh-CN" b="1" dirty="0">
                <a:effectLst>
                  <a:outerShdw blurRad="38100" dist="38100" dir="2700000" algn="tl">
                    <a:srgbClr val="FFFFFF"/>
                  </a:outerShdw>
                </a:effectLst>
                <a:sym typeface="Wingdings" pitchFamily="2" charset="2"/>
              </a:rPr>
              <a:t>(034)</a:t>
            </a:r>
            <a:r>
              <a:rPr lang="zh-CN" altLang="en-US" b="1" baseline="-25000" dirty="0">
                <a:effectLst>
                  <a:outerShdw blurRad="38100" dist="38100" dir="2700000" algn="tl">
                    <a:srgbClr val="FFFFFF"/>
                  </a:outerShdw>
                </a:effectLst>
                <a:latin typeface="楷体" panose="02010609060101010101" pitchFamily="49" charset="-122"/>
                <a:ea typeface="楷体" panose="02010609060101010101" pitchFamily="49" charset="-122"/>
                <a:sym typeface="Wingdings" pitchFamily="2" charset="2"/>
              </a:rPr>
              <a:t>补</a:t>
            </a:r>
            <a:r>
              <a:rPr lang="zh-CN" altLang="en-US" b="1" dirty="0">
                <a:effectLst>
                  <a:outerShdw blurRad="38100" dist="38100" dir="2700000" algn="tl">
                    <a:srgbClr val="FFFFFF"/>
                  </a:outerShdw>
                </a:effectLst>
                <a:sym typeface="Wingdings" pitchFamily="2" charset="2"/>
              </a:rPr>
              <a:t> </a:t>
            </a:r>
            <a:r>
              <a:rPr lang="en-US" altLang="zh-CN" b="1" dirty="0">
                <a:effectLst>
                  <a:outerShdw blurRad="38100" dist="38100" dir="2700000" algn="tl">
                    <a:srgbClr val="FFFFFF"/>
                  </a:outerShdw>
                </a:effectLst>
                <a:sym typeface="Wingdings" pitchFamily="2" charset="2"/>
              </a:rPr>
              <a:t>= </a:t>
            </a:r>
            <a:r>
              <a:rPr lang="en-US" altLang="zh-CN" b="1" dirty="0">
                <a:solidFill>
                  <a:srgbClr val="FF3300"/>
                </a:solidFill>
                <a:effectLst>
                  <a:outerShdw blurRad="38100" dist="38100" dir="2700000" algn="tl">
                    <a:srgbClr val="000000"/>
                  </a:outerShdw>
                </a:effectLst>
                <a:sym typeface="Wingdings" pitchFamily="2" charset="2"/>
              </a:rPr>
              <a:t>0</a:t>
            </a:r>
            <a:r>
              <a:rPr lang="en-US" altLang="zh-CN" b="1" dirty="0">
                <a:solidFill>
                  <a:schemeClr val="accent2"/>
                </a:solidFill>
                <a:effectLst>
                  <a:outerShdw blurRad="38100" dist="38100" dir="2700000" algn="tl">
                    <a:srgbClr val="000000"/>
                  </a:outerShdw>
                </a:effectLst>
                <a:sym typeface="Wingdings" pitchFamily="2" charset="2"/>
              </a:rPr>
              <a:t>000 0000 0001 1100</a:t>
            </a:r>
            <a:r>
              <a:rPr lang="en-US" altLang="zh-CN" dirty="0"/>
              <a:t> </a:t>
            </a:r>
          </a:p>
        </p:txBody>
      </p:sp>
      <p:sp>
        <p:nvSpPr>
          <p:cNvPr id="74" name="Oval 29">
            <a:extLst>
              <a:ext uri="{FF2B5EF4-FFF2-40B4-BE49-F238E27FC236}">
                <a16:creationId xmlns:a16="http://schemas.microsoft.com/office/drawing/2014/main" id="{37DE2586-CD9B-4F7B-A6F8-D19D8448962D}"/>
              </a:ext>
            </a:extLst>
          </p:cNvPr>
          <p:cNvSpPr>
            <a:spLocks noChangeArrowheads="1"/>
          </p:cNvSpPr>
          <p:nvPr/>
        </p:nvSpPr>
        <p:spPr bwMode="auto">
          <a:xfrm>
            <a:off x="2184350" y="2547168"/>
            <a:ext cx="2879725" cy="555625"/>
          </a:xfrm>
          <a:prstGeom prst="ellipse">
            <a:avLst/>
          </a:prstGeom>
          <a:noFill/>
          <a:ln w="28575">
            <a:solidFill>
              <a:srgbClr val="FF0000"/>
            </a:solidFill>
            <a:round/>
            <a:headEnd/>
            <a:tailEnd/>
          </a:ln>
          <a:effectLst/>
        </p:spPr>
        <p:txBody>
          <a:bodyPr wrap="none" anchor="ctr"/>
          <a:lstStyle/>
          <a:p>
            <a:endParaRPr lang="zh-CN" altLang="en-US"/>
          </a:p>
        </p:txBody>
      </p:sp>
      <p:sp>
        <p:nvSpPr>
          <p:cNvPr id="76" name="AutoShape 56">
            <a:extLst>
              <a:ext uri="{FF2B5EF4-FFF2-40B4-BE49-F238E27FC236}">
                <a16:creationId xmlns:a16="http://schemas.microsoft.com/office/drawing/2014/main" id="{E566C095-2BE5-4467-9AE3-54CC9F1E4ADE}"/>
              </a:ext>
            </a:extLst>
          </p:cNvPr>
          <p:cNvSpPr>
            <a:spLocks noChangeArrowheads="1"/>
          </p:cNvSpPr>
          <p:nvPr/>
        </p:nvSpPr>
        <p:spPr bwMode="auto">
          <a:xfrm>
            <a:off x="341238" y="4661744"/>
            <a:ext cx="1000078" cy="503238"/>
          </a:xfrm>
          <a:prstGeom prst="wedgeRoundRectCallout">
            <a:avLst>
              <a:gd name="adj1" fmla="val 182712"/>
              <a:gd name="adj2" fmla="val 134991"/>
              <a:gd name="adj3" fmla="val 16667"/>
            </a:avLst>
          </a:prstGeom>
          <a:gradFill flip="none" rotWithShape="1">
            <a:gsLst>
              <a:gs pos="0">
                <a:srgbClr val="F0E5B7"/>
              </a:gs>
              <a:gs pos="100000">
                <a:srgbClr val="F0E5B7"/>
              </a:gs>
            </a:gsLst>
            <a:lin ang="27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dirty="0">
                <a:solidFill>
                  <a:srgbClr val="C01920"/>
                </a:solidFill>
                <a:latin typeface="楷体" pitchFamily="49" charset="-122"/>
                <a:ea typeface="楷体" pitchFamily="49" charset="-122"/>
              </a:rPr>
              <a:t>符号位</a:t>
            </a:r>
          </a:p>
        </p:txBody>
      </p:sp>
      <p:sp>
        <p:nvSpPr>
          <p:cNvPr id="77" name="AutoShape 89">
            <a:extLst>
              <a:ext uri="{FF2B5EF4-FFF2-40B4-BE49-F238E27FC236}">
                <a16:creationId xmlns:a16="http://schemas.microsoft.com/office/drawing/2014/main" id="{E3DB15A8-D76D-4751-BDA9-6EAC6F2CD71D}"/>
              </a:ext>
            </a:extLst>
          </p:cNvPr>
          <p:cNvSpPr>
            <a:spLocks noChangeArrowheads="1"/>
          </p:cNvSpPr>
          <p:nvPr/>
        </p:nvSpPr>
        <p:spPr bwMode="auto">
          <a:xfrm>
            <a:off x="3719736" y="3536181"/>
            <a:ext cx="1357372" cy="1257201"/>
          </a:xfrm>
          <a:prstGeom prst="curvedLeftArrow">
            <a:avLst>
              <a:gd name="adj1" fmla="val 18221"/>
              <a:gd name="adj2" fmla="val 54988"/>
              <a:gd name="adj3" fmla="val 39257"/>
            </a:avLst>
          </a:prstGeom>
          <a:solidFill>
            <a:srgbClr val="F0E5B7"/>
          </a:solidFill>
          <a:ln w="9525">
            <a:solidFill>
              <a:schemeClr val="tx1"/>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78" name="Text Box 31">
            <a:extLst>
              <a:ext uri="{FF2B5EF4-FFF2-40B4-BE49-F238E27FC236}">
                <a16:creationId xmlns:a16="http://schemas.microsoft.com/office/drawing/2014/main" id="{88FB5DE4-ED24-4FB8-BABE-50E85158714B}"/>
              </a:ext>
            </a:extLst>
          </p:cNvPr>
          <p:cNvSpPr txBox="1">
            <a:spLocks noChangeArrowheads="1"/>
          </p:cNvSpPr>
          <p:nvPr/>
        </p:nvSpPr>
        <p:spPr bwMode="auto">
          <a:xfrm>
            <a:off x="6805508" y="1992870"/>
            <a:ext cx="4429590" cy="830997"/>
          </a:xfrm>
          <a:prstGeom prst="rect">
            <a:avLst/>
          </a:prstGeom>
          <a:noFill/>
          <a:ln w="28575">
            <a:noFill/>
            <a:miter lim="800000"/>
            <a:headEnd/>
            <a:tailEnd/>
          </a:ln>
          <a:effectLst/>
        </p:spPr>
        <p:txBody>
          <a:bodyPr wrap="square">
            <a:spAutoFit/>
          </a:bodyPr>
          <a:lstStyle/>
          <a:p>
            <a:pPr>
              <a:spcBef>
                <a:spcPts val="0"/>
              </a:spcBef>
            </a:pPr>
            <a:r>
              <a:rPr lang="zh-CN" altLang="en-US" b="1" dirty="0">
                <a:effectLst>
                  <a:outerShdw blurRad="38100" dist="38100" dir="2700000" algn="tl">
                    <a:srgbClr val="C0C0C0"/>
                  </a:outerShdw>
                </a:effectLst>
                <a:sym typeface="Wingdings" pitchFamily="2" charset="2"/>
              </a:rPr>
              <a:t> </a:t>
            </a:r>
            <a:r>
              <a:rPr lang="en-US" altLang="zh-CN" b="1" dirty="0">
                <a:effectLst>
                  <a:outerShdw blurRad="38100" dist="38100" dir="2700000" algn="tl">
                    <a:srgbClr val="C0C0C0"/>
                  </a:outerShdw>
                </a:effectLst>
                <a:sym typeface="Wingdings" pitchFamily="2" charset="2"/>
              </a:rPr>
              <a:t>(034)</a:t>
            </a:r>
            <a:r>
              <a:rPr lang="zh-CN" altLang="en-US" b="1" baseline="-25000" dirty="0">
                <a:effectLst>
                  <a:outerShdw blurRad="38100" dist="38100" dir="2700000" algn="tl">
                    <a:srgbClr val="C0C0C0"/>
                  </a:outerShdw>
                </a:effectLst>
                <a:latin typeface="楷体" pitchFamily="49" charset="-122"/>
                <a:ea typeface="楷体" pitchFamily="49" charset="-122"/>
                <a:sym typeface="Wingdings" pitchFamily="2" charset="2"/>
              </a:rPr>
              <a:t>补</a:t>
            </a:r>
            <a:r>
              <a:rPr lang="zh-CN" altLang="en-US" b="1" dirty="0">
                <a:effectLst>
                  <a:outerShdw blurRad="38100" dist="38100" dir="2700000" algn="tl">
                    <a:srgbClr val="C0C0C0"/>
                  </a:outerShdw>
                </a:effectLst>
                <a:sym typeface="Wingdings" pitchFamily="2" charset="2"/>
              </a:rPr>
              <a:t> </a:t>
            </a:r>
            <a:r>
              <a:rPr lang="en-US" altLang="zh-CN" b="1" dirty="0">
                <a:effectLst>
                  <a:outerShdw blurRad="38100" dist="38100" dir="2700000" algn="tl">
                    <a:srgbClr val="C0C0C0"/>
                  </a:outerShdw>
                </a:effectLst>
                <a:sym typeface="Wingdings" pitchFamily="2" charset="2"/>
              </a:rPr>
              <a:t>=  </a:t>
            </a:r>
            <a:r>
              <a:rPr lang="en-US" altLang="zh-CN" b="1" dirty="0">
                <a:solidFill>
                  <a:srgbClr val="FF3300"/>
                </a:solidFill>
                <a:effectLst>
                  <a:outerShdw blurRad="38100" dist="38100" dir="2700000" algn="tl">
                    <a:srgbClr val="C0C0C0"/>
                  </a:outerShdw>
                </a:effectLst>
                <a:sym typeface="Wingdings" pitchFamily="2" charset="2"/>
              </a:rPr>
              <a:t>0</a:t>
            </a:r>
            <a:r>
              <a:rPr lang="en-US" altLang="zh-CN" b="1" dirty="0">
                <a:solidFill>
                  <a:schemeClr val="accent2"/>
                </a:solidFill>
                <a:effectLst>
                  <a:outerShdw blurRad="38100" dist="38100" dir="2700000" algn="tl">
                    <a:srgbClr val="C0C0C0"/>
                  </a:outerShdw>
                </a:effectLst>
                <a:sym typeface="Wingdings" pitchFamily="2" charset="2"/>
              </a:rPr>
              <a:t>000 0000 0000 0000 </a:t>
            </a:r>
          </a:p>
          <a:p>
            <a:pPr>
              <a:spcBef>
                <a:spcPts val="0"/>
              </a:spcBef>
            </a:pPr>
            <a:r>
              <a:rPr lang="en-US" altLang="zh-CN" b="1" dirty="0">
                <a:solidFill>
                  <a:schemeClr val="accent2"/>
                </a:solidFill>
                <a:effectLst>
                  <a:outerShdw blurRad="38100" dist="38100" dir="2700000" algn="tl">
                    <a:srgbClr val="C0C0C0"/>
                  </a:outerShdw>
                </a:effectLst>
                <a:sym typeface="Wingdings" pitchFamily="2" charset="2"/>
              </a:rPr>
              <a:t>                  0000 0000 0001 1100</a:t>
            </a:r>
          </a:p>
        </p:txBody>
      </p:sp>
      <p:sp>
        <p:nvSpPr>
          <p:cNvPr id="79" name="Oval 32">
            <a:extLst>
              <a:ext uri="{FF2B5EF4-FFF2-40B4-BE49-F238E27FC236}">
                <a16:creationId xmlns:a16="http://schemas.microsoft.com/office/drawing/2014/main" id="{2A2D66AE-E91E-47CD-9AED-587AC051988A}"/>
              </a:ext>
            </a:extLst>
          </p:cNvPr>
          <p:cNvSpPr>
            <a:spLocks noChangeArrowheads="1"/>
          </p:cNvSpPr>
          <p:nvPr/>
        </p:nvSpPr>
        <p:spPr bwMode="auto">
          <a:xfrm>
            <a:off x="8099698" y="1991119"/>
            <a:ext cx="2964667" cy="895378"/>
          </a:xfrm>
          <a:prstGeom prst="ellipse">
            <a:avLst/>
          </a:prstGeom>
          <a:noFill/>
          <a:ln w="28575">
            <a:solidFill>
              <a:srgbClr val="FF0000"/>
            </a:solidFill>
            <a:round/>
            <a:headEnd/>
            <a:tailEnd/>
          </a:ln>
          <a:effectLst/>
        </p:spPr>
        <p:txBody>
          <a:bodyPr wrap="none" anchor="ctr"/>
          <a:lstStyle/>
          <a:p>
            <a:endParaRPr lang="zh-CN" altLang="en-US"/>
          </a:p>
        </p:txBody>
      </p:sp>
      <p:grpSp>
        <p:nvGrpSpPr>
          <p:cNvPr id="80" name="Group 33">
            <a:extLst>
              <a:ext uri="{FF2B5EF4-FFF2-40B4-BE49-F238E27FC236}">
                <a16:creationId xmlns:a16="http://schemas.microsoft.com/office/drawing/2014/main" id="{35F2E359-3F6E-46C1-9A83-119AD3F5C7F1}"/>
              </a:ext>
            </a:extLst>
          </p:cNvPr>
          <p:cNvGrpSpPr>
            <a:grpSpLocks/>
          </p:cNvGrpSpPr>
          <p:nvPr/>
        </p:nvGrpSpPr>
        <p:grpSpPr bwMode="auto">
          <a:xfrm>
            <a:off x="7104872" y="2349945"/>
            <a:ext cx="2089150" cy="935039"/>
            <a:chOff x="589" y="1796"/>
            <a:chExt cx="1316" cy="589"/>
          </a:xfrm>
        </p:grpSpPr>
        <p:sp>
          <p:nvSpPr>
            <p:cNvPr id="81" name="Line 34">
              <a:extLst>
                <a:ext uri="{FF2B5EF4-FFF2-40B4-BE49-F238E27FC236}">
                  <a16:creationId xmlns:a16="http://schemas.microsoft.com/office/drawing/2014/main" id="{E8ACB4D9-4801-48C0-A42F-2A8842E60E05}"/>
                </a:ext>
              </a:extLst>
            </p:cNvPr>
            <p:cNvSpPr>
              <a:spLocks noChangeShapeType="1"/>
            </p:cNvSpPr>
            <p:nvPr/>
          </p:nvSpPr>
          <p:spPr bwMode="auto">
            <a:xfrm flipV="1">
              <a:off x="1096" y="1796"/>
              <a:ext cx="240" cy="389"/>
            </a:xfrm>
            <a:prstGeom prst="line">
              <a:avLst/>
            </a:prstGeom>
            <a:noFill/>
            <a:ln w="28575">
              <a:solidFill>
                <a:srgbClr val="0000FF"/>
              </a:solidFill>
              <a:round/>
              <a:headEnd/>
              <a:tailEnd type="stealth" w="lg" len="lg"/>
            </a:ln>
            <a:effectLst/>
          </p:spPr>
          <p:txBody>
            <a:bodyPr/>
            <a:lstStyle/>
            <a:p>
              <a:endParaRPr lang="zh-CN" altLang="en-US"/>
            </a:p>
          </p:txBody>
        </p:sp>
        <p:sp>
          <p:nvSpPr>
            <p:cNvPr id="82" name="Text Box 35">
              <a:extLst>
                <a:ext uri="{FF2B5EF4-FFF2-40B4-BE49-F238E27FC236}">
                  <a16:creationId xmlns:a16="http://schemas.microsoft.com/office/drawing/2014/main" id="{D7E4BF5D-6B5D-4307-86EB-2F789C2519D7}"/>
                </a:ext>
              </a:extLst>
            </p:cNvPr>
            <p:cNvSpPr txBox="1">
              <a:spLocks noChangeArrowheads="1"/>
            </p:cNvSpPr>
            <p:nvPr/>
          </p:nvSpPr>
          <p:spPr bwMode="auto">
            <a:xfrm>
              <a:off x="589" y="2135"/>
              <a:ext cx="1316" cy="250"/>
            </a:xfrm>
            <a:prstGeom prst="rect">
              <a:avLst/>
            </a:prstGeom>
            <a:noFill/>
            <a:ln w="9525">
              <a:noFill/>
              <a:miter lim="800000"/>
              <a:headEnd/>
              <a:tailEnd/>
            </a:ln>
            <a:effectLst/>
          </p:spPr>
          <p:txBody>
            <a:bodyPr>
              <a:spAutoFit/>
            </a:bodyPr>
            <a:lstStyle/>
            <a:p>
              <a:pPr>
                <a:spcBef>
                  <a:spcPct val="50000"/>
                </a:spcBef>
              </a:pPr>
              <a:r>
                <a:rPr lang="zh-CN" altLang="en-US" sz="2000" b="1" dirty="0">
                  <a:solidFill>
                    <a:schemeClr val="accent2"/>
                  </a:solidFill>
                  <a:effectLst>
                    <a:outerShdw blurRad="38100" dist="38100" dir="2700000" algn="tl">
                      <a:srgbClr val="000000"/>
                    </a:outerShdw>
                  </a:effectLst>
                  <a:latin typeface="楷体" pitchFamily="49" charset="-122"/>
                  <a:ea typeface="楷体" pitchFamily="49" charset="-122"/>
                </a:rPr>
                <a:t>符号位</a:t>
              </a:r>
              <a:r>
                <a:rPr lang="en-US" altLang="zh-CN" sz="2000" b="1" dirty="0">
                  <a:solidFill>
                    <a:schemeClr val="accent2"/>
                  </a:solidFill>
                  <a:effectLst>
                    <a:outerShdw blurRad="38100" dist="38100" dir="2700000" algn="tl">
                      <a:srgbClr val="000000"/>
                    </a:outerShdw>
                  </a:effectLst>
                  <a:latin typeface="楷体" pitchFamily="49" charset="-122"/>
                  <a:ea typeface="楷体" pitchFamily="49" charset="-122"/>
                </a:rPr>
                <a:t>(</a:t>
              </a:r>
              <a:r>
                <a:rPr lang="zh-CN" altLang="en-US" sz="2000" b="1" dirty="0">
                  <a:solidFill>
                    <a:schemeClr val="accent2"/>
                  </a:solidFill>
                  <a:effectLst>
                    <a:outerShdw blurRad="38100" dist="38100" dir="2700000" algn="tl">
                      <a:srgbClr val="000000"/>
                    </a:outerShdw>
                  </a:effectLst>
                  <a:latin typeface="楷体" pitchFamily="49" charset="-122"/>
                  <a:ea typeface="楷体" pitchFamily="49" charset="-122"/>
                </a:rPr>
                <a:t>表示正</a:t>
              </a:r>
              <a:r>
                <a:rPr lang="en-US" altLang="zh-CN" sz="2000" b="1" dirty="0">
                  <a:solidFill>
                    <a:schemeClr val="accent2"/>
                  </a:solidFill>
                  <a:effectLst>
                    <a:outerShdw blurRad="38100" dist="38100" dir="2700000" algn="tl">
                      <a:srgbClr val="000000"/>
                    </a:outerShdw>
                  </a:effectLst>
                  <a:latin typeface="楷体" pitchFamily="49" charset="-122"/>
                  <a:ea typeface="楷体" pitchFamily="49" charset="-122"/>
                </a:rPr>
                <a:t>)</a:t>
              </a:r>
            </a:p>
          </p:txBody>
        </p:sp>
      </p:grpSp>
      <p:grpSp>
        <p:nvGrpSpPr>
          <p:cNvPr id="84" name="Group 36">
            <a:extLst>
              <a:ext uri="{FF2B5EF4-FFF2-40B4-BE49-F238E27FC236}">
                <a16:creationId xmlns:a16="http://schemas.microsoft.com/office/drawing/2014/main" id="{2C74CBAB-91C0-446E-949E-FAE8A534727B}"/>
              </a:ext>
            </a:extLst>
          </p:cNvPr>
          <p:cNvGrpSpPr>
            <a:grpSpLocks/>
          </p:cNvGrpSpPr>
          <p:nvPr/>
        </p:nvGrpSpPr>
        <p:grpSpPr bwMode="auto">
          <a:xfrm>
            <a:off x="7250364" y="3984176"/>
            <a:ext cx="1023938" cy="1943100"/>
            <a:chOff x="1654" y="2552"/>
            <a:chExt cx="645" cy="1224"/>
          </a:xfrm>
        </p:grpSpPr>
        <p:sp>
          <p:nvSpPr>
            <p:cNvPr id="85" name="Text Box 37">
              <a:extLst>
                <a:ext uri="{FF2B5EF4-FFF2-40B4-BE49-F238E27FC236}">
                  <a16:creationId xmlns:a16="http://schemas.microsoft.com/office/drawing/2014/main" id="{8CB2AD8A-E41B-47B0-88A3-4DA3BA9D51D2}"/>
                </a:ext>
              </a:extLst>
            </p:cNvPr>
            <p:cNvSpPr txBox="1">
              <a:spLocks noChangeArrowheads="1"/>
            </p:cNvSpPr>
            <p:nvPr/>
          </p:nvSpPr>
          <p:spPr bwMode="auto">
            <a:xfrm>
              <a:off x="1654" y="2552"/>
              <a:ext cx="635" cy="233"/>
            </a:xfrm>
            <a:prstGeom prst="rect">
              <a:avLst/>
            </a:prstGeom>
            <a:noFill/>
            <a:ln w="9525">
              <a:noFill/>
              <a:miter lim="800000"/>
              <a:headEnd/>
              <a:tailEnd/>
            </a:ln>
            <a:effectLst/>
          </p:spPr>
          <p:txBody>
            <a:bodyPr>
              <a:spAutoFit/>
            </a:bodyPr>
            <a:lstStyle/>
            <a:p>
              <a:pPr>
                <a:spcBef>
                  <a:spcPct val="50000"/>
                </a:spcBef>
              </a:pPr>
              <a:r>
                <a:rPr lang="zh-CN" altLang="en-US" sz="1800" b="1" dirty="0">
                  <a:latin typeface="楷体" pitchFamily="49" charset="-122"/>
                  <a:ea typeface="楷体" pitchFamily="49" charset="-122"/>
                </a:rPr>
                <a:t>低字节</a:t>
              </a:r>
            </a:p>
          </p:txBody>
        </p:sp>
        <p:sp>
          <p:nvSpPr>
            <p:cNvPr id="86" name="Text Box 38">
              <a:extLst>
                <a:ext uri="{FF2B5EF4-FFF2-40B4-BE49-F238E27FC236}">
                  <a16:creationId xmlns:a16="http://schemas.microsoft.com/office/drawing/2014/main" id="{EA9DFAC5-138B-4479-A277-5651FE26B6FA}"/>
                </a:ext>
              </a:extLst>
            </p:cNvPr>
            <p:cNvSpPr txBox="1">
              <a:spLocks noChangeArrowheads="1"/>
            </p:cNvSpPr>
            <p:nvPr/>
          </p:nvSpPr>
          <p:spPr bwMode="auto">
            <a:xfrm>
              <a:off x="1664" y="3543"/>
              <a:ext cx="635" cy="233"/>
            </a:xfrm>
            <a:prstGeom prst="rect">
              <a:avLst/>
            </a:prstGeom>
            <a:noFill/>
            <a:ln w="9525">
              <a:noFill/>
              <a:miter lim="800000"/>
              <a:headEnd/>
              <a:tailEnd/>
            </a:ln>
            <a:effectLst/>
          </p:spPr>
          <p:txBody>
            <a:bodyPr>
              <a:spAutoFit/>
            </a:bodyPr>
            <a:lstStyle/>
            <a:p>
              <a:pPr>
                <a:spcBef>
                  <a:spcPct val="50000"/>
                </a:spcBef>
              </a:pPr>
              <a:r>
                <a:rPr lang="zh-CN" altLang="en-US" sz="1800" b="1">
                  <a:latin typeface="楷体" pitchFamily="49" charset="-122"/>
                  <a:ea typeface="楷体" pitchFamily="49" charset="-122"/>
                </a:rPr>
                <a:t>高字节</a:t>
              </a:r>
            </a:p>
          </p:txBody>
        </p:sp>
      </p:grpSp>
      <p:grpSp>
        <p:nvGrpSpPr>
          <p:cNvPr id="87" name="Group 39">
            <a:extLst>
              <a:ext uri="{FF2B5EF4-FFF2-40B4-BE49-F238E27FC236}">
                <a16:creationId xmlns:a16="http://schemas.microsoft.com/office/drawing/2014/main" id="{A6CDCDBC-3A9C-4043-A647-040C406FCB9C}"/>
              </a:ext>
            </a:extLst>
          </p:cNvPr>
          <p:cNvGrpSpPr>
            <a:grpSpLocks/>
          </p:cNvGrpSpPr>
          <p:nvPr/>
        </p:nvGrpSpPr>
        <p:grpSpPr bwMode="auto">
          <a:xfrm>
            <a:off x="10349165" y="3969890"/>
            <a:ext cx="1020763" cy="1955800"/>
            <a:chOff x="3606" y="2543"/>
            <a:chExt cx="643" cy="1232"/>
          </a:xfrm>
        </p:grpSpPr>
        <p:sp>
          <p:nvSpPr>
            <p:cNvPr id="88" name="Text Box 40">
              <a:extLst>
                <a:ext uri="{FF2B5EF4-FFF2-40B4-BE49-F238E27FC236}">
                  <a16:creationId xmlns:a16="http://schemas.microsoft.com/office/drawing/2014/main" id="{981380C9-1D8D-4E7F-A6EC-FF07D2A9BEAC}"/>
                </a:ext>
              </a:extLst>
            </p:cNvPr>
            <p:cNvSpPr txBox="1">
              <a:spLocks noChangeArrowheads="1"/>
            </p:cNvSpPr>
            <p:nvPr/>
          </p:nvSpPr>
          <p:spPr bwMode="auto">
            <a:xfrm>
              <a:off x="3614" y="2543"/>
              <a:ext cx="635" cy="250"/>
            </a:xfrm>
            <a:prstGeom prst="rect">
              <a:avLst/>
            </a:prstGeom>
            <a:noFill/>
            <a:ln w="9525">
              <a:noFill/>
              <a:miter lim="800000"/>
              <a:headEnd/>
              <a:tailEnd/>
            </a:ln>
            <a:effectLst/>
          </p:spPr>
          <p:txBody>
            <a:bodyPr>
              <a:spAutoFit/>
            </a:bodyPr>
            <a:lstStyle/>
            <a:p>
              <a:pPr>
                <a:spcBef>
                  <a:spcPct val="50000"/>
                </a:spcBef>
              </a:pPr>
              <a:r>
                <a:rPr lang="zh-CN" altLang="en-US" sz="2000" b="1" dirty="0">
                  <a:latin typeface="楷体" pitchFamily="49" charset="-122"/>
                  <a:ea typeface="楷体" pitchFamily="49" charset="-122"/>
                </a:rPr>
                <a:t>低地址</a:t>
              </a:r>
            </a:p>
          </p:txBody>
        </p:sp>
        <p:sp>
          <p:nvSpPr>
            <p:cNvPr id="89" name="Text Box 41">
              <a:extLst>
                <a:ext uri="{FF2B5EF4-FFF2-40B4-BE49-F238E27FC236}">
                  <a16:creationId xmlns:a16="http://schemas.microsoft.com/office/drawing/2014/main" id="{089BB47F-B95C-4753-88ED-86F67FF0E4A7}"/>
                </a:ext>
              </a:extLst>
            </p:cNvPr>
            <p:cNvSpPr txBox="1">
              <a:spLocks noChangeArrowheads="1"/>
            </p:cNvSpPr>
            <p:nvPr/>
          </p:nvSpPr>
          <p:spPr bwMode="auto">
            <a:xfrm>
              <a:off x="3606" y="3525"/>
              <a:ext cx="635" cy="250"/>
            </a:xfrm>
            <a:prstGeom prst="rect">
              <a:avLst/>
            </a:prstGeom>
            <a:noFill/>
            <a:ln w="9525">
              <a:noFill/>
              <a:miter lim="800000"/>
              <a:headEnd/>
              <a:tailEnd/>
            </a:ln>
            <a:effectLst/>
          </p:spPr>
          <p:txBody>
            <a:bodyPr>
              <a:spAutoFit/>
            </a:bodyPr>
            <a:lstStyle/>
            <a:p>
              <a:pPr>
                <a:spcBef>
                  <a:spcPct val="50000"/>
                </a:spcBef>
              </a:pPr>
              <a:r>
                <a:rPr lang="zh-CN" altLang="en-US" sz="2000" b="1">
                  <a:latin typeface="楷体" pitchFamily="49" charset="-122"/>
                  <a:ea typeface="楷体" pitchFamily="49" charset="-122"/>
                </a:rPr>
                <a:t>高地址</a:t>
              </a:r>
            </a:p>
          </p:txBody>
        </p:sp>
      </p:grpSp>
      <p:sp>
        <p:nvSpPr>
          <p:cNvPr id="90" name="Line 42">
            <a:extLst>
              <a:ext uri="{FF2B5EF4-FFF2-40B4-BE49-F238E27FC236}">
                <a16:creationId xmlns:a16="http://schemas.microsoft.com/office/drawing/2014/main" id="{73622F65-10A2-4523-9CF1-0D7A70830E46}"/>
              </a:ext>
            </a:extLst>
          </p:cNvPr>
          <p:cNvSpPr>
            <a:spLocks noChangeShapeType="1"/>
          </p:cNvSpPr>
          <p:nvPr/>
        </p:nvSpPr>
        <p:spPr bwMode="auto">
          <a:xfrm>
            <a:off x="10377739" y="3911152"/>
            <a:ext cx="0" cy="2159000"/>
          </a:xfrm>
          <a:prstGeom prst="line">
            <a:avLst/>
          </a:prstGeom>
          <a:noFill/>
          <a:ln w="28575">
            <a:solidFill>
              <a:srgbClr val="FF0000"/>
            </a:solidFill>
            <a:round/>
            <a:headEnd/>
            <a:tailEnd type="stealth" w="lg" len="lg"/>
          </a:ln>
          <a:effectLst>
            <a:outerShdw blurRad="50800" dist="38100" dir="2700000" algn="tl" rotWithShape="0">
              <a:prstClr val="black">
                <a:alpha val="40000"/>
              </a:prstClr>
            </a:outerShdw>
          </a:effectLst>
        </p:spPr>
        <p:txBody>
          <a:bodyPr/>
          <a:lstStyle/>
          <a:p>
            <a:endParaRPr lang="zh-CN" altLang="en-US"/>
          </a:p>
        </p:txBody>
      </p:sp>
      <p:sp>
        <p:nvSpPr>
          <p:cNvPr id="91" name="Rectangle 43">
            <a:extLst>
              <a:ext uri="{FF2B5EF4-FFF2-40B4-BE49-F238E27FC236}">
                <a16:creationId xmlns:a16="http://schemas.microsoft.com/office/drawing/2014/main" id="{40936051-C67D-45C3-851C-477ED35868A6}"/>
              </a:ext>
            </a:extLst>
          </p:cNvPr>
          <p:cNvSpPr>
            <a:spLocks noChangeArrowheads="1"/>
          </p:cNvSpPr>
          <p:nvPr/>
        </p:nvSpPr>
        <p:spPr bwMode="auto">
          <a:xfrm>
            <a:off x="6998126" y="6095037"/>
            <a:ext cx="4570482" cy="369332"/>
          </a:xfrm>
          <a:prstGeom prst="rect">
            <a:avLst/>
          </a:prstGeom>
          <a:noFill/>
          <a:ln w="9525">
            <a:noFill/>
            <a:miter lim="800000"/>
            <a:headEnd/>
            <a:tailEnd/>
          </a:ln>
          <a:effectLst/>
        </p:spPr>
        <p:txBody>
          <a:bodyPr wrap="none" anchor="ctr">
            <a:spAutoFit/>
          </a:bodyPr>
          <a:lstStyle/>
          <a:p>
            <a:r>
              <a:rPr lang="zh-CN" altLang="en-US" sz="1800" dirty="0">
                <a:solidFill>
                  <a:srgbClr val="CC0000"/>
                </a:solidFill>
                <a:effectLst>
                  <a:outerShdw blurRad="38100" dist="38100" dir="2700000" algn="tl">
                    <a:srgbClr val="000000"/>
                  </a:outerShdw>
                </a:effectLst>
                <a:latin typeface="楷体" pitchFamily="49" charset="-122"/>
                <a:ea typeface="楷体" pitchFamily="49" charset="-122"/>
              </a:rPr>
              <a:t>八进制数</a:t>
            </a:r>
            <a:r>
              <a:rPr lang="en-US" altLang="zh-CN" sz="1800" dirty="0">
                <a:solidFill>
                  <a:srgbClr val="CC0000"/>
                </a:solidFill>
                <a:effectLst>
                  <a:outerShdw blurRad="38100" dist="38100" dir="2700000" algn="tl">
                    <a:srgbClr val="000000"/>
                  </a:outerShdw>
                </a:effectLst>
                <a:latin typeface="楷体" pitchFamily="49" charset="-122"/>
                <a:ea typeface="楷体" pitchFamily="49" charset="-122"/>
              </a:rPr>
              <a:t>034</a:t>
            </a:r>
            <a:r>
              <a:rPr lang="zh-CN" altLang="en-US" sz="1800" dirty="0">
                <a:solidFill>
                  <a:srgbClr val="CC0000"/>
                </a:solidFill>
                <a:effectLst>
                  <a:outerShdw blurRad="38100" dist="38100" dir="2700000" algn="tl">
                    <a:srgbClr val="000000"/>
                  </a:outerShdw>
                </a:effectLst>
                <a:latin typeface="楷体" pitchFamily="49" charset="-122"/>
                <a:ea typeface="楷体" pitchFamily="49" charset="-122"/>
              </a:rPr>
              <a:t>四个字节的内存实际存放形式</a:t>
            </a:r>
            <a:r>
              <a:rPr lang="zh-CN" altLang="en-US" sz="1800" dirty="0">
                <a:latin typeface="楷体" pitchFamily="49" charset="-122"/>
                <a:ea typeface="楷体" pitchFamily="49" charset="-122"/>
              </a:rPr>
              <a:t> </a:t>
            </a:r>
          </a:p>
        </p:txBody>
      </p:sp>
      <p:graphicFrame>
        <p:nvGraphicFramePr>
          <p:cNvPr id="92" name="Group 44">
            <a:extLst>
              <a:ext uri="{FF2B5EF4-FFF2-40B4-BE49-F238E27FC236}">
                <a16:creationId xmlns:a16="http://schemas.microsoft.com/office/drawing/2014/main" id="{8472D2A8-3A67-4A64-9F7A-9F8BED4922D4}"/>
              </a:ext>
            </a:extLst>
          </p:cNvPr>
          <p:cNvGraphicFramePr>
            <a:graphicFrameLocks noGrp="1"/>
          </p:cNvGraphicFramePr>
          <p:nvPr/>
        </p:nvGraphicFramePr>
        <p:xfrm>
          <a:off x="8329865" y="3938140"/>
          <a:ext cx="1787525" cy="2072640"/>
        </p:xfrm>
        <a:graphic>
          <a:graphicData uri="http://schemas.openxmlformats.org/drawingml/2006/table">
            <a:tbl>
              <a:tblPr/>
              <a:tblGrid>
                <a:gridCol w="1787525">
                  <a:extLst>
                    <a:ext uri="{9D8B030D-6E8A-4147-A177-3AD203B41FA5}">
                      <a16:colId xmlns:a16="http://schemas.microsoft.com/office/drawing/2014/main" val="20000"/>
                    </a:ext>
                  </a:extLst>
                </a:gridCol>
              </a:tblGrid>
              <a:tr h="5032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chemeClr val="accent2"/>
                          </a:solidFill>
                          <a:effectLst>
                            <a:outerShdw blurRad="38100" dist="38100" dir="2700000" algn="tl">
                              <a:srgbClr val="000000"/>
                            </a:outerShdw>
                          </a:effectLst>
                          <a:latin typeface="Times New Roman" pitchFamily="18" charset="0"/>
                          <a:ea typeface="宋体" pitchFamily="2" charset="-122"/>
                        </a:rPr>
                        <a:t>00011100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4730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00000000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1"/>
                  </a:ext>
                </a:extLst>
              </a:tr>
              <a:tr h="471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00000000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2"/>
                  </a:ext>
                </a:extLst>
              </a:tr>
              <a:tr h="471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FF3300"/>
                          </a:solidFill>
                          <a:effectLst>
                            <a:outerShdw blurRad="38100" dist="38100" dir="2700000" algn="tl">
                              <a:srgbClr val="000000"/>
                            </a:outerShdw>
                          </a:effectLst>
                          <a:latin typeface="Times New Roman" pitchFamily="18" charset="0"/>
                          <a:ea typeface="宋体" pitchFamily="2" charset="-122"/>
                        </a:rPr>
                        <a:t>0</a:t>
                      </a:r>
                      <a:r>
                        <a:rPr kumimoji="1" lang="en-US" altLang="zh-CN" sz="2800" b="1" i="0" u="none" strike="noStrike" cap="none" normalizeH="0" baseline="0" dirty="0">
                          <a:ln>
                            <a:noFill/>
                          </a:ln>
                          <a:solidFill>
                            <a:schemeClr val="accent2"/>
                          </a:solidFill>
                          <a:effectLst>
                            <a:outerShdw blurRad="38100" dist="38100" dir="2700000" algn="tl">
                              <a:srgbClr val="000000"/>
                            </a:outerShdw>
                          </a:effectLst>
                          <a:latin typeface="Times New Roman" pitchFamily="18" charset="0"/>
                          <a:ea typeface="宋体" pitchFamily="2" charset="-122"/>
                        </a:rPr>
                        <a:t>0000000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3"/>
                  </a:ext>
                </a:extLst>
              </a:tr>
            </a:tbl>
          </a:graphicData>
        </a:graphic>
      </p:graphicFrame>
      <p:sp>
        <p:nvSpPr>
          <p:cNvPr id="93" name="AutoShape 56">
            <a:extLst>
              <a:ext uri="{FF2B5EF4-FFF2-40B4-BE49-F238E27FC236}">
                <a16:creationId xmlns:a16="http://schemas.microsoft.com/office/drawing/2014/main" id="{6D92D8FA-19DC-444B-B03E-02DF4039EF52}"/>
              </a:ext>
            </a:extLst>
          </p:cNvPr>
          <p:cNvSpPr>
            <a:spLocks noChangeArrowheads="1"/>
          </p:cNvSpPr>
          <p:nvPr/>
        </p:nvSpPr>
        <p:spPr bwMode="auto">
          <a:xfrm>
            <a:off x="6701501" y="4661744"/>
            <a:ext cx="1066357" cy="423440"/>
          </a:xfrm>
          <a:prstGeom prst="wedgeRoundRectCallout">
            <a:avLst>
              <a:gd name="adj1" fmla="val 118807"/>
              <a:gd name="adj2" fmla="val 197705"/>
              <a:gd name="adj3" fmla="val 16667"/>
            </a:avLst>
          </a:prstGeom>
          <a:gradFill flip="none" rotWithShape="1">
            <a:gsLst>
              <a:gs pos="0">
                <a:srgbClr val="F0E5B7"/>
              </a:gs>
              <a:gs pos="100000">
                <a:srgbClr val="F0E5B7"/>
              </a:gs>
            </a:gsLst>
            <a:lin ang="27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dirty="0">
                <a:solidFill>
                  <a:srgbClr val="C01920"/>
                </a:solidFill>
                <a:latin typeface="楷体" pitchFamily="49" charset="-122"/>
                <a:ea typeface="楷体" pitchFamily="49" charset="-122"/>
              </a:rPr>
              <a:t>符号位</a:t>
            </a:r>
          </a:p>
        </p:txBody>
      </p:sp>
      <p:sp>
        <p:nvSpPr>
          <p:cNvPr id="83" name="AutoShape 57">
            <a:extLst>
              <a:ext uri="{FF2B5EF4-FFF2-40B4-BE49-F238E27FC236}">
                <a16:creationId xmlns:a16="http://schemas.microsoft.com/office/drawing/2014/main" id="{082F502F-AEAD-4DDE-8EC9-EB10EC20517F}"/>
              </a:ext>
            </a:extLst>
          </p:cNvPr>
          <p:cNvSpPr>
            <a:spLocks noChangeArrowheads="1"/>
          </p:cNvSpPr>
          <p:nvPr/>
        </p:nvSpPr>
        <p:spPr bwMode="auto">
          <a:xfrm rot="496990">
            <a:off x="10666446" y="2772825"/>
            <a:ext cx="970111" cy="1384029"/>
          </a:xfrm>
          <a:prstGeom prst="curvedLeftArrow">
            <a:avLst>
              <a:gd name="adj1" fmla="val 18824"/>
              <a:gd name="adj2" fmla="val 40000"/>
              <a:gd name="adj3" fmla="val 33333"/>
            </a:avLst>
          </a:prstGeom>
          <a:solidFill>
            <a:srgbClr val="F0E5B7"/>
          </a:solidFill>
          <a:ln w="9525">
            <a:solidFill>
              <a:schemeClr val="tx1"/>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45" name="Rectangle 6">
            <a:extLst>
              <a:ext uri="{FF2B5EF4-FFF2-40B4-BE49-F238E27FC236}">
                <a16:creationId xmlns:a16="http://schemas.microsoft.com/office/drawing/2014/main" id="{14AFC771-6219-4273-96F7-ABE2EE6BA045}"/>
              </a:ext>
            </a:extLst>
          </p:cNvPr>
          <p:cNvSpPr>
            <a:spLocks noChangeArrowheads="1"/>
          </p:cNvSpPr>
          <p:nvPr/>
        </p:nvSpPr>
        <p:spPr bwMode="auto">
          <a:xfrm>
            <a:off x="756410" y="1393612"/>
            <a:ext cx="4840287" cy="523220"/>
          </a:xfrm>
          <a:prstGeom prst="rect">
            <a:avLst/>
          </a:prstGeom>
          <a:noFill/>
          <a:ln w="9525">
            <a:noFill/>
            <a:miter lim="800000"/>
            <a:headEnd/>
            <a:tailEnd/>
          </a:ln>
          <a:effectLst/>
        </p:spPr>
        <p:txBody>
          <a:bodyPr anchor="ctr">
            <a:spAutoFit/>
          </a:bodyPr>
          <a:lstStyle/>
          <a:p>
            <a:pPr>
              <a:buFont typeface="Wingdings" pitchFamily="2" charset="2"/>
              <a:buChar char="Ø"/>
              <a:tabLst>
                <a:tab pos="571500" algn="l"/>
              </a:tabLst>
            </a:pPr>
            <a:r>
              <a:rPr lang="zh-CN" altLang="en-US" b="1" dirty="0">
                <a:solidFill>
                  <a:srgbClr val="C01920"/>
                </a:solidFill>
                <a:latin typeface="+mn-lt"/>
                <a:ea typeface="楷体" pitchFamily="49" charset="-122"/>
              </a:rPr>
              <a:t>八进制整数</a:t>
            </a:r>
            <a:r>
              <a:rPr lang="en-US" altLang="zh-CN" b="1" dirty="0">
                <a:solidFill>
                  <a:srgbClr val="C01920"/>
                </a:solidFill>
                <a:latin typeface="+mn-lt"/>
                <a:ea typeface="楷体" pitchFamily="49" charset="-122"/>
              </a:rPr>
              <a:t>  </a:t>
            </a:r>
            <a:r>
              <a:rPr lang="en-US" altLang="zh-CN" sz="2800" b="1" dirty="0">
                <a:solidFill>
                  <a:srgbClr val="002060"/>
                </a:solidFill>
                <a:latin typeface="+mn-lt"/>
                <a:ea typeface="楷体" pitchFamily="49" charset="-122"/>
              </a:rPr>
              <a:t>+034</a:t>
            </a:r>
            <a:endParaRPr lang="zh-CN" altLang="en-US" sz="2800" b="1" dirty="0">
              <a:solidFill>
                <a:srgbClr val="002060"/>
              </a:solidFill>
              <a:latin typeface="+mn-lt"/>
              <a:ea typeface="楷体" pitchFamily="49" charset="-122"/>
            </a:endParaRPr>
          </a:p>
        </p:txBody>
      </p:sp>
      <p:sp>
        <p:nvSpPr>
          <p:cNvPr id="46" name="Rectangle 5">
            <a:extLst>
              <a:ext uri="{FF2B5EF4-FFF2-40B4-BE49-F238E27FC236}">
                <a16:creationId xmlns:a16="http://schemas.microsoft.com/office/drawing/2014/main" id="{31536731-9F2C-47A6-AB1A-2E3907DE15AB}"/>
              </a:ext>
            </a:extLst>
          </p:cNvPr>
          <p:cNvSpPr>
            <a:spLocks noChangeArrowheads="1"/>
          </p:cNvSpPr>
          <p:nvPr/>
        </p:nvSpPr>
        <p:spPr bwMode="auto">
          <a:xfrm>
            <a:off x="720087" y="856064"/>
            <a:ext cx="4512774" cy="584775"/>
          </a:xfrm>
          <a:prstGeom prst="rect">
            <a:avLst/>
          </a:prstGeom>
          <a:noFill/>
          <a:ln w="9525">
            <a:noFill/>
            <a:miter lim="800000"/>
            <a:headEnd/>
            <a:tailEnd/>
          </a:ln>
          <a:effectLst/>
        </p:spPr>
        <p:txBody>
          <a:bodyPr wrap="none" anchor="ctr">
            <a:spAutoFit/>
          </a:bodyPr>
          <a:lstStyle/>
          <a:p>
            <a:r>
              <a:rPr lang="en-US" altLang="zh-CN" sz="3200" b="1" dirty="0">
                <a:solidFill>
                  <a:srgbClr val="C01920"/>
                </a:solidFill>
                <a:latin typeface="楷体" panose="02010609060101010101" pitchFamily="49" charset="-122"/>
                <a:ea typeface="楷体" panose="02010609060101010101" pitchFamily="49" charset="-122"/>
              </a:rPr>
              <a:t>2. </a:t>
            </a:r>
            <a:r>
              <a:rPr lang="zh-CN" altLang="en-US" sz="3200" b="1" dirty="0">
                <a:solidFill>
                  <a:srgbClr val="C01920"/>
                </a:solidFill>
                <a:latin typeface="楷体" panose="02010609060101010101" pitchFamily="49" charset="-122"/>
                <a:ea typeface="楷体" panose="02010609060101010101" pitchFamily="49" charset="-122"/>
              </a:rPr>
              <a:t>整数在内存中的表示</a:t>
            </a:r>
          </a:p>
        </p:txBody>
      </p:sp>
      <p:sp>
        <p:nvSpPr>
          <p:cNvPr id="47" name="Rectangle 4">
            <a:extLst>
              <a:ext uri="{FF2B5EF4-FFF2-40B4-BE49-F238E27FC236}">
                <a16:creationId xmlns:a16="http://schemas.microsoft.com/office/drawing/2014/main" id="{F080FA21-6D89-49BA-BD8C-B032FBE88C3F}"/>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简单数据类型与表示范围</a:t>
            </a:r>
          </a:p>
        </p:txBody>
      </p:sp>
    </p:spTree>
    <p:extLst>
      <p:ext uri="{BB962C8B-B14F-4D97-AF65-F5344CB8AC3E}">
        <p14:creationId xmlns:p14="http://schemas.microsoft.com/office/powerpoint/2010/main" val="3552497475"/>
      </p:ext>
    </p:extLst>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linds(horizontal)">
                                      <p:cBhvr>
                                        <p:cTn id="7" dur="500"/>
                                        <p:tgtEl>
                                          <p:spTgt spid="46"/>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45"/>
                                        </p:tgtEl>
                                        <p:attrNameLst>
                                          <p:attrName>style.visibility</p:attrName>
                                        </p:attrNameLst>
                                      </p:cBhvr>
                                      <p:to>
                                        <p:strVal val="visible"/>
                                      </p:to>
                                    </p:set>
                                    <p:anim calcmode="lin" valueType="num">
                                      <p:cBhvr additive="base">
                                        <p:cTn id="12" dur="500" fill="hold"/>
                                        <p:tgtEl>
                                          <p:spTgt spid="45"/>
                                        </p:tgtEl>
                                        <p:attrNameLst>
                                          <p:attrName>ppt_x</p:attrName>
                                        </p:attrNameLst>
                                      </p:cBhvr>
                                      <p:tavLst>
                                        <p:tav tm="0">
                                          <p:val>
                                            <p:strVal val="0-#ppt_w/2"/>
                                          </p:val>
                                        </p:tav>
                                        <p:tav tm="100000">
                                          <p:val>
                                            <p:strVal val="#ppt_x"/>
                                          </p:val>
                                        </p:tav>
                                      </p:tavLst>
                                    </p:anim>
                                    <p:anim calcmode="lin" valueType="num">
                                      <p:cBhvr additive="base">
                                        <p:cTn id="13" dur="500" fill="hold"/>
                                        <p:tgtEl>
                                          <p:spTgt spid="4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ox(in)">
                                      <p:cBhvr>
                                        <p:cTn id="18" dur="2000"/>
                                        <p:tgtEl>
                                          <p:spTgt spid="3"/>
                                        </p:tgtEl>
                                      </p:cBhvr>
                                    </p:animEffect>
                                  </p:childTnLst>
                                  <p:subTnLst>
                                    <p:audio>
                                      <p:cMediaNode>
                                        <p:cTn display="0" masterRel="sameClick">
                                          <p:stCondLst>
                                            <p:cond evt="begin" delay="0">
                                              <p:tn val="16"/>
                                            </p:cond>
                                          </p:stCondLst>
                                          <p:endCondLst>
                                            <p:cond evt="onStopAudio" delay="0">
                                              <p:tgtEl>
                                                <p:sldTgt/>
                                              </p:tgtEl>
                                            </p:cond>
                                          </p:endCondLst>
                                        </p:cTn>
                                        <p:tgtEl>
                                          <p:sndTgt r:embed="rId4" name="chimes.wav"/>
                                        </p:tgtEl>
                                      </p:cMediaNode>
                                    </p:audio>
                                  </p:sub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73"/>
                                        </p:tgtEl>
                                        <p:attrNameLst>
                                          <p:attrName>style.visibility</p:attrName>
                                        </p:attrNameLst>
                                      </p:cBhvr>
                                      <p:to>
                                        <p:strVal val="visible"/>
                                      </p:to>
                                    </p:set>
                                    <p:animEffect transition="in" filter="blinds(horizontal)">
                                      <p:cBhvr>
                                        <p:cTn id="23" dur="500"/>
                                        <p:tgtEl>
                                          <p:spTgt spid="73"/>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60"/>
                                        </p:tgtEl>
                                        <p:attrNameLst>
                                          <p:attrName>style.visibility</p:attrName>
                                        </p:attrNameLst>
                                      </p:cBhvr>
                                      <p:to>
                                        <p:strVal val="visible"/>
                                      </p:to>
                                    </p:set>
                                    <p:animEffect transition="in" filter="blinds(horizontal)">
                                      <p:cBhvr>
                                        <p:cTn id="28" dur="500"/>
                                        <p:tgtEl>
                                          <p:spTgt spid="60"/>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18" presetClass="entr" presetSubtype="12" fill="hold" grpId="0" nodeType="clickEffect">
                                  <p:stCondLst>
                                    <p:cond delay="0"/>
                                  </p:stCondLst>
                                  <p:childTnLst>
                                    <p:set>
                                      <p:cBhvr>
                                        <p:cTn id="32" dur="1" fill="hold">
                                          <p:stCondLst>
                                            <p:cond delay="0"/>
                                          </p:stCondLst>
                                        </p:cTn>
                                        <p:tgtEl>
                                          <p:spTgt spid="74"/>
                                        </p:tgtEl>
                                        <p:attrNameLst>
                                          <p:attrName>style.visibility</p:attrName>
                                        </p:attrNameLst>
                                      </p:cBhvr>
                                      <p:to>
                                        <p:strVal val="visible"/>
                                      </p:to>
                                    </p:set>
                                    <p:animEffect transition="in" filter="strips(downLeft)">
                                      <p:cBhvr>
                                        <p:cTn id="33" dur="500"/>
                                        <p:tgtEl>
                                          <p:spTgt spid="74"/>
                                        </p:tgtEl>
                                      </p:cBhvr>
                                    </p:animEffect>
                                  </p:childTnLst>
                                  <p:subTnLst>
                                    <p:audio>
                                      <p:cMediaNode>
                                        <p:cTn display="0" masterRel="sameClick">
                                          <p:stCondLst>
                                            <p:cond evt="begin" delay="0">
                                              <p:tn val="31"/>
                                            </p:cond>
                                          </p:stCondLst>
                                          <p:endCondLst>
                                            <p:cond evt="onStopAudio" delay="0">
                                              <p:tgtEl>
                                                <p:sldTgt/>
                                              </p:tgtEl>
                                            </p:cond>
                                          </p:endCondLst>
                                        </p:cTn>
                                        <p:tgtEl>
                                          <p:sndTgt r:embed="rId4" name="chimes.wav"/>
                                        </p:tgtEl>
                                      </p:cMediaNode>
                                    </p:audio>
                                  </p:subTnLst>
                                </p:cTn>
                              </p:par>
                            </p:childTnLst>
                          </p:cTn>
                        </p:par>
                        <p:par>
                          <p:cTn id="34" fill="hold">
                            <p:stCondLst>
                              <p:cond delay="500"/>
                            </p:stCondLst>
                            <p:childTnLst>
                              <p:par>
                                <p:cTn id="35" presetID="18" presetClass="entr" presetSubtype="12" fill="hold" grpId="0" nodeType="afterEffect">
                                  <p:stCondLst>
                                    <p:cond delay="0"/>
                                  </p:stCondLst>
                                  <p:childTnLst>
                                    <p:set>
                                      <p:cBhvr>
                                        <p:cTn id="36" dur="1" fill="hold">
                                          <p:stCondLst>
                                            <p:cond delay="0"/>
                                          </p:stCondLst>
                                        </p:cTn>
                                        <p:tgtEl>
                                          <p:spTgt spid="77"/>
                                        </p:tgtEl>
                                        <p:attrNameLst>
                                          <p:attrName>style.visibility</p:attrName>
                                        </p:attrNameLst>
                                      </p:cBhvr>
                                      <p:to>
                                        <p:strVal val="visible"/>
                                      </p:to>
                                    </p:set>
                                    <p:animEffect transition="in" filter="strips(downLeft)">
                                      <p:cBhvr>
                                        <p:cTn id="37" dur="500"/>
                                        <p:tgtEl>
                                          <p:spTgt spid="77"/>
                                        </p:tgtEl>
                                      </p:cBhvr>
                                    </p:animEffect>
                                  </p:childTnLst>
                                  <p:subTnLst>
                                    <p:audio>
                                      <p:cMediaNode>
                                        <p:cTn display="0" masterRel="sameClick">
                                          <p:stCondLst>
                                            <p:cond evt="begin" delay="0">
                                              <p:tn val="35"/>
                                            </p:cond>
                                          </p:stCondLst>
                                          <p:endCondLst>
                                            <p:cond evt="onStopAudio" delay="0">
                                              <p:tgtEl>
                                                <p:sldTgt/>
                                              </p:tgtEl>
                                            </p:cond>
                                          </p:endCondLst>
                                        </p:cTn>
                                        <p:tgtEl>
                                          <p:sndTgt r:embed="rId4" name="chimes.wav"/>
                                        </p:tgtEl>
                                      </p:cMediaNode>
                                    </p:audio>
                                  </p:subTnLst>
                                </p:cTn>
                              </p:par>
                            </p:childTnLst>
                          </p:cTn>
                        </p:par>
                        <p:par>
                          <p:cTn id="38" fill="hold">
                            <p:stCondLst>
                              <p:cond delay="1000"/>
                            </p:stCondLst>
                            <p:childTnLst>
                              <p:par>
                                <p:cTn id="39" presetID="3" presetClass="entr" presetSubtype="10" fill="hold" nodeType="afterEffect">
                                  <p:stCondLst>
                                    <p:cond delay="0"/>
                                  </p:stCondLst>
                                  <p:childTnLst>
                                    <p:set>
                                      <p:cBhvr>
                                        <p:cTn id="40" dur="1" fill="hold">
                                          <p:stCondLst>
                                            <p:cond delay="0"/>
                                          </p:stCondLst>
                                        </p:cTn>
                                        <p:tgtEl>
                                          <p:spTgt spid="64"/>
                                        </p:tgtEl>
                                        <p:attrNameLst>
                                          <p:attrName>style.visibility</p:attrName>
                                        </p:attrNameLst>
                                      </p:cBhvr>
                                      <p:to>
                                        <p:strVal val="visible"/>
                                      </p:to>
                                    </p:set>
                                    <p:animEffect transition="in" filter="blinds(horizontal)">
                                      <p:cBhvr>
                                        <p:cTn id="41" dur="500"/>
                                        <p:tgtEl>
                                          <p:spTgt spid="64"/>
                                        </p:tgtEl>
                                      </p:cBhvr>
                                    </p:animEffect>
                                  </p:childTnLst>
                                  <p:subTnLst>
                                    <p:audio>
                                      <p:cMediaNode>
                                        <p:cTn display="0" masterRel="sameClick">
                                          <p:stCondLst>
                                            <p:cond evt="begin" delay="0">
                                              <p:tn val="39"/>
                                            </p:cond>
                                          </p:stCondLst>
                                          <p:endCondLst>
                                            <p:cond evt="onStopAudio" delay="0">
                                              <p:tgtEl>
                                                <p:sldTgt/>
                                              </p:tgtEl>
                                            </p:cond>
                                          </p:endCondLst>
                                        </p:cTn>
                                        <p:tgtEl>
                                          <p:sndTgt r:embed="rId4" name="chimes.wav"/>
                                        </p:tgtEl>
                                      </p:cMediaNode>
                                    </p:audio>
                                  </p:subTnLst>
                                </p:cTn>
                              </p:par>
                            </p:childTnLst>
                          </p:cTn>
                        </p:par>
                        <p:par>
                          <p:cTn id="42" fill="hold">
                            <p:stCondLst>
                              <p:cond delay="1500"/>
                            </p:stCondLst>
                            <p:childTnLst>
                              <p:par>
                                <p:cTn id="43" presetID="3" presetClass="entr" presetSubtype="10" fill="hold" grpId="0" nodeType="afterEffect">
                                  <p:stCondLst>
                                    <p:cond delay="0"/>
                                  </p:stCondLst>
                                  <p:childTnLst>
                                    <p:set>
                                      <p:cBhvr>
                                        <p:cTn id="44" dur="1" fill="hold">
                                          <p:stCondLst>
                                            <p:cond delay="0"/>
                                          </p:stCondLst>
                                        </p:cTn>
                                        <p:tgtEl>
                                          <p:spTgt spid="72"/>
                                        </p:tgtEl>
                                        <p:attrNameLst>
                                          <p:attrName>style.visibility</p:attrName>
                                        </p:attrNameLst>
                                      </p:cBhvr>
                                      <p:to>
                                        <p:strVal val="visible"/>
                                      </p:to>
                                    </p:set>
                                    <p:animEffect transition="in" filter="blinds(horizontal)">
                                      <p:cBhvr>
                                        <p:cTn id="45" dur="500"/>
                                        <p:tgtEl>
                                          <p:spTgt spid="72"/>
                                        </p:tgtEl>
                                      </p:cBhvr>
                                    </p:animEffect>
                                  </p:childTnLst>
                                  <p:subTnLst>
                                    <p:audio>
                                      <p:cMediaNode>
                                        <p:cTn display="0" masterRel="sameClick">
                                          <p:stCondLst>
                                            <p:cond evt="begin" delay="0">
                                              <p:tn val="43"/>
                                            </p:cond>
                                          </p:stCondLst>
                                          <p:endCondLst>
                                            <p:cond evt="onStopAudio" delay="0">
                                              <p:tgtEl>
                                                <p:sldTgt/>
                                              </p:tgtEl>
                                            </p:cond>
                                          </p:endCondLst>
                                        </p:cTn>
                                        <p:tgtEl>
                                          <p:sndTgt r:embed="rId3" name="CAMERA.WAV"/>
                                        </p:tgtEl>
                                      </p:cMediaNode>
                                    </p:audio>
                                  </p:sub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65"/>
                                        </p:tgtEl>
                                        <p:attrNameLst>
                                          <p:attrName>style.visibility</p:attrName>
                                        </p:attrNameLst>
                                      </p:cBhvr>
                                      <p:to>
                                        <p:strVal val="visible"/>
                                      </p:to>
                                    </p:set>
                                    <p:animEffect transition="in" filter="blinds(horizontal)">
                                      <p:cBhvr>
                                        <p:cTn id="50" dur="500"/>
                                        <p:tgtEl>
                                          <p:spTgt spid="65"/>
                                        </p:tgtEl>
                                      </p:cBhvr>
                                    </p:animEffect>
                                  </p:childTnLst>
                                  <p:subTnLst>
                                    <p:audio>
                                      <p:cMediaNode>
                                        <p:cTn display="0" masterRel="sameClick">
                                          <p:stCondLst>
                                            <p:cond evt="begin" delay="0">
                                              <p:tn val="48"/>
                                            </p:cond>
                                          </p:stCondLst>
                                          <p:endCondLst>
                                            <p:cond evt="onStopAudio" delay="0">
                                              <p:tgtEl>
                                                <p:sldTgt/>
                                              </p:tgtEl>
                                            </p:cond>
                                          </p:endCondLst>
                                        </p:cTn>
                                        <p:tgtEl>
                                          <p:sndTgt r:embed="rId3" name="CAMERA.WAV"/>
                                        </p:tgtEl>
                                      </p:cMediaNode>
                                    </p:audio>
                                  </p:subTnLst>
                                </p:cTn>
                              </p:par>
                            </p:childTnLst>
                          </p:cTn>
                        </p:par>
                      </p:childTnLst>
                    </p:cTn>
                  </p:par>
                  <p:par>
                    <p:cTn id="51" fill="hold">
                      <p:stCondLst>
                        <p:cond delay="indefinite"/>
                      </p:stCondLst>
                      <p:childTnLst>
                        <p:par>
                          <p:cTn id="52" fill="hold">
                            <p:stCondLst>
                              <p:cond delay="0"/>
                            </p:stCondLst>
                            <p:childTnLst>
                              <p:par>
                                <p:cTn id="53" presetID="18" presetClass="entr" presetSubtype="12" fill="hold" grpId="0" nodeType="clickEffect">
                                  <p:stCondLst>
                                    <p:cond delay="0"/>
                                  </p:stCondLst>
                                  <p:childTnLst>
                                    <p:set>
                                      <p:cBhvr>
                                        <p:cTn id="54" dur="1" fill="hold">
                                          <p:stCondLst>
                                            <p:cond delay="0"/>
                                          </p:stCondLst>
                                        </p:cTn>
                                        <p:tgtEl>
                                          <p:spTgt spid="71"/>
                                        </p:tgtEl>
                                        <p:attrNameLst>
                                          <p:attrName>style.visibility</p:attrName>
                                        </p:attrNameLst>
                                      </p:cBhvr>
                                      <p:to>
                                        <p:strVal val="visible"/>
                                      </p:to>
                                    </p:set>
                                    <p:animEffect transition="in" filter="strips(downLeft)">
                                      <p:cBhvr>
                                        <p:cTn id="55" dur="500"/>
                                        <p:tgtEl>
                                          <p:spTgt spid="71"/>
                                        </p:tgtEl>
                                      </p:cBhvr>
                                    </p:animEffect>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childTnLst>
                          </p:cTn>
                        </p:par>
                        <p:par>
                          <p:cTn id="56" fill="hold">
                            <p:stCondLst>
                              <p:cond delay="500"/>
                            </p:stCondLst>
                            <p:childTnLst>
                              <p:par>
                                <p:cTn id="57" presetID="3" presetClass="entr" presetSubtype="10" fill="hold" nodeType="afterEffect">
                                  <p:stCondLst>
                                    <p:cond delay="0"/>
                                  </p:stCondLst>
                                  <p:childTnLst>
                                    <p:set>
                                      <p:cBhvr>
                                        <p:cTn id="58" dur="1" fill="hold">
                                          <p:stCondLst>
                                            <p:cond delay="0"/>
                                          </p:stCondLst>
                                        </p:cTn>
                                        <p:tgtEl>
                                          <p:spTgt spid="68"/>
                                        </p:tgtEl>
                                        <p:attrNameLst>
                                          <p:attrName>style.visibility</p:attrName>
                                        </p:attrNameLst>
                                      </p:cBhvr>
                                      <p:to>
                                        <p:strVal val="visible"/>
                                      </p:to>
                                    </p:set>
                                    <p:animEffect transition="in" filter="blinds(horizontal)">
                                      <p:cBhvr>
                                        <p:cTn id="59" dur="500"/>
                                        <p:tgtEl>
                                          <p:spTgt spid="68"/>
                                        </p:tgtEl>
                                      </p:cBhvr>
                                    </p:animEffect>
                                  </p:childTnLst>
                                  <p:subTnLst>
                                    <p:audio>
                                      <p:cMediaNode>
                                        <p:cTn display="0" masterRel="sameClick">
                                          <p:stCondLst>
                                            <p:cond evt="begin" delay="0">
                                              <p:tn val="57"/>
                                            </p:cond>
                                          </p:stCondLst>
                                          <p:endCondLst>
                                            <p:cond evt="onStopAudio" delay="0">
                                              <p:tgtEl>
                                                <p:sldTgt/>
                                              </p:tgtEl>
                                            </p:cond>
                                          </p:endCondLst>
                                        </p:cTn>
                                        <p:tgtEl>
                                          <p:sndTgt r:embed="rId3" name="CAMERA.WAV"/>
                                        </p:tgtEl>
                                      </p:cMediaNode>
                                    </p:audio>
                                  </p:subTnLst>
                                </p:cTn>
                              </p:par>
                            </p:childTnLst>
                          </p:cTn>
                        </p:par>
                      </p:childTnLst>
                    </p:cTn>
                  </p:par>
                  <p:par>
                    <p:cTn id="60" fill="hold">
                      <p:stCondLst>
                        <p:cond delay="indefinite"/>
                      </p:stCondLst>
                      <p:childTnLst>
                        <p:par>
                          <p:cTn id="61" fill="hold">
                            <p:stCondLst>
                              <p:cond delay="0"/>
                            </p:stCondLst>
                            <p:childTnLst>
                              <p:par>
                                <p:cTn id="62" presetID="18" presetClass="entr" presetSubtype="12" fill="hold" grpId="0" nodeType="clickEffect">
                                  <p:stCondLst>
                                    <p:cond delay="0"/>
                                  </p:stCondLst>
                                  <p:childTnLst>
                                    <p:set>
                                      <p:cBhvr>
                                        <p:cTn id="63" dur="1" fill="hold">
                                          <p:stCondLst>
                                            <p:cond delay="0"/>
                                          </p:stCondLst>
                                        </p:cTn>
                                        <p:tgtEl>
                                          <p:spTgt spid="76"/>
                                        </p:tgtEl>
                                        <p:attrNameLst>
                                          <p:attrName>style.visibility</p:attrName>
                                        </p:attrNameLst>
                                      </p:cBhvr>
                                      <p:to>
                                        <p:strVal val="visible"/>
                                      </p:to>
                                    </p:set>
                                    <p:animEffect transition="in" filter="strips(downLeft)">
                                      <p:cBhvr>
                                        <p:cTn id="64" dur="500"/>
                                        <p:tgtEl>
                                          <p:spTgt spid="76"/>
                                        </p:tgtEl>
                                      </p:cBhvr>
                                    </p:animEffect>
                                  </p:childTnLst>
                                  <p:subTnLst>
                                    <p:audio>
                                      <p:cMediaNode>
                                        <p:cTn display="0" masterRel="sameClick">
                                          <p:stCondLst>
                                            <p:cond evt="begin" delay="0">
                                              <p:tn val="62"/>
                                            </p:cond>
                                          </p:stCondLst>
                                          <p:endCondLst>
                                            <p:cond evt="onStopAudio" delay="0">
                                              <p:tgtEl>
                                                <p:sldTgt/>
                                              </p:tgtEl>
                                            </p:cond>
                                          </p:endCondLst>
                                        </p:cTn>
                                        <p:tgtEl>
                                          <p:sndTgt r:embed="rId3" name="CAMERA.WAV"/>
                                        </p:tgtEl>
                                      </p:cMediaNode>
                                    </p:audio>
                                  </p:subTnLst>
                                </p:cTn>
                              </p:par>
                            </p:childTnLst>
                          </p:cTn>
                        </p:par>
                      </p:childTnLst>
                    </p:cTn>
                  </p:par>
                  <p:par>
                    <p:cTn id="65" fill="hold">
                      <p:stCondLst>
                        <p:cond delay="indefinite"/>
                      </p:stCondLst>
                      <p:childTnLst>
                        <p:par>
                          <p:cTn id="66" fill="hold">
                            <p:stCondLst>
                              <p:cond delay="0"/>
                            </p:stCondLst>
                            <p:childTnLst>
                              <p:par>
                                <p:cTn id="67" presetID="4" presetClass="entr" presetSubtype="16" fill="hold" nodeType="clickEffect">
                                  <p:stCondLst>
                                    <p:cond delay="0"/>
                                  </p:stCondLst>
                                  <p:childTnLst>
                                    <p:set>
                                      <p:cBhvr>
                                        <p:cTn id="68" dur="1" fill="hold">
                                          <p:stCondLst>
                                            <p:cond delay="0"/>
                                          </p:stCondLst>
                                        </p:cTn>
                                        <p:tgtEl>
                                          <p:spTgt spid="4"/>
                                        </p:tgtEl>
                                        <p:attrNameLst>
                                          <p:attrName>style.visibility</p:attrName>
                                        </p:attrNameLst>
                                      </p:cBhvr>
                                      <p:to>
                                        <p:strVal val="visible"/>
                                      </p:to>
                                    </p:set>
                                    <p:animEffect transition="in" filter="box(in)">
                                      <p:cBhvr>
                                        <p:cTn id="69" dur="2000"/>
                                        <p:tgtEl>
                                          <p:spTgt spid="4"/>
                                        </p:tgtEl>
                                      </p:cBhvr>
                                    </p:animEffect>
                                  </p:childTnLst>
                                  <p:subTnLst>
                                    <p:audio>
                                      <p:cMediaNode>
                                        <p:cTn display="0" masterRel="sameClick">
                                          <p:stCondLst>
                                            <p:cond evt="begin" delay="0">
                                              <p:tn val="67"/>
                                            </p:cond>
                                          </p:stCondLst>
                                          <p:endCondLst>
                                            <p:cond evt="onStopAudio" delay="0">
                                              <p:tgtEl>
                                                <p:sldTgt/>
                                              </p:tgtEl>
                                            </p:cond>
                                          </p:endCondLst>
                                        </p:cTn>
                                        <p:tgtEl>
                                          <p:sndTgt r:embed="rId4" name="chimes.wav"/>
                                        </p:tgtEl>
                                      </p:cMediaNode>
                                    </p:audio>
                                  </p:subTnLst>
                                </p:cTn>
                              </p:par>
                            </p:childTnLst>
                          </p:cTn>
                        </p:par>
                      </p:childTnLst>
                    </p:cTn>
                  </p:par>
                  <p:par>
                    <p:cTn id="70" fill="hold">
                      <p:stCondLst>
                        <p:cond delay="indefinite"/>
                      </p:stCondLst>
                      <p:childTnLst>
                        <p:par>
                          <p:cTn id="71" fill="hold">
                            <p:stCondLst>
                              <p:cond delay="0"/>
                            </p:stCondLst>
                            <p:childTnLst>
                              <p:par>
                                <p:cTn id="72" presetID="8" presetClass="entr" presetSubtype="16" fill="hold" grpId="0" nodeType="clickEffect">
                                  <p:stCondLst>
                                    <p:cond delay="0"/>
                                  </p:stCondLst>
                                  <p:childTnLst>
                                    <p:set>
                                      <p:cBhvr>
                                        <p:cTn id="73" dur="1" fill="hold">
                                          <p:stCondLst>
                                            <p:cond delay="0"/>
                                          </p:stCondLst>
                                        </p:cTn>
                                        <p:tgtEl>
                                          <p:spTgt spid="78"/>
                                        </p:tgtEl>
                                        <p:attrNameLst>
                                          <p:attrName>style.visibility</p:attrName>
                                        </p:attrNameLst>
                                      </p:cBhvr>
                                      <p:to>
                                        <p:strVal val="visible"/>
                                      </p:to>
                                    </p:set>
                                    <p:animEffect transition="in" filter="diamond(in)">
                                      <p:cBhvr>
                                        <p:cTn id="74" dur="1000"/>
                                        <p:tgtEl>
                                          <p:spTgt spid="78"/>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nodeType="clickEffect">
                                  <p:stCondLst>
                                    <p:cond delay="0"/>
                                  </p:stCondLst>
                                  <p:childTnLst>
                                    <p:set>
                                      <p:cBhvr>
                                        <p:cTn id="78" dur="1" fill="hold">
                                          <p:stCondLst>
                                            <p:cond delay="0"/>
                                          </p:stCondLst>
                                        </p:cTn>
                                        <p:tgtEl>
                                          <p:spTgt spid="80"/>
                                        </p:tgtEl>
                                        <p:attrNameLst>
                                          <p:attrName>style.visibility</p:attrName>
                                        </p:attrNameLst>
                                      </p:cBhvr>
                                      <p:to>
                                        <p:strVal val="visible"/>
                                      </p:to>
                                    </p:set>
                                    <p:animEffect transition="in" filter="blinds(horizontal)">
                                      <p:cBhvr>
                                        <p:cTn id="79" dur="500"/>
                                        <p:tgtEl>
                                          <p:spTgt spid="80"/>
                                        </p:tgtEl>
                                      </p:cBhvr>
                                    </p:animEffect>
                                  </p:childTnLst>
                                  <p:subTnLst>
                                    <p:audio>
                                      <p:cMediaNode>
                                        <p:cTn display="0" masterRel="sameClick">
                                          <p:stCondLst>
                                            <p:cond evt="begin" delay="0">
                                              <p:tn val="77"/>
                                            </p:cond>
                                          </p:stCondLst>
                                          <p:endCondLst>
                                            <p:cond evt="onStopAudio" delay="0">
                                              <p:tgtEl>
                                                <p:sldTgt/>
                                              </p:tgtEl>
                                            </p:cond>
                                          </p:endCondLst>
                                        </p:cTn>
                                        <p:tgtEl>
                                          <p:sndTgt r:embed="rId3" name="camera.wav"/>
                                        </p:tgtEl>
                                      </p:cMediaNode>
                                    </p:audio>
                                  </p:subTnLst>
                                </p:cTn>
                              </p:par>
                            </p:childTnLst>
                          </p:cTn>
                        </p:par>
                      </p:childTnLst>
                    </p:cTn>
                  </p:par>
                  <p:par>
                    <p:cTn id="80" fill="hold">
                      <p:stCondLst>
                        <p:cond delay="indefinite"/>
                      </p:stCondLst>
                      <p:childTnLst>
                        <p:par>
                          <p:cTn id="81" fill="hold">
                            <p:stCondLst>
                              <p:cond delay="0"/>
                            </p:stCondLst>
                            <p:childTnLst>
                              <p:par>
                                <p:cTn id="82" presetID="18" presetClass="entr" presetSubtype="12" fill="hold" grpId="0" nodeType="clickEffect">
                                  <p:stCondLst>
                                    <p:cond delay="0"/>
                                  </p:stCondLst>
                                  <p:childTnLst>
                                    <p:set>
                                      <p:cBhvr>
                                        <p:cTn id="83" dur="1" fill="hold">
                                          <p:stCondLst>
                                            <p:cond delay="0"/>
                                          </p:stCondLst>
                                        </p:cTn>
                                        <p:tgtEl>
                                          <p:spTgt spid="79"/>
                                        </p:tgtEl>
                                        <p:attrNameLst>
                                          <p:attrName>style.visibility</p:attrName>
                                        </p:attrNameLst>
                                      </p:cBhvr>
                                      <p:to>
                                        <p:strVal val="visible"/>
                                      </p:to>
                                    </p:set>
                                    <p:animEffect transition="in" filter="strips(downLeft)">
                                      <p:cBhvr>
                                        <p:cTn id="84" dur="500"/>
                                        <p:tgtEl>
                                          <p:spTgt spid="79"/>
                                        </p:tgtEl>
                                      </p:cBhvr>
                                    </p:animEffect>
                                  </p:childTnLst>
                                  <p:subTnLst>
                                    <p:audio>
                                      <p:cMediaNode>
                                        <p:cTn display="0" masterRel="sameClick">
                                          <p:stCondLst>
                                            <p:cond evt="begin" delay="0">
                                              <p:tn val="82"/>
                                            </p:cond>
                                          </p:stCondLst>
                                          <p:endCondLst>
                                            <p:cond evt="onStopAudio" delay="0">
                                              <p:tgtEl>
                                                <p:sldTgt/>
                                              </p:tgtEl>
                                            </p:cond>
                                          </p:endCondLst>
                                        </p:cTn>
                                        <p:tgtEl>
                                          <p:sndTgt r:embed="rId4" name="chimes.wav"/>
                                        </p:tgtEl>
                                      </p:cMediaNode>
                                    </p:audio>
                                  </p:subTnLst>
                                </p:cTn>
                              </p:par>
                            </p:childTnLst>
                          </p:cTn>
                        </p:par>
                        <p:par>
                          <p:cTn id="85" fill="hold">
                            <p:stCondLst>
                              <p:cond delay="500"/>
                            </p:stCondLst>
                            <p:childTnLst>
                              <p:par>
                                <p:cTn id="86" presetID="18" presetClass="entr" presetSubtype="12" fill="hold" grpId="0" nodeType="afterEffect">
                                  <p:stCondLst>
                                    <p:cond delay="0"/>
                                  </p:stCondLst>
                                  <p:childTnLst>
                                    <p:set>
                                      <p:cBhvr>
                                        <p:cTn id="87" dur="1" fill="hold">
                                          <p:stCondLst>
                                            <p:cond delay="0"/>
                                          </p:stCondLst>
                                        </p:cTn>
                                        <p:tgtEl>
                                          <p:spTgt spid="83"/>
                                        </p:tgtEl>
                                        <p:attrNameLst>
                                          <p:attrName>style.visibility</p:attrName>
                                        </p:attrNameLst>
                                      </p:cBhvr>
                                      <p:to>
                                        <p:strVal val="visible"/>
                                      </p:to>
                                    </p:set>
                                    <p:animEffect transition="in" filter="strips(downLeft)">
                                      <p:cBhvr>
                                        <p:cTn id="88" dur="500"/>
                                        <p:tgtEl>
                                          <p:spTgt spid="83"/>
                                        </p:tgtEl>
                                      </p:cBhvr>
                                    </p:animEffect>
                                  </p:childTnLst>
                                  <p:subTnLst>
                                    <p:audio>
                                      <p:cMediaNode>
                                        <p:cTn display="0" masterRel="sameClick">
                                          <p:stCondLst>
                                            <p:cond evt="begin" delay="0">
                                              <p:tn val="86"/>
                                            </p:cond>
                                          </p:stCondLst>
                                          <p:endCondLst>
                                            <p:cond evt="onStopAudio" delay="0">
                                              <p:tgtEl>
                                                <p:sldTgt/>
                                              </p:tgtEl>
                                            </p:cond>
                                          </p:endCondLst>
                                        </p:cTn>
                                        <p:tgtEl>
                                          <p:sndTgt r:embed="rId4" name="chimes.wav"/>
                                        </p:tgtEl>
                                      </p:cMediaNode>
                                    </p:audio>
                                  </p:subTnLst>
                                </p:cTn>
                              </p:par>
                            </p:childTnLst>
                          </p:cTn>
                        </p:par>
                        <p:par>
                          <p:cTn id="89" fill="hold">
                            <p:stCondLst>
                              <p:cond delay="1000"/>
                            </p:stCondLst>
                            <p:childTnLst>
                              <p:par>
                                <p:cTn id="90" presetID="3" presetClass="entr" presetSubtype="10" fill="hold" nodeType="afterEffect">
                                  <p:stCondLst>
                                    <p:cond delay="0"/>
                                  </p:stCondLst>
                                  <p:childTnLst>
                                    <p:set>
                                      <p:cBhvr>
                                        <p:cTn id="91" dur="1" fill="hold">
                                          <p:stCondLst>
                                            <p:cond delay="0"/>
                                          </p:stCondLst>
                                        </p:cTn>
                                        <p:tgtEl>
                                          <p:spTgt spid="92"/>
                                        </p:tgtEl>
                                        <p:attrNameLst>
                                          <p:attrName>style.visibility</p:attrName>
                                        </p:attrNameLst>
                                      </p:cBhvr>
                                      <p:to>
                                        <p:strVal val="visible"/>
                                      </p:to>
                                    </p:set>
                                    <p:animEffect transition="in" filter="blinds(horizontal)">
                                      <p:cBhvr>
                                        <p:cTn id="92" dur="500"/>
                                        <p:tgtEl>
                                          <p:spTgt spid="92"/>
                                        </p:tgtEl>
                                      </p:cBhvr>
                                    </p:animEffect>
                                  </p:childTnLst>
                                  <p:subTnLst>
                                    <p:audio>
                                      <p:cMediaNode>
                                        <p:cTn display="0" masterRel="sameClick">
                                          <p:stCondLst>
                                            <p:cond evt="begin" delay="0">
                                              <p:tn val="90"/>
                                            </p:cond>
                                          </p:stCondLst>
                                          <p:endCondLst>
                                            <p:cond evt="onStopAudio" delay="0">
                                              <p:tgtEl>
                                                <p:sldTgt/>
                                              </p:tgtEl>
                                            </p:cond>
                                          </p:endCondLst>
                                        </p:cTn>
                                        <p:tgtEl>
                                          <p:sndTgt r:embed="rId4" name="chimes.wav"/>
                                        </p:tgtEl>
                                      </p:cMediaNode>
                                    </p:audio>
                                  </p:subTnLst>
                                </p:cTn>
                              </p:par>
                            </p:childTnLst>
                          </p:cTn>
                        </p:par>
                        <p:par>
                          <p:cTn id="93" fill="hold">
                            <p:stCondLst>
                              <p:cond delay="1500"/>
                            </p:stCondLst>
                            <p:childTnLst>
                              <p:par>
                                <p:cTn id="94" presetID="3" presetClass="entr" presetSubtype="10" fill="hold" grpId="0" nodeType="afterEffect">
                                  <p:stCondLst>
                                    <p:cond delay="0"/>
                                  </p:stCondLst>
                                  <p:childTnLst>
                                    <p:set>
                                      <p:cBhvr>
                                        <p:cTn id="95" dur="1" fill="hold">
                                          <p:stCondLst>
                                            <p:cond delay="0"/>
                                          </p:stCondLst>
                                        </p:cTn>
                                        <p:tgtEl>
                                          <p:spTgt spid="91"/>
                                        </p:tgtEl>
                                        <p:attrNameLst>
                                          <p:attrName>style.visibility</p:attrName>
                                        </p:attrNameLst>
                                      </p:cBhvr>
                                      <p:to>
                                        <p:strVal val="visible"/>
                                      </p:to>
                                    </p:set>
                                    <p:animEffect transition="in" filter="blinds(horizontal)">
                                      <p:cBhvr>
                                        <p:cTn id="96" dur="500"/>
                                        <p:tgtEl>
                                          <p:spTgt spid="91"/>
                                        </p:tgtEl>
                                      </p:cBhvr>
                                    </p:animEffect>
                                  </p:childTnLst>
                                  <p:subTnLst>
                                    <p:audio>
                                      <p:cMediaNode>
                                        <p:cTn display="0" masterRel="sameClick">
                                          <p:stCondLst>
                                            <p:cond evt="begin" delay="0">
                                              <p:tn val="94"/>
                                            </p:cond>
                                          </p:stCondLst>
                                          <p:endCondLst>
                                            <p:cond evt="onStopAudio" delay="0">
                                              <p:tgtEl>
                                                <p:sldTgt/>
                                              </p:tgtEl>
                                            </p:cond>
                                          </p:endCondLst>
                                        </p:cTn>
                                        <p:tgtEl>
                                          <p:sndTgt r:embed="rId3" name="CAMERA.WAV"/>
                                        </p:tgtEl>
                                      </p:cMediaNode>
                                    </p:audio>
                                  </p:subTnLst>
                                </p:cTn>
                              </p:par>
                            </p:childTnLst>
                          </p:cTn>
                        </p:par>
                      </p:childTnLst>
                    </p:cTn>
                  </p:par>
                  <p:par>
                    <p:cTn id="97" fill="hold">
                      <p:stCondLst>
                        <p:cond delay="indefinite"/>
                      </p:stCondLst>
                      <p:childTnLst>
                        <p:par>
                          <p:cTn id="98" fill="hold">
                            <p:stCondLst>
                              <p:cond delay="0"/>
                            </p:stCondLst>
                            <p:childTnLst>
                              <p:par>
                                <p:cTn id="99" presetID="3" presetClass="entr" presetSubtype="10" fill="hold" nodeType="clickEffect">
                                  <p:stCondLst>
                                    <p:cond delay="0"/>
                                  </p:stCondLst>
                                  <p:childTnLst>
                                    <p:set>
                                      <p:cBhvr>
                                        <p:cTn id="100" dur="1" fill="hold">
                                          <p:stCondLst>
                                            <p:cond delay="0"/>
                                          </p:stCondLst>
                                        </p:cTn>
                                        <p:tgtEl>
                                          <p:spTgt spid="84"/>
                                        </p:tgtEl>
                                        <p:attrNameLst>
                                          <p:attrName>style.visibility</p:attrName>
                                        </p:attrNameLst>
                                      </p:cBhvr>
                                      <p:to>
                                        <p:strVal val="visible"/>
                                      </p:to>
                                    </p:set>
                                    <p:animEffect transition="in" filter="blinds(horizontal)">
                                      <p:cBhvr>
                                        <p:cTn id="101" dur="500"/>
                                        <p:tgtEl>
                                          <p:spTgt spid="84"/>
                                        </p:tgtEl>
                                      </p:cBhvr>
                                    </p:animEffect>
                                  </p:childTnLst>
                                  <p:subTnLst>
                                    <p:audio>
                                      <p:cMediaNode>
                                        <p:cTn display="0" masterRel="sameClick">
                                          <p:stCondLst>
                                            <p:cond evt="begin" delay="0">
                                              <p:tn val="99"/>
                                            </p:cond>
                                          </p:stCondLst>
                                          <p:endCondLst>
                                            <p:cond evt="onStopAudio" delay="0">
                                              <p:tgtEl>
                                                <p:sldTgt/>
                                              </p:tgtEl>
                                            </p:cond>
                                          </p:endCondLst>
                                        </p:cTn>
                                        <p:tgtEl>
                                          <p:sndTgt r:embed="rId3" name="camera.wav"/>
                                        </p:tgtEl>
                                      </p:cMediaNode>
                                    </p:audio>
                                  </p:subTnLst>
                                </p:cTn>
                              </p:par>
                            </p:childTnLst>
                          </p:cTn>
                        </p:par>
                      </p:childTnLst>
                    </p:cTn>
                  </p:par>
                  <p:par>
                    <p:cTn id="102" fill="hold">
                      <p:stCondLst>
                        <p:cond delay="indefinite"/>
                      </p:stCondLst>
                      <p:childTnLst>
                        <p:par>
                          <p:cTn id="103" fill="hold">
                            <p:stCondLst>
                              <p:cond delay="0"/>
                            </p:stCondLst>
                            <p:childTnLst>
                              <p:par>
                                <p:cTn id="104" presetID="18" presetClass="entr" presetSubtype="12" fill="hold" grpId="0" nodeType="clickEffect">
                                  <p:stCondLst>
                                    <p:cond delay="0"/>
                                  </p:stCondLst>
                                  <p:childTnLst>
                                    <p:set>
                                      <p:cBhvr>
                                        <p:cTn id="105" dur="1" fill="hold">
                                          <p:stCondLst>
                                            <p:cond delay="0"/>
                                          </p:stCondLst>
                                        </p:cTn>
                                        <p:tgtEl>
                                          <p:spTgt spid="90"/>
                                        </p:tgtEl>
                                        <p:attrNameLst>
                                          <p:attrName>style.visibility</p:attrName>
                                        </p:attrNameLst>
                                      </p:cBhvr>
                                      <p:to>
                                        <p:strVal val="visible"/>
                                      </p:to>
                                    </p:set>
                                    <p:animEffect transition="in" filter="strips(downLeft)">
                                      <p:cBhvr>
                                        <p:cTn id="106" dur="500"/>
                                        <p:tgtEl>
                                          <p:spTgt spid="90"/>
                                        </p:tgtEl>
                                      </p:cBhvr>
                                    </p:animEffect>
                                  </p:childTnLst>
                                  <p:subTnLst>
                                    <p:audio>
                                      <p:cMediaNode>
                                        <p:cTn display="0" masterRel="sameClick">
                                          <p:stCondLst>
                                            <p:cond evt="begin" delay="0">
                                              <p:tn val="104"/>
                                            </p:cond>
                                          </p:stCondLst>
                                          <p:endCondLst>
                                            <p:cond evt="onStopAudio" delay="0">
                                              <p:tgtEl>
                                                <p:sldTgt/>
                                              </p:tgtEl>
                                            </p:cond>
                                          </p:endCondLst>
                                        </p:cTn>
                                        <p:tgtEl>
                                          <p:sndTgt r:embed="rId3" name="CAMERA.WAV"/>
                                        </p:tgtEl>
                                      </p:cMediaNode>
                                    </p:audio>
                                  </p:subTnLst>
                                </p:cTn>
                              </p:par>
                            </p:childTnLst>
                          </p:cTn>
                        </p:par>
                        <p:par>
                          <p:cTn id="107" fill="hold">
                            <p:stCondLst>
                              <p:cond delay="500"/>
                            </p:stCondLst>
                            <p:childTnLst>
                              <p:par>
                                <p:cTn id="108" presetID="3" presetClass="entr" presetSubtype="10" fill="hold" nodeType="afterEffect">
                                  <p:stCondLst>
                                    <p:cond delay="0"/>
                                  </p:stCondLst>
                                  <p:childTnLst>
                                    <p:set>
                                      <p:cBhvr>
                                        <p:cTn id="109" dur="1" fill="hold">
                                          <p:stCondLst>
                                            <p:cond delay="0"/>
                                          </p:stCondLst>
                                        </p:cTn>
                                        <p:tgtEl>
                                          <p:spTgt spid="87"/>
                                        </p:tgtEl>
                                        <p:attrNameLst>
                                          <p:attrName>style.visibility</p:attrName>
                                        </p:attrNameLst>
                                      </p:cBhvr>
                                      <p:to>
                                        <p:strVal val="visible"/>
                                      </p:to>
                                    </p:set>
                                    <p:animEffect transition="in" filter="blinds(horizontal)">
                                      <p:cBhvr>
                                        <p:cTn id="110" dur="500"/>
                                        <p:tgtEl>
                                          <p:spTgt spid="87"/>
                                        </p:tgtEl>
                                      </p:cBhvr>
                                    </p:animEffect>
                                  </p:childTnLst>
                                  <p:subTnLst>
                                    <p:audio>
                                      <p:cMediaNode>
                                        <p:cTn display="0" masterRel="sameClick">
                                          <p:stCondLst>
                                            <p:cond evt="begin" delay="0">
                                              <p:tn val="108"/>
                                            </p:cond>
                                          </p:stCondLst>
                                          <p:endCondLst>
                                            <p:cond evt="onStopAudio" delay="0">
                                              <p:tgtEl>
                                                <p:sldTgt/>
                                              </p:tgtEl>
                                            </p:cond>
                                          </p:endCondLst>
                                        </p:cTn>
                                        <p:tgtEl>
                                          <p:sndTgt r:embed="rId3" name="camera.wav"/>
                                        </p:tgtEl>
                                      </p:cMediaNode>
                                    </p:audio>
                                  </p:subTnLst>
                                </p:cTn>
                              </p:par>
                            </p:childTnLst>
                          </p:cTn>
                        </p:par>
                      </p:childTnLst>
                    </p:cTn>
                  </p:par>
                  <p:par>
                    <p:cTn id="111" fill="hold">
                      <p:stCondLst>
                        <p:cond delay="indefinite"/>
                      </p:stCondLst>
                      <p:childTnLst>
                        <p:par>
                          <p:cTn id="112" fill="hold">
                            <p:stCondLst>
                              <p:cond delay="0"/>
                            </p:stCondLst>
                            <p:childTnLst>
                              <p:par>
                                <p:cTn id="113" presetID="18" presetClass="entr" presetSubtype="12" fill="hold" grpId="0" nodeType="clickEffect">
                                  <p:stCondLst>
                                    <p:cond delay="0"/>
                                  </p:stCondLst>
                                  <p:childTnLst>
                                    <p:set>
                                      <p:cBhvr>
                                        <p:cTn id="114" dur="1" fill="hold">
                                          <p:stCondLst>
                                            <p:cond delay="0"/>
                                          </p:stCondLst>
                                        </p:cTn>
                                        <p:tgtEl>
                                          <p:spTgt spid="93"/>
                                        </p:tgtEl>
                                        <p:attrNameLst>
                                          <p:attrName>style.visibility</p:attrName>
                                        </p:attrNameLst>
                                      </p:cBhvr>
                                      <p:to>
                                        <p:strVal val="visible"/>
                                      </p:to>
                                    </p:set>
                                    <p:animEffect transition="in" filter="strips(downLeft)">
                                      <p:cBhvr>
                                        <p:cTn id="115" dur="500"/>
                                        <p:tgtEl>
                                          <p:spTgt spid="93"/>
                                        </p:tgtEl>
                                      </p:cBhvr>
                                    </p:animEffect>
                                  </p:childTnLst>
                                  <p:subTnLst>
                                    <p:audio>
                                      <p:cMediaNode>
                                        <p:cTn display="0" masterRel="sameClick">
                                          <p:stCondLst>
                                            <p:cond evt="begin" delay="0">
                                              <p:tn val="113"/>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P spid="72" grpId="0"/>
      <p:bldP spid="73" grpId="0"/>
      <p:bldP spid="74" grpId="0" animBg="1"/>
      <p:bldP spid="76" grpId="0" animBg="1"/>
      <p:bldP spid="77" grpId="0" animBg="1"/>
      <p:bldP spid="78" grpId="0"/>
      <p:bldP spid="79" grpId="0" animBg="1"/>
      <p:bldP spid="90" grpId="0" animBg="1"/>
      <p:bldP spid="91" grpId="0"/>
      <p:bldP spid="93" grpId="0" animBg="1"/>
      <p:bldP spid="83" grpId="0" animBg="1"/>
      <p:bldP spid="45" grpId="0"/>
      <p:bldP spid="46" grpId="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4D54DFA2-875C-4FE2-950A-E7D29646DF02}"/>
              </a:ext>
            </a:extLst>
          </p:cNvPr>
          <p:cNvGrpSpPr/>
          <p:nvPr/>
        </p:nvGrpSpPr>
        <p:grpSpPr>
          <a:xfrm>
            <a:off x="727173" y="1987022"/>
            <a:ext cx="5368828" cy="4596775"/>
            <a:chOff x="695400" y="1412776"/>
            <a:chExt cx="5567251" cy="5222744"/>
          </a:xfrm>
        </p:grpSpPr>
        <p:sp>
          <p:nvSpPr>
            <p:cNvPr id="2" name="矩形 1">
              <a:extLst>
                <a:ext uri="{FF2B5EF4-FFF2-40B4-BE49-F238E27FC236}">
                  <a16:creationId xmlns:a16="http://schemas.microsoft.com/office/drawing/2014/main" id="{6503D93C-8A54-4BF8-8CC3-CC4DE6354D0C}"/>
                </a:ext>
              </a:extLst>
            </p:cNvPr>
            <p:cNvSpPr/>
            <p:nvPr/>
          </p:nvSpPr>
          <p:spPr bwMode="auto">
            <a:xfrm>
              <a:off x="695400" y="1412776"/>
              <a:ext cx="5567251" cy="5222744"/>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0000"/>
              </a:solidFill>
              <a:headEnd type="none" w="med" len="med"/>
              <a:tailEnd type="none" w="med" len="med"/>
            </a:ln>
            <a:effectLst>
              <a:outerShdw blurRad="50800" dist="106680" dir="2700000" algn="tl" rotWithShape="0">
                <a:prstClr val="black">
                  <a:alpha val="43000"/>
                </a:prstClr>
              </a:outerShdw>
            </a:effectLst>
            <a:scene3d>
              <a:camera prst="orthographicFront"/>
              <a:lightRig rig="threePt" dir="t"/>
            </a:scene3d>
            <a:sp3d>
              <a:bevelT w="114300" prst="hardEdge"/>
            </a:sp3d>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solidFill>
                    <a:srgbClr val="FF3399"/>
                  </a:solidFill>
                </a:ln>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5400000" scaled="1"/>
                  <a:tileRect/>
                </a:gradFill>
                <a:effectLst/>
                <a:latin typeface="Times New Roman" pitchFamily="18" charset="0"/>
                <a:ea typeface="宋体" pitchFamily="2" charset="-122"/>
              </a:endParaRPr>
            </a:p>
          </p:txBody>
        </p:sp>
        <p:sp>
          <p:nvSpPr>
            <p:cNvPr id="25" name="Rectangle 7">
              <a:extLst>
                <a:ext uri="{FF2B5EF4-FFF2-40B4-BE49-F238E27FC236}">
                  <a16:creationId xmlns:a16="http://schemas.microsoft.com/office/drawing/2014/main" id="{051869C9-2EA3-406C-AE04-296AB6979262}"/>
                </a:ext>
              </a:extLst>
            </p:cNvPr>
            <p:cNvSpPr>
              <a:spLocks noChangeArrowheads="1"/>
            </p:cNvSpPr>
            <p:nvPr/>
          </p:nvSpPr>
          <p:spPr bwMode="auto">
            <a:xfrm>
              <a:off x="864153" y="1414842"/>
              <a:ext cx="3378044" cy="461665"/>
            </a:xfrm>
            <a:prstGeom prst="rect">
              <a:avLst/>
            </a:prstGeom>
            <a:noFill/>
            <a:ln w="9525">
              <a:noFill/>
              <a:miter lim="800000"/>
              <a:headEnd/>
              <a:tailEnd/>
            </a:ln>
            <a:effectLst/>
          </p:spPr>
          <p:txBody>
            <a:bodyPr wrap="square" anchor="ctr">
              <a:spAutoFit/>
            </a:bodyPr>
            <a:lstStyle/>
            <a:p>
              <a:pPr>
                <a:tabLst>
                  <a:tab pos="571500" algn="l"/>
                </a:tabLst>
              </a:pPr>
              <a:r>
                <a:rPr lang="zh-CN" altLang="en-US" b="1" u="sng" dirty="0">
                  <a:solidFill>
                    <a:srgbClr val="C01920"/>
                  </a:solidFill>
                  <a:latin typeface="隶书" panose="02010509060101010101" pitchFamily="49" charset="-122"/>
                  <a:ea typeface="隶书" panose="02010509060101010101" pitchFamily="49" charset="-122"/>
                </a:rPr>
                <a:t>对于</a:t>
              </a:r>
              <a:r>
                <a:rPr lang="en-US" altLang="zh-CN" b="1" u="sng" dirty="0">
                  <a:solidFill>
                    <a:srgbClr val="C01920"/>
                  </a:solidFill>
                  <a:latin typeface="隶书" panose="02010509060101010101" pitchFamily="49" charset="-122"/>
                  <a:ea typeface="隶书" panose="02010509060101010101" pitchFamily="49" charset="-122"/>
                </a:rPr>
                <a:t>16</a:t>
              </a:r>
              <a:r>
                <a:rPr lang="zh-CN" altLang="en-US" b="1" u="sng" dirty="0">
                  <a:solidFill>
                    <a:srgbClr val="C01920"/>
                  </a:solidFill>
                  <a:latin typeface="隶书" panose="02010509060101010101" pitchFamily="49" charset="-122"/>
                  <a:ea typeface="隶书" panose="02010509060101010101" pitchFamily="49" charset="-122"/>
                </a:rPr>
                <a:t>位的内存单元</a:t>
              </a:r>
              <a:r>
                <a:rPr lang="zh-CN" altLang="en-US" b="1" u="sng" dirty="0">
                  <a:solidFill>
                    <a:srgbClr val="C01920"/>
                  </a:solidFill>
                  <a:latin typeface="隶书" panose="02010509060101010101" pitchFamily="49" charset="-122"/>
                  <a:ea typeface="隶书" panose="02010509060101010101" pitchFamily="49" charset="-122"/>
                  <a:sym typeface="Wingdings" pitchFamily="2" charset="2"/>
                </a:rPr>
                <a:t>：</a:t>
              </a:r>
            </a:p>
          </p:txBody>
        </p:sp>
      </p:grpSp>
      <p:grpSp>
        <p:nvGrpSpPr>
          <p:cNvPr id="4" name="组合 3">
            <a:extLst>
              <a:ext uri="{FF2B5EF4-FFF2-40B4-BE49-F238E27FC236}">
                <a16:creationId xmlns:a16="http://schemas.microsoft.com/office/drawing/2014/main" id="{38BE7098-F94C-4D4E-8238-75A325E23404}"/>
              </a:ext>
            </a:extLst>
          </p:cNvPr>
          <p:cNvGrpSpPr/>
          <p:nvPr/>
        </p:nvGrpSpPr>
        <p:grpSpPr>
          <a:xfrm>
            <a:off x="6374538" y="951110"/>
            <a:ext cx="5248936" cy="5632686"/>
            <a:chOff x="6445788" y="1830388"/>
            <a:chExt cx="5248936" cy="4761410"/>
          </a:xfrm>
        </p:grpSpPr>
        <p:sp>
          <p:nvSpPr>
            <p:cNvPr id="41" name="矩形 40">
              <a:extLst>
                <a:ext uri="{FF2B5EF4-FFF2-40B4-BE49-F238E27FC236}">
                  <a16:creationId xmlns:a16="http://schemas.microsoft.com/office/drawing/2014/main" id="{830CA8D1-E523-4323-996F-AF7BCCC755FC}"/>
                </a:ext>
              </a:extLst>
            </p:cNvPr>
            <p:cNvSpPr/>
            <p:nvPr/>
          </p:nvSpPr>
          <p:spPr bwMode="auto">
            <a:xfrm>
              <a:off x="6445788" y="1830388"/>
              <a:ext cx="5248936" cy="4761410"/>
            </a:xfrm>
            <a:prstGeom prst="rect">
              <a:avLst/>
            </a:prstGeom>
            <a:gradFill flip="none" rotWithShape="1">
              <a:gsLst>
                <a:gs pos="0">
                  <a:srgbClr val="CFCFD1"/>
                </a:gs>
                <a:gs pos="100000">
                  <a:schemeClr val="bg1">
                    <a:lumMod val="95000"/>
                  </a:schemeClr>
                </a:gs>
              </a:gsLst>
              <a:lin ang="16200000" scaled="1"/>
              <a:tileRect/>
            </a:gradFill>
            <a:ln w="38100">
              <a:solidFill>
                <a:schemeClr val="accent1">
                  <a:lumMod val="50000"/>
                </a:schemeClr>
              </a:solidFill>
              <a:headEnd type="none" w="med" len="med"/>
              <a:tailEnd type="none" w="med" len="med"/>
            </a:ln>
            <a:effectLst>
              <a:outerShdw blurRad="50800" dist="106680" dir="2700000" algn="tl" rotWithShape="0">
                <a:prstClr val="black">
                  <a:alpha val="43000"/>
                </a:prstClr>
              </a:outerShdw>
            </a:effectLst>
            <a:scene3d>
              <a:camera prst="orthographicFront"/>
              <a:lightRig rig="threePt" dir="t"/>
            </a:scene3d>
            <a:sp3d>
              <a:bevelT w="114300" prst="hardEdge"/>
            </a:sp3d>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solidFill>
                    <a:srgbClr val="FF3399"/>
                  </a:solidFill>
                </a:ln>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5400000" scaled="1"/>
                  <a:tileRect/>
                </a:gradFill>
                <a:effectLst/>
                <a:latin typeface="Times New Roman" pitchFamily="18" charset="0"/>
                <a:ea typeface="宋体" pitchFamily="2" charset="-122"/>
              </a:endParaRPr>
            </a:p>
          </p:txBody>
        </p:sp>
        <p:sp>
          <p:nvSpPr>
            <p:cNvPr id="43" name="Rectangle 7">
              <a:extLst>
                <a:ext uri="{FF2B5EF4-FFF2-40B4-BE49-F238E27FC236}">
                  <a16:creationId xmlns:a16="http://schemas.microsoft.com/office/drawing/2014/main" id="{6029BDBB-1E86-457E-BFDE-3EB1F743A93B}"/>
                </a:ext>
              </a:extLst>
            </p:cNvPr>
            <p:cNvSpPr>
              <a:spLocks noChangeArrowheads="1"/>
            </p:cNvSpPr>
            <p:nvPr/>
          </p:nvSpPr>
          <p:spPr bwMode="auto">
            <a:xfrm>
              <a:off x="6603185" y="1830388"/>
              <a:ext cx="3440729" cy="390254"/>
            </a:xfrm>
            <a:prstGeom prst="rect">
              <a:avLst/>
            </a:prstGeom>
            <a:noFill/>
            <a:ln w="9525">
              <a:noFill/>
              <a:miter lim="800000"/>
              <a:headEnd/>
              <a:tailEnd/>
            </a:ln>
            <a:effectLst/>
          </p:spPr>
          <p:txBody>
            <a:bodyPr wrap="square" anchor="ctr">
              <a:spAutoFit/>
            </a:bodyPr>
            <a:lstStyle/>
            <a:p>
              <a:pPr>
                <a:tabLst>
                  <a:tab pos="571500" algn="l"/>
                </a:tabLst>
              </a:pPr>
              <a:r>
                <a:rPr lang="zh-CN" altLang="en-US" b="1" u="sng" dirty="0">
                  <a:solidFill>
                    <a:srgbClr val="C01920"/>
                  </a:solidFill>
                  <a:latin typeface="隶书" panose="02010509060101010101" pitchFamily="49" charset="-122"/>
                  <a:ea typeface="隶书" panose="02010509060101010101" pitchFamily="49" charset="-122"/>
                </a:rPr>
                <a:t>对于</a:t>
              </a:r>
              <a:r>
                <a:rPr lang="en-US" altLang="zh-CN" b="1" u="sng" dirty="0">
                  <a:solidFill>
                    <a:srgbClr val="C01920"/>
                  </a:solidFill>
                  <a:latin typeface="隶书" panose="02010509060101010101" pitchFamily="49" charset="-122"/>
                  <a:ea typeface="隶书" panose="02010509060101010101" pitchFamily="49" charset="-122"/>
                </a:rPr>
                <a:t>32</a:t>
              </a:r>
              <a:r>
                <a:rPr lang="zh-CN" altLang="en-US" b="1" u="sng" dirty="0">
                  <a:solidFill>
                    <a:srgbClr val="C01920"/>
                  </a:solidFill>
                  <a:latin typeface="隶书" panose="02010509060101010101" pitchFamily="49" charset="-122"/>
                  <a:ea typeface="隶书" panose="02010509060101010101" pitchFamily="49" charset="-122"/>
                </a:rPr>
                <a:t>位的内存单元</a:t>
              </a:r>
              <a:r>
                <a:rPr lang="zh-CN" altLang="en-US" b="1" u="sng" dirty="0">
                  <a:solidFill>
                    <a:srgbClr val="C01920"/>
                  </a:solidFill>
                  <a:latin typeface="隶书" panose="02010509060101010101" pitchFamily="49" charset="-122"/>
                  <a:ea typeface="隶书" panose="02010509060101010101" pitchFamily="49" charset="-122"/>
                  <a:sym typeface="Wingdings" pitchFamily="2" charset="2"/>
                </a:rPr>
                <a:t>：</a:t>
              </a:r>
            </a:p>
          </p:txBody>
        </p:sp>
      </p:grpSp>
      <p:grpSp>
        <p:nvGrpSpPr>
          <p:cNvPr id="53" name="Group 8">
            <a:extLst>
              <a:ext uri="{FF2B5EF4-FFF2-40B4-BE49-F238E27FC236}">
                <a16:creationId xmlns:a16="http://schemas.microsoft.com/office/drawing/2014/main" id="{A9BA4FE2-7358-4D2C-AF11-0F89D6CD9BAC}"/>
              </a:ext>
            </a:extLst>
          </p:cNvPr>
          <p:cNvGrpSpPr>
            <a:grpSpLocks/>
          </p:cNvGrpSpPr>
          <p:nvPr/>
        </p:nvGrpSpPr>
        <p:grpSpPr bwMode="auto">
          <a:xfrm>
            <a:off x="1766541" y="3636565"/>
            <a:ext cx="2089150" cy="944563"/>
            <a:chOff x="802" y="1796"/>
            <a:chExt cx="1316" cy="595"/>
          </a:xfrm>
        </p:grpSpPr>
        <p:sp>
          <p:nvSpPr>
            <p:cNvPr id="54" name="Line 9">
              <a:extLst>
                <a:ext uri="{FF2B5EF4-FFF2-40B4-BE49-F238E27FC236}">
                  <a16:creationId xmlns:a16="http://schemas.microsoft.com/office/drawing/2014/main" id="{77852AAD-5515-41C1-BF04-60359D58CEFE}"/>
                </a:ext>
              </a:extLst>
            </p:cNvPr>
            <p:cNvSpPr>
              <a:spLocks noChangeShapeType="1"/>
            </p:cNvSpPr>
            <p:nvPr/>
          </p:nvSpPr>
          <p:spPr bwMode="auto">
            <a:xfrm flipV="1">
              <a:off x="1273" y="1796"/>
              <a:ext cx="0" cy="363"/>
            </a:xfrm>
            <a:prstGeom prst="line">
              <a:avLst/>
            </a:prstGeom>
            <a:noFill/>
            <a:ln w="28575">
              <a:solidFill>
                <a:srgbClr val="0000FF"/>
              </a:solidFill>
              <a:round/>
              <a:headEnd/>
              <a:tailEnd type="stealth" w="lg" len="lg"/>
            </a:ln>
            <a:effectLst/>
          </p:spPr>
          <p:txBody>
            <a:bodyPr/>
            <a:lstStyle/>
            <a:p>
              <a:endParaRPr lang="zh-CN" altLang="en-US">
                <a:latin typeface="+mn-lt"/>
                <a:ea typeface="楷体" panose="02010609060101010101" pitchFamily="49" charset="-122"/>
              </a:endParaRPr>
            </a:p>
          </p:txBody>
        </p:sp>
        <p:sp>
          <p:nvSpPr>
            <p:cNvPr id="55" name="Text Box 10">
              <a:extLst>
                <a:ext uri="{FF2B5EF4-FFF2-40B4-BE49-F238E27FC236}">
                  <a16:creationId xmlns:a16="http://schemas.microsoft.com/office/drawing/2014/main" id="{AF5697D0-860D-42A8-ABF3-13F72472AD3C}"/>
                </a:ext>
              </a:extLst>
            </p:cNvPr>
            <p:cNvSpPr txBox="1">
              <a:spLocks noChangeArrowheads="1"/>
            </p:cNvSpPr>
            <p:nvPr/>
          </p:nvSpPr>
          <p:spPr bwMode="auto">
            <a:xfrm>
              <a:off x="802" y="2141"/>
              <a:ext cx="1316" cy="250"/>
            </a:xfrm>
            <a:prstGeom prst="rect">
              <a:avLst/>
            </a:prstGeom>
            <a:noFill/>
            <a:ln w="9525">
              <a:noFill/>
              <a:miter lim="800000"/>
              <a:headEnd/>
              <a:tailEnd/>
            </a:ln>
            <a:effectLst/>
          </p:spPr>
          <p:txBody>
            <a:bodyPr>
              <a:spAutoFit/>
            </a:bodyPr>
            <a:lstStyle/>
            <a:p>
              <a:pPr>
                <a:spcBef>
                  <a:spcPct val="50000"/>
                </a:spcBef>
              </a:pPr>
              <a:r>
                <a:rPr lang="zh-CN" altLang="en-US" sz="2000" b="1">
                  <a:solidFill>
                    <a:schemeClr val="accent2"/>
                  </a:solidFill>
                  <a:effectLst>
                    <a:outerShdw blurRad="38100" dist="38100" dir="2700000" algn="tl">
                      <a:srgbClr val="000000"/>
                    </a:outerShdw>
                  </a:effectLst>
                  <a:latin typeface="+mn-lt"/>
                  <a:ea typeface="楷体" panose="02010609060101010101" pitchFamily="49" charset="-122"/>
                </a:rPr>
                <a:t>符号位</a:t>
              </a:r>
              <a:r>
                <a:rPr lang="en-US" altLang="zh-CN" sz="2000" b="1">
                  <a:solidFill>
                    <a:schemeClr val="accent2"/>
                  </a:solidFill>
                  <a:effectLst>
                    <a:outerShdw blurRad="38100" dist="38100" dir="2700000" algn="tl">
                      <a:srgbClr val="000000"/>
                    </a:outerShdw>
                  </a:effectLst>
                  <a:latin typeface="+mn-lt"/>
                  <a:ea typeface="楷体" panose="02010609060101010101" pitchFamily="49" charset="-122"/>
                </a:rPr>
                <a:t>(</a:t>
              </a:r>
              <a:r>
                <a:rPr lang="zh-CN" altLang="en-US" sz="2000" b="1">
                  <a:solidFill>
                    <a:schemeClr val="accent2"/>
                  </a:solidFill>
                  <a:effectLst>
                    <a:outerShdw blurRad="38100" dist="38100" dir="2700000" algn="tl">
                      <a:srgbClr val="000000"/>
                    </a:outerShdw>
                  </a:effectLst>
                  <a:latin typeface="+mn-lt"/>
                  <a:ea typeface="楷体" panose="02010609060101010101" pitchFamily="49" charset="-122"/>
                </a:rPr>
                <a:t>表示负</a:t>
              </a:r>
              <a:r>
                <a:rPr lang="en-US" altLang="zh-CN" sz="2000" b="1">
                  <a:solidFill>
                    <a:schemeClr val="accent2"/>
                  </a:solidFill>
                  <a:effectLst>
                    <a:outerShdw blurRad="38100" dist="38100" dir="2700000" algn="tl">
                      <a:srgbClr val="000000"/>
                    </a:outerShdw>
                  </a:effectLst>
                  <a:latin typeface="+mn-lt"/>
                  <a:ea typeface="楷体" panose="02010609060101010101" pitchFamily="49" charset="-122"/>
                </a:rPr>
                <a:t>)</a:t>
              </a:r>
            </a:p>
          </p:txBody>
        </p:sp>
      </p:grpSp>
      <p:sp>
        <p:nvSpPr>
          <p:cNvPr id="56" name="Rectangle 28">
            <a:extLst>
              <a:ext uri="{FF2B5EF4-FFF2-40B4-BE49-F238E27FC236}">
                <a16:creationId xmlns:a16="http://schemas.microsoft.com/office/drawing/2014/main" id="{8238E9BB-8BC1-4867-8454-30DDC381B453}"/>
              </a:ext>
            </a:extLst>
          </p:cNvPr>
          <p:cNvSpPr>
            <a:spLocks noChangeArrowheads="1"/>
          </p:cNvSpPr>
          <p:nvPr/>
        </p:nvSpPr>
        <p:spPr bwMode="auto">
          <a:xfrm>
            <a:off x="979141" y="2412602"/>
            <a:ext cx="4314643" cy="461665"/>
          </a:xfrm>
          <a:prstGeom prst="rect">
            <a:avLst/>
          </a:prstGeom>
          <a:noFill/>
          <a:ln w="9525">
            <a:noFill/>
            <a:miter lim="800000"/>
            <a:headEnd/>
            <a:tailEnd/>
          </a:ln>
          <a:effectLst/>
        </p:spPr>
        <p:txBody>
          <a:bodyPr wrap="none">
            <a:spAutoFit/>
          </a:bodyPr>
          <a:lstStyle/>
          <a:p>
            <a:r>
              <a:rPr lang="en-US" altLang="zh-CN" b="1" dirty="0">
                <a:effectLst>
                  <a:outerShdw blurRad="38100" dist="38100" dir="2700000" algn="tl">
                    <a:srgbClr val="FFFFFF"/>
                  </a:outerShdw>
                </a:effectLst>
                <a:latin typeface="+mn-lt"/>
                <a:ea typeface="楷体" panose="02010609060101010101" pitchFamily="49" charset="-122"/>
                <a:sym typeface="Wingdings" pitchFamily="2" charset="2"/>
              </a:rPr>
              <a:t>(+034)</a:t>
            </a:r>
            <a:r>
              <a:rPr lang="zh-CN" altLang="en-US" b="1" baseline="-25000" dirty="0">
                <a:effectLst>
                  <a:outerShdw blurRad="38100" dist="38100" dir="2700000" algn="tl">
                    <a:srgbClr val="FFFFFF"/>
                  </a:outerShdw>
                </a:effectLst>
                <a:latin typeface="+mn-lt"/>
                <a:ea typeface="楷体" panose="02010609060101010101" pitchFamily="49" charset="-122"/>
                <a:sym typeface="Wingdings" pitchFamily="2" charset="2"/>
              </a:rPr>
              <a:t>补</a:t>
            </a:r>
            <a:r>
              <a:rPr lang="zh-CN" altLang="en-US" b="1" dirty="0">
                <a:effectLst>
                  <a:outerShdw blurRad="38100" dist="38100" dir="2700000" algn="tl">
                    <a:srgbClr val="FFFFFF"/>
                  </a:outerShdw>
                </a:effectLst>
                <a:latin typeface="+mn-lt"/>
                <a:ea typeface="楷体" panose="02010609060101010101" pitchFamily="49" charset="-122"/>
                <a:sym typeface="Wingdings" pitchFamily="2" charset="2"/>
              </a:rPr>
              <a:t> </a:t>
            </a:r>
            <a:r>
              <a:rPr lang="en-US" altLang="zh-CN" b="1" dirty="0">
                <a:effectLst>
                  <a:outerShdw blurRad="38100" dist="38100" dir="2700000" algn="tl">
                    <a:srgbClr val="FFFFFF"/>
                  </a:outerShdw>
                </a:effectLst>
                <a:latin typeface="+mn-lt"/>
                <a:ea typeface="楷体" panose="02010609060101010101" pitchFamily="49" charset="-122"/>
                <a:sym typeface="Wingdings" pitchFamily="2" charset="2"/>
              </a:rPr>
              <a:t>= </a:t>
            </a:r>
            <a:r>
              <a:rPr lang="en-US" altLang="zh-CN" b="1" dirty="0">
                <a:solidFill>
                  <a:srgbClr val="FF3300"/>
                </a:solidFill>
                <a:effectLst>
                  <a:outerShdw blurRad="38100" dist="38100" dir="2700000" algn="tl">
                    <a:srgbClr val="000000"/>
                  </a:outerShdw>
                </a:effectLst>
                <a:latin typeface="+mn-lt"/>
                <a:ea typeface="楷体" panose="02010609060101010101" pitchFamily="49" charset="-122"/>
                <a:sym typeface="Wingdings" pitchFamily="2" charset="2"/>
              </a:rPr>
              <a:t>0</a:t>
            </a:r>
            <a:r>
              <a:rPr lang="en-US" altLang="zh-CN" b="1" dirty="0">
                <a:effectLst>
                  <a:outerShdw blurRad="38100" dist="38100" dir="2700000" algn="tl">
                    <a:srgbClr val="FFFFFF"/>
                  </a:outerShdw>
                </a:effectLst>
                <a:latin typeface="+mn-lt"/>
                <a:ea typeface="楷体" panose="02010609060101010101" pitchFamily="49" charset="-122"/>
                <a:sym typeface="Wingdings" pitchFamily="2" charset="2"/>
              </a:rPr>
              <a:t>000 0000 0001 1100</a:t>
            </a:r>
            <a:r>
              <a:rPr lang="en-US" altLang="zh-CN" dirty="0">
                <a:latin typeface="+mn-lt"/>
                <a:ea typeface="楷体" panose="02010609060101010101" pitchFamily="49" charset="-122"/>
              </a:rPr>
              <a:t> </a:t>
            </a:r>
          </a:p>
        </p:txBody>
      </p:sp>
      <p:sp>
        <p:nvSpPr>
          <p:cNvPr id="57" name="Oval 29">
            <a:extLst>
              <a:ext uri="{FF2B5EF4-FFF2-40B4-BE49-F238E27FC236}">
                <a16:creationId xmlns:a16="http://schemas.microsoft.com/office/drawing/2014/main" id="{7B90862C-5F44-4C56-922D-C4E07653BC52}"/>
              </a:ext>
            </a:extLst>
          </p:cNvPr>
          <p:cNvSpPr>
            <a:spLocks noChangeArrowheads="1"/>
          </p:cNvSpPr>
          <p:nvPr/>
        </p:nvSpPr>
        <p:spPr bwMode="auto">
          <a:xfrm>
            <a:off x="2355504" y="3233340"/>
            <a:ext cx="2879725" cy="555625"/>
          </a:xfrm>
          <a:prstGeom prst="ellipse">
            <a:avLst/>
          </a:prstGeom>
          <a:noFill/>
          <a:ln w="28575">
            <a:solidFill>
              <a:srgbClr val="FF0000"/>
            </a:solidFill>
            <a:round/>
            <a:headEnd/>
            <a:tailEnd/>
          </a:ln>
          <a:effectLst/>
        </p:spPr>
        <p:txBody>
          <a:bodyPr wrap="none" anchor="ctr"/>
          <a:lstStyle/>
          <a:p>
            <a:endParaRPr lang="zh-CN" altLang="en-US">
              <a:latin typeface="+mn-lt"/>
              <a:ea typeface="楷体" panose="02010609060101010101" pitchFamily="49" charset="-122"/>
            </a:endParaRPr>
          </a:p>
        </p:txBody>
      </p:sp>
      <p:sp>
        <p:nvSpPr>
          <p:cNvPr id="59" name="Rectangle 31">
            <a:extLst>
              <a:ext uri="{FF2B5EF4-FFF2-40B4-BE49-F238E27FC236}">
                <a16:creationId xmlns:a16="http://schemas.microsoft.com/office/drawing/2014/main" id="{80387228-A4E8-48C0-B05E-2F0EEDE7F135}"/>
              </a:ext>
            </a:extLst>
          </p:cNvPr>
          <p:cNvSpPr>
            <a:spLocks noChangeArrowheads="1"/>
          </p:cNvSpPr>
          <p:nvPr/>
        </p:nvSpPr>
        <p:spPr bwMode="auto">
          <a:xfrm>
            <a:off x="1050579" y="3261914"/>
            <a:ext cx="4123565" cy="461665"/>
          </a:xfrm>
          <a:prstGeom prst="rect">
            <a:avLst/>
          </a:prstGeom>
          <a:noFill/>
          <a:ln w="9525">
            <a:noFill/>
            <a:miter lim="800000"/>
            <a:headEnd/>
            <a:tailEnd/>
          </a:ln>
          <a:effectLst/>
        </p:spPr>
        <p:txBody>
          <a:bodyPr wrap="none">
            <a:spAutoFit/>
          </a:bodyPr>
          <a:lstStyle/>
          <a:p>
            <a:r>
              <a:rPr lang="en-US" altLang="zh-CN" b="1">
                <a:effectLst>
                  <a:outerShdw blurRad="38100" dist="38100" dir="2700000" algn="tl">
                    <a:srgbClr val="FFFFFF"/>
                  </a:outerShdw>
                </a:effectLst>
                <a:latin typeface="+mn-lt"/>
                <a:ea typeface="楷体" panose="02010609060101010101" pitchFamily="49" charset="-122"/>
                <a:sym typeface="Wingdings" pitchFamily="2" charset="2"/>
              </a:rPr>
              <a:t>(-034)</a:t>
            </a:r>
            <a:r>
              <a:rPr lang="zh-CN" altLang="en-US" b="1" baseline="-25000">
                <a:effectLst>
                  <a:outerShdw blurRad="38100" dist="38100" dir="2700000" algn="tl">
                    <a:srgbClr val="FFFFFF"/>
                  </a:outerShdw>
                </a:effectLst>
                <a:latin typeface="+mn-lt"/>
                <a:ea typeface="楷体" panose="02010609060101010101" pitchFamily="49" charset="-122"/>
                <a:sym typeface="Wingdings" pitchFamily="2" charset="2"/>
              </a:rPr>
              <a:t>补</a:t>
            </a:r>
            <a:r>
              <a:rPr lang="zh-CN" altLang="en-US" b="1">
                <a:effectLst>
                  <a:outerShdw blurRad="38100" dist="38100" dir="2700000" algn="tl">
                    <a:srgbClr val="FFFFFF"/>
                  </a:outerShdw>
                </a:effectLst>
                <a:latin typeface="+mn-lt"/>
                <a:ea typeface="楷体" panose="02010609060101010101" pitchFamily="49" charset="-122"/>
                <a:sym typeface="Wingdings" pitchFamily="2" charset="2"/>
              </a:rPr>
              <a:t> </a:t>
            </a:r>
            <a:r>
              <a:rPr lang="en-US" altLang="zh-CN" b="1">
                <a:effectLst>
                  <a:outerShdw blurRad="38100" dist="38100" dir="2700000" algn="tl">
                    <a:srgbClr val="FFFFFF"/>
                  </a:outerShdw>
                </a:effectLst>
                <a:latin typeface="+mn-lt"/>
                <a:ea typeface="楷体" panose="02010609060101010101" pitchFamily="49" charset="-122"/>
                <a:sym typeface="Wingdings" pitchFamily="2" charset="2"/>
              </a:rPr>
              <a:t>= </a:t>
            </a:r>
            <a:r>
              <a:rPr lang="en-US" altLang="zh-CN" b="1">
                <a:solidFill>
                  <a:srgbClr val="FF3300"/>
                </a:solidFill>
                <a:effectLst>
                  <a:outerShdw blurRad="38100" dist="38100" dir="2700000" algn="tl">
                    <a:srgbClr val="000000"/>
                  </a:outerShdw>
                </a:effectLst>
                <a:latin typeface="+mn-lt"/>
                <a:ea typeface="楷体" panose="02010609060101010101" pitchFamily="49" charset="-122"/>
                <a:sym typeface="Wingdings" pitchFamily="2" charset="2"/>
              </a:rPr>
              <a:t>1</a:t>
            </a:r>
            <a:r>
              <a:rPr lang="en-US" altLang="zh-CN" b="1">
                <a:solidFill>
                  <a:schemeClr val="accent2"/>
                </a:solidFill>
                <a:effectLst>
                  <a:outerShdw blurRad="38100" dist="38100" dir="2700000" algn="tl">
                    <a:srgbClr val="000000"/>
                  </a:outerShdw>
                </a:effectLst>
                <a:latin typeface="+mn-lt"/>
                <a:ea typeface="楷体" panose="02010609060101010101" pitchFamily="49" charset="-122"/>
                <a:sym typeface="Wingdings" pitchFamily="2" charset="2"/>
              </a:rPr>
              <a:t>111 1111 1110 0100</a:t>
            </a:r>
            <a:r>
              <a:rPr lang="en-US" altLang="zh-CN">
                <a:latin typeface="+mn-lt"/>
                <a:ea typeface="楷体" panose="02010609060101010101" pitchFamily="49" charset="-122"/>
              </a:rPr>
              <a:t> </a:t>
            </a:r>
          </a:p>
        </p:txBody>
      </p:sp>
      <p:grpSp>
        <p:nvGrpSpPr>
          <p:cNvPr id="62" name="Group 32">
            <a:extLst>
              <a:ext uri="{FF2B5EF4-FFF2-40B4-BE49-F238E27FC236}">
                <a16:creationId xmlns:a16="http://schemas.microsoft.com/office/drawing/2014/main" id="{AEACFDB3-0BEF-4013-A574-42C2854AFAB5}"/>
              </a:ext>
            </a:extLst>
          </p:cNvPr>
          <p:cNvGrpSpPr>
            <a:grpSpLocks/>
          </p:cNvGrpSpPr>
          <p:nvPr/>
        </p:nvGrpSpPr>
        <p:grpSpPr bwMode="auto">
          <a:xfrm>
            <a:off x="3355628" y="2801540"/>
            <a:ext cx="2419350" cy="474663"/>
            <a:chOff x="2336" y="1634"/>
            <a:chExt cx="1524" cy="299"/>
          </a:xfrm>
        </p:grpSpPr>
        <p:sp>
          <p:nvSpPr>
            <p:cNvPr id="69" name="Line 33">
              <a:extLst>
                <a:ext uri="{FF2B5EF4-FFF2-40B4-BE49-F238E27FC236}">
                  <a16:creationId xmlns:a16="http://schemas.microsoft.com/office/drawing/2014/main" id="{398F4034-764C-463B-8C07-5688DEB48092}"/>
                </a:ext>
              </a:extLst>
            </p:cNvPr>
            <p:cNvSpPr>
              <a:spLocks noChangeShapeType="1"/>
            </p:cNvSpPr>
            <p:nvPr/>
          </p:nvSpPr>
          <p:spPr bwMode="auto">
            <a:xfrm>
              <a:off x="2336" y="1661"/>
              <a:ext cx="0" cy="272"/>
            </a:xfrm>
            <a:prstGeom prst="line">
              <a:avLst/>
            </a:prstGeom>
            <a:noFill/>
            <a:ln w="28575">
              <a:solidFill>
                <a:schemeClr val="tx1"/>
              </a:solidFill>
              <a:round/>
              <a:headEnd/>
              <a:tailEnd type="stealth" w="lg" len="lg"/>
            </a:ln>
            <a:effectLst/>
          </p:spPr>
          <p:txBody>
            <a:bodyPr/>
            <a:lstStyle/>
            <a:p>
              <a:endParaRPr lang="zh-CN" altLang="en-US">
                <a:latin typeface="+mn-lt"/>
                <a:ea typeface="楷体" panose="02010609060101010101" pitchFamily="49" charset="-122"/>
              </a:endParaRPr>
            </a:p>
          </p:txBody>
        </p:sp>
        <p:sp>
          <p:nvSpPr>
            <p:cNvPr id="101" name="Rectangle 34">
              <a:extLst>
                <a:ext uri="{FF2B5EF4-FFF2-40B4-BE49-F238E27FC236}">
                  <a16:creationId xmlns:a16="http://schemas.microsoft.com/office/drawing/2014/main" id="{2B0DFC93-30DD-4F72-8E18-1F7E6A618D3E}"/>
                </a:ext>
              </a:extLst>
            </p:cNvPr>
            <p:cNvSpPr>
              <a:spLocks noChangeArrowheads="1"/>
            </p:cNvSpPr>
            <p:nvPr/>
          </p:nvSpPr>
          <p:spPr bwMode="auto">
            <a:xfrm>
              <a:off x="2402" y="1634"/>
              <a:ext cx="1458" cy="291"/>
            </a:xfrm>
            <a:prstGeom prst="rect">
              <a:avLst/>
            </a:prstGeom>
            <a:noFill/>
            <a:ln w="9525">
              <a:noFill/>
              <a:miter lim="800000"/>
              <a:headEnd/>
              <a:tailEnd/>
            </a:ln>
            <a:effectLst/>
          </p:spPr>
          <p:txBody>
            <a:bodyPr wrap="none">
              <a:spAutoFit/>
            </a:bodyPr>
            <a:lstStyle/>
            <a:p>
              <a:r>
                <a:rPr kumimoji="0" lang="zh-CN" altLang="en-US" sz="1800" b="1">
                  <a:effectLst>
                    <a:outerShdw blurRad="38100" dist="38100" dir="2700000" algn="tl">
                      <a:srgbClr val="FFFFFF"/>
                    </a:outerShdw>
                  </a:effectLst>
                  <a:latin typeface="+mn-lt"/>
                  <a:ea typeface="楷体" panose="02010609060101010101" pitchFamily="49" charset="-122"/>
                </a:rPr>
                <a:t>按位求反，末位加</a:t>
              </a:r>
              <a:r>
                <a:rPr kumimoji="0" lang="en-US" altLang="zh-CN" sz="1800" b="1">
                  <a:effectLst>
                    <a:outerShdw blurRad="38100" dist="38100" dir="2700000" algn="tl">
                      <a:srgbClr val="FFFFFF"/>
                    </a:outerShdw>
                  </a:effectLst>
                  <a:latin typeface="+mn-lt"/>
                  <a:ea typeface="楷体" panose="02010609060101010101" pitchFamily="49" charset="-122"/>
                </a:rPr>
                <a:t>1</a:t>
              </a:r>
              <a:r>
                <a:rPr kumimoji="0" lang="en-US" altLang="zh-CN">
                  <a:latin typeface="+mn-lt"/>
                  <a:ea typeface="楷体" panose="02010609060101010101" pitchFamily="49" charset="-122"/>
                </a:rPr>
                <a:t> </a:t>
              </a:r>
              <a:endParaRPr lang="en-US" altLang="zh-CN">
                <a:latin typeface="+mn-lt"/>
                <a:ea typeface="楷体" panose="02010609060101010101" pitchFamily="49" charset="-122"/>
              </a:endParaRPr>
            </a:p>
          </p:txBody>
        </p:sp>
      </p:grpSp>
      <p:graphicFrame>
        <p:nvGraphicFramePr>
          <p:cNvPr id="102" name="Group 11">
            <a:extLst>
              <a:ext uri="{FF2B5EF4-FFF2-40B4-BE49-F238E27FC236}">
                <a16:creationId xmlns:a16="http://schemas.microsoft.com/office/drawing/2014/main" id="{E32158E1-E156-464C-8CBC-CBD7917C597B}"/>
              </a:ext>
            </a:extLst>
          </p:cNvPr>
          <p:cNvGraphicFramePr>
            <a:graphicFrameLocks noGrp="1"/>
          </p:cNvGraphicFramePr>
          <p:nvPr/>
        </p:nvGraphicFramePr>
        <p:xfrm>
          <a:off x="2413826" y="4849390"/>
          <a:ext cx="1943100" cy="1104900"/>
        </p:xfrm>
        <a:graphic>
          <a:graphicData uri="http://schemas.openxmlformats.org/drawingml/2006/table">
            <a:tbl>
              <a:tblPr/>
              <a:tblGrid>
                <a:gridCol w="1943100">
                  <a:extLst>
                    <a:ext uri="{9D8B030D-6E8A-4147-A177-3AD203B41FA5}">
                      <a16:colId xmlns:a16="http://schemas.microsoft.com/office/drawing/2014/main" val="20000"/>
                    </a:ext>
                  </a:extLst>
                </a:gridCol>
              </a:tblGrid>
              <a:tr h="5302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chemeClr val="accent2"/>
                          </a:solidFill>
                          <a:effectLst>
                            <a:outerShdw blurRad="38100" dist="38100" dir="2700000" algn="tl">
                              <a:srgbClr val="000000"/>
                            </a:outerShdw>
                          </a:effectLst>
                          <a:latin typeface="Times New Roman" pitchFamily="18" charset="0"/>
                          <a:ea typeface="宋体" pitchFamily="2" charset="-122"/>
                        </a:rPr>
                        <a:t>11100100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5746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FF3300"/>
                          </a:solidFill>
                          <a:effectLst>
                            <a:outerShdw blurRad="38100" dist="38100" dir="2700000" algn="tl">
                              <a:srgbClr val="000000"/>
                            </a:outerShdw>
                          </a:effectLst>
                          <a:latin typeface="Times New Roman" pitchFamily="18" charset="0"/>
                          <a:ea typeface="宋体" pitchFamily="2" charset="-122"/>
                        </a:rPr>
                        <a:t>1</a:t>
                      </a:r>
                      <a:r>
                        <a:rPr kumimoji="1" lang="en-US" altLang="zh-CN" sz="2800" b="1" i="0" u="none" strike="noStrike" cap="none" normalizeH="0" baseline="0" dirty="0">
                          <a:ln>
                            <a:noFill/>
                          </a:ln>
                          <a:solidFill>
                            <a:schemeClr val="accent2"/>
                          </a:solidFill>
                          <a:effectLst>
                            <a:outerShdw blurRad="38100" dist="38100" dir="2700000" algn="tl">
                              <a:srgbClr val="000000"/>
                            </a:outerShdw>
                          </a:effectLst>
                          <a:latin typeface="Times New Roman" pitchFamily="18" charset="0"/>
                          <a:ea typeface="宋体" pitchFamily="2" charset="-122"/>
                        </a:rPr>
                        <a:t>1111111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1"/>
                  </a:ext>
                </a:extLst>
              </a:tr>
            </a:tbl>
          </a:graphicData>
        </a:graphic>
      </p:graphicFrame>
      <p:grpSp>
        <p:nvGrpSpPr>
          <p:cNvPr id="103" name="Group 19">
            <a:extLst>
              <a:ext uri="{FF2B5EF4-FFF2-40B4-BE49-F238E27FC236}">
                <a16:creationId xmlns:a16="http://schemas.microsoft.com/office/drawing/2014/main" id="{2C90C4EC-3021-4D04-8DDF-CB94B82B5C21}"/>
              </a:ext>
            </a:extLst>
          </p:cNvPr>
          <p:cNvGrpSpPr>
            <a:grpSpLocks/>
          </p:cNvGrpSpPr>
          <p:nvPr/>
        </p:nvGrpSpPr>
        <p:grpSpPr bwMode="auto">
          <a:xfrm>
            <a:off x="1404176" y="4819226"/>
            <a:ext cx="1023938" cy="1000125"/>
            <a:chOff x="1654" y="2714"/>
            <a:chExt cx="645" cy="630"/>
          </a:xfrm>
        </p:grpSpPr>
        <p:sp>
          <p:nvSpPr>
            <p:cNvPr id="104" name="Text Box 20">
              <a:extLst>
                <a:ext uri="{FF2B5EF4-FFF2-40B4-BE49-F238E27FC236}">
                  <a16:creationId xmlns:a16="http://schemas.microsoft.com/office/drawing/2014/main" id="{553C8AC6-C1C3-48F5-B44A-D768599D400D}"/>
                </a:ext>
              </a:extLst>
            </p:cNvPr>
            <p:cNvSpPr txBox="1">
              <a:spLocks noChangeArrowheads="1"/>
            </p:cNvSpPr>
            <p:nvPr/>
          </p:nvSpPr>
          <p:spPr bwMode="auto">
            <a:xfrm>
              <a:off x="1654" y="2714"/>
              <a:ext cx="635" cy="233"/>
            </a:xfrm>
            <a:prstGeom prst="rect">
              <a:avLst/>
            </a:prstGeom>
            <a:noFill/>
            <a:ln w="9525">
              <a:noFill/>
              <a:miter lim="800000"/>
              <a:headEnd/>
              <a:tailEnd/>
            </a:ln>
            <a:effectLst/>
          </p:spPr>
          <p:txBody>
            <a:bodyPr>
              <a:spAutoFit/>
            </a:bodyPr>
            <a:lstStyle/>
            <a:p>
              <a:pPr>
                <a:spcBef>
                  <a:spcPct val="50000"/>
                </a:spcBef>
              </a:pPr>
              <a:r>
                <a:rPr lang="zh-CN" altLang="en-US" sz="1800" b="1">
                  <a:latin typeface="+mn-lt"/>
                  <a:ea typeface="楷体" panose="02010609060101010101" pitchFamily="49" charset="-122"/>
                </a:rPr>
                <a:t>低字节</a:t>
              </a:r>
            </a:p>
          </p:txBody>
        </p:sp>
        <p:sp>
          <p:nvSpPr>
            <p:cNvPr id="105" name="Text Box 21">
              <a:extLst>
                <a:ext uri="{FF2B5EF4-FFF2-40B4-BE49-F238E27FC236}">
                  <a16:creationId xmlns:a16="http://schemas.microsoft.com/office/drawing/2014/main" id="{008E5779-0DDF-47E0-B081-831CB33BC5C2}"/>
                </a:ext>
              </a:extLst>
            </p:cNvPr>
            <p:cNvSpPr txBox="1">
              <a:spLocks noChangeArrowheads="1"/>
            </p:cNvSpPr>
            <p:nvPr/>
          </p:nvSpPr>
          <p:spPr bwMode="auto">
            <a:xfrm>
              <a:off x="1664" y="3111"/>
              <a:ext cx="635" cy="233"/>
            </a:xfrm>
            <a:prstGeom prst="rect">
              <a:avLst/>
            </a:prstGeom>
            <a:noFill/>
            <a:ln w="9525">
              <a:noFill/>
              <a:miter lim="800000"/>
              <a:headEnd/>
              <a:tailEnd/>
            </a:ln>
            <a:effectLst/>
          </p:spPr>
          <p:txBody>
            <a:bodyPr>
              <a:spAutoFit/>
            </a:bodyPr>
            <a:lstStyle/>
            <a:p>
              <a:pPr>
                <a:spcBef>
                  <a:spcPct val="50000"/>
                </a:spcBef>
              </a:pPr>
              <a:r>
                <a:rPr lang="zh-CN" altLang="en-US" sz="1800" b="1">
                  <a:latin typeface="+mn-lt"/>
                  <a:ea typeface="楷体" panose="02010609060101010101" pitchFamily="49" charset="-122"/>
                </a:rPr>
                <a:t>高字节</a:t>
              </a:r>
            </a:p>
          </p:txBody>
        </p:sp>
      </p:grpSp>
      <p:grpSp>
        <p:nvGrpSpPr>
          <p:cNvPr id="106" name="Group 22">
            <a:extLst>
              <a:ext uri="{FF2B5EF4-FFF2-40B4-BE49-F238E27FC236}">
                <a16:creationId xmlns:a16="http://schemas.microsoft.com/office/drawing/2014/main" id="{9544BB9E-F41D-4FDD-A580-5338FF871B0E}"/>
              </a:ext>
            </a:extLst>
          </p:cNvPr>
          <p:cNvGrpSpPr>
            <a:grpSpLocks/>
          </p:cNvGrpSpPr>
          <p:nvPr/>
        </p:nvGrpSpPr>
        <p:grpSpPr bwMode="auto">
          <a:xfrm>
            <a:off x="4502977" y="4862092"/>
            <a:ext cx="1020763" cy="957263"/>
            <a:chOff x="3606" y="2741"/>
            <a:chExt cx="643" cy="603"/>
          </a:xfrm>
        </p:grpSpPr>
        <p:sp>
          <p:nvSpPr>
            <p:cNvPr id="107" name="Text Box 23">
              <a:extLst>
                <a:ext uri="{FF2B5EF4-FFF2-40B4-BE49-F238E27FC236}">
                  <a16:creationId xmlns:a16="http://schemas.microsoft.com/office/drawing/2014/main" id="{7536ECD4-C257-4A6C-9087-096AF26EB1C2}"/>
                </a:ext>
              </a:extLst>
            </p:cNvPr>
            <p:cNvSpPr txBox="1">
              <a:spLocks noChangeArrowheads="1"/>
            </p:cNvSpPr>
            <p:nvPr/>
          </p:nvSpPr>
          <p:spPr bwMode="auto">
            <a:xfrm>
              <a:off x="3614" y="2741"/>
              <a:ext cx="635" cy="233"/>
            </a:xfrm>
            <a:prstGeom prst="rect">
              <a:avLst/>
            </a:prstGeom>
            <a:noFill/>
            <a:ln w="9525">
              <a:noFill/>
              <a:miter lim="800000"/>
              <a:headEnd/>
              <a:tailEnd/>
            </a:ln>
            <a:effectLst/>
          </p:spPr>
          <p:txBody>
            <a:bodyPr>
              <a:spAutoFit/>
            </a:bodyPr>
            <a:lstStyle/>
            <a:p>
              <a:pPr>
                <a:spcBef>
                  <a:spcPct val="50000"/>
                </a:spcBef>
              </a:pPr>
              <a:r>
                <a:rPr lang="zh-CN" altLang="en-US" sz="1800" b="1">
                  <a:latin typeface="+mn-lt"/>
                  <a:ea typeface="楷体" panose="02010609060101010101" pitchFamily="49" charset="-122"/>
                </a:rPr>
                <a:t>低地址</a:t>
              </a:r>
            </a:p>
          </p:txBody>
        </p:sp>
        <p:sp>
          <p:nvSpPr>
            <p:cNvPr id="108" name="Text Box 24">
              <a:extLst>
                <a:ext uri="{FF2B5EF4-FFF2-40B4-BE49-F238E27FC236}">
                  <a16:creationId xmlns:a16="http://schemas.microsoft.com/office/drawing/2014/main" id="{0C5D78F5-CB26-4C9A-B570-654633EC0817}"/>
                </a:ext>
              </a:extLst>
            </p:cNvPr>
            <p:cNvSpPr txBox="1">
              <a:spLocks noChangeArrowheads="1"/>
            </p:cNvSpPr>
            <p:nvPr/>
          </p:nvSpPr>
          <p:spPr bwMode="auto">
            <a:xfrm>
              <a:off x="3606" y="3111"/>
              <a:ext cx="635" cy="233"/>
            </a:xfrm>
            <a:prstGeom prst="rect">
              <a:avLst/>
            </a:prstGeom>
            <a:noFill/>
            <a:ln w="9525">
              <a:noFill/>
              <a:miter lim="800000"/>
              <a:headEnd/>
              <a:tailEnd/>
            </a:ln>
            <a:effectLst/>
          </p:spPr>
          <p:txBody>
            <a:bodyPr>
              <a:spAutoFit/>
            </a:bodyPr>
            <a:lstStyle/>
            <a:p>
              <a:pPr>
                <a:spcBef>
                  <a:spcPct val="50000"/>
                </a:spcBef>
              </a:pPr>
              <a:r>
                <a:rPr lang="zh-CN" altLang="en-US" sz="1800" b="1">
                  <a:latin typeface="+mn-lt"/>
                  <a:ea typeface="楷体" panose="02010609060101010101" pitchFamily="49" charset="-122"/>
                </a:rPr>
                <a:t>高地址</a:t>
              </a:r>
            </a:p>
          </p:txBody>
        </p:sp>
      </p:grpSp>
      <p:sp>
        <p:nvSpPr>
          <p:cNvPr id="109" name="Line 25">
            <a:extLst>
              <a:ext uri="{FF2B5EF4-FFF2-40B4-BE49-F238E27FC236}">
                <a16:creationId xmlns:a16="http://schemas.microsoft.com/office/drawing/2014/main" id="{4B127D53-9908-4BE0-8A14-F98F2880D136}"/>
              </a:ext>
            </a:extLst>
          </p:cNvPr>
          <p:cNvSpPr>
            <a:spLocks noChangeShapeType="1"/>
          </p:cNvSpPr>
          <p:nvPr/>
        </p:nvSpPr>
        <p:spPr bwMode="auto">
          <a:xfrm>
            <a:off x="4531551" y="4789065"/>
            <a:ext cx="0" cy="1223962"/>
          </a:xfrm>
          <a:prstGeom prst="line">
            <a:avLst/>
          </a:prstGeom>
          <a:noFill/>
          <a:ln w="28575">
            <a:solidFill>
              <a:srgbClr val="FF0000"/>
            </a:solidFill>
            <a:round/>
            <a:headEnd/>
            <a:tailEnd type="stealth" w="lg" len="lg"/>
          </a:ln>
          <a:effectLst>
            <a:outerShdw blurRad="50800" dist="38100" dir="2700000" algn="tl" rotWithShape="0">
              <a:prstClr val="black">
                <a:alpha val="40000"/>
              </a:prstClr>
            </a:outerShdw>
          </a:effectLst>
        </p:spPr>
        <p:txBody>
          <a:bodyPr/>
          <a:lstStyle/>
          <a:p>
            <a:endParaRPr lang="zh-CN" altLang="en-US">
              <a:latin typeface="+mn-lt"/>
              <a:ea typeface="楷体" panose="02010609060101010101" pitchFamily="49" charset="-122"/>
            </a:endParaRPr>
          </a:p>
        </p:txBody>
      </p:sp>
      <p:sp>
        <p:nvSpPr>
          <p:cNvPr id="110" name="Rectangle 27">
            <a:extLst>
              <a:ext uri="{FF2B5EF4-FFF2-40B4-BE49-F238E27FC236}">
                <a16:creationId xmlns:a16="http://schemas.microsoft.com/office/drawing/2014/main" id="{8BE0A24A-4FF4-4B24-BE8B-8987BB705215}"/>
              </a:ext>
            </a:extLst>
          </p:cNvPr>
          <p:cNvSpPr>
            <a:spLocks noChangeArrowheads="1"/>
          </p:cNvSpPr>
          <p:nvPr/>
        </p:nvSpPr>
        <p:spPr bwMode="auto">
          <a:xfrm>
            <a:off x="1146242" y="6144275"/>
            <a:ext cx="4589718" cy="369332"/>
          </a:xfrm>
          <a:prstGeom prst="rect">
            <a:avLst/>
          </a:prstGeom>
          <a:noFill/>
          <a:ln w="9525">
            <a:noFill/>
            <a:miter lim="800000"/>
            <a:headEnd/>
            <a:tailEnd/>
          </a:ln>
          <a:effectLst/>
        </p:spPr>
        <p:txBody>
          <a:bodyPr wrap="none" anchor="ctr">
            <a:spAutoFit/>
          </a:bodyPr>
          <a:lstStyle/>
          <a:p>
            <a:r>
              <a:rPr lang="zh-CN" altLang="en-US" sz="1800" dirty="0">
                <a:solidFill>
                  <a:srgbClr val="CC0000"/>
                </a:solidFill>
                <a:effectLst>
                  <a:outerShdw blurRad="38100" dist="38100" dir="2700000" algn="tl">
                    <a:srgbClr val="000000"/>
                  </a:outerShdw>
                </a:effectLst>
                <a:latin typeface="+mn-lt"/>
                <a:ea typeface="楷体" panose="02010609060101010101" pitchFamily="49" charset="-122"/>
              </a:rPr>
              <a:t>八进制数</a:t>
            </a:r>
            <a:r>
              <a:rPr lang="en-US" altLang="zh-CN" sz="1800" dirty="0">
                <a:solidFill>
                  <a:srgbClr val="CC0000"/>
                </a:solidFill>
                <a:effectLst>
                  <a:outerShdw blurRad="38100" dist="38100" dir="2700000" algn="tl">
                    <a:srgbClr val="000000"/>
                  </a:outerShdw>
                </a:effectLst>
                <a:latin typeface="+mn-lt"/>
                <a:ea typeface="楷体" panose="02010609060101010101" pitchFamily="49" charset="-122"/>
              </a:rPr>
              <a:t>-034</a:t>
            </a:r>
            <a:r>
              <a:rPr lang="zh-CN" altLang="en-US" sz="1800" dirty="0">
                <a:solidFill>
                  <a:srgbClr val="CC0000"/>
                </a:solidFill>
                <a:effectLst>
                  <a:outerShdw blurRad="38100" dist="38100" dir="2700000" algn="tl">
                    <a:srgbClr val="000000"/>
                  </a:outerShdw>
                </a:effectLst>
                <a:latin typeface="+mn-lt"/>
                <a:ea typeface="楷体" panose="02010609060101010101" pitchFamily="49" charset="-122"/>
              </a:rPr>
              <a:t>两个字节的内存实际存放形式</a:t>
            </a:r>
            <a:r>
              <a:rPr lang="zh-CN" altLang="en-US" sz="1800" dirty="0">
                <a:latin typeface="+mn-lt"/>
                <a:ea typeface="楷体" panose="02010609060101010101" pitchFamily="49" charset="-122"/>
              </a:rPr>
              <a:t> </a:t>
            </a:r>
          </a:p>
        </p:txBody>
      </p:sp>
      <p:sp>
        <p:nvSpPr>
          <p:cNvPr id="111" name="AutoShape 56">
            <a:extLst>
              <a:ext uri="{FF2B5EF4-FFF2-40B4-BE49-F238E27FC236}">
                <a16:creationId xmlns:a16="http://schemas.microsoft.com/office/drawing/2014/main" id="{71A0E8DF-E836-456E-8BA0-10182F2BEBFF}"/>
              </a:ext>
            </a:extLst>
          </p:cNvPr>
          <p:cNvSpPr>
            <a:spLocks noChangeArrowheads="1"/>
          </p:cNvSpPr>
          <p:nvPr/>
        </p:nvSpPr>
        <p:spPr bwMode="auto">
          <a:xfrm>
            <a:off x="315562" y="5088457"/>
            <a:ext cx="1203426" cy="461665"/>
          </a:xfrm>
          <a:prstGeom prst="wedgeRoundRectCallout">
            <a:avLst>
              <a:gd name="adj1" fmla="val 153788"/>
              <a:gd name="adj2" fmla="val 76918"/>
              <a:gd name="adj3" fmla="val 16667"/>
            </a:avLst>
          </a:prstGeom>
          <a:gradFill flip="none" rotWithShape="1">
            <a:gsLst>
              <a:gs pos="0">
                <a:srgbClr val="F0E5B7"/>
              </a:gs>
              <a:gs pos="100000">
                <a:srgbClr val="F0E5B7"/>
              </a:gs>
            </a:gsLst>
            <a:lin ang="27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dirty="0">
                <a:solidFill>
                  <a:srgbClr val="C01920"/>
                </a:solidFill>
                <a:latin typeface="楷体" pitchFamily="49" charset="-122"/>
                <a:ea typeface="楷体" pitchFamily="49" charset="-122"/>
              </a:rPr>
              <a:t>符号位</a:t>
            </a:r>
          </a:p>
        </p:txBody>
      </p:sp>
      <p:sp>
        <p:nvSpPr>
          <p:cNvPr id="58" name="AutoShape 30">
            <a:extLst>
              <a:ext uri="{FF2B5EF4-FFF2-40B4-BE49-F238E27FC236}">
                <a16:creationId xmlns:a16="http://schemas.microsoft.com/office/drawing/2014/main" id="{DDF0B714-25FE-4505-956F-CADF68711C19}"/>
              </a:ext>
            </a:extLst>
          </p:cNvPr>
          <p:cNvSpPr>
            <a:spLocks noChangeArrowheads="1"/>
          </p:cNvSpPr>
          <p:nvPr/>
        </p:nvSpPr>
        <p:spPr bwMode="auto">
          <a:xfrm rot="558656">
            <a:off x="4630013" y="3760616"/>
            <a:ext cx="783217" cy="1272866"/>
          </a:xfrm>
          <a:prstGeom prst="curvedLeftArrow">
            <a:avLst>
              <a:gd name="adj1" fmla="val 10417"/>
              <a:gd name="adj2" fmla="val 34278"/>
              <a:gd name="adj3" fmla="val 42929"/>
            </a:avLst>
          </a:prstGeom>
          <a:solidFill>
            <a:srgbClr val="F0E5B7"/>
          </a:soli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sp>
        <p:nvSpPr>
          <p:cNvPr id="112" name="Rectangle 35">
            <a:extLst>
              <a:ext uri="{FF2B5EF4-FFF2-40B4-BE49-F238E27FC236}">
                <a16:creationId xmlns:a16="http://schemas.microsoft.com/office/drawing/2014/main" id="{67C854BC-C391-4B8C-8A0A-4273A085F797}"/>
              </a:ext>
            </a:extLst>
          </p:cNvPr>
          <p:cNvSpPr>
            <a:spLocks noChangeArrowheads="1"/>
          </p:cNvSpPr>
          <p:nvPr/>
        </p:nvSpPr>
        <p:spPr bwMode="auto">
          <a:xfrm>
            <a:off x="6597008" y="1398030"/>
            <a:ext cx="5026465" cy="830997"/>
          </a:xfrm>
          <a:prstGeom prst="rect">
            <a:avLst/>
          </a:prstGeom>
          <a:noFill/>
          <a:ln w="9525">
            <a:noFill/>
            <a:miter lim="800000"/>
            <a:headEnd/>
            <a:tailEnd/>
          </a:ln>
          <a:effectLst/>
        </p:spPr>
        <p:txBody>
          <a:bodyPr wrap="square">
            <a:spAutoFit/>
          </a:bodyPr>
          <a:lstStyle/>
          <a:p>
            <a:r>
              <a:rPr lang="en-US" altLang="zh-CN" b="1" dirty="0">
                <a:effectLst>
                  <a:outerShdw blurRad="38100" dist="38100" dir="2700000" algn="tl">
                    <a:srgbClr val="C0C0C0"/>
                  </a:outerShdw>
                </a:effectLst>
                <a:sym typeface="Wingdings" pitchFamily="2" charset="2"/>
              </a:rPr>
              <a:t> (+034)</a:t>
            </a:r>
            <a:r>
              <a:rPr lang="zh-CN" altLang="en-US" b="1" baseline="-25000" dirty="0">
                <a:effectLst>
                  <a:outerShdw blurRad="38100" dist="38100" dir="2700000" algn="tl">
                    <a:srgbClr val="C0C0C0"/>
                  </a:outerShdw>
                </a:effectLst>
                <a:latin typeface="楷体" pitchFamily="49" charset="-122"/>
                <a:ea typeface="楷体" pitchFamily="49" charset="-122"/>
                <a:sym typeface="Wingdings" pitchFamily="2" charset="2"/>
              </a:rPr>
              <a:t>补</a:t>
            </a:r>
            <a:r>
              <a:rPr lang="zh-CN" altLang="en-US" b="1" dirty="0">
                <a:effectLst>
                  <a:outerShdw blurRad="38100" dist="38100" dir="2700000" algn="tl">
                    <a:srgbClr val="C0C0C0"/>
                  </a:outerShdw>
                </a:effectLst>
                <a:sym typeface="Wingdings" pitchFamily="2" charset="2"/>
              </a:rPr>
              <a:t> </a:t>
            </a:r>
            <a:r>
              <a:rPr lang="en-US" altLang="zh-CN" b="1" dirty="0">
                <a:effectLst>
                  <a:outerShdw blurRad="38100" dist="38100" dir="2700000" algn="tl">
                    <a:srgbClr val="C0C0C0"/>
                  </a:outerShdw>
                </a:effectLst>
                <a:sym typeface="Wingdings" pitchFamily="2" charset="2"/>
              </a:rPr>
              <a:t>=  </a:t>
            </a:r>
            <a:r>
              <a:rPr lang="en-US" altLang="zh-CN" b="1" dirty="0">
                <a:solidFill>
                  <a:srgbClr val="FF3300"/>
                </a:solidFill>
                <a:effectLst>
                  <a:outerShdw blurRad="38100" dist="38100" dir="2700000" algn="tl">
                    <a:srgbClr val="C0C0C0"/>
                  </a:outerShdw>
                </a:effectLst>
                <a:sym typeface="Wingdings" pitchFamily="2" charset="2"/>
              </a:rPr>
              <a:t>0</a:t>
            </a:r>
            <a:r>
              <a:rPr lang="en-US" altLang="zh-CN" b="1" dirty="0">
                <a:effectLst>
                  <a:outerShdw blurRad="38100" dist="38100" dir="2700000" algn="tl">
                    <a:srgbClr val="C0C0C0"/>
                  </a:outerShdw>
                </a:effectLst>
                <a:sym typeface="Wingdings" pitchFamily="2" charset="2"/>
              </a:rPr>
              <a:t>000 0000 0000 0000 </a:t>
            </a:r>
          </a:p>
          <a:p>
            <a:r>
              <a:rPr lang="en-US" altLang="zh-CN" b="1" dirty="0">
                <a:effectLst>
                  <a:outerShdw blurRad="38100" dist="38100" dir="2700000" algn="tl">
                    <a:srgbClr val="C0C0C0"/>
                  </a:outerShdw>
                </a:effectLst>
                <a:sym typeface="Wingdings" pitchFamily="2" charset="2"/>
              </a:rPr>
              <a:t>                    0000 0000 0001 1100</a:t>
            </a:r>
            <a:endParaRPr lang="en-US" altLang="zh-CN" dirty="0"/>
          </a:p>
        </p:txBody>
      </p:sp>
      <p:grpSp>
        <p:nvGrpSpPr>
          <p:cNvPr id="113" name="Group 36">
            <a:extLst>
              <a:ext uri="{FF2B5EF4-FFF2-40B4-BE49-F238E27FC236}">
                <a16:creationId xmlns:a16="http://schemas.microsoft.com/office/drawing/2014/main" id="{DF9AC4FA-79B7-4237-9075-5BB84CF8EA01}"/>
              </a:ext>
            </a:extLst>
          </p:cNvPr>
          <p:cNvGrpSpPr>
            <a:grpSpLocks/>
          </p:cNvGrpSpPr>
          <p:nvPr/>
        </p:nvGrpSpPr>
        <p:grpSpPr bwMode="auto">
          <a:xfrm>
            <a:off x="9185847" y="2042258"/>
            <a:ext cx="2368550" cy="525462"/>
            <a:chOff x="2336" y="1602"/>
            <a:chExt cx="1492" cy="331"/>
          </a:xfrm>
        </p:grpSpPr>
        <p:sp>
          <p:nvSpPr>
            <p:cNvPr id="114" name="Line 37">
              <a:extLst>
                <a:ext uri="{FF2B5EF4-FFF2-40B4-BE49-F238E27FC236}">
                  <a16:creationId xmlns:a16="http://schemas.microsoft.com/office/drawing/2014/main" id="{0136A381-C030-43EA-B5E6-393E24A1C975}"/>
                </a:ext>
              </a:extLst>
            </p:cNvPr>
            <p:cNvSpPr>
              <a:spLocks noChangeShapeType="1"/>
            </p:cNvSpPr>
            <p:nvPr/>
          </p:nvSpPr>
          <p:spPr bwMode="auto">
            <a:xfrm>
              <a:off x="2336" y="1661"/>
              <a:ext cx="0" cy="272"/>
            </a:xfrm>
            <a:prstGeom prst="line">
              <a:avLst/>
            </a:prstGeom>
            <a:noFill/>
            <a:ln w="28575">
              <a:solidFill>
                <a:schemeClr val="tx1"/>
              </a:solidFill>
              <a:round/>
              <a:headEnd/>
              <a:tailEnd type="stealth" w="lg" len="lg"/>
            </a:ln>
            <a:effectLst/>
          </p:spPr>
          <p:txBody>
            <a:bodyPr/>
            <a:lstStyle/>
            <a:p>
              <a:endParaRPr lang="zh-CN" altLang="en-US"/>
            </a:p>
          </p:txBody>
        </p:sp>
        <p:sp>
          <p:nvSpPr>
            <p:cNvPr id="115" name="Rectangle 38">
              <a:extLst>
                <a:ext uri="{FF2B5EF4-FFF2-40B4-BE49-F238E27FC236}">
                  <a16:creationId xmlns:a16="http://schemas.microsoft.com/office/drawing/2014/main" id="{2D82E19D-FB93-4B34-A3FF-EF5F8B05880A}"/>
                </a:ext>
              </a:extLst>
            </p:cNvPr>
            <p:cNvSpPr>
              <a:spLocks noChangeArrowheads="1"/>
            </p:cNvSpPr>
            <p:nvPr/>
          </p:nvSpPr>
          <p:spPr bwMode="auto">
            <a:xfrm>
              <a:off x="2370" y="1602"/>
              <a:ext cx="1458" cy="291"/>
            </a:xfrm>
            <a:prstGeom prst="rect">
              <a:avLst/>
            </a:prstGeom>
            <a:noFill/>
            <a:ln w="9525">
              <a:noFill/>
              <a:miter lim="800000"/>
              <a:headEnd/>
              <a:tailEnd/>
            </a:ln>
            <a:effectLst/>
          </p:spPr>
          <p:txBody>
            <a:bodyPr wrap="none">
              <a:spAutoFit/>
            </a:bodyPr>
            <a:lstStyle/>
            <a:p>
              <a:r>
                <a:rPr kumimoji="0" lang="zh-CN" altLang="en-US" sz="1800" b="1" dirty="0">
                  <a:effectLst>
                    <a:outerShdw blurRad="38100" dist="38100" dir="2700000" algn="tl">
                      <a:srgbClr val="FFFFFF"/>
                    </a:outerShdw>
                  </a:effectLst>
                  <a:latin typeface="楷体" pitchFamily="49" charset="-122"/>
                  <a:ea typeface="楷体" pitchFamily="49" charset="-122"/>
                </a:rPr>
                <a:t>按位求反，末位加</a:t>
              </a:r>
              <a:r>
                <a:rPr kumimoji="0" lang="en-US" altLang="zh-CN" sz="1800" b="1" dirty="0">
                  <a:effectLst>
                    <a:outerShdw blurRad="38100" dist="38100" dir="2700000" algn="tl">
                      <a:srgbClr val="FFFFFF"/>
                    </a:outerShdw>
                  </a:effectLst>
                  <a:latin typeface="楷体" pitchFamily="49" charset="-122"/>
                  <a:ea typeface="楷体" pitchFamily="49" charset="-122"/>
                </a:rPr>
                <a:t>1</a:t>
              </a:r>
              <a:r>
                <a:rPr kumimoji="0" lang="en-US" altLang="zh-CN" dirty="0">
                  <a:latin typeface="楷体" pitchFamily="49" charset="-122"/>
                  <a:ea typeface="楷体" pitchFamily="49" charset="-122"/>
                </a:rPr>
                <a:t> </a:t>
              </a:r>
              <a:endParaRPr lang="en-US" altLang="zh-CN" dirty="0">
                <a:latin typeface="楷体" pitchFamily="49" charset="-122"/>
                <a:ea typeface="楷体" pitchFamily="49" charset="-122"/>
              </a:endParaRPr>
            </a:p>
          </p:txBody>
        </p:sp>
      </p:grpSp>
      <p:sp>
        <p:nvSpPr>
          <p:cNvPr id="116" name="Rectangle 39">
            <a:extLst>
              <a:ext uri="{FF2B5EF4-FFF2-40B4-BE49-F238E27FC236}">
                <a16:creationId xmlns:a16="http://schemas.microsoft.com/office/drawing/2014/main" id="{F3D931C9-2894-4B6C-8AD6-907B2E3ECF58}"/>
              </a:ext>
            </a:extLst>
          </p:cNvPr>
          <p:cNvSpPr>
            <a:spLocks noChangeArrowheads="1"/>
          </p:cNvSpPr>
          <p:nvPr/>
        </p:nvSpPr>
        <p:spPr bwMode="auto">
          <a:xfrm>
            <a:off x="6715986" y="2500054"/>
            <a:ext cx="4132542" cy="830997"/>
          </a:xfrm>
          <a:prstGeom prst="rect">
            <a:avLst/>
          </a:prstGeom>
          <a:noFill/>
          <a:ln w="9525">
            <a:noFill/>
            <a:miter lim="800000"/>
            <a:headEnd/>
            <a:tailEnd/>
          </a:ln>
          <a:effectLst/>
        </p:spPr>
        <p:txBody>
          <a:bodyPr wrap="none">
            <a:spAutoFit/>
          </a:bodyPr>
          <a:lstStyle/>
          <a:p>
            <a:r>
              <a:rPr lang="en-US" altLang="zh-CN" b="1" dirty="0">
                <a:effectLst>
                  <a:outerShdw blurRad="38100" dist="38100" dir="2700000" algn="tl">
                    <a:srgbClr val="FFFFFF"/>
                  </a:outerShdw>
                </a:effectLst>
                <a:sym typeface="Wingdings" pitchFamily="2" charset="2"/>
              </a:rPr>
              <a:t>(-034)</a:t>
            </a:r>
            <a:r>
              <a:rPr lang="zh-CN" altLang="en-US" b="1" baseline="-25000" dirty="0">
                <a:effectLst>
                  <a:outerShdw blurRad="38100" dist="38100" dir="2700000" algn="tl">
                    <a:srgbClr val="FFFFFF"/>
                  </a:outerShdw>
                </a:effectLst>
                <a:latin typeface="楷体" pitchFamily="49" charset="-122"/>
                <a:ea typeface="楷体" pitchFamily="49" charset="-122"/>
                <a:sym typeface="Wingdings" pitchFamily="2" charset="2"/>
              </a:rPr>
              <a:t>补</a:t>
            </a:r>
            <a:r>
              <a:rPr lang="zh-CN" altLang="en-US" b="1" dirty="0">
                <a:effectLst>
                  <a:outerShdw blurRad="38100" dist="38100" dir="2700000" algn="tl">
                    <a:srgbClr val="FFFFFF"/>
                  </a:outerShdw>
                </a:effectLst>
                <a:sym typeface="Wingdings" pitchFamily="2" charset="2"/>
              </a:rPr>
              <a:t> </a:t>
            </a:r>
            <a:r>
              <a:rPr lang="en-US" altLang="zh-CN" b="1" dirty="0">
                <a:effectLst>
                  <a:outerShdw blurRad="38100" dist="38100" dir="2700000" algn="tl">
                    <a:srgbClr val="FFFFFF"/>
                  </a:outerShdw>
                </a:effectLst>
                <a:sym typeface="Wingdings" pitchFamily="2" charset="2"/>
              </a:rPr>
              <a:t>=  </a:t>
            </a:r>
            <a:r>
              <a:rPr lang="en-US" altLang="zh-CN" b="1" dirty="0">
                <a:solidFill>
                  <a:srgbClr val="FF3300"/>
                </a:solidFill>
                <a:effectLst>
                  <a:outerShdw blurRad="38100" dist="38100" dir="2700000" algn="tl">
                    <a:srgbClr val="000000"/>
                  </a:outerShdw>
                </a:effectLst>
                <a:sym typeface="Wingdings" pitchFamily="2" charset="2"/>
              </a:rPr>
              <a:t>1</a:t>
            </a:r>
            <a:r>
              <a:rPr lang="en-US" altLang="zh-CN" b="1" dirty="0">
                <a:solidFill>
                  <a:schemeClr val="accent2"/>
                </a:solidFill>
                <a:effectLst>
                  <a:outerShdw blurRad="38100" dist="38100" dir="2700000" algn="tl">
                    <a:srgbClr val="000000"/>
                  </a:outerShdw>
                </a:effectLst>
                <a:sym typeface="Wingdings" pitchFamily="2" charset="2"/>
              </a:rPr>
              <a:t>111 1111 1111 1111 </a:t>
            </a:r>
          </a:p>
          <a:p>
            <a:r>
              <a:rPr lang="en-US" altLang="zh-CN" b="1" dirty="0">
                <a:solidFill>
                  <a:schemeClr val="accent2"/>
                </a:solidFill>
                <a:effectLst>
                  <a:outerShdw blurRad="38100" dist="38100" dir="2700000" algn="tl">
                    <a:srgbClr val="000000"/>
                  </a:outerShdw>
                </a:effectLst>
                <a:sym typeface="Wingdings" pitchFamily="2" charset="2"/>
              </a:rPr>
              <a:t>                  1111 1111 1110 0100</a:t>
            </a:r>
          </a:p>
        </p:txBody>
      </p:sp>
      <p:grpSp>
        <p:nvGrpSpPr>
          <p:cNvPr id="117" name="Group 40">
            <a:extLst>
              <a:ext uri="{FF2B5EF4-FFF2-40B4-BE49-F238E27FC236}">
                <a16:creationId xmlns:a16="http://schemas.microsoft.com/office/drawing/2014/main" id="{60226E45-1030-4BB0-AD67-08F2E10F2F78}"/>
              </a:ext>
            </a:extLst>
          </p:cNvPr>
          <p:cNvGrpSpPr>
            <a:grpSpLocks/>
          </p:cNvGrpSpPr>
          <p:nvPr/>
        </p:nvGrpSpPr>
        <p:grpSpPr bwMode="auto">
          <a:xfrm>
            <a:off x="7219079" y="2872481"/>
            <a:ext cx="2089150" cy="844551"/>
            <a:chOff x="3845" y="505"/>
            <a:chExt cx="1316" cy="532"/>
          </a:xfrm>
        </p:grpSpPr>
        <p:sp>
          <p:nvSpPr>
            <p:cNvPr id="118" name="Line 41">
              <a:extLst>
                <a:ext uri="{FF2B5EF4-FFF2-40B4-BE49-F238E27FC236}">
                  <a16:creationId xmlns:a16="http://schemas.microsoft.com/office/drawing/2014/main" id="{BCDD0BA0-8C87-479A-A231-A5B6F6F66C96}"/>
                </a:ext>
              </a:extLst>
            </p:cNvPr>
            <p:cNvSpPr>
              <a:spLocks noChangeShapeType="1"/>
            </p:cNvSpPr>
            <p:nvPr/>
          </p:nvSpPr>
          <p:spPr bwMode="auto">
            <a:xfrm flipV="1">
              <a:off x="4277" y="505"/>
              <a:ext cx="163" cy="322"/>
            </a:xfrm>
            <a:prstGeom prst="line">
              <a:avLst/>
            </a:prstGeom>
            <a:noFill/>
            <a:ln w="28575">
              <a:solidFill>
                <a:srgbClr val="0000FF"/>
              </a:solidFill>
              <a:round/>
              <a:headEnd/>
              <a:tailEnd type="stealth" w="lg" len="lg"/>
            </a:ln>
            <a:effectLst/>
          </p:spPr>
          <p:txBody>
            <a:bodyPr/>
            <a:lstStyle/>
            <a:p>
              <a:endParaRPr lang="zh-CN" altLang="en-US">
                <a:latin typeface="楷体" pitchFamily="49" charset="-122"/>
                <a:ea typeface="楷体" pitchFamily="49" charset="-122"/>
              </a:endParaRPr>
            </a:p>
          </p:txBody>
        </p:sp>
        <p:sp>
          <p:nvSpPr>
            <p:cNvPr id="119" name="Text Box 42">
              <a:extLst>
                <a:ext uri="{FF2B5EF4-FFF2-40B4-BE49-F238E27FC236}">
                  <a16:creationId xmlns:a16="http://schemas.microsoft.com/office/drawing/2014/main" id="{7C9DA526-3D6F-48D2-9D55-E64A0328BD52}"/>
                </a:ext>
              </a:extLst>
            </p:cNvPr>
            <p:cNvSpPr txBox="1">
              <a:spLocks noChangeArrowheads="1"/>
            </p:cNvSpPr>
            <p:nvPr/>
          </p:nvSpPr>
          <p:spPr bwMode="auto">
            <a:xfrm>
              <a:off x="3845" y="787"/>
              <a:ext cx="1316" cy="250"/>
            </a:xfrm>
            <a:prstGeom prst="rect">
              <a:avLst/>
            </a:prstGeom>
            <a:noFill/>
            <a:ln w="9525">
              <a:noFill/>
              <a:miter lim="800000"/>
              <a:headEnd/>
              <a:tailEnd/>
            </a:ln>
            <a:effectLst/>
          </p:spPr>
          <p:txBody>
            <a:bodyPr>
              <a:spAutoFit/>
            </a:bodyPr>
            <a:lstStyle/>
            <a:p>
              <a:pPr>
                <a:spcBef>
                  <a:spcPct val="50000"/>
                </a:spcBef>
              </a:pPr>
              <a:r>
                <a:rPr lang="zh-CN" altLang="en-US" sz="2000" b="1" dirty="0">
                  <a:solidFill>
                    <a:schemeClr val="accent2"/>
                  </a:solidFill>
                  <a:effectLst>
                    <a:outerShdw blurRad="38100" dist="38100" dir="2700000" algn="tl">
                      <a:srgbClr val="000000"/>
                    </a:outerShdw>
                  </a:effectLst>
                  <a:latin typeface="楷体" pitchFamily="49" charset="-122"/>
                  <a:ea typeface="楷体" pitchFamily="49" charset="-122"/>
                </a:rPr>
                <a:t>符号位</a:t>
              </a:r>
              <a:r>
                <a:rPr lang="en-US" altLang="zh-CN" sz="2000" b="1" dirty="0">
                  <a:solidFill>
                    <a:schemeClr val="accent2"/>
                  </a:solidFill>
                  <a:effectLst>
                    <a:outerShdw blurRad="38100" dist="38100" dir="2700000" algn="tl">
                      <a:srgbClr val="000000"/>
                    </a:outerShdw>
                  </a:effectLst>
                  <a:latin typeface="楷体" pitchFamily="49" charset="-122"/>
                  <a:ea typeface="楷体" pitchFamily="49" charset="-122"/>
                </a:rPr>
                <a:t>(</a:t>
              </a:r>
              <a:r>
                <a:rPr lang="zh-CN" altLang="en-US" sz="2000" b="1" dirty="0">
                  <a:solidFill>
                    <a:schemeClr val="accent2"/>
                  </a:solidFill>
                  <a:effectLst>
                    <a:outerShdw blurRad="38100" dist="38100" dir="2700000" algn="tl">
                      <a:srgbClr val="000000"/>
                    </a:outerShdw>
                  </a:effectLst>
                  <a:latin typeface="楷体" pitchFamily="49" charset="-122"/>
                  <a:ea typeface="楷体" pitchFamily="49" charset="-122"/>
                </a:rPr>
                <a:t>表示负</a:t>
              </a:r>
              <a:r>
                <a:rPr lang="en-US" altLang="zh-CN" sz="2000" b="1" dirty="0">
                  <a:solidFill>
                    <a:schemeClr val="accent2"/>
                  </a:solidFill>
                  <a:effectLst>
                    <a:outerShdw blurRad="38100" dist="38100" dir="2700000" algn="tl">
                      <a:srgbClr val="000000"/>
                    </a:outerShdw>
                  </a:effectLst>
                  <a:latin typeface="楷体" pitchFamily="49" charset="-122"/>
                  <a:ea typeface="楷体" pitchFamily="49" charset="-122"/>
                </a:rPr>
                <a:t>)</a:t>
              </a:r>
            </a:p>
          </p:txBody>
        </p:sp>
      </p:grpSp>
      <p:sp>
        <p:nvSpPr>
          <p:cNvPr id="120" name="Oval 43">
            <a:extLst>
              <a:ext uri="{FF2B5EF4-FFF2-40B4-BE49-F238E27FC236}">
                <a16:creationId xmlns:a16="http://schemas.microsoft.com/office/drawing/2014/main" id="{3045D30E-6D4F-4B06-B8AD-8BD31D6F6AC3}"/>
              </a:ext>
            </a:extLst>
          </p:cNvPr>
          <p:cNvSpPr>
            <a:spLocks noChangeArrowheads="1"/>
          </p:cNvSpPr>
          <p:nvPr/>
        </p:nvSpPr>
        <p:spPr bwMode="auto">
          <a:xfrm>
            <a:off x="7954181" y="2518576"/>
            <a:ext cx="3077483" cy="830997"/>
          </a:xfrm>
          <a:prstGeom prst="ellipse">
            <a:avLst/>
          </a:prstGeom>
          <a:noFill/>
          <a:ln w="28575">
            <a:solidFill>
              <a:srgbClr val="FF0000"/>
            </a:solidFill>
            <a:round/>
            <a:headEnd/>
            <a:tailEnd/>
          </a:ln>
          <a:effectLst/>
        </p:spPr>
        <p:txBody>
          <a:bodyPr wrap="none" anchor="ctr"/>
          <a:lstStyle/>
          <a:p>
            <a:endParaRPr lang="zh-CN" altLang="en-US"/>
          </a:p>
        </p:txBody>
      </p:sp>
      <p:sp>
        <p:nvSpPr>
          <p:cNvPr id="121" name="AutoShape 44">
            <a:extLst>
              <a:ext uri="{FF2B5EF4-FFF2-40B4-BE49-F238E27FC236}">
                <a16:creationId xmlns:a16="http://schemas.microsoft.com/office/drawing/2014/main" id="{B7FB3FB1-7A6E-4153-A0AE-57235D330EEE}"/>
              </a:ext>
            </a:extLst>
          </p:cNvPr>
          <p:cNvSpPr>
            <a:spLocks noChangeArrowheads="1"/>
          </p:cNvSpPr>
          <p:nvPr/>
        </p:nvSpPr>
        <p:spPr bwMode="auto">
          <a:xfrm rot="461787">
            <a:off x="10704517" y="2969548"/>
            <a:ext cx="686660" cy="1146048"/>
          </a:xfrm>
          <a:prstGeom prst="curvedLeftArrow">
            <a:avLst>
              <a:gd name="adj1" fmla="val 18836"/>
              <a:gd name="adj2" fmla="val 40026"/>
              <a:gd name="adj3" fmla="val 33333"/>
            </a:avLst>
          </a:prstGeom>
          <a:solidFill>
            <a:srgbClr val="F0E5B7"/>
          </a:solidFill>
          <a:ln w="9525">
            <a:solidFill>
              <a:schemeClr val="tx1"/>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graphicFrame>
        <p:nvGraphicFramePr>
          <p:cNvPr id="122" name="Group 66">
            <a:extLst>
              <a:ext uri="{FF2B5EF4-FFF2-40B4-BE49-F238E27FC236}">
                <a16:creationId xmlns:a16="http://schemas.microsoft.com/office/drawing/2014/main" id="{D700016E-3BD5-483F-AB74-9920FD562C13}"/>
              </a:ext>
            </a:extLst>
          </p:cNvPr>
          <p:cNvGraphicFramePr>
            <a:graphicFrameLocks noGrp="1"/>
          </p:cNvGraphicFramePr>
          <p:nvPr/>
        </p:nvGraphicFramePr>
        <p:xfrm>
          <a:off x="8201626" y="3954535"/>
          <a:ext cx="1787525" cy="2072640"/>
        </p:xfrm>
        <a:graphic>
          <a:graphicData uri="http://schemas.openxmlformats.org/drawingml/2006/table">
            <a:tbl>
              <a:tblPr/>
              <a:tblGrid>
                <a:gridCol w="1787525">
                  <a:extLst>
                    <a:ext uri="{9D8B030D-6E8A-4147-A177-3AD203B41FA5}">
                      <a16:colId xmlns:a16="http://schemas.microsoft.com/office/drawing/2014/main" val="20000"/>
                    </a:ext>
                  </a:extLst>
                </a:gridCol>
              </a:tblGrid>
              <a:tr h="5016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11100100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4730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11111111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1"/>
                  </a:ext>
                </a:extLst>
              </a:tr>
              <a:tr h="471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11111111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2"/>
                  </a:ext>
                </a:extLst>
              </a:tr>
              <a:tr h="471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FF3300"/>
                          </a:solidFill>
                          <a:effectLst>
                            <a:outerShdw blurRad="38100" dist="38100" dir="2700000" algn="tl">
                              <a:srgbClr val="000000"/>
                            </a:outerShdw>
                          </a:effectLst>
                          <a:latin typeface="Times New Roman" pitchFamily="18" charset="0"/>
                          <a:ea typeface="宋体" pitchFamily="2" charset="-122"/>
                        </a:rPr>
                        <a:t>1</a:t>
                      </a:r>
                      <a:r>
                        <a:rPr kumimoji="1" lang="en-US" altLang="zh-CN" sz="2800" b="1" i="0" u="none" strike="noStrike" cap="none" normalizeH="0" baseline="0" dirty="0">
                          <a:ln>
                            <a:noFill/>
                          </a:ln>
                          <a:solidFill>
                            <a:schemeClr val="accent2"/>
                          </a:solidFill>
                          <a:effectLst>
                            <a:outerShdw blurRad="38100" dist="38100" dir="2700000" algn="tl">
                              <a:srgbClr val="000000"/>
                            </a:outerShdw>
                          </a:effectLst>
                          <a:latin typeface="Times New Roman" pitchFamily="18" charset="0"/>
                          <a:ea typeface="宋体" pitchFamily="2" charset="-122"/>
                        </a:rPr>
                        <a:t>1111111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3"/>
                  </a:ext>
                </a:extLst>
              </a:tr>
            </a:tbl>
          </a:graphicData>
        </a:graphic>
      </p:graphicFrame>
      <p:grpSp>
        <p:nvGrpSpPr>
          <p:cNvPr id="123" name="Group 57">
            <a:extLst>
              <a:ext uri="{FF2B5EF4-FFF2-40B4-BE49-F238E27FC236}">
                <a16:creationId xmlns:a16="http://schemas.microsoft.com/office/drawing/2014/main" id="{AB5C149A-24C3-43DA-8D73-4373178C2A2C}"/>
              </a:ext>
            </a:extLst>
          </p:cNvPr>
          <p:cNvGrpSpPr>
            <a:grpSpLocks/>
          </p:cNvGrpSpPr>
          <p:nvPr/>
        </p:nvGrpSpPr>
        <p:grpSpPr bwMode="auto">
          <a:xfrm>
            <a:off x="7122126" y="3998984"/>
            <a:ext cx="1023937" cy="1943100"/>
            <a:chOff x="1654" y="2552"/>
            <a:chExt cx="645" cy="1224"/>
          </a:xfrm>
        </p:grpSpPr>
        <p:sp>
          <p:nvSpPr>
            <p:cNvPr id="124" name="Text Box 58">
              <a:extLst>
                <a:ext uri="{FF2B5EF4-FFF2-40B4-BE49-F238E27FC236}">
                  <a16:creationId xmlns:a16="http://schemas.microsoft.com/office/drawing/2014/main" id="{D0945F54-8343-456A-AB20-03EF9124B13B}"/>
                </a:ext>
              </a:extLst>
            </p:cNvPr>
            <p:cNvSpPr txBox="1">
              <a:spLocks noChangeArrowheads="1"/>
            </p:cNvSpPr>
            <p:nvPr/>
          </p:nvSpPr>
          <p:spPr bwMode="auto">
            <a:xfrm>
              <a:off x="1654" y="2552"/>
              <a:ext cx="635" cy="233"/>
            </a:xfrm>
            <a:prstGeom prst="rect">
              <a:avLst/>
            </a:prstGeom>
            <a:noFill/>
            <a:ln w="9525">
              <a:noFill/>
              <a:miter lim="800000"/>
              <a:headEnd/>
              <a:tailEnd/>
            </a:ln>
            <a:effectLst/>
          </p:spPr>
          <p:txBody>
            <a:bodyPr>
              <a:spAutoFit/>
            </a:bodyPr>
            <a:lstStyle/>
            <a:p>
              <a:pPr>
                <a:spcBef>
                  <a:spcPct val="50000"/>
                </a:spcBef>
              </a:pPr>
              <a:r>
                <a:rPr lang="zh-CN" altLang="en-US" sz="1800" b="1" dirty="0">
                  <a:latin typeface="楷体" pitchFamily="49" charset="-122"/>
                  <a:ea typeface="楷体" pitchFamily="49" charset="-122"/>
                </a:rPr>
                <a:t>低字节</a:t>
              </a:r>
            </a:p>
          </p:txBody>
        </p:sp>
        <p:sp>
          <p:nvSpPr>
            <p:cNvPr id="125" name="Text Box 59">
              <a:extLst>
                <a:ext uri="{FF2B5EF4-FFF2-40B4-BE49-F238E27FC236}">
                  <a16:creationId xmlns:a16="http://schemas.microsoft.com/office/drawing/2014/main" id="{234BEC43-DAF3-4390-8CFC-B659E04D67DE}"/>
                </a:ext>
              </a:extLst>
            </p:cNvPr>
            <p:cNvSpPr txBox="1">
              <a:spLocks noChangeArrowheads="1"/>
            </p:cNvSpPr>
            <p:nvPr/>
          </p:nvSpPr>
          <p:spPr bwMode="auto">
            <a:xfrm>
              <a:off x="1664" y="3543"/>
              <a:ext cx="635" cy="233"/>
            </a:xfrm>
            <a:prstGeom prst="rect">
              <a:avLst/>
            </a:prstGeom>
            <a:noFill/>
            <a:ln w="9525">
              <a:noFill/>
              <a:miter lim="800000"/>
              <a:headEnd/>
              <a:tailEnd/>
            </a:ln>
            <a:effectLst/>
          </p:spPr>
          <p:txBody>
            <a:bodyPr>
              <a:spAutoFit/>
            </a:bodyPr>
            <a:lstStyle/>
            <a:p>
              <a:pPr>
                <a:spcBef>
                  <a:spcPct val="50000"/>
                </a:spcBef>
              </a:pPr>
              <a:r>
                <a:rPr lang="zh-CN" altLang="en-US" sz="1800" b="1">
                  <a:latin typeface="楷体" pitchFamily="49" charset="-122"/>
                  <a:ea typeface="楷体" pitchFamily="49" charset="-122"/>
                </a:rPr>
                <a:t>高字节</a:t>
              </a:r>
            </a:p>
          </p:txBody>
        </p:sp>
      </p:grpSp>
      <p:sp>
        <p:nvSpPr>
          <p:cNvPr id="126" name="Line 60">
            <a:extLst>
              <a:ext uri="{FF2B5EF4-FFF2-40B4-BE49-F238E27FC236}">
                <a16:creationId xmlns:a16="http://schemas.microsoft.com/office/drawing/2014/main" id="{D72D6804-7454-4F19-A181-F82A38A0F33A}"/>
              </a:ext>
            </a:extLst>
          </p:cNvPr>
          <p:cNvSpPr>
            <a:spLocks noChangeShapeType="1"/>
          </p:cNvSpPr>
          <p:nvPr/>
        </p:nvSpPr>
        <p:spPr bwMode="auto">
          <a:xfrm>
            <a:off x="10249500" y="3925960"/>
            <a:ext cx="0" cy="2159000"/>
          </a:xfrm>
          <a:prstGeom prst="line">
            <a:avLst/>
          </a:prstGeom>
          <a:noFill/>
          <a:ln w="28575">
            <a:solidFill>
              <a:srgbClr val="FF0000"/>
            </a:solidFill>
            <a:round/>
            <a:headEnd/>
            <a:tailEnd type="stealth" w="lg" len="lg"/>
          </a:ln>
          <a:effectLst>
            <a:outerShdw blurRad="50800" dist="38100" dir="2700000" algn="tl" rotWithShape="0">
              <a:prstClr val="black">
                <a:alpha val="40000"/>
              </a:prstClr>
            </a:outerShdw>
          </a:effectLst>
        </p:spPr>
        <p:txBody>
          <a:bodyPr/>
          <a:lstStyle/>
          <a:p>
            <a:endParaRPr lang="zh-CN" altLang="en-US"/>
          </a:p>
        </p:txBody>
      </p:sp>
      <p:grpSp>
        <p:nvGrpSpPr>
          <p:cNvPr id="127" name="Group 61">
            <a:extLst>
              <a:ext uri="{FF2B5EF4-FFF2-40B4-BE49-F238E27FC236}">
                <a16:creationId xmlns:a16="http://schemas.microsoft.com/office/drawing/2014/main" id="{910A1E9B-EACE-4D79-AE55-E7F1171D8243}"/>
              </a:ext>
            </a:extLst>
          </p:cNvPr>
          <p:cNvGrpSpPr>
            <a:grpSpLocks/>
          </p:cNvGrpSpPr>
          <p:nvPr/>
        </p:nvGrpSpPr>
        <p:grpSpPr bwMode="auto">
          <a:xfrm>
            <a:off x="10220925" y="3984700"/>
            <a:ext cx="1020762" cy="1928813"/>
            <a:chOff x="3606" y="2543"/>
            <a:chExt cx="643" cy="1215"/>
          </a:xfrm>
        </p:grpSpPr>
        <p:sp>
          <p:nvSpPr>
            <p:cNvPr id="128" name="Text Box 62">
              <a:extLst>
                <a:ext uri="{FF2B5EF4-FFF2-40B4-BE49-F238E27FC236}">
                  <a16:creationId xmlns:a16="http://schemas.microsoft.com/office/drawing/2014/main" id="{D074C39A-BCCF-43FF-BFB0-5E5BE639B9D9}"/>
                </a:ext>
              </a:extLst>
            </p:cNvPr>
            <p:cNvSpPr txBox="1">
              <a:spLocks noChangeArrowheads="1"/>
            </p:cNvSpPr>
            <p:nvPr/>
          </p:nvSpPr>
          <p:spPr bwMode="auto">
            <a:xfrm>
              <a:off x="3614" y="2543"/>
              <a:ext cx="635" cy="233"/>
            </a:xfrm>
            <a:prstGeom prst="rect">
              <a:avLst/>
            </a:prstGeom>
            <a:noFill/>
            <a:ln w="9525">
              <a:noFill/>
              <a:miter lim="800000"/>
              <a:headEnd/>
              <a:tailEnd/>
            </a:ln>
            <a:effectLst/>
          </p:spPr>
          <p:txBody>
            <a:bodyPr>
              <a:spAutoFit/>
            </a:bodyPr>
            <a:lstStyle/>
            <a:p>
              <a:pPr>
                <a:spcBef>
                  <a:spcPct val="50000"/>
                </a:spcBef>
              </a:pPr>
              <a:r>
                <a:rPr lang="zh-CN" altLang="en-US" sz="1800" b="1" dirty="0">
                  <a:latin typeface="楷体" pitchFamily="49" charset="-122"/>
                  <a:ea typeface="楷体" pitchFamily="49" charset="-122"/>
                </a:rPr>
                <a:t>低地址</a:t>
              </a:r>
            </a:p>
          </p:txBody>
        </p:sp>
        <p:sp>
          <p:nvSpPr>
            <p:cNvPr id="129" name="Text Box 63">
              <a:extLst>
                <a:ext uri="{FF2B5EF4-FFF2-40B4-BE49-F238E27FC236}">
                  <a16:creationId xmlns:a16="http://schemas.microsoft.com/office/drawing/2014/main" id="{2CB3AF38-28C4-4AEB-872C-8F542D18506F}"/>
                </a:ext>
              </a:extLst>
            </p:cNvPr>
            <p:cNvSpPr txBox="1">
              <a:spLocks noChangeArrowheads="1"/>
            </p:cNvSpPr>
            <p:nvPr/>
          </p:nvSpPr>
          <p:spPr bwMode="auto">
            <a:xfrm>
              <a:off x="3606" y="3525"/>
              <a:ext cx="635" cy="233"/>
            </a:xfrm>
            <a:prstGeom prst="rect">
              <a:avLst/>
            </a:prstGeom>
            <a:noFill/>
            <a:ln w="9525">
              <a:noFill/>
              <a:miter lim="800000"/>
              <a:headEnd/>
              <a:tailEnd/>
            </a:ln>
            <a:effectLst/>
          </p:spPr>
          <p:txBody>
            <a:bodyPr>
              <a:spAutoFit/>
            </a:bodyPr>
            <a:lstStyle/>
            <a:p>
              <a:pPr>
                <a:spcBef>
                  <a:spcPct val="50000"/>
                </a:spcBef>
              </a:pPr>
              <a:r>
                <a:rPr lang="zh-CN" altLang="en-US" sz="1800" b="1">
                  <a:latin typeface="楷体" pitchFamily="49" charset="-122"/>
                  <a:ea typeface="楷体" pitchFamily="49" charset="-122"/>
                </a:rPr>
                <a:t>高地址</a:t>
              </a:r>
            </a:p>
          </p:txBody>
        </p:sp>
      </p:grpSp>
      <p:sp>
        <p:nvSpPr>
          <p:cNvPr id="130" name="Rectangle 64">
            <a:extLst>
              <a:ext uri="{FF2B5EF4-FFF2-40B4-BE49-F238E27FC236}">
                <a16:creationId xmlns:a16="http://schemas.microsoft.com/office/drawing/2014/main" id="{2F904B03-4B56-44F6-9F43-DE01FE7194EF}"/>
              </a:ext>
            </a:extLst>
          </p:cNvPr>
          <p:cNvSpPr>
            <a:spLocks noChangeArrowheads="1"/>
          </p:cNvSpPr>
          <p:nvPr/>
        </p:nvSpPr>
        <p:spPr bwMode="auto">
          <a:xfrm>
            <a:off x="6873332" y="6109845"/>
            <a:ext cx="4685898" cy="369332"/>
          </a:xfrm>
          <a:prstGeom prst="rect">
            <a:avLst/>
          </a:prstGeom>
          <a:noFill/>
          <a:ln w="9525">
            <a:noFill/>
            <a:miter lim="800000"/>
            <a:headEnd/>
            <a:tailEnd/>
          </a:ln>
          <a:effectLst/>
        </p:spPr>
        <p:txBody>
          <a:bodyPr wrap="none" anchor="ctr">
            <a:spAutoFit/>
          </a:bodyPr>
          <a:lstStyle/>
          <a:p>
            <a:r>
              <a:rPr lang="zh-CN" altLang="en-US" sz="1800" dirty="0">
                <a:solidFill>
                  <a:srgbClr val="CC0000"/>
                </a:solidFill>
                <a:effectLst>
                  <a:outerShdw blurRad="38100" dist="38100" dir="2700000" algn="tl">
                    <a:srgbClr val="000000"/>
                  </a:outerShdw>
                </a:effectLst>
                <a:latin typeface="楷体" pitchFamily="49" charset="-122"/>
                <a:ea typeface="楷体" pitchFamily="49" charset="-122"/>
              </a:rPr>
              <a:t>八进制数</a:t>
            </a:r>
            <a:r>
              <a:rPr lang="en-US" altLang="zh-CN" sz="1800" dirty="0">
                <a:solidFill>
                  <a:srgbClr val="CC0000"/>
                </a:solidFill>
                <a:effectLst>
                  <a:outerShdw blurRad="38100" dist="38100" dir="2700000" algn="tl">
                    <a:srgbClr val="000000"/>
                  </a:outerShdw>
                </a:effectLst>
                <a:latin typeface="楷体" pitchFamily="49" charset="-122"/>
                <a:ea typeface="楷体" pitchFamily="49" charset="-122"/>
              </a:rPr>
              <a:t>-034</a:t>
            </a:r>
            <a:r>
              <a:rPr lang="zh-CN" altLang="en-US" sz="1800" dirty="0">
                <a:solidFill>
                  <a:srgbClr val="CC0000"/>
                </a:solidFill>
                <a:effectLst>
                  <a:outerShdw blurRad="38100" dist="38100" dir="2700000" algn="tl">
                    <a:srgbClr val="000000"/>
                  </a:outerShdw>
                </a:effectLst>
                <a:latin typeface="楷体" pitchFamily="49" charset="-122"/>
                <a:ea typeface="楷体" pitchFamily="49" charset="-122"/>
              </a:rPr>
              <a:t>四个字节的内存实际存放形式</a:t>
            </a:r>
            <a:r>
              <a:rPr lang="zh-CN" altLang="en-US" sz="1800" dirty="0">
                <a:latin typeface="楷体" pitchFamily="49" charset="-122"/>
                <a:ea typeface="楷体" pitchFamily="49" charset="-122"/>
              </a:rPr>
              <a:t> </a:t>
            </a:r>
          </a:p>
        </p:txBody>
      </p:sp>
      <p:sp>
        <p:nvSpPr>
          <p:cNvPr id="131" name="AutoShape 65">
            <a:extLst>
              <a:ext uri="{FF2B5EF4-FFF2-40B4-BE49-F238E27FC236}">
                <a16:creationId xmlns:a16="http://schemas.microsoft.com/office/drawing/2014/main" id="{FF75DE5A-BCC2-4CC3-902B-BFA3009052C9}"/>
              </a:ext>
            </a:extLst>
          </p:cNvPr>
          <p:cNvSpPr>
            <a:spLocks noChangeArrowheads="1"/>
          </p:cNvSpPr>
          <p:nvPr/>
        </p:nvSpPr>
        <p:spPr bwMode="auto">
          <a:xfrm>
            <a:off x="6631409" y="4548535"/>
            <a:ext cx="1070671" cy="464641"/>
          </a:xfrm>
          <a:prstGeom prst="wedgeRoundRectCallout">
            <a:avLst>
              <a:gd name="adj1" fmla="val 118916"/>
              <a:gd name="adj2" fmla="val 213808"/>
              <a:gd name="adj3" fmla="val 16667"/>
            </a:avLst>
          </a:prstGeom>
          <a:gradFill flip="none" rotWithShape="1">
            <a:gsLst>
              <a:gs pos="0">
                <a:srgbClr val="F0E5B7"/>
              </a:gs>
              <a:gs pos="100000">
                <a:srgbClr val="F0E5B7"/>
              </a:gs>
            </a:gsLst>
            <a:lin ang="27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dirty="0">
                <a:solidFill>
                  <a:srgbClr val="C01920"/>
                </a:solidFill>
                <a:latin typeface="楷体" pitchFamily="49" charset="-122"/>
                <a:ea typeface="楷体" pitchFamily="49" charset="-122"/>
              </a:rPr>
              <a:t>符号位</a:t>
            </a:r>
          </a:p>
        </p:txBody>
      </p:sp>
      <p:sp>
        <p:nvSpPr>
          <p:cNvPr id="60" name="Rectangle 6">
            <a:extLst>
              <a:ext uri="{FF2B5EF4-FFF2-40B4-BE49-F238E27FC236}">
                <a16:creationId xmlns:a16="http://schemas.microsoft.com/office/drawing/2014/main" id="{0AC312EC-2D87-4B11-A137-DE22E7540600}"/>
              </a:ext>
            </a:extLst>
          </p:cNvPr>
          <p:cNvSpPr>
            <a:spLocks noChangeArrowheads="1"/>
          </p:cNvSpPr>
          <p:nvPr/>
        </p:nvSpPr>
        <p:spPr bwMode="auto">
          <a:xfrm>
            <a:off x="756410" y="1393612"/>
            <a:ext cx="4840287" cy="523220"/>
          </a:xfrm>
          <a:prstGeom prst="rect">
            <a:avLst/>
          </a:prstGeom>
          <a:noFill/>
          <a:ln w="9525">
            <a:noFill/>
            <a:miter lim="800000"/>
            <a:headEnd/>
            <a:tailEnd/>
          </a:ln>
          <a:effectLst/>
        </p:spPr>
        <p:txBody>
          <a:bodyPr anchor="ctr">
            <a:spAutoFit/>
          </a:bodyPr>
          <a:lstStyle/>
          <a:p>
            <a:pPr>
              <a:buFont typeface="Wingdings" pitchFamily="2" charset="2"/>
              <a:buChar char="Ø"/>
              <a:tabLst>
                <a:tab pos="571500" algn="l"/>
              </a:tabLst>
            </a:pPr>
            <a:r>
              <a:rPr lang="zh-CN" altLang="en-US" b="1" dirty="0">
                <a:solidFill>
                  <a:srgbClr val="C01920"/>
                </a:solidFill>
                <a:latin typeface="+mn-lt"/>
                <a:ea typeface="楷体" pitchFamily="49" charset="-122"/>
              </a:rPr>
              <a:t>八进制整数</a:t>
            </a:r>
            <a:r>
              <a:rPr lang="en-US" altLang="zh-CN" b="1" dirty="0">
                <a:solidFill>
                  <a:srgbClr val="C01920"/>
                </a:solidFill>
                <a:latin typeface="+mn-lt"/>
                <a:ea typeface="楷体" pitchFamily="49" charset="-122"/>
              </a:rPr>
              <a:t> </a:t>
            </a:r>
            <a:r>
              <a:rPr lang="zh-CN" altLang="en-US" b="1" dirty="0">
                <a:solidFill>
                  <a:srgbClr val="002060"/>
                </a:solidFill>
                <a:latin typeface="楷体" pitchFamily="49" charset="-122"/>
                <a:ea typeface="楷体" pitchFamily="49" charset="-122"/>
              </a:rPr>
              <a:t>－</a:t>
            </a:r>
            <a:r>
              <a:rPr lang="en-US" altLang="zh-CN" sz="2800" b="1" dirty="0">
                <a:solidFill>
                  <a:srgbClr val="002060"/>
                </a:solidFill>
                <a:latin typeface="+mn-lt"/>
                <a:ea typeface="楷体" pitchFamily="49" charset="-122"/>
              </a:rPr>
              <a:t>034</a:t>
            </a:r>
            <a:endParaRPr lang="zh-CN" altLang="en-US" sz="2800" b="1" dirty="0">
              <a:solidFill>
                <a:srgbClr val="002060"/>
              </a:solidFill>
              <a:latin typeface="+mn-lt"/>
              <a:ea typeface="楷体" pitchFamily="49" charset="-122"/>
            </a:endParaRPr>
          </a:p>
        </p:txBody>
      </p:sp>
      <p:sp>
        <p:nvSpPr>
          <p:cNvPr id="61" name="Rectangle 5">
            <a:extLst>
              <a:ext uri="{FF2B5EF4-FFF2-40B4-BE49-F238E27FC236}">
                <a16:creationId xmlns:a16="http://schemas.microsoft.com/office/drawing/2014/main" id="{65EDBD6E-6D1F-4284-BAFA-F54CBE0CBA8C}"/>
              </a:ext>
            </a:extLst>
          </p:cNvPr>
          <p:cNvSpPr>
            <a:spLocks noChangeArrowheads="1"/>
          </p:cNvSpPr>
          <p:nvPr/>
        </p:nvSpPr>
        <p:spPr bwMode="auto">
          <a:xfrm>
            <a:off x="720087" y="856064"/>
            <a:ext cx="4512774" cy="584775"/>
          </a:xfrm>
          <a:prstGeom prst="rect">
            <a:avLst/>
          </a:prstGeom>
          <a:noFill/>
          <a:ln w="9525">
            <a:noFill/>
            <a:miter lim="800000"/>
            <a:headEnd/>
            <a:tailEnd/>
          </a:ln>
          <a:effectLst/>
        </p:spPr>
        <p:txBody>
          <a:bodyPr wrap="none" anchor="ctr">
            <a:spAutoFit/>
          </a:bodyPr>
          <a:lstStyle/>
          <a:p>
            <a:r>
              <a:rPr lang="en-US" altLang="zh-CN" sz="3200" b="1" dirty="0">
                <a:solidFill>
                  <a:srgbClr val="C01920"/>
                </a:solidFill>
                <a:latin typeface="楷体" panose="02010609060101010101" pitchFamily="49" charset="-122"/>
                <a:ea typeface="楷体" panose="02010609060101010101" pitchFamily="49" charset="-122"/>
              </a:rPr>
              <a:t>2. </a:t>
            </a:r>
            <a:r>
              <a:rPr lang="zh-CN" altLang="en-US" sz="3200" b="1" dirty="0">
                <a:solidFill>
                  <a:srgbClr val="C01920"/>
                </a:solidFill>
                <a:latin typeface="楷体" panose="02010609060101010101" pitchFamily="49" charset="-122"/>
                <a:ea typeface="楷体" panose="02010609060101010101" pitchFamily="49" charset="-122"/>
              </a:rPr>
              <a:t>整数在内存中的表示</a:t>
            </a:r>
          </a:p>
        </p:txBody>
      </p:sp>
      <p:sp>
        <p:nvSpPr>
          <p:cNvPr id="63" name="Rectangle 4">
            <a:extLst>
              <a:ext uri="{FF2B5EF4-FFF2-40B4-BE49-F238E27FC236}">
                <a16:creationId xmlns:a16="http://schemas.microsoft.com/office/drawing/2014/main" id="{08A48515-0F5B-48F2-8821-CE63A847AE96}"/>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简单数据类型与表示范围</a:t>
            </a:r>
          </a:p>
        </p:txBody>
      </p:sp>
    </p:spTree>
    <p:extLst>
      <p:ext uri="{BB962C8B-B14F-4D97-AF65-F5344CB8AC3E}">
        <p14:creationId xmlns:p14="http://schemas.microsoft.com/office/powerpoint/2010/main" val="1630936026"/>
      </p:ext>
    </p:extLst>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blinds(horizontal)">
                                      <p:cBhvr>
                                        <p:cTn id="7" dur="500"/>
                                        <p:tgtEl>
                                          <p:spTgt spid="6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60"/>
                                        </p:tgtEl>
                                        <p:attrNameLst>
                                          <p:attrName>style.visibility</p:attrName>
                                        </p:attrNameLst>
                                      </p:cBhvr>
                                      <p:to>
                                        <p:strVal val="visible"/>
                                      </p:to>
                                    </p:set>
                                    <p:anim calcmode="lin" valueType="num">
                                      <p:cBhvr additive="base">
                                        <p:cTn id="12" dur="500" fill="hold"/>
                                        <p:tgtEl>
                                          <p:spTgt spid="60"/>
                                        </p:tgtEl>
                                        <p:attrNameLst>
                                          <p:attrName>ppt_x</p:attrName>
                                        </p:attrNameLst>
                                      </p:cBhvr>
                                      <p:tavLst>
                                        <p:tav tm="0">
                                          <p:val>
                                            <p:strVal val="0-#ppt_w/2"/>
                                          </p:val>
                                        </p:tav>
                                        <p:tav tm="100000">
                                          <p:val>
                                            <p:strVal val="#ppt_x"/>
                                          </p:val>
                                        </p:tav>
                                      </p:tavLst>
                                    </p:anim>
                                    <p:anim calcmode="lin" valueType="num">
                                      <p:cBhvr additive="base">
                                        <p:cTn id="13" dur="500" fill="hold"/>
                                        <p:tgtEl>
                                          <p:spTgt spid="6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ox(in)">
                                      <p:cBhvr>
                                        <p:cTn id="18" dur="2000"/>
                                        <p:tgtEl>
                                          <p:spTgt spid="3"/>
                                        </p:tgtEl>
                                      </p:cBhvr>
                                    </p:animEffect>
                                  </p:childTnLst>
                                  <p:subTnLst>
                                    <p:audio>
                                      <p:cMediaNode>
                                        <p:cTn display="0" masterRel="sameClick">
                                          <p:stCondLst>
                                            <p:cond evt="begin" delay="0">
                                              <p:tn val="16"/>
                                            </p:cond>
                                          </p:stCondLst>
                                          <p:endCondLst>
                                            <p:cond evt="onStopAudio" delay="0">
                                              <p:tgtEl>
                                                <p:sldTgt/>
                                              </p:tgtEl>
                                            </p:cond>
                                          </p:endCondLst>
                                        </p:cTn>
                                        <p:tgtEl>
                                          <p:sndTgt r:embed="rId4" name="chimes.wav"/>
                                        </p:tgtEl>
                                      </p:cMediaNode>
                                    </p:audio>
                                  </p:sub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56"/>
                                        </p:tgtEl>
                                        <p:attrNameLst>
                                          <p:attrName>style.visibility</p:attrName>
                                        </p:attrNameLst>
                                      </p:cBhvr>
                                      <p:to>
                                        <p:strVal val="visible"/>
                                      </p:to>
                                    </p:set>
                                    <p:animEffect transition="in" filter="blinds(horizontal)">
                                      <p:cBhvr>
                                        <p:cTn id="23" dur="500"/>
                                        <p:tgtEl>
                                          <p:spTgt spid="56"/>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18" presetClass="entr" presetSubtype="3" fill="hold" nodeType="clickEffect">
                                  <p:stCondLst>
                                    <p:cond delay="0"/>
                                  </p:stCondLst>
                                  <p:childTnLst>
                                    <p:set>
                                      <p:cBhvr>
                                        <p:cTn id="27" dur="1" fill="hold">
                                          <p:stCondLst>
                                            <p:cond delay="0"/>
                                          </p:stCondLst>
                                        </p:cTn>
                                        <p:tgtEl>
                                          <p:spTgt spid="62"/>
                                        </p:tgtEl>
                                        <p:attrNameLst>
                                          <p:attrName>style.visibility</p:attrName>
                                        </p:attrNameLst>
                                      </p:cBhvr>
                                      <p:to>
                                        <p:strVal val="visible"/>
                                      </p:to>
                                    </p:set>
                                    <p:animEffect transition="in" filter="strips(upRight)">
                                      <p:cBhvr>
                                        <p:cTn id="28" dur="500"/>
                                        <p:tgtEl>
                                          <p:spTgt spid="62"/>
                                        </p:tgtEl>
                                      </p:cBhvr>
                                    </p:animEffect>
                                  </p:childTnLst>
                                </p:cTn>
                              </p:par>
                            </p:childTnLst>
                          </p:cTn>
                        </p:par>
                        <p:par>
                          <p:cTn id="29" fill="hold">
                            <p:stCondLst>
                              <p:cond delay="500"/>
                            </p:stCondLst>
                            <p:childTnLst>
                              <p:par>
                                <p:cTn id="30" presetID="3" presetClass="entr" presetSubtype="10" fill="hold" grpId="0" nodeType="afterEffect">
                                  <p:stCondLst>
                                    <p:cond delay="0"/>
                                  </p:stCondLst>
                                  <p:childTnLst>
                                    <p:set>
                                      <p:cBhvr>
                                        <p:cTn id="31" dur="1" fill="hold">
                                          <p:stCondLst>
                                            <p:cond delay="0"/>
                                          </p:stCondLst>
                                        </p:cTn>
                                        <p:tgtEl>
                                          <p:spTgt spid="59"/>
                                        </p:tgtEl>
                                        <p:attrNameLst>
                                          <p:attrName>style.visibility</p:attrName>
                                        </p:attrNameLst>
                                      </p:cBhvr>
                                      <p:to>
                                        <p:strVal val="visible"/>
                                      </p:to>
                                    </p:set>
                                    <p:animEffect transition="in" filter="blinds(horizontal)">
                                      <p:cBhvr>
                                        <p:cTn id="32" dur="500"/>
                                        <p:tgtEl>
                                          <p:spTgt spid="59"/>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3"/>
                                        </p:tgtEl>
                                        <p:attrNameLst>
                                          <p:attrName>style.visibility</p:attrName>
                                        </p:attrNameLst>
                                      </p:cBhvr>
                                      <p:to>
                                        <p:strVal val="visible"/>
                                      </p:to>
                                    </p:set>
                                    <p:animEffect transition="in" filter="blinds(horizontal)">
                                      <p:cBhvr>
                                        <p:cTn id="37" dur="500"/>
                                        <p:tgtEl>
                                          <p:spTgt spid="53"/>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p:stCondLst>
                        <p:cond delay="indefinite"/>
                      </p:stCondLst>
                      <p:childTnLst>
                        <p:par>
                          <p:cTn id="39" fill="hold">
                            <p:stCondLst>
                              <p:cond delay="0"/>
                            </p:stCondLst>
                            <p:childTnLst>
                              <p:par>
                                <p:cTn id="40" presetID="18" presetClass="entr" presetSubtype="12" fill="hold" grpId="0" nodeType="clickEffect">
                                  <p:stCondLst>
                                    <p:cond delay="0"/>
                                  </p:stCondLst>
                                  <p:childTnLst>
                                    <p:set>
                                      <p:cBhvr>
                                        <p:cTn id="41" dur="1" fill="hold">
                                          <p:stCondLst>
                                            <p:cond delay="0"/>
                                          </p:stCondLst>
                                        </p:cTn>
                                        <p:tgtEl>
                                          <p:spTgt spid="57"/>
                                        </p:tgtEl>
                                        <p:attrNameLst>
                                          <p:attrName>style.visibility</p:attrName>
                                        </p:attrNameLst>
                                      </p:cBhvr>
                                      <p:to>
                                        <p:strVal val="visible"/>
                                      </p:to>
                                    </p:set>
                                    <p:animEffect transition="in" filter="strips(downLeft)">
                                      <p:cBhvr>
                                        <p:cTn id="42" dur="500"/>
                                        <p:tgtEl>
                                          <p:spTgt spid="57"/>
                                        </p:tgtEl>
                                      </p:cBhvr>
                                    </p:animEffect>
                                  </p:childTnLst>
                                  <p:subTnLst>
                                    <p:audio>
                                      <p:cMediaNode>
                                        <p:cTn display="0" masterRel="sameClick">
                                          <p:stCondLst>
                                            <p:cond evt="begin" delay="0">
                                              <p:tn val="40"/>
                                            </p:cond>
                                          </p:stCondLst>
                                          <p:endCondLst>
                                            <p:cond evt="onStopAudio" delay="0">
                                              <p:tgtEl>
                                                <p:sldTgt/>
                                              </p:tgtEl>
                                            </p:cond>
                                          </p:endCondLst>
                                        </p:cTn>
                                        <p:tgtEl>
                                          <p:sndTgt r:embed="rId4" name="chimes.wav"/>
                                        </p:tgtEl>
                                      </p:cMediaNode>
                                    </p:audio>
                                  </p:subTnLst>
                                </p:cTn>
                              </p:par>
                            </p:childTnLst>
                          </p:cTn>
                        </p:par>
                        <p:par>
                          <p:cTn id="43" fill="hold">
                            <p:stCondLst>
                              <p:cond delay="500"/>
                            </p:stCondLst>
                            <p:childTnLst>
                              <p:par>
                                <p:cTn id="44" presetID="18" presetClass="entr" presetSubtype="12" fill="hold" grpId="0" nodeType="afterEffect">
                                  <p:stCondLst>
                                    <p:cond delay="0"/>
                                  </p:stCondLst>
                                  <p:childTnLst>
                                    <p:set>
                                      <p:cBhvr>
                                        <p:cTn id="45" dur="1" fill="hold">
                                          <p:stCondLst>
                                            <p:cond delay="0"/>
                                          </p:stCondLst>
                                        </p:cTn>
                                        <p:tgtEl>
                                          <p:spTgt spid="58"/>
                                        </p:tgtEl>
                                        <p:attrNameLst>
                                          <p:attrName>style.visibility</p:attrName>
                                        </p:attrNameLst>
                                      </p:cBhvr>
                                      <p:to>
                                        <p:strVal val="visible"/>
                                      </p:to>
                                    </p:set>
                                    <p:animEffect transition="in" filter="strips(downLeft)">
                                      <p:cBhvr>
                                        <p:cTn id="46" dur="500"/>
                                        <p:tgtEl>
                                          <p:spTgt spid="58"/>
                                        </p:tgtEl>
                                      </p:cBhvr>
                                    </p:animEffect>
                                  </p:childTnLst>
                                  <p:subTnLst>
                                    <p:audio>
                                      <p:cMediaNode>
                                        <p:cTn display="0" masterRel="sameClick">
                                          <p:stCondLst>
                                            <p:cond evt="begin" delay="0">
                                              <p:tn val="44"/>
                                            </p:cond>
                                          </p:stCondLst>
                                          <p:endCondLst>
                                            <p:cond evt="onStopAudio" delay="0">
                                              <p:tgtEl>
                                                <p:sldTgt/>
                                              </p:tgtEl>
                                            </p:cond>
                                          </p:endCondLst>
                                        </p:cTn>
                                        <p:tgtEl>
                                          <p:sndTgt r:embed="rId4" name="chimes.wav"/>
                                        </p:tgtEl>
                                      </p:cMediaNode>
                                    </p:audio>
                                  </p:subTnLst>
                                </p:cTn>
                              </p:par>
                            </p:childTnLst>
                          </p:cTn>
                        </p:par>
                        <p:par>
                          <p:cTn id="47" fill="hold">
                            <p:stCondLst>
                              <p:cond delay="1000"/>
                            </p:stCondLst>
                            <p:childTnLst>
                              <p:par>
                                <p:cTn id="48" presetID="3" presetClass="entr" presetSubtype="10" fill="hold" nodeType="afterEffect">
                                  <p:stCondLst>
                                    <p:cond delay="0"/>
                                  </p:stCondLst>
                                  <p:childTnLst>
                                    <p:set>
                                      <p:cBhvr>
                                        <p:cTn id="49" dur="1" fill="hold">
                                          <p:stCondLst>
                                            <p:cond delay="0"/>
                                          </p:stCondLst>
                                        </p:cTn>
                                        <p:tgtEl>
                                          <p:spTgt spid="102"/>
                                        </p:tgtEl>
                                        <p:attrNameLst>
                                          <p:attrName>style.visibility</p:attrName>
                                        </p:attrNameLst>
                                      </p:cBhvr>
                                      <p:to>
                                        <p:strVal val="visible"/>
                                      </p:to>
                                    </p:set>
                                    <p:animEffect transition="in" filter="blinds(horizontal)">
                                      <p:cBhvr>
                                        <p:cTn id="50" dur="500"/>
                                        <p:tgtEl>
                                          <p:spTgt spid="102"/>
                                        </p:tgtEl>
                                      </p:cBhvr>
                                    </p:animEffect>
                                  </p:childTnLst>
                                  <p:subTnLst>
                                    <p:audio>
                                      <p:cMediaNode>
                                        <p:cTn display="0" masterRel="sameClick">
                                          <p:stCondLst>
                                            <p:cond evt="begin" delay="0">
                                              <p:tn val="48"/>
                                            </p:cond>
                                          </p:stCondLst>
                                          <p:endCondLst>
                                            <p:cond evt="onStopAudio" delay="0">
                                              <p:tgtEl>
                                                <p:sldTgt/>
                                              </p:tgtEl>
                                            </p:cond>
                                          </p:endCondLst>
                                        </p:cTn>
                                        <p:tgtEl>
                                          <p:sndTgt r:embed="rId4" name="chimes.wav"/>
                                        </p:tgtEl>
                                      </p:cMediaNode>
                                    </p:audio>
                                  </p:subTnLst>
                                </p:cTn>
                              </p:par>
                            </p:childTnLst>
                          </p:cTn>
                        </p:par>
                        <p:par>
                          <p:cTn id="51" fill="hold">
                            <p:stCondLst>
                              <p:cond delay="1500"/>
                            </p:stCondLst>
                            <p:childTnLst>
                              <p:par>
                                <p:cTn id="52" presetID="3" presetClass="entr" presetSubtype="10" fill="hold" grpId="0" nodeType="afterEffect">
                                  <p:stCondLst>
                                    <p:cond delay="0"/>
                                  </p:stCondLst>
                                  <p:childTnLst>
                                    <p:set>
                                      <p:cBhvr>
                                        <p:cTn id="53" dur="1" fill="hold">
                                          <p:stCondLst>
                                            <p:cond delay="0"/>
                                          </p:stCondLst>
                                        </p:cTn>
                                        <p:tgtEl>
                                          <p:spTgt spid="110"/>
                                        </p:tgtEl>
                                        <p:attrNameLst>
                                          <p:attrName>style.visibility</p:attrName>
                                        </p:attrNameLst>
                                      </p:cBhvr>
                                      <p:to>
                                        <p:strVal val="visible"/>
                                      </p:to>
                                    </p:set>
                                    <p:animEffect transition="in" filter="blinds(horizontal)">
                                      <p:cBhvr>
                                        <p:cTn id="54" dur="500"/>
                                        <p:tgtEl>
                                          <p:spTgt spid="110"/>
                                        </p:tgtEl>
                                      </p:cBhvr>
                                    </p:animEffect>
                                  </p:childTnLst>
                                  <p:subTnLst>
                                    <p:audio>
                                      <p:cMediaNode>
                                        <p:cTn display="0" masterRel="sameClick">
                                          <p:stCondLst>
                                            <p:cond evt="begin" delay="0">
                                              <p:tn val="52"/>
                                            </p:cond>
                                          </p:stCondLst>
                                          <p:endCondLst>
                                            <p:cond evt="onStopAudio" delay="0">
                                              <p:tgtEl>
                                                <p:sldTgt/>
                                              </p:tgtEl>
                                            </p:cond>
                                          </p:endCondLst>
                                        </p:cTn>
                                        <p:tgtEl>
                                          <p:sndTgt r:embed="rId3" name="CAMERA.WAV"/>
                                        </p:tgtEl>
                                      </p:cMediaNode>
                                    </p:audio>
                                  </p:subTnLst>
                                </p:cTn>
                              </p:par>
                            </p:childTnLst>
                          </p:cTn>
                        </p:par>
                      </p:childTnLst>
                    </p:cTn>
                  </p:par>
                  <p:par>
                    <p:cTn id="55" fill="hold">
                      <p:stCondLst>
                        <p:cond delay="indefinite"/>
                      </p:stCondLst>
                      <p:childTnLst>
                        <p:par>
                          <p:cTn id="56" fill="hold">
                            <p:stCondLst>
                              <p:cond delay="0"/>
                            </p:stCondLst>
                            <p:childTnLst>
                              <p:par>
                                <p:cTn id="57" presetID="3" presetClass="entr" presetSubtype="10" fill="hold" nodeType="clickEffect">
                                  <p:stCondLst>
                                    <p:cond delay="0"/>
                                  </p:stCondLst>
                                  <p:childTnLst>
                                    <p:set>
                                      <p:cBhvr>
                                        <p:cTn id="58" dur="1" fill="hold">
                                          <p:stCondLst>
                                            <p:cond delay="0"/>
                                          </p:stCondLst>
                                        </p:cTn>
                                        <p:tgtEl>
                                          <p:spTgt spid="103"/>
                                        </p:tgtEl>
                                        <p:attrNameLst>
                                          <p:attrName>style.visibility</p:attrName>
                                        </p:attrNameLst>
                                      </p:cBhvr>
                                      <p:to>
                                        <p:strVal val="visible"/>
                                      </p:to>
                                    </p:set>
                                    <p:animEffect transition="in" filter="blinds(horizontal)">
                                      <p:cBhvr>
                                        <p:cTn id="59" dur="500"/>
                                        <p:tgtEl>
                                          <p:spTgt spid="103"/>
                                        </p:tgtEl>
                                      </p:cBhvr>
                                    </p:animEffect>
                                  </p:childTnLst>
                                  <p:subTnLst>
                                    <p:audio>
                                      <p:cMediaNode>
                                        <p:cTn display="0" masterRel="sameClick">
                                          <p:stCondLst>
                                            <p:cond evt="begin" delay="0">
                                              <p:tn val="57"/>
                                            </p:cond>
                                          </p:stCondLst>
                                          <p:endCondLst>
                                            <p:cond evt="onStopAudio" delay="0">
                                              <p:tgtEl>
                                                <p:sldTgt/>
                                              </p:tgtEl>
                                            </p:cond>
                                          </p:endCondLst>
                                        </p:cTn>
                                        <p:tgtEl>
                                          <p:sndTgt r:embed="rId3" name="CAMERA.WAV"/>
                                        </p:tgtEl>
                                      </p:cMediaNode>
                                    </p:audio>
                                  </p:subTnLst>
                                </p:cTn>
                              </p:par>
                            </p:childTnLst>
                          </p:cTn>
                        </p:par>
                      </p:childTnLst>
                    </p:cTn>
                  </p:par>
                  <p:par>
                    <p:cTn id="60" fill="hold">
                      <p:stCondLst>
                        <p:cond delay="indefinite"/>
                      </p:stCondLst>
                      <p:childTnLst>
                        <p:par>
                          <p:cTn id="61" fill="hold">
                            <p:stCondLst>
                              <p:cond delay="0"/>
                            </p:stCondLst>
                            <p:childTnLst>
                              <p:par>
                                <p:cTn id="62" presetID="18" presetClass="entr" presetSubtype="12" fill="hold" grpId="0" nodeType="clickEffect">
                                  <p:stCondLst>
                                    <p:cond delay="0"/>
                                  </p:stCondLst>
                                  <p:childTnLst>
                                    <p:set>
                                      <p:cBhvr>
                                        <p:cTn id="63" dur="1" fill="hold">
                                          <p:stCondLst>
                                            <p:cond delay="0"/>
                                          </p:stCondLst>
                                        </p:cTn>
                                        <p:tgtEl>
                                          <p:spTgt spid="109"/>
                                        </p:tgtEl>
                                        <p:attrNameLst>
                                          <p:attrName>style.visibility</p:attrName>
                                        </p:attrNameLst>
                                      </p:cBhvr>
                                      <p:to>
                                        <p:strVal val="visible"/>
                                      </p:to>
                                    </p:set>
                                    <p:animEffect transition="in" filter="strips(downLeft)">
                                      <p:cBhvr>
                                        <p:cTn id="64" dur="500"/>
                                        <p:tgtEl>
                                          <p:spTgt spid="109"/>
                                        </p:tgtEl>
                                      </p:cBhvr>
                                    </p:animEffect>
                                  </p:childTnLst>
                                  <p:subTnLst>
                                    <p:audio>
                                      <p:cMediaNode>
                                        <p:cTn display="0" masterRel="sameClick">
                                          <p:stCondLst>
                                            <p:cond evt="begin" delay="0">
                                              <p:tn val="62"/>
                                            </p:cond>
                                          </p:stCondLst>
                                          <p:endCondLst>
                                            <p:cond evt="onStopAudio" delay="0">
                                              <p:tgtEl>
                                                <p:sldTgt/>
                                              </p:tgtEl>
                                            </p:cond>
                                          </p:endCondLst>
                                        </p:cTn>
                                        <p:tgtEl>
                                          <p:sndTgt r:embed="rId3" name="CAMERA.WAV"/>
                                        </p:tgtEl>
                                      </p:cMediaNode>
                                    </p:audio>
                                  </p:subTnLst>
                                </p:cTn>
                              </p:par>
                            </p:childTnLst>
                          </p:cTn>
                        </p:par>
                        <p:par>
                          <p:cTn id="65" fill="hold">
                            <p:stCondLst>
                              <p:cond delay="500"/>
                            </p:stCondLst>
                            <p:childTnLst>
                              <p:par>
                                <p:cTn id="66" presetID="3" presetClass="entr" presetSubtype="10" fill="hold" nodeType="afterEffect">
                                  <p:stCondLst>
                                    <p:cond delay="0"/>
                                  </p:stCondLst>
                                  <p:childTnLst>
                                    <p:set>
                                      <p:cBhvr>
                                        <p:cTn id="67" dur="1" fill="hold">
                                          <p:stCondLst>
                                            <p:cond delay="0"/>
                                          </p:stCondLst>
                                        </p:cTn>
                                        <p:tgtEl>
                                          <p:spTgt spid="106"/>
                                        </p:tgtEl>
                                        <p:attrNameLst>
                                          <p:attrName>style.visibility</p:attrName>
                                        </p:attrNameLst>
                                      </p:cBhvr>
                                      <p:to>
                                        <p:strVal val="visible"/>
                                      </p:to>
                                    </p:set>
                                    <p:animEffect transition="in" filter="blinds(horizontal)">
                                      <p:cBhvr>
                                        <p:cTn id="68" dur="500"/>
                                        <p:tgtEl>
                                          <p:spTgt spid="106"/>
                                        </p:tgtEl>
                                      </p:cBhvr>
                                    </p:animEffect>
                                  </p:childTnLst>
                                  <p:subTnLst>
                                    <p:audio>
                                      <p:cMediaNode>
                                        <p:cTn display="0" masterRel="sameClick">
                                          <p:stCondLst>
                                            <p:cond evt="begin" delay="0">
                                              <p:tn val="66"/>
                                            </p:cond>
                                          </p:stCondLst>
                                          <p:endCondLst>
                                            <p:cond evt="onStopAudio" delay="0">
                                              <p:tgtEl>
                                                <p:sldTgt/>
                                              </p:tgtEl>
                                            </p:cond>
                                          </p:endCondLst>
                                        </p:cTn>
                                        <p:tgtEl>
                                          <p:sndTgt r:embed="rId3" name="CAMERA.WAV"/>
                                        </p:tgtEl>
                                      </p:cMediaNode>
                                    </p:audio>
                                  </p:subTnLst>
                                </p:cTn>
                              </p:par>
                            </p:childTnLst>
                          </p:cTn>
                        </p:par>
                      </p:childTnLst>
                    </p:cTn>
                  </p:par>
                  <p:par>
                    <p:cTn id="69" fill="hold">
                      <p:stCondLst>
                        <p:cond delay="indefinite"/>
                      </p:stCondLst>
                      <p:childTnLst>
                        <p:par>
                          <p:cTn id="70" fill="hold">
                            <p:stCondLst>
                              <p:cond delay="0"/>
                            </p:stCondLst>
                            <p:childTnLst>
                              <p:par>
                                <p:cTn id="71" presetID="18" presetClass="entr" presetSubtype="12" fill="hold" grpId="0" nodeType="clickEffect">
                                  <p:stCondLst>
                                    <p:cond delay="0"/>
                                  </p:stCondLst>
                                  <p:childTnLst>
                                    <p:set>
                                      <p:cBhvr>
                                        <p:cTn id="72" dur="1" fill="hold">
                                          <p:stCondLst>
                                            <p:cond delay="0"/>
                                          </p:stCondLst>
                                        </p:cTn>
                                        <p:tgtEl>
                                          <p:spTgt spid="111"/>
                                        </p:tgtEl>
                                        <p:attrNameLst>
                                          <p:attrName>style.visibility</p:attrName>
                                        </p:attrNameLst>
                                      </p:cBhvr>
                                      <p:to>
                                        <p:strVal val="visible"/>
                                      </p:to>
                                    </p:set>
                                    <p:animEffect transition="in" filter="strips(downLeft)">
                                      <p:cBhvr>
                                        <p:cTn id="73" dur="500"/>
                                        <p:tgtEl>
                                          <p:spTgt spid="111"/>
                                        </p:tgtEl>
                                      </p:cBhvr>
                                    </p:animEffect>
                                  </p:childTnLst>
                                  <p:subTnLst>
                                    <p:audio>
                                      <p:cMediaNode>
                                        <p:cTn display="0" masterRel="sameClick">
                                          <p:stCondLst>
                                            <p:cond evt="begin" delay="0">
                                              <p:tn val="71"/>
                                            </p:cond>
                                          </p:stCondLst>
                                          <p:endCondLst>
                                            <p:cond evt="onStopAudio" delay="0">
                                              <p:tgtEl>
                                                <p:sldTgt/>
                                              </p:tgtEl>
                                            </p:cond>
                                          </p:endCondLst>
                                        </p:cTn>
                                        <p:tgtEl>
                                          <p:sndTgt r:embed="rId3" name="CAMERA.WAV"/>
                                        </p:tgtEl>
                                      </p:cMediaNode>
                                    </p:audio>
                                  </p:subTnLst>
                                </p:cTn>
                              </p:par>
                            </p:childTnLst>
                          </p:cTn>
                        </p:par>
                      </p:childTnLst>
                    </p:cTn>
                  </p:par>
                  <p:par>
                    <p:cTn id="74" fill="hold">
                      <p:stCondLst>
                        <p:cond delay="indefinite"/>
                      </p:stCondLst>
                      <p:childTnLst>
                        <p:par>
                          <p:cTn id="75" fill="hold">
                            <p:stCondLst>
                              <p:cond delay="0"/>
                            </p:stCondLst>
                            <p:childTnLst>
                              <p:par>
                                <p:cTn id="76" presetID="4" presetClass="entr" presetSubtype="16" fill="hold" nodeType="clickEffect">
                                  <p:stCondLst>
                                    <p:cond delay="0"/>
                                  </p:stCondLst>
                                  <p:childTnLst>
                                    <p:set>
                                      <p:cBhvr>
                                        <p:cTn id="77" dur="1" fill="hold">
                                          <p:stCondLst>
                                            <p:cond delay="0"/>
                                          </p:stCondLst>
                                        </p:cTn>
                                        <p:tgtEl>
                                          <p:spTgt spid="4"/>
                                        </p:tgtEl>
                                        <p:attrNameLst>
                                          <p:attrName>style.visibility</p:attrName>
                                        </p:attrNameLst>
                                      </p:cBhvr>
                                      <p:to>
                                        <p:strVal val="visible"/>
                                      </p:to>
                                    </p:set>
                                    <p:animEffect transition="in" filter="box(in)">
                                      <p:cBhvr>
                                        <p:cTn id="78" dur="2000"/>
                                        <p:tgtEl>
                                          <p:spTgt spid="4"/>
                                        </p:tgtEl>
                                      </p:cBhvr>
                                    </p:animEffect>
                                  </p:childTnLst>
                                  <p:subTnLst>
                                    <p:audio>
                                      <p:cMediaNode>
                                        <p:cTn display="0" masterRel="sameClick">
                                          <p:stCondLst>
                                            <p:cond evt="begin" delay="0">
                                              <p:tn val="76"/>
                                            </p:cond>
                                          </p:stCondLst>
                                          <p:endCondLst>
                                            <p:cond evt="onStopAudio" delay="0">
                                              <p:tgtEl>
                                                <p:sldTgt/>
                                              </p:tgtEl>
                                            </p:cond>
                                          </p:endCondLst>
                                        </p:cTn>
                                        <p:tgtEl>
                                          <p:sndTgt r:embed="rId4" name="chimes.wav"/>
                                        </p:tgtEl>
                                      </p:cMediaNode>
                                    </p:audio>
                                  </p:subTnLst>
                                </p:cTn>
                              </p:par>
                            </p:childTnLst>
                          </p:cTn>
                        </p:par>
                      </p:childTnLst>
                    </p:cTn>
                  </p:par>
                  <p:par>
                    <p:cTn id="79" fill="hold">
                      <p:stCondLst>
                        <p:cond delay="indefinite"/>
                      </p:stCondLst>
                      <p:childTnLst>
                        <p:par>
                          <p:cTn id="80" fill="hold">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112"/>
                                        </p:tgtEl>
                                        <p:attrNameLst>
                                          <p:attrName>style.visibility</p:attrName>
                                        </p:attrNameLst>
                                      </p:cBhvr>
                                      <p:to>
                                        <p:strVal val="visible"/>
                                      </p:to>
                                    </p:set>
                                    <p:animEffect transition="in" filter="blinds(horizontal)">
                                      <p:cBhvr>
                                        <p:cTn id="83" dur="500"/>
                                        <p:tgtEl>
                                          <p:spTgt spid="112"/>
                                        </p:tgtEl>
                                      </p:cBhvr>
                                    </p:animEffect>
                                  </p:childTnLst>
                                  <p:subTnLst>
                                    <p:audio>
                                      <p:cMediaNode>
                                        <p:cTn display="0" masterRel="sameClick">
                                          <p:stCondLst>
                                            <p:cond evt="begin" delay="0">
                                              <p:tn val="81"/>
                                            </p:cond>
                                          </p:stCondLst>
                                          <p:endCondLst>
                                            <p:cond evt="onStopAudio" delay="0">
                                              <p:tgtEl>
                                                <p:sldTgt/>
                                              </p:tgtEl>
                                            </p:cond>
                                          </p:endCondLst>
                                        </p:cTn>
                                        <p:tgtEl>
                                          <p:sndTgt r:embed="rId3" name="camera.wav"/>
                                        </p:tgtEl>
                                      </p:cMediaNode>
                                    </p:audio>
                                  </p:subTnLst>
                                </p:cTn>
                              </p:par>
                            </p:childTnLst>
                          </p:cTn>
                        </p:par>
                      </p:childTnLst>
                    </p:cTn>
                  </p:par>
                  <p:par>
                    <p:cTn id="84" fill="hold">
                      <p:stCondLst>
                        <p:cond delay="indefinite"/>
                      </p:stCondLst>
                      <p:childTnLst>
                        <p:par>
                          <p:cTn id="85" fill="hold">
                            <p:stCondLst>
                              <p:cond delay="0"/>
                            </p:stCondLst>
                            <p:childTnLst>
                              <p:par>
                                <p:cTn id="86" presetID="18" presetClass="entr" presetSubtype="3" fill="hold" nodeType="clickEffect">
                                  <p:stCondLst>
                                    <p:cond delay="0"/>
                                  </p:stCondLst>
                                  <p:childTnLst>
                                    <p:set>
                                      <p:cBhvr>
                                        <p:cTn id="87" dur="1" fill="hold">
                                          <p:stCondLst>
                                            <p:cond delay="0"/>
                                          </p:stCondLst>
                                        </p:cTn>
                                        <p:tgtEl>
                                          <p:spTgt spid="113"/>
                                        </p:tgtEl>
                                        <p:attrNameLst>
                                          <p:attrName>style.visibility</p:attrName>
                                        </p:attrNameLst>
                                      </p:cBhvr>
                                      <p:to>
                                        <p:strVal val="visible"/>
                                      </p:to>
                                    </p:set>
                                    <p:animEffect transition="in" filter="strips(upRight)">
                                      <p:cBhvr>
                                        <p:cTn id="88" dur="500"/>
                                        <p:tgtEl>
                                          <p:spTgt spid="113"/>
                                        </p:tgtEl>
                                      </p:cBhvr>
                                    </p:animEffect>
                                  </p:childTnLst>
                                </p:cTn>
                              </p:par>
                            </p:childTnLst>
                          </p:cTn>
                        </p:par>
                        <p:par>
                          <p:cTn id="89" fill="hold">
                            <p:stCondLst>
                              <p:cond delay="500"/>
                            </p:stCondLst>
                            <p:childTnLst>
                              <p:par>
                                <p:cTn id="90" presetID="3" presetClass="entr" presetSubtype="10" fill="hold" grpId="0" nodeType="afterEffect">
                                  <p:stCondLst>
                                    <p:cond delay="0"/>
                                  </p:stCondLst>
                                  <p:childTnLst>
                                    <p:set>
                                      <p:cBhvr>
                                        <p:cTn id="91" dur="1" fill="hold">
                                          <p:stCondLst>
                                            <p:cond delay="0"/>
                                          </p:stCondLst>
                                        </p:cTn>
                                        <p:tgtEl>
                                          <p:spTgt spid="116"/>
                                        </p:tgtEl>
                                        <p:attrNameLst>
                                          <p:attrName>style.visibility</p:attrName>
                                        </p:attrNameLst>
                                      </p:cBhvr>
                                      <p:to>
                                        <p:strVal val="visible"/>
                                      </p:to>
                                    </p:set>
                                    <p:animEffect transition="in" filter="blinds(horizontal)">
                                      <p:cBhvr>
                                        <p:cTn id="92" dur="500"/>
                                        <p:tgtEl>
                                          <p:spTgt spid="116"/>
                                        </p:tgtEl>
                                      </p:cBhvr>
                                    </p:animEffect>
                                  </p:childTnLst>
                                  <p:subTnLst>
                                    <p:audio>
                                      <p:cMediaNode>
                                        <p:cTn display="0" masterRel="sameClick">
                                          <p:stCondLst>
                                            <p:cond evt="begin" delay="0">
                                              <p:tn val="90"/>
                                            </p:cond>
                                          </p:stCondLst>
                                          <p:endCondLst>
                                            <p:cond evt="onStopAudio" delay="0">
                                              <p:tgtEl>
                                                <p:sldTgt/>
                                              </p:tgtEl>
                                            </p:cond>
                                          </p:endCondLst>
                                        </p:cTn>
                                        <p:tgtEl>
                                          <p:sndTgt r:embed="rId3" name="camera.wav"/>
                                        </p:tgtEl>
                                      </p:cMediaNode>
                                    </p:audio>
                                  </p:subTnLst>
                                </p:cTn>
                              </p:par>
                            </p:childTnLst>
                          </p:cTn>
                        </p:par>
                      </p:childTnLst>
                    </p:cTn>
                  </p:par>
                  <p:par>
                    <p:cTn id="93" fill="hold">
                      <p:stCondLst>
                        <p:cond delay="indefinite"/>
                      </p:stCondLst>
                      <p:childTnLst>
                        <p:par>
                          <p:cTn id="94" fill="hold">
                            <p:stCondLst>
                              <p:cond delay="0"/>
                            </p:stCondLst>
                            <p:childTnLst>
                              <p:par>
                                <p:cTn id="95" presetID="3" presetClass="entr" presetSubtype="10" fill="hold" nodeType="clickEffect">
                                  <p:stCondLst>
                                    <p:cond delay="0"/>
                                  </p:stCondLst>
                                  <p:childTnLst>
                                    <p:set>
                                      <p:cBhvr>
                                        <p:cTn id="96" dur="1" fill="hold">
                                          <p:stCondLst>
                                            <p:cond delay="0"/>
                                          </p:stCondLst>
                                        </p:cTn>
                                        <p:tgtEl>
                                          <p:spTgt spid="117"/>
                                        </p:tgtEl>
                                        <p:attrNameLst>
                                          <p:attrName>style.visibility</p:attrName>
                                        </p:attrNameLst>
                                      </p:cBhvr>
                                      <p:to>
                                        <p:strVal val="visible"/>
                                      </p:to>
                                    </p:set>
                                    <p:animEffect transition="in" filter="blinds(horizontal)">
                                      <p:cBhvr>
                                        <p:cTn id="97" dur="500"/>
                                        <p:tgtEl>
                                          <p:spTgt spid="117"/>
                                        </p:tgtEl>
                                      </p:cBhvr>
                                    </p:animEffect>
                                  </p:childTnLst>
                                  <p:subTnLst>
                                    <p:audio>
                                      <p:cMediaNode>
                                        <p:cTn display="0" masterRel="sameClick">
                                          <p:stCondLst>
                                            <p:cond evt="begin" delay="0">
                                              <p:tn val="95"/>
                                            </p:cond>
                                          </p:stCondLst>
                                          <p:endCondLst>
                                            <p:cond evt="onStopAudio" delay="0">
                                              <p:tgtEl>
                                                <p:sldTgt/>
                                              </p:tgtEl>
                                            </p:cond>
                                          </p:endCondLst>
                                        </p:cTn>
                                        <p:tgtEl>
                                          <p:sndTgt r:embed="rId3" name="camera.wav"/>
                                        </p:tgtEl>
                                      </p:cMediaNode>
                                    </p:audio>
                                  </p:subTnLst>
                                </p:cTn>
                              </p:par>
                            </p:childTnLst>
                          </p:cTn>
                        </p:par>
                      </p:childTnLst>
                    </p:cTn>
                  </p:par>
                  <p:par>
                    <p:cTn id="98" fill="hold">
                      <p:stCondLst>
                        <p:cond delay="indefinite"/>
                      </p:stCondLst>
                      <p:childTnLst>
                        <p:par>
                          <p:cTn id="99" fill="hold">
                            <p:stCondLst>
                              <p:cond delay="0"/>
                            </p:stCondLst>
                            <p:childTnLst>
                              <p:par>
                                <p:cTn id="100" presetID="18" presetClass="entr" presetSubtype="12" fill="hold" grpId="0" nodeType="clickEffect">
                                  <p:stCondLst>
                                    <p:cond delay="0"/>
                                  </p:stCondLst>
                                  <p:childTnLst>
                                    <p:set>
                                      <p:cBhvr>
                                        <p:cTn id="101" dur="1" fill="hold">
                                          <p:stCondLst>
                                            <p:cond delay="0"/>
                                          </p:stCondLst>
                                        </p:cTn>
                                        <p:tgtEl>
                                          <p:spTgt spid="120"/>
                                        </p:tgtEl>
                                        <p:attrNameLst>
                                          <p:attrName>style.visibility</p:attrName>
                                        </p:attrNameLst>
                                      </p:cBhvr>
                                      <p:to>
                                        <p:strVal val="visible"/>
                                      </p:to>
                                    </p:set>
                                    <p:animEffect transition="in" filter="strips(downLeft)">
                                      <p:cBhvr>
                                        <p:cTn id="102" dur="500"/>
                                        <p:tgtEl>
                                          <p:spTgt spid="120"/>
                                        </p:tgtEl>
                                      </p:cBhvr>
                                    </p:animEffect>
                                  </p:childTnLst>
                                  <p:subTnLst>
                                    <p:audio>
                                      <p:cMediaNode>
                                        <p:cTn display="0" masterRel="sameClick">
                                          <p:stCondLst>
                                            <p:cond evt="begin" delay="0">
                                              <p:tn val="100"/>
                                            </p:cond>
                                          </p:stCondLst>
                                          <p:endCondLst>
                                            <p:cond evt="onStopAudio" delay="0">
                                              <p:tgtEl>
                                                <p:sldTgt/>
                                              </p:tgtEl>
                                            </p:cond>
                                          </p:endCondLst>
                                        </p:cTn>
                                        <p:tgtEl>
                                          <p:sndTgt r:embed="rId4" name="chimes.wav"/>
                                        </p:tgtEl>
                                      </p:cMediaNode>
                                    </p:audio>
                                  </p:subTnLst>
                                </p:cTn>
                              </p:par>
                            </p:childTnLst>
                          </p:cTn>
                        </p:par>
                        <p:par>
                          <p:cTn id="103" fill="hold">
                            <p:stCondLst>
                              <p:cond delay="500"/>
                            </p:stCondLst>
                            <p:childTnLst>
                              <p:par>
                                <p:cTn id="104" presetID="18" presetClass="entr" presetSubtype="12" fill="hold" grpId="0" nodeType="afterEffect">
                                  <p:stCondLst>
                                    <p:cond delay="0"/>
                                  </p:stCondLst>
                                  <p:childTnLst>
                                    <p:set>
                                      <p:cBhvr>
                                        <p:cTn id="105" dur="1" fill="hold">
                                          <p:stCondLst>
                                            <p:cond delay="0"/>
                                          </p:stCondLst>
                                        </p:cTn>
                                        <p:tgtEl>
                                          <p:spTgt spid="121"/>
                                        </p:tgtEl>
                                        <p:attrNameLst>
                                          <p:attrName>style.visibility</p:attrName>
                                        </p:attrNameLst>
                                      </p:cBhvr>
                                      <p:to>
                                        <p:strVal val="visible"/>
                                      </p:to>
                                    </p:set>
                                    <p:animEffect transition="in" filter="strips(downLeft)">
                                      <p:cBhvr>
                                        <p:cTn id="106" dur="500"/>
                                        <p:tgtEl>
                                          <p:spTgt spid="121"/>
                                        </p:tgtEl>
                                      </p:cBhvr>
                                    </p:animEffect>
                                  </p:childTnLst>
                                  <p:subTnLst>
                                    <p:audio>
                                      <p:cMediaNode>
                                        <p:cTn display="0" masterRel="sameClick">
                                          <p:stCondLst>
                                            <p:cond evt="begin" delay="0">
                                              <p:tn val="104"/>
                                            </p:cond>
                                          </p:stCondLst>
                                          <p:endCondLst>
                                            <p:cond evt="onStopAudio" delay="0">
                                              <p:tgtEl>
                                                <p:sldTgt/>
                                              </p:tgtEl>
                                            </p:cond>
                                          </p:endCondLst>
                                        </p:cTn>
                                        <p:tgtEl>
                                          <p:sndTgt r:embed="rId4" name="chimes.wav"/>
                                        </p:tgtEl>
                                      </p:cMediaNode>
                                    </p:audio>
                                  </p:subTnLst>
                                </p:cTn>
                              </p:par>
                            </p:childTnLst>
                          </p:cTn>
                        </p:par>
                        <p:par>
                          <p:cTn id="107" fill="hold">
                            <p:stCondLst>
                              <p:cond delay="1000"/>
                            </p:stCondLst>
                            <p:childTnLst>
                              <p:par>
                                <p:cTn id="108" presetID="3" presetClass="entr" presetSubtype="10" fill="hold" nodeType="afterEffect">
                                  <p:stCondLst>
                                    <p:cond delay="0"/>
                                  </p:stCondLst>
                                  <p:childTnLst>
                                    <p:set>
                                      <p:cBhvr>
                                        <p:cTn id="109" dur="1" fill="hold">
                                          <p:stCondLst>
                                            <p:cond delay="0"/>
                                          </p:stCondLst>
                                        </p:cTn>
                                        <p:tgtEl>
                                          <p:spTgt spid="122"/>
                                        </p:tgtEl>
                                        <p:attrNameLst>
                                          <p:attrName>style.visibility</p:attrName>
                                        </p:attrNameLst>
                                      </p:cBhvr>
                                      <p:to>
                                        <p:strVal val="visible"/>
                                      </p:to>
                                    </p:set>
                                    <p:animEffect transition="in" filter="blinds(horizontal)">
                                      <p:cBhvr>
                                        <p:cTn id="110" dur="500"/>
                                        <p:tgtEl>
                                          <p:spTgt spid="122"/>
                                        </p:tgtEl>
                                      </p:cBhvr>
                                    </p:animEffect>
                                  </p:childTnLst>
                                  <p:subTnLst>
                                    <p:audio>
                                      <p:cMediaNode>
                                        <p:cTn display="0" masterRel="sameClick">
                                          <p:stCondLst>
                                            <p:cond evt="begin" delay="0">
                                              <p:tn val="108"/>
                                            </p:cond>
                                          </p:stCondLst>
                                          <p:endCondLst>
                                            <p:cond evt="onStopAudio" delay="0">
                                              <p:tgtEl>
                                                <p:sldTgt/>
                                              </p:tgtEl>
                                            </p:cond>
                                          </p:endCondLst>
                                        </p:cTn>
                                        <p:tgtEl>
                                          <p:sndTgt r:embed="rId4" name="chimes.wav"/>
                                        </p:tgtEl>
                                      </p:cMediaNode>
                                    </p:audio>
                                  </p:subTnLst>
                                </p:cTn>
                              </p:par>
                            </p:childTnLst>
                          </p:cTn>
                        </p:par>
                        <p:par>
                          <p:cTn id="111" fill="hold">
                            <p:stCondLst>
                              <p:cond delay="1500"/>
                            </p:stCondLst>
                            <p:childTnLst>
                              <p:par>
                                <p:cTn id="112" presetID="3" presetClass="entr" presetSubtype="10" fill="hold" grpId="0" nodeType="afterEffect">
                                  <p:stCondLst>
                                    <p:cond delay="0"/>
                                  </p:stCondLst>
                                  <p:childTnLst>
                                    <p:set>
                                      <p:cBhvr>
                                        <p:cTn id="113" dur="1" fill="hold">
                                          <p:stCondLst>
                                            <p:cond delay="0"/>
                                          </p:stCondLst>
                                        </p:cTn>
                                        <p:tgtEl>
                                          <p:spTgt spid="130"/>
                                        </p:tgtEl>
                                        <p:attrNameLst>
                                          <p:attrName>style.visibility</p:attrName>
                                        </p:attrNameLst>
                                      </p:cBhvr>
                                      <p:to>
                                        <p:strVal val="visible"/>
                                      </p:to>
                                    </p:set>
                                    <p:animEffect transition="in" filter="blinds(horizontal)">
                                      <p:cBhvr>
                                        <p:cTn id="114" dur="500"/>
                                        <p:tgtEl>
                                          <p:spTgt spid="130"/>
                                        </p:tgtEl>
                                      </p:cBhvr>
                                    </p:animEffect>
                                  </p:childTnLst>
                                  <p:subTnLst>
                                    <p:audio>
                                      <p:cMediaNode>
                                        <p:cTn display="0" masterRel="sameClick">
                                          <p:stCondLst>
                                            <p:cond evt="begin" delay="0">
                                              <p:tn val="112"/>
                                            </p:cond>
                                          </p:stCondLst>
                                          <p:endCondLst>
                                            <p:cond evt="onStopAudio" delay="0">
                                              <p:tgtEl>
                                                <p:sldTgt/>
                                              </p:tgtEl>
                                            </p:cond>
                                          </p:endCondLst>
                                        </p:cTn>
                                        <p:tgtEl>
                                          <p:sndTgt r:embed="rId3" name="CAMERA.WAV"/>
                                        </p:tgtEl>
                                      </p:cMediaNode>
                                    </p:audio>
                                  </p:subTnLst>
                                </p:cTn>
                              </p:par>
                            </p:childTnLst>
                          </p:cTn>
                        </p:par>
                      </p:childTnLst>
                    </p:cTn>
                  </p:par>
                  <p:par>
                    <p:cTn id="115" fill="hold">
                      <p:stCondLst>
                        <p:cond delay="indefinite"/>
                      </p:stCondLst>
                      <p:childTnLst>
                        <p:par>
                          <p:cTn id="116" fill="hold">
                            <p:stCondLst>
                              <p:cond delay="0"/>
                            </p:stCondLst>
                            <p:childTnLst>
                              <p:par>
                                <p:cTn id="117" presetID="3" presetClass="entr" presetSubtype="10" fill="hold" nodeType="clickEffect">
                                  <p:stCondLst>
                                    <p:cond delay="0"/>
                                  </p:stCondLst>
                                  <p:childTnLst>
                                    <p:set>
                                      <p:cBhvr>
                                        <p:cTn id="118" dur="1" fill="hold">
                                          <p:stCondLst>
                                            <p:cond delay="0"/>
                                          </p:stCondLst>
                                        </p:cTn>
                                        <p:tgtEl>
                                          <p:spTgt spid="123"/>
                                        </p:tgtEl>
                                        <p:attrNameLst>
                                          <p:attrName>style.visibility</p:attrName>
                                        </p:attrNameLst>
                                      </p:cBhvr>
                                      <p:to>
                                        <p:strVal val="visible"/>
                                      </p:to>
                                    </p:set>
                                    <p:animEffect transition="in" filter="blinds(horizontal)">
                                      <p:cBhvr>
                                        <p:cTn id="119" dur="500"/>
                                        <p:tgtEl>
                                          <p:spTgt spid="123"/>
                                        </p:tgtEl>
                                      </p:cBhvr>
                                    </p:animEffect>
                                  </p:childTnLst>
                                  <p:subTnLst>
                                    <p:audio>
                                      <p:cMediaNode>
                                        <p:cTn display="0" masterRel="sameClick">
                                          <p:stCondLst>
                                            <p:cond evt="begin" delay="0">
                                              <p:tn val="117"/>
                                            </p:cond>
                                          </p:stCondLst>
                                          <p:endCondLst>
                                            <p:cond evt="onStopAudio" delay="0">
                                              <p:tgtEl>
                                                <p:sldTgt/>
                                              </p:tgtEl>
                                            </p:cond>
                                          </p:endCondLst>
                                        </p:cTn>
                                        <p:tgtEl>
                                          <p:sndTgt r:embed="rId3" name="camera.wav"/>
                                        </p:tgtEl>
                                      </p:cMediaNode>
                                    </p:audio>
                                  </p:subTnLst>
                                </p:cTn>
                              </p:par>
                            </p:childTnLst>
                          </p:cTn>
                        </p:par>
                      </p:childTnLst>
                    </p:cTn>
                  </p:par>
                  <p:par>
                    <p:cTn id="120" fill="hold">
                      <p:stCondLst>
                        <p:cond delay="indefinite"/>
                      </p:stCondLst>
                      <p:childTnLst>
                        <p:par>
                          <p:cTn id="121" fill="hold">
                            <p:stCondLst>
                              <p:cond delay="0"/>
                            </p:stCondLst>
                            <p:childTnLst>
                              <p:par>
                                <p:cTn id="122" presetID="18" presetClass="entr" presetSubtype="12" fill="hold" grpId="0" nodeType="clickEffect">
                                  <p:stCondLst>
                                    <p:cond delay="0"/>
                                  </p:stCondLst>
                                  <p:childTnLst>
                                    <p:set>
                                      <p:cBhvr>
                                        <p:cTn id="123" dur="1" fill="hold">
                                          <p:stCondLst>
                                            <p:cond delay="0"/>
                                          </p:stCondLst>
                                        </p:cTn>
                                        <p:tgtEl>
                                          <p:spTgt spid="126"/>
                                        </p:tgtEl>
                                        <p:attrNameLst>
                                          <p:attrName>style.visibility</p:attrName>
                                        </p:attrNameLst>
                                      </p:cBhvr>
                                      <p:to>
                                        <p:strVal val="visible"/>
                                      </p:to>
                                    </p:set>
                                    <p:animEffect transition="in" filter="strips(downLeft)">
                                      <p:cBhvr>
                                        <p:cTn id="124" dur="500"/>
                                        <p:tgtEl>
                                          <p:spTgt spid="126"/>
                                        </p:tgtEl>
                                      </p:cBhvr>
                                    </p:animEffect>
                                  </p:childTnLst>
                                  <p:subTnLst>
                                    <p:audio>
                                      <p:cMediaNode>
                                        <p:cTn display="0" masterRel="sameClick">
                                          <p:stCondLst>
                                            <p:cond evt="begin" delay="0">
                                              <p:tn val="122"/>
                                            </p:cond>
                                          </p:stCondLst>
                                          <p:endCondLst>
                                            <p:cond evt="onStopAudio" delay="0">
                                              <p:tgtEl>
                                                <p:sldTgt/>
                                              </p:tgtEl>
                                            </p:cond>
                                          </p:endCondLst>
                                        </p:cTn>
                                        <p:tgtEl>
                                          <p:sndTgt r:embed="rId3" name="CAMERA.WAV"/>
                                        </p:tgtEl>
                                      </p:cMediaNode>
                                    </p:audio>
                                  </p:subTnLst>
                                </p:cTn>
                              </p:par>
                            </p:childTnLst>
                          </p:cTn>
                        </p:par>
                        <p:par>
                          <p:cTn id="125" fill="hold">
                            <p:stCondLst>
                              <p:cond delay="500"/>
                            </p:stCondLst>
                            <p:childTnLst>
                              <p:par>
                                <p:cTn id="126" presetID="3" presetClass="entr" presetSubtype="10" fill="hold" nodeType="afterEffect">
                                  <p:stCondLst>
                                    <p:cond delay="0"/>
                                  </p:stCondLst>
                                  <p:childTnLst>
                                    <p:set>
                                      <p:cBhvr>
                                        <p:cTn id="127" dur="1" fill="hold">
                                          <p:stCondLst>
                                            <p:cond delay="0"/>
                                          </p:stCondLst>
                                        </p:cTn>
                                        <p:tgtEl>
                                          <p:spTgt spid="127"/>
                                        </p:tgtEl>
                                        <p:attrNameLst>
                                          <p:attrName>style.visibility</p:attrName>
                                        </p:attrNameLst>
                                      </p:cBhvr>
                                      <p:to>
                                        <p:strVal val="visible"/>
                                      </p:to>
                                    </p:set>
                                    <p:animEffect transition="in" filter="blinds(horizontal)">
                                      <p:cBhvr>
                                        <p:cTn id="128" dur="500"/>
                                        <p:tgtEl>
                                          <p:spTgt spid="127"/>
                                        </p:tgtEl>
                                      </p:cBhvr>
                                    </p:animEffect>
                                  </p:childTnLst>
                                  <p:subTnLst>
                                    <p:audio>
                                      <p:cMediaNode>
                                        <p:cTn display="0" masterRel="sameClick">
                                          <p:stCondLst>
                                            <p:cond evt="begin" delay="0">
                                              <p:tn val="126"/>
                                            </p:cond>
                                          </p:stCondLst>
                                          <p:endCondLst>
                                            <p:cond evt="onStopAudio" delay="0">
                                              <p:tgtEl>
                                                <p:sldTgt/>
                                              </p:tgtEl>
                                            </p:cond>
                                          </p:endCondLst>
                                        </p:cTn>
                                        <p:tgtEl>
                                          <p:sndTgt r:embed="rId3" name="camera.wav"/>
                                        </p:tgtEl>
                                      </p:cMediaNode>
                                    </p:audio>
                                  </p:subTnLst>
                                </p:cTn>
                              </p:par>
                            </p:childTnLst>
                          </p:cTn>
                        </p:par>
                      </p:childTnLst>
                    </p:cTn>
                  </p:par>
                  <p:par>
                    <p:cTn id="129" fill="hold">
                      <p:stCondLst>
                        <p:cond delay="indefinite"/>
                      </p:stCondLst>
                      <p:childTnLst>
                        <p:par>
                          <p:cTn id="130" fill="hold">
                            <p:stCondLst>
                              <p:cond delay="0"/>
                            </p:stCondLst>
                            <p:childTnLst>
                              <p:par>
                                <p:cTn id="131" presetID="18" presetClass="entr" presetSubtype="12" fill="hold" grpId="0" nodeType="clickEffect">
                                  <p:stCondLst>
                                    <p:cond delay="0"/>
                                  </p:stCondLst>
                                  <p:childTnLst>
                                    <p:set>
                                      <p:cBhvr>
                                        <p:cTn id="132" dur="1" fill="hold">
                                          <p:stCondLst>
                                            <p:cond delay="0"/>
                                          </p:stCondLst>
                                        </p:cTn>
                                        <p:tgtEl>
                                          <p:spTgt spid="131"/>
                                        </p:tgtEl>
                                        <p:attrNameLst>
                                          <p:attrName>style.visibility</p:attrName>
                                        </p:attrNameLst>
                                      </p:cBhvr>
                                      <p:to>
                                        <p:strVal val="visible"/>
                                      </p:to>
                                    </p:set>
                                    <p:animEffect transition="in" filter="strips(downLeft)">
                                      <p:cBhvr>
                                        <p:cTn id="133" dur="500"/>
                                        <p:tgtEl>
                                          <p:spTgt spid="131"/>
                                        </p:tgtEl>
                                      </p:cBhvr>
                                    </p:animEffect>
                                  </p:childTnLst>
                                  <p:subTnLst>
                                    <p:audio>
                                      <p:cMediaNode>
                                        <p:cTn display="0" masterRel="sameClick">
                                          <p:stCondLst>
                                            <p:cond evt="begin" delay="0">
                                              <p:tn val="13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utoUpdateAnimBg="0"/>
      <p:bldP spid="57" grpId="0" animBg="1"/>
      <p:bldP spid="59" grpId="0" autoUpdateAnimBg="0"/>
      <p:bldP spid="109" grpId="0" animBg="1"/>
      <p:bldP spid="110" grpId="0" autoUpdateAnimBg="0"/>
      <p:bldP spid="111" grpId="0" animBg="1"/>
      <p:bldP spid="58" grpId="0" animBg="1"/>
      <p:bldP spid="112" grpId="0"/>
      <p:bldP spid="116" grpId="0" autoUpdateAnimBg="0"/>
      <p:bldP spid="120" grpId="0" animBg="1"/>
      <p:bldP spid="121" grpId="0" animBg="1"/>
      <p:bldP spid="126" grpId="0" animBg="1"/>
      <p:bldP spid="130" grpId="0" autoUpdateAnimBg="0"/>
      <p:bldP spid="131" grpId="0" animBg="1" autoUpdateAnimBg="0"/>
      <p:bldP spid="60" grpId="0"/>
      <p:bldP spid="61" grpId="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4D54DFA2-875C-4FE2-950A-E7D29646DF02}"/>
              </a:ext>
            </a:extLst>
          </p:cNvPr>
          <p:cNvGrpSpPr/>
          <p:nvPr/>
        </p:nvGrpSpPr>
        <p:grpSpPr>
          <a:xfrm>
            <a:off x="498535" y="1988840"/>
            <a:ext cx="5567251" cy="4656058"/>
            <a:chOff x="695400" y="1979462"/>
            <a:chExt cx="5567251" cy="4656058"/>
          </a:xfrm>
        </p:grpSpPr>
        <p:sp>
          <p:nvSpPr>
            <p:cNvPr id="2" name="矩形 1">
              <a:extLst>
                <a:ext uri="{FF2B5EF4-FFF2-40B4-BE49-F238E27FC236}">
                  <a16:creationId xmlns:a16="http://schemas.microsoft.com/office/drawing/2014/main" id="{6503D93C-8A54-4BF8-8CC3-CC4DE6354D0C}"/>
                </a:ext>
              </a:extLst>
            </p:cNvPr>
            <p:cNvSpPr/>
            <p:nvPr/>
          </p:nvSpPr>
          <p:spPr bwMode="auto">
            <a:xfrm>
              <a:off x="695400" y="1979462"/>
              <a:ext cx="5567251" cy="4656058"/>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0000"/>
              </a:solidFill>
              <a:headEnd type="none" w="med" len="med"/>
              <a:tailEnd type="none" w="med" len="med"/>
            </a:ln>
            <a:effectLst>
              <a:outerShdw blurRad="50800" dist="106680" dir="2700000" algn="tl" rotWithShape="0">
                <a:prstClr val="black">
                  <a:alpha val="43000"/>
                </a:prstClr>
              </a:outerShdw>
            </a:effectLst>
            <a:scene3d>
              <a:camera prst="orthographicFront"/>
              <a:lightRig rig="threePt" dir="t"/>
            </a:scene3d>
            <a:sp3d>
              <a:bevelT w="114300" prst="hardEdge"/>
            </a:sp3d>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solidFill>
                    <a:srgbClr val="FF3399"/>
                  </a:solidFill>
                </a:ln>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5400000" scaled="1"/>
                  <a:tileRect/>
                </a:gradFill>
                <a:effectLst/>
                <a:latin typeface="Times New Roman" pitchFamily="18" charset="0"/>
                <a:ea typeface="宋体" pitchFamily="2" charset="-122"/>
              </a:endParaRPr>
            </a:p>
          </p:txBody>
        </p:sp>
        <p:sp>
          <p:nvSpPr>
            <p:cNvPr id="25" name="Rectangle 7">
              <a:extLst>
                <a:ext uri="{FF2B5EF4-FFF2-40B4-BE49-F238E27FC236}">
                  <a16:creationId xmlns:a16="http://schemas.microsoft.com/office/drawing/2014/main" id="{051869C9-2EA3-406C-AE04-296AB6979262}"/>
                </a:ext>
              </a:extLst>
            </p:cNvPr>
            <p:cNvSpPr>
              <a:spLocks noChangeArrowheads="1"/>
            </p:cNvSpPr>
            <p:nvPr/>
          </p:nvSpPr>
          <p:spPr bwMode="auto">
            <a:xfrm>
              <a:off x="766650" y="1979462"/>
              <a:ext cx="5468253" cy="461665"/>
            </a:xfrm>
            <a:prstGeom prst="rect">
              <a:avLst/>
            </a:prstGeom>
            <a:noFill/>
            <a:ln w="9525">
              <a:noFill/>
              <a:miter lim="800000"/>
              <a:headEnd/>
              <a:tailEnd/>
            </a:ln>
            <a:effectLst/>
          </p:spPr>
          <p:txBody>
            <a:bodyPr wrap="square" anchor="ctr">
              <a:spAutoFit/>
            </a:bodyPr>
            <a:lstStyle/>
            <a:p>
              <a:pPr>
                <a:tabLst>
                  <a:tab pos="571500" algn="l"/>
                </a:tabLst>
              </a:pPr>
              <a:r>
                <a:rPr lang="zh-CN" altLang="en-US" b="1" u="sng" dirty="0">
                  <a:solidFill>
                    <a:srgbClr val="C01920"/>
                  </a:solidFill>
                  <a:latin typeface="隶书" panose="02010509060101010101" pitchFamily="49" charset="-122"/>
                  <a:ea typeface="隶书" panose="02010509060101010101" pitchFamily="49" charset="-122"/>
                </a:rPr>
                <a:t>对于</a:t>
              </a:r>
              <a:r>
                <a:rPr lang="en-US" altLang="zh-CN" b="1" u="sng" dirty="0">
                  <a:solidFill>
                    <a:srgbClr val="C01920"/>
                  </a:solidFill>
                  <a:latin typeface="隶书" panose="02010509060101010101" pitchFamily="49" charset="-122"/>
                  <a:ea typeface="隶书" panose="02010509060101010101" pitchFamily="49" charset="-122"/>
                </a:rPr>
                <a:t>16</a:t>
              </a:r>
              <a:r>
                <a:rPr lang="zh-CN" altLang="en-US" b="1" u="sng" dirty="0">
                  <a:solidFill>
                    <a:srgbClr val="C01920"/>
                  </a:solidFill>
                  <a:latin typeface="隶书" panose="02010509060101010101" pitchFamily="49" charset="-122"/>
                  <a:ea typeface="隶书" panose="02010509060101010101" pitchFamily="49" charset="-122"/>
                </a:rPr>
                <a:t>位的内存单元</a:t>
              </a:r>
              <a:r>
                <a:rPr lang="en-US" altLang="zh-CN" b="1" u="sng" dirty="0">
                  <a:solidFill>
                    <a:srgbClr val="C01920"/>
                  </a:solidFill>
                  <a:latin typeface="隶书" panose="02010509060101010101" pitchFamily="49" charset="-122"/>
                  <a:ea typeface="隶书" panose="02010509060101010101" pitchFamily="49" charset="-122"/>
                </a:rPr>
                <a:t>:</a:t>
              </a:r>
              <a:endParaRPr lang="zh-CN" altLang="en-US" b="1" u="sng" dirty="0">
                <a:solidFill>
                  <a:srgbClr val="C01920"/>
                </a:solidFill>
                <a:latin typeface="隶书" panose="02010509060101010101" pitchFamily="49" charset="-122"/>
                <a:ea typeface="隶书" panose="02010509060101010101" pitchFamily="49" charset="-122"/>
                <a:sym typeface="Wingdings" pitchFamily="2" charset="2"/>
              </a:endParaRPr>
            </a:p>
          </p:txBody>
        </p:sp>
      </p:grpSp>
      <p:grpSp>
        <p:nvGrpSpPr>
          <p:cNvPr id="4" name="组合 3">
            <a:extLst>
              <a:ext uri="{FF2B5EF4-FFF2-40B4-BE49-F238E27FC236}">
                <a16:creationId xmlns:a16="http://schemas.microsoft.com/office/drawing/2014/main" id="{38BE7098-F94C-4D4E-8238-75A325E23404}"/>
              </a:ext>
            </a:extLst>
          </p:cNvPr>
          <p:cNvGrpSpPr/>
          <p:nvPr/>
        </p:nvGrpSpPr>
        <p:grpSpPr>
          <a:xfrm>
            <a:off x="6374537" y="1412776"/>
            <a:ext cx="5567251" cy="5222744"/>
            <a:chOff x="6445787" y="1412776"/>
            <a:chExt cx="5567251" cy="5222744"/>
          </a:xfrm>
        </p:grpSpPr>
        <p:sp>
          <p:nvSpPr>
            <p:cNvPr id="41" name="矩形 40">
              <a:extLst>
                <a:ext uri="{FF2B5EF4-FFF2-40B4-BE49-F238E27FC236}">
                  <a16:creationId xmlns:a16="http://schemas.microsoft.com/office/drawing/2014/main" id="{830CA8D1-E523-4323-996F-AF7BCCC755FC}"/>
                </a:ext>
              </a:extLst>
            </p:cNvPr>
            <p:cNvSpPr/>
            <p:nvPr/>
          </p:nvSpPr>
          <p:spPr bwMode="auto">
            <a:xfrm>
              <a:off x="6445787" y="1412776"/>
              <a:ext cx="5567251" cy="5222744"/>
            </a:xfrm>
            <a:prstGeom prst="rect">
              <a:avLst/>
            </a:prstGeom>
            <a:gradFill flip="none" rotWithShape="1">
              <a:gsLst>
                <a:gs pos="0">
                  <a:srgbClr val="CFCFD1"/>
                </a:gs>
                <a:gs pos="100000">
                  <a:schemeClr val="bg1">
                    <a:lumMod val="95000"/>
                  </a:schemeClr>
                </a:gs>
              </a:gsLst>
              <a:lin ang="16200000" scaled="1"/>
              <a:tileRect/>
            </a:gradFill>
            <a:ln w="38100">
              <a:solidFill>
                <a:schemeClr val="accent1">
                  <a:lumMod val="50000"/>
                </a:schemeClr>
              </a:solidFill>
              <a:headEnd type="none" w="med" len="med"/>
              <a:tailEnd type="none" w="med" len="med"/>
            </a:ln>
            <a:effectLst>
              <a:outerShdw blurRad="50800" dist="106680" dir="2700000" algn="tl" rotWithShape="0">
                <a:prstClr val="black">
                  <a:alpha val="43000"/>
                </a:prstClr>
              </a:outerShdw>
            </a:effectLst>
            <a:scene3d>
              <a:camera prst="orthographicFront"/>
              <a:lightRig rig="threePt" dir="t"/>
            </a:scene3d>
            <a:sp3d>
              <a:bevelT w="114300" prst="hardEdge"/>
            </a:sp3d>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solidFill>
                    <a:srgbClr val="FF3399"/>
                  </a:solidFill>
                </a:ln>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5400000" scaled="1"/>
                  <a:tileRect/>
                </a:gradFill>
                <a:effectLst/>
                <a:latin typeface="Times New Roman" pitchFamily="18" charset="0"/>
                <a:ea typeface="宋体" pitchFamily="2" charset="-122"/>
              </a:endParaRPr>
            </a:p>
          </p:txBody>
        </p:sp>
        <p:sp>
          <p:nvSpPr>
            <p:cNvPr id="43" name="Rectangle 7">
              <a:extLst>
                <a:ext uri="{FF2B5EF4-FFF2-40B4-BE49-F238E27FC236}">
                  <a16:creationId xmlns:a16="http://schemas.microsoft.com/office/drawing/2014/main" id="{6029BDBB-1E86-457E-BFDE-3EB1F743A93B}"/>
                </a:ext>
              </a:extLst>
            </p:cNvPr>
            <p:cNvSpPr>
              <a:spLocks noChangeArrowheads="1"/>
            </p:cNvSpPr>
            <p:nvPr/>
          </p:nvSpPr>
          <p:spPr bwMode="auto">
            <a:xfrm>
              <a:off x="6603185" y="1422154"/>
              <a:ext cx="3440729" cy="461665"/>
            </a:xfrm>
            <a:prstGeom prst="rect">
              <a:avLst/>
            </a:prstGeom>
            <a:noFill/>
            <a:ln w="9525">
              <a:noFill/>
              <a:miter lim="800000"/>
              <a:headEnd/>
              <a:tailEnd/>
            </a:ln>
            <a:effectLst/>
          </p:spPr>
          <p:txBody>
            <a:bodyPr wrap="square" anchor="ctr">
              <a:spAutoFit/>
            </a:bodyPr>
            <a:lstStyle/>
            <a:p>
              <a:pPr>
                <a:tabLst>
                  <a:tab pos="571500" algn="l"/>
                </a:tabLst>
              </a:pPr>
              <a:r>
                <a:rPr lang="zh-CN" altLang="en-US" b="1" u="sng" dirty="0">
                  <a:solidFill>
                    <a:srgbClr val="C01920"/>
                  </a:solidFill>
                  <a:latin typeface="隶书" panose="02010509060101010101" pitchFamily="49" charset="-122"/>
                  <a:ea typeface="隶书" panose="02010509060101010101" pitchFamily="49" charset="-122"/>
                </a:rPr>
                <a:t>对于</a:t>
              </a:r>
              <a:r>
                <a:rPr lang="en-US" altLang="zh-CN" b="1" u="sng" dirty="0">
                  <a:solidFill>
                    <a:srgbClr val="C01920"/>
                  </a:solidFill>
                  <a:latin typeface="隶书" panose="02010509060101010101" pitchFamily="49" charset="-122"/>
                  <a:ea typeface="隶书" panose="02010509060101010101" pitchFamily="49" charset="-122"/>
                </a:rPr>
                <a:t>32</a:t>
              </a:r>
              <a:r>
                <a:rPr lang="zh-CN" altLang="en-US" b="1" u="sng" dirty="0">
                  <a:solidFill>
                    <a:srgbClr val="C01920"/>
                  </a:solidFill>
                  <a:latin typeface="隶书" panose="02010509060101010101" pitchFamily="49" charset="-122"/>
                  <a:ea typeface="隶书" panose="02010509060101010101" pitchFamily="49" charset="-122"/>
                </a:rPr>
                <a:t>位的内存单元</a:t>
              </a:r>
              <a:r>
                <a:rPr lang="zh-CN" altLang="en-US" b="1" u="sng" dirty="0">
                  <a:solidFill>
                    <a:srgbClr val="C01920"/>
                  </a:solidFill>
                  <a:latin typeface="隶书" panose="02010509060101010101" pitchFamily="49" charset="-122"/>
                  <a:ea typeface="隶书" panose="02010509060101010101" pitchFamily="49" charset="-122"/>
                  <a:sym typeface="Wingdings" pitchFamily="2" charset="2"/>
                </a:rPr>
                <a:t>：</a:t>
              </a:r>
            </a:p>
          </p:txBody>
        </p:sp>
      </p:grpSp>
      <p:grpSp>
        <p:nvGrpSpPr>
          <p:cNvPr id="45" name="Group 8">
            <a:extLst>
              <a:ext uri="{FF2B5EF4-FFF2-40B4-BE49-F238E27FC236}">
                <a16:creationId xmlns:a16="http://schemas.microsoft.com/office/drawing/2014/main" id="{39C322BA-D599-46F6-8EDE-7DCB8F4FC652}"/>
              </a:ext>
            </a:extLst>
          </p:cNvPr>
          <p:cNvGrpSpPr>
            <a:grpSpLocks/>
          </p:cNvGrpSpPr>
          <p:nvPr/>
        </p:nvGrpSpPr>
        <p:grpSpPr bwMode="auto">
          <a:xfrm>
            <a:off x="1843631" y="2916485"/>
            <a:ext cx="2089150" cy="944563"/>
            <a:chOff x="802" y="1796"/>
            <a:chExt cx="1316" cy="595"/>
          </a:xfrm>
        </p:grpSpPr>
        <p:sp>
          <p:nvSpPr>
            <p:cNvPr id="46" name="Line 9">
              <a:extLst>
                <a:ext uri="{FF2B5EF4-FFF2-40B4-BE49-F238E27FC236}">
                  <a16:creationId xmlns:a16="http://schemas.microsoft.com/office/drawing/2014/main" id="{6D18C393-0E68-4C65-954A-501AD91E0251}"/>
                </a:ext>
              </a:extLst>
            </p:cNvPr>
            <p:cNvSpPr>
              <a:spLocks noChangeShapeType="1"/>
            </p:cNvSpPr>
            <p:nvPr/>
          </p:nvSpPr>
          <p:spPr bwMode="auto">
            <a:xfrm flipV="1">
              <a:off x="1273" y="1796"/>
              <a:ext cx="0" cy="363"/>
            </a:xfrm>
            <a:prstGeom prst="line">
              <a:avLst/>
            </a:prstGeom>
            <a:noFill/>
            <a:ln w="28575">
              <a:solidFill>
                <a:srgbClr val="0000FF"/>
              </a:solidFill>
              <a:round/>
              <a:headEnd/>
              <a:tailEnd type="stealth" w="lg" len="lg"/>
            </a:ln>
            <a:effectLst/>
          </p:spPr>
          <p:txBody>
            <a:bodyPr/>
            <a:lstStyle/>
            <a:p>
              <a:endParaRPr lang="zh-CN" altLang="en-US">
                <a:latin typeface="楷体" panose="02010609060101010101" pitchFamily="49" charset="-122"/>
                <a:ea typeface="楷体" panose="02010609060101010101" pitchFamily="49" charset="-122"/>
              </a:endParaRPr>
            </a:p>
          </p:txBody>
        </p:sp>
        <p:sp>
          <p:nvSpPr>
            <p:cNvPr id="47" name="Text Box 10">
              <a:extLst>
                <a:ext uri="{FF2B5EF4-FFF2-40B4-BE49-F238E27FC236}">
                  <a16:creationId xmlns:a16="http://schemas.microsoft.com/office/drawing/2014/main" id="{0D4FBDB2-B716-4946-9132-14B609078F9A}"/>
                </a:ext>
              </a:extLst>
            </p:cNvPr>
            <p:cNvSpPr txBox="1">
              <a:spLocks noChangeArrowheads="1"/>
            </p:cNvSpPr>
            <p:nvPr/>
          </p:nvSpPr>
          <p:spPr bwMode="auto">
            <a:xfrm>
              <a:off x="802" y="2141"/>
              <a:ext cx="1316" cy="250"/>
            </a:xfrm>
            <a:prstGeom prst="rect">
              <a:avLst/>
            </a:prstGeom>
            <a:noFill/>
            <a:ln w="9525">
              <a:noFill/>
              <a:miter lim="800000"/>
              <a:headEnd/>
              <a:tailEnd/>
            </a:ln>
            <a:effectLst/>
          </p:spPr>
          <p:txBody>
            <a:bodyPr>
              <a:spAutoFit/>
            </a:bodyPr>
            <a:lstStyle/>
            <a:p>
              <a:pPr>
                <a:spcBef>
                  <a:spcPct val="50000"/>
                </a:spcBef>
              </a:pPr>
              <a:r>
                <a:rPr lang="zh-CN" altLang="en-US" sz="2000" b="1" dirty="0">
                  <a:solidFill>
                    <a:schemeClr val="accent2"/>
                  </a:solidFill>
                  <a:effectLst>
                    <a:outerShdw blurRad="38100" dist="38100" dir="2700000" algn="tl">
                      <a:srgbClr val="000000"/>
                    </a:outerShdw>
                  </a:effectLst>
                  <a:latin typeface="楷体" panose="02010609060101010101" pitchFamily="49" charset="-122"/>
                  <a:ea typeface="楷体" panose="02010609060101010101" pitchFamily="49" charset="-122"/>
                </a:rPr>
                <a:t>符号位</a:t>
              </a:r>
              <a:r>
                <a:rPr lang="en-US" altLang="zh-CN" sz="2000" b="1" dirty="0">
                  <a:solidFill>
                    <a:schemeClr val="accent2"/>
                  </a:solidFill>
                  <a:effectLst>
                    <a:outerShdw blurRad="38100" dist="38100" dir="2700000" algn="tl">
                      <a:srgbClr val="000000"/>
                    </a:outerShdw>
                  </a:effectLst>
                  <a:latin typeface="楷体" panose="02010609060101010101" pitchFamily="49" charset="-122"/>
                  <a:ea typeface="楷体" panose="02010609060101010101" pitchFamily="49" charset="-122"/>
                </a:rPr>
                <a:t>(</a:t>
              </a:r>
              <a:r>
                <a:rPr lang="zh-CN" altLang="en-US" sz="2000" b="1" dirty="0">
                  <a:solidFill>
                    <a:schemeClr val="accent2"/>
                  </a:solidFill>
                  <a:effectLst>
                    <a:outerShdw blurRad="38100" dist="38100" dir="2700000" algn="tl">
                      <a:srgbClr val="000000"/>
                    </a:outerShdw>
                  </a:effectLst>
                  <a:latin typeface="楷体" panose="02010609060101010101" pitchFamily="49" charset="-122"/>
                  <a:ea typeface="楷体" panose="02010609060101010101" pitchFamily="49" charset="-122"/>
                </a:rPr>
                <a:t>表示正</a:t>
              </a:r>
              <a:r>
                <a:rPr lang="en-US" altLang="zh-CN" sz="2000" b="1" dirty="0">
                  <a:solidFill>
                    <a:schemeClr val="accent2"/>
                  </a:solidFill>
                  <a:effectLst>
                    <a:outerShdw blurRad="38100" dist="38100" dir="2700000" algn="tl">
                      <a:srgbClr val="000000"/>
                    </a:outerShdw>
                  </a:effectLst>
                  <a:latin typeface="楷体" panose="02010609060101010101" pitchFamily="49" charset="-122"/>
                  <a:ea typeface="楷体" panose="02010609060101010101" pitchFamily="49" charset="-122"/>
                </a:rPr>
                <a:t>)</a:t>
              </a:r>
            </a:p>
          </p:txBody>
        </p:sp>
      </p:grpSp>
      <p:sp>
        <p:nvSpPr>
          <p:cNvPr id="48" name="Rectangle 28">
            <a:extLst>
              <a:ext uri="{FF2B5EF4-FFF2-40B4-BE49-F238E27FC236}">
                <a16:creationId xmlns:a16="http://schemas.microsoft.com/office/drawing/2014/main" id="{AADF2525-C275-47EC-BD80-F34BE4021601}"/>
              </a:ext>
            </a:extLst>
          </p:cNvPr>
          <p:cNvSpPr>
            <a:spLocks noChangeArrowheads="1"/>
          </p:cNvSpPr>
          <p:nvPr/>
        </p:nvSpPr>
        <p:spPr bwMode="auto">
          <a:xfrm>
            <a:off x="767060" y="2530722"/>
            <a:ext cx="6769100" cy="457200"/>
          </a:xfrm>
          <a:prstGeom prst="rect">
            <a:avLst/>
          </a:prstGeom>
          <a:noFill/>
          <a:ln w="9525">
            <a:noFill/>
            <a:miter lim="800000"/>
            <a:headEnd/>
            <a:tailEnd/>
          </a:ln>
          <a:effectLst/>
        </p:spPr>
        <p:txBody>
          <a:bodyPr>
            <a:spAutoFit/>
          </a:bodyPr>
          <a:lstStyle/>
          <a:p>
            <a:r>
              <a:rPr lang="en-US" altLang="zh-CN" b="1" dirty="0">
                <a:effectLst>
                  <a:outerShdw blurRad="38100" dist="38100" dir="2700000" algn="tl">
                    <a:srgbClr val="FFFFFF"/>
                  </a:outerShdw>
                </a:effectLst>
                <a:sym typeface="Wingdings" pitchFamily="2" charset="2"/>
              </a:rPr>
              <a:t>(0X8AB6)</a:t>
            </a:r>
            <a:r>
              <a:rPr lang="zh-CN" altLang="en-US" b="1" baseline="-25000" dirty="0">
                <a:effectLst>
                  <a:outerShdw blurRad="38100" dist="38100" dir="2700000" algn="tl">
                    <a:srgbClr val="FFFFFF"/>
                  </a:outerShdw>
                </a:effectLst>
                <a:latin typeface="楷体" panose="02010609060101010101" pitchFamily="49" charset="-122"/>
                <a:ea typeface="楷体" panose="02010609060101010101" pitchFamily="49" charset="-122"/>
                <a:sym typeface="Wingdings" pitchFamily="2" charset="2"/>
              </a:rPr>
              <a:t>补</a:t>
            </a:r>
            <a:r>
              <a:rPr lang="zh-CN" altLang="en-US" b="1" dirty="0">
                <a:effectLst>
                  <a:outerShdw blurRad="38100" dist="38100" dir="2700000" algn="tl">
                    <a:srgbClr val="FFFFFF"/>
                  </a:outerShdw>
                </a:effectLst>
                <a:sym typeface="Wingdings" pitchFamily="2" charset="2"/>
              </a:rPr>
              <a:t> </a:t>
            </a:r>
            <a:r>
              <a:rPr lang="en-US" altLang="zh-CN" b="1" dirty="0">
                <a:effectLst>
                  <a:outerShdw blurRad="38100" dist="38100" dir="2700000" algn="tl">
                    <a:srgbClr val="FFFFFF"/>
                  </a:outerShdw>
                </a:effectLst>
                <a:sym typeface="Wingdings" pitchFamily="2" charset="2"/>
              </a:rPr>
              <a:t>= </a:t>
            </a:r>
            <a:r>
              <a:rPr lang="en-US" altLang="zh-CN" b="1" dirty="0">
                <a:solidFill>
                  <a:srgbClr val="FF3300"/>
                </a:solidFill>
                <a:effectLst>
                  <a:outerShdw blurRad="38100" dist="38100" dir="2700000" algn="tl">
                    <a:srgbClr val="000000"/>
                  </a:outerShdw>
                </a:effectLst>
                <a:sym typeface="Wingdings" pitchFamily="2" charset="2"/>
              </a:rPr>
              <a:t>0 </a:t>
            </a:r>
            <a:r>
              <a:rPr lang="en-US" altLang="zh-CN" b="1" dirty="0">
                <a:solidFill>
                  <a:schemeClr val="accent2"/>
                </a:solidFill>
                <a:effectLst>
                  <a:outerShdw blurRad="38100" dist="38100" dir="2700000" algn="tl">
                    <a:srgbClr val="000000"/>
                  </a:outerShdw>
                </a:effectLst>
                <a:sym typeface="Wingdings" pitchFamily="2" charset="2"/>
              </a:rPr>
              <a:t>1000 1010 1011 0110</a:t>
            </a:r>
            <a:r>
              <a:rPr lang="en-US" altLang="zh-CN" dirty="0"/>
              <a:t> </a:t>
            </a:r>
          </a:p>
        </p:txBody>
      </p:sp>
      <p:sp>
        <p:nvSpPr>
          <p:cNvPr id="49" name="Oval 29">
            <a:extLst>
              <a:ext uri="{FF2B5EF4-FFF2-40B4-BE49-F238E27FC236}">
                <a16:creationId xmlns:a16="http://schemas.microsoft.com/office/drawing/2014/main" id="{082E6CAB-CCEB-4954-8654-1112F86A880F}"/>
              </a:ext>
            </a:extLst>
          </p:cNvPr>
          <p:cNvSpPr>
            <a:spLocks noChangeArrowheads="1"/>
          </p:cNvSpPr>
          <p:nvPr/>
        </p:nvSpPr>
        <p:spPr bwMode="auto">
          <a:xfrm>
            <a:off x="2704057" y="2497385"/>
            <a:ext cx="2879725" cy="555625"/>
          </a:xfrm>
          <a:prstGeom prst="ellipse">
            <a:avLst/>
          </a:prstGeom>
          <a:noFill/>
          <a:ln w="28575">
            <a:solidFill>
              <a:srgbClr val="FF0000"/>
            </a:solidFill>
            <a:round/>
            <a:headEnd/>
            <a:tailEnd/>
          </a:ln>
          <a:effectLst/>
        </p:spPr>
        <p:txBody>
          <a:bodyPr wrap="none" anchor="ctr"/>
          <a:lstStyle/>
          <a:p>
            <a:endParaRPr lang="zh-CN" altLang="en-US"/>
          </a:p>
        </p:txBody>
      </p:sp>
      <p:grpSp>
        <p:nvGrpSpPr>
          <p:cNvPr id="50" name="Group 32">
            <a:extLst>
              <a:ext uri="{FF2B5EF4-FFF2-40B4-BE49-F238E27FC236}">
                <a16:creationId xmlns:a16="http://schemas.microsoft.com/office/drawing/2014/main" id="{DB9A28B2-873C-464B-A0D7-90F47D7D2BA9}"/>
              </a:ext>
            </a:extLst>
          </p:cNvPr>
          <p:cNvGrpSpPr>
            <a:grpSpLocks/>
          </p:cNvGrpSpPr>
          <p:nvPr/>
        </p:nvGrpSpPr>
        <p:grpSpPr bwMode="auto">
          <a:xfrm rot="295646">
            <a:off x="4280847" y="3282636"/>
            <a:ext cx="1814465" cy="1677116"/>
            <a:chOff x="3951" y="1893"/>
            <a:chExt cx="1367" cy="1087"/>
          </a:xfrm>
        </p:grpSpPr>
        <p:sp>
          <p:nvSpPr>
            <p:cNvPr id="51" name="AutoShape 30">
              <a:extLst>
                <a:ext uri="{FF2B5EF4-FFF2-40B4-BE49-F238E27FC236}">
                  <a16:creationId xmlns:a16="http://schemas.microsoft.com/office/drawing/2014/main" id="{939E2D3F-7808-461C-B3F7-CCBC8E078278}"/>
                </a:ext>
              </a:extLst>
            </p:cNvPr>
            <p:cNvSpPr>
              <a:spLocks noChangeArrowheads="1"/>
            </p:cNvSpPr>
            <p:nvPr/>
          </p:nvSpPr>
          <p:spPr bwMode="auto">
            <a:xfrm>
              <a:off x="3951" y="1893"/>
              <a:ext cx="778" cy="1087"/>
            </a:xfrm>
            <a:prstGeom prst="curvedLeftArrow">
              <a:avLst>
                <a:gd name="adj1" fmla="val 21266"/>
                <a:gd name="adj2" fmla="val 59053"/>
                <a:gd name="adj3" fmla="val 45728"/>
              </a:avLst>
            </a:prstGeom>
            <a:solidFill>
              <a:srgbClr val="F0E5B7"/>
            </a:soli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2" name="Text Box 31">
              <a:extLst>
                <a:ext uri="{FF2B5EF4-FFF2-40B4-BE49-F238E27FC236}">
                  <a16:creationId xmlns:a16="http://schemas.microsoft.com/office/drawing/2014/main" id="{F9291ED1-2E3A-4AEB-88F1-3FE7C7AF538A}"/>
                </a:ext>
              </a:extLst>
            </p:cNvPr>
            <p:cNvSpPr txBox="1">
              <a:spLocks noChangeArrowheads="1"/>
            </p:cNvSpPr>
            <p:nvPr/>
          </p:nvSpPr>
          <p:spPr bwMode="auto">
            <a:xfrm>
              <a:off x="4771" y="2159"/>
              <a:ext cx="547" cy="368"/>
            </a:xfrm>
            <a:prstGeom prst="rect">
              <a:avLst/>
            </a:prstGeom>
            <a:noFill/>
            <a:ln w="9525">
              <a:noFill/>
              <a:miter lim="800000"/>
              <a:headEnd/>
              <a:tailEnd/>
            </a:ln>
            <a:effectLst/>
          </p:spPr>
          <p:txBody>
            <a:bodyPr wrap="square">
              <a:spAutoFit/>
            </a:bodyPr>
            <a:lstStyle/>
            <a:p>
              <a:pPr>
                <a:spcBef>
                  <a:spcPct val="50000"/>
                </a:spcBef>
              </a:pPr>
              <a:r>
                <a:rPr lang="zh-CN" altLang="en-US" sz="2000" b="1" dirty="0">
                  <a:solidFill>
                    <a:srgbClr val="0000FF"/>
                  </a:solidFill>
                  <a:effectLst>
                    <a:outerShdw blurRad="38100" dist="38100" dir="2700000" algn="tl">
                      <a:srgbClr val="FFFFFF"/>
                    </a:outerShdw>
                  </a:effectLst>
                  <a:latin typeface="楷体" panose="02010609060101010101" pitchFamily="49" charset="-122"/>
                  <a:ea typeface="楷体" panose="02010609060101010101" pitchFamily="49" charset="-122"/>
                </a:rPr>
                <a:t>取低</a:t>
              </a:r>
              <a:r>
                <a:rPr lang="en-US" altLang="zh-CN" sz="2000" b="1" dirty="0">
                  <a:solidFill>
                    <a:srgbClr val="0000FF"/>
                  </a:solidFill>
                  <a:effectLst>
                    <a:outerShdw blurRad="38100" dist="38100" dir="2700000" algn="tl">
                      <a:srgbClr val="FFFFFF"/>
                    </a:outerShdw>
                  </a:effectLst>
                  <a:latin typeface="楷体" panose="02010609060101010101" pitchFamily="49" charset="-122"/>
                  <a:ea typeface="楷体" panose="02010609060101010101" pitchFamily="49" charset="-122"/>
                </a:rPr>
                <a:t>16</a:t>
              </a:r>
              <a:r>
                <a:rPr lang="zh-CN" altLang="en-US" sz="2000" b="1" dirty="0">
                  <a:solidFill>
                    <a:srgbClr val="0000FF"/>
                  </a:solidFill>
                  <a:effectLst>
                    <a:outerShdw blurRad="38100" dist="38100" dir="2700000" algn="tl">
                      <a:srgbClr val="FFFFFF"/>
                    </a:outerShdw>
                  </a:effectLst>
                  <a:latin typeface="楷体" panose="02010609060101010101" pitchFamily="49" charset="-122"/>
                  <a:ea typeface="楷体" panose="02010609060101010101" pitchFamily="49" charset="-122"/>
                </a:rPr>
                <a:t>位</a:t>
              </a:r>
            </a:p>
          </p:txBody>
        </p:sp>
      </p:grpSp>
      <p:graphicFrame>
        <p:nvGraphicFramePr>
          <p:cNvPr id="53" name="Group 11">
            <a:extLst>
              <a:ext uri="{FF2B5EF4-FFF2-40B4-BE49-F238E27FC236}">
                <a16:creationId xmlns:a16="http://schemas.microsoft.com/office/drawing/2014/main" id="{185E56DF-92AE-49C6-8A95-592948011A02}"/>
              </a:ext>
            </a:extLst>
          </p:cNvPr>
          <p:cNvGraphicFramePr>
            <a:graphicFrameLocks noGrp="1"/>
          </p:cNvGraphicFramePr>
          <p:nvPr>
            <p:extLst>
              <p:ext uri="{D42A27DB-BD31-4B8C-83A1-F6EECF244321}">
                <p14:modId xmlns:p14="http://schemas.microsoft.com/office/powerpoint/2010/main" val="2128496904"/>
              </p:ext>
            </p:extLst>
          </p:nvPr>
        </p:nvGraphicFramePr>
        <p:xfrm>
          <a:off x="1945131" y="4731344"/>
          <a:ext cx="1943100" cy="1150938"/>
        </p:xfrm>
        <a:graphic>
          <a:graphicData uri="http://schemas.openxmlformats.org/drawingml/2006/table">
            <a:tbl>
              <a:tblPr/>
              <a:tblGrid>
                <a:gridCol w="1943100">
                  <a:extLst>
                    <a:ext uri="{9D8B030D-6E8A-4147-A177-3AD203B41FA5}">
                      <a16:colId xmlns:a16="http://schemas.microsoft.com/office/drawing/2014/main" val="20000"/>
                    </a:ext>
                  </a:extLst>
                </a:gridCol>
              </a:tblGrid>
              <a:tr h="5762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10110110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5746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FF3300"/>
                          </a:solidFill>
                          <a:effectLst>
                            <a:outerShdw blurRad="38100" dist="38100" dir="2700000" algn="tl">
                              <a:srgbClr val="000000"/>
                            </a:outerShdw>
                          </a:effectLst>
                          <a:latin typeface="Times New Roman" pitchFamily="18" charset="0"/>
                          <a:ea typeface="宋体" pitchFamily="2" charset="-122"/>
                        </a:rPr>
                        <a:t>1</a:t>
                      </a:r>
                      <a:r>
                        <a:rPr kumimoji="1" lang="en-US" altLang="zh-CN" sz="2800" b="1" i="0" u="none" strike="noStrike" cap="none" normalizeH="0" baseline="0" dirty="0">
                          <a:ln>
                            <a:noFill/>
                          </a:ln>
                          <a:solidFill>
                            <a:schemeClr val="accent2"/>
                          </a:solidFill>
                          <a:effectLst>
                            <a:outerShdw blurRad="38100" dist="38100" dir="2700000" algn="tl">
                              <a:srgbClr val="000000"/>
                            </a:outerShdw>
                          </a:effectLst>
                          <a:latin typeface="Times New Roman" pitchFamily="18" charset="0"/>
                          <a:ea typeface="宋体" pitchFamily="2" charset="-122"/>
                        </a:rPr>
                        <a:t>0001010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1"/>
                  </a:ext>
                </a:extLst>
              </a:tr>
            </a:tbl>
          </a:graphicData>
        </a:graphic>
      </p:graphicFrame>
      <p:grpSp>
        <p:nvGrpSpPr>
          <p:cNvPr id="54" name="Group 19">
            <a:extLst>
              <a:ext uri="{FF2B5EF4-FFF2-40B4-BE49-F238E27FC236}">
                <a16:creationId xmlns:a16="http://schemas.microsoft.com/office/drawing/2014/main" id="{4A21B20F-9B31-4C0B-BDBC-3E7CEA58656F}"/>
              </a:ext>
            </a:extLst>
          </p:cNvPr>
          <p:cNvGrpSpPr>
            <a:grpSpLocks/>
          </p:cNvGrpSpPr>
          <p:nvPr/>
        </p:nvGrpSpPr>
        <p:grpSpPr bwMode="auto">
          <a:xfrm>
            <a:off x="935481" y="4747218"/>
            <a:ext cx="1023938" cy="1000125"/>
            <a:chOff x="1654" y="2714"/>
            <a:chExt cx="645" cy="630"/>
          </a:xfrm>
        </p:grpSpPr>
        <p:sp>
          <p:nvSpPr>
            <p:cNvPr id="55" name="Text Box 20">
              <a:extLst>
                <a:ext uri="{FF2B5EF4-FFF2-40B4-BE49-F238E27FC236}">
                  <a16:creationId xmlns:a16="http://schemas.microsoft.com/office/drawing/2014/main" id="{1FEBFAA3-6157-4CAF-8051-7C62A6835D25}"/>
                </a:ext>
              </a:extLst>
            </p:cNvPr>
            <p:cNvSpPr txBox="1">
              <a:spLocks noChangeArrowheads="1"/>
            </p:cNvSpPr>
            <p:nvPr/>
          </p:nvSpPr>
          <p:spPr bwMode="auto">
            <a:xfrm>
              <a:off x="1654" y="2714"/>
              <a:ext cx="635" cy="233"/>
            </a:xfrm>
            <a:prstGeom prst="rect">
              <a:avLst/>
            </a:prstGeom>
            <a:noFill/>
            <a:ln w="9525">
              <a:noFill/>
              <a:miter lim="800000"/>
              <a:headEnd/>
              <a:tailEnd/>
            </a:ln>
            <a:effectLst/>
          </p:spPr>
          <p:txBody>
            <a:bodyPr>
              <a:spAutoFit/>
            </a:bodyPr>
            <a:lstStyle/>
            <a:p>
              <a:pPr>
                <a:spcBef>
                  <a:spcPct val="50000"/>
                </a:spcBef>
              </a:pPr>
              <a:r>
                <a:rPr lang="zh-CN" altLang="en-US" sz="1800" b="1" dirty="0">
                  <a:latin typeface="楷体" panose="02010609060101010101" pitchFamily="49" charset="-122"/>
                  <a:ea typeface="楷体" panose="02010609060101010101" pitchFamily="49" charset="-122"/>
                </a:rPr>
                <a:t>低字节</a:t>
              </a:r>
            </a:p>
          </p:txBody>
        </p:sp>
        <p:sp>
          <p:nvSpPr>
            <p:cNvPr id="56" name="Text Box 21">
              <a:extLst>
                <a:ext uri="{FF2B5EF4-FFF2-40B4-BE49-F238E27FC236}">
                  <a16:creationId xmlns:a16="http://schemas.microsoft.com/office/drawing/2014/main" id="{206DBDA0-6DDA-4BEC-BCC4-A9831D331DC7}"/>
                </a:ext>
              </a:extLst>
            </p:cNvPr>
            <p:cNvSpPr txBox="1">
              <a:spLocks noChangeArrowheads="1"/>
            </p:cNvSpPr>
            <p:nvPr/>
          </p:nvSpPr>
          <p:spPr bwMode="auto">
            <a:xfrm>
              <a:off x="1664" y="3111"/>
              <a:ext cx="635" cy="233"/>
            </a:xfrm>
            <a:prstGeom prst="rect">
              <a:avLst/>
            </a:prstGeom>
            <a:noFill/>
            <a:ln w="9525">
              <a:noFill/>
              <a:miter lim="800000"/>
              <a:headEnd/>
              <a:tailEnd/>
            </a:ln>
            <a:effectLst/>
          </p:spPr>
          <p:txBody>
            <a:bodyPr>
              <a:spAutoFit/>
            </a:bodyPr>
            <a:lstStyle/>
            <a:p>
              <a:pPr>
                <a:spcBef>
                  <a:spcPct val="50000"/>
                </a:spcBef>
              </a:pPr>
              <a:r>
                <a:rPr lang="zh-CN" altLang="en-US" sz="1800" b="1">
                  <a:latin typeface="楷体" panose="02010609060101010101" pitchFamily="49" charset="-122"/>
                  <a:ea typeface="楷体" panose="02010609060101010101" pitchFamily="49" charset="-122"/>
                </a:rPr>
                <a:t>高字节</a:t>
              </a:r>
            </a:p>
          </p:txBody>
        </p:sp>
      </p:grpSp>
      <p:grpSp>
        <p:nvGrpSpPr>
          <p:cNvPr id="57" name="Group 22">
            <a:extLst>
              <a:ext uri="{FF2B5EF4-FFF2-40B4-BE49-F238E27FC236}">
                <a16:creationId xmlns:a16="http://schemas.microsoft.com/office/drawing/2014/main" id="{9B00FF7A-2D47-46A3-8907-B2F3459A6BE6}"/>
              </a:ext>
            </a:extLst>
          </p:cNvPr>
          <p:cNvGrpSpPr>
            <a:grpSpLocks/>
          </p:cNvGrpSpPr>
          <p:nvPr/>
        </p:nvGrpSpPr>
        <p:grpSpPr bwMode="auto">
          <a:xfrm>
            <a:off x="4034282" y="4790084"/>
            <a:ext cx="1020763" cy="957263"/>
            <a:chOff x="3606" y="2741"/>
            <a:chExt cx="643" cy="603"/>
          </a:xfrm>
        </p:grpSpPr>
        <p:sp>
          <p:nvSpPr>
            <p:cNvPr id="58" name="Text Box 23">
              <a:extLst>
                <a:ext uri="{FF2B5EF4-FFF2-40B4-BE49-F238E27FC236}">
                  <a16:creationId xmlns:a16="http://schemas.microsoft.com/office/drawing/2014/main" id="{E2CF3ADA-60BA-4B94-8B67-5D4678F10691}"/>
                </a:ext>
              </a:extLst>
            </p:cNvPr>
            <p:cNvSpPr txBox="1">
              <a:spLocks noChangeArrowheads="1"/>
            </p:cNvSpPr>
            <p:nvPr/>
          </p:nvSpPr>
          <p:spPr bwMode="auto">
            <a:xfrm>
              <a:off x="3614" y="2741"/>
              <a:ext cx="635" cy="233"/>
            </a:xfrm>
            <a:prstGeom prst="rect">
              <a:avLst/>
            </a:prstGeom>
            <a:noFill/>
            <a:ln w="9525">
              <a:noFill/>
              <a:miter lim="800000"/>
              <a:headEnd/>
              <a:tailEnd/>
            </a:ln>
            <a:effectLst/>
          </p:spPr>
          <p:txBody>
            <a:bodyPr>
              <a:spAutoFit/>
            </a:bodyPr>
            <a:lstStyle/>
            <a:p>
              <a:pPr>
                <a:spcBef>
                  <a:spcPct val="50000"/>
                </a:spcBef>
              </a:pPr>
              <a:r>
                <a:rPr lang="zh-CN" altLang="en-US" sz="1800" b="1">
                  <a:latin typeface="楷体" panose="02010609060101010101" pitchFamily="49" charset="-122"/>
                  <a:ea typeface="楷体" panose="02010609060101010101" pitchFamily="49" charset="-122"/>
                </a:rPr>
                <a:t>低地址</a:t>
              </a:r>
            </a:p>
          </p:txBody>
        </p:sp>
        <p:sp>
          <p:nvSpPr>
            <p:cNvPr id="59" name="Text Box 24">
              <a:extLst>
                <a:ext uri="{FF2B5EF4-FFF2-40B4-BE49-F238E27FC236}">
                  <a16:creationId xmlns:a16="http://schemas.microsoft.com/office/drawing/2014/main" id="{AFE2F99E-5079-4A9D-95AB-58C146FD0E06}"/>
                </a:ext>
              </a:extLst>
            </p:cNvPr>
            <p:cNvSpPr txBox="1">
              <a:spLocks noChangeArrowheads="1"/>
            </p:cNvSpPr>
            <p:nvPr/>
          </p:nvSpPr>
          <p:spPr bwMode="auto">
            <a:xfrm>
              <a:off x="3606" y="3111"/>
              <a:ext cx="635" cy="233"/>
            </a:xfrm>
            <a:prstGeom prst="rect">
              <a:avLst/>
            </a:prstGeom>
            <a:noFill/>
            <a:ln w="9525">
              <a:noFill/>
              <a:miter lim="800000"/>
              <a:headEnd/>
              <a:tailEnd/>
            </a:ln>
            <a:effectLst/>
          </p:spPr>
          <p:txBody>
            <a:bodyPr>
              <a:spAutoFit/>
            </a:bodyPr>
            <a:lstStyle/>
            <a:p>
              <a:pPr>
                <a:spcBef>
                  <a:spcPct val="50000"/>
                </a:spcBef>
              </a:pPr>
              <a:r>
                <a:rPr lang="zh-CN" altLang="en-US" sz="1800" b="1">
                  <a:latin typeface="楷体" panose="02010609060101010101" pitchFamily="49" charset="-122"/>
                  <a:ea typeface="楷体" panose="02010609060101010101" pitchFamily="49" charset="-122"/>
                </a:rPr>
                <a:t>高地址</a:t>
              </a:r>
            </a:p>
          </p:txBody>
        </p:sp>
      </p:grpSp>
      <p:sp>
        <p:nvSpPr>
          <p:cNvPr id="62" name="Line 25">
            <a:extLst>
              <a:ext uri="{FF2B5EF4-FFF2-40B4-BE49-F238E27FC236}">
                <a16:creationId xmlns:a16="http://schemas.microsoft.com/office/drawing/2014/main" id="{4412CE7C-EA93-44BC-BAF4-AE7AC2168F72}"/>
              </a:ext>
            </a:extLst>
          </p:cNvPr>
          <p:cNvSpPr>
            <a:spLocks noChangeShapeType="1"/>
          </p:cNvSpPr>
          <p:nvPr/>
        </p:nvSpPr>
        <p:spPr bwMode="auto">
          <a:xfrm>
            <a:off x="4062856" y="4717057"/>
            <a:ext cx="0" cy="1223962"/>
          </a:xfrm>
          <a:prstGeom prst="line">
            <a:avLst/>
          </a:prstGeom>
          <a:noFill/>
          <a:ln w="28575">
            <a:solidFill>
              <a:srgbClr val="FF0000"/>
            </a:solidFill>
            <a:round/>
            <a:headEnd/>
            <a:tailEnd type="stealth" w="lg" len="lg"/>
          </a:ln>
          <a:effectLst>
            <a:outerShdw blurRad="50800" dist="38100" dir="2700000" algn="tl" rotWithShape="0">
              <a:prstClr val="black">
                <a:alpha val="40000"/>
              </a:prstClr>
            </a:outerShdw>
          </a:effectLst>
        </p:spPr>
        <p:txBody>
          <a:bodyPr/>
          <a:lstStyle/>
          <a:p>
            <a:endParaRPr lang="zh-CN" altLang="en-US"/>
          </a:p>
        </p:txBody>
      </p:sp>
      <p:sp>
        <p:nvSpPr>
          <p:cNvPr id="75" name="AutoShape 26">
            <a:extLst>
              <a:ext uri="{FF2B5EF4-FFF2-40B4-BE49-F238E27FC236}">
                <a16:creationId xmlns:a16="http://schemas.microsoft.com/office/drawing/2014/main" id="{57C75762-CD90-4EC3-8F23-F950280B2862}"/>
              </a:ext>
            </a:extLst>
          </p:cNvPr>
          <p:cNvSpPr>
            <a:spLocks noChangeArrowheads="1"/>
          </p:cNvSpPr>
          <p:nvPr/>
        </p:nvSpPr>
        <p:spPr bwMode="auto">
          <a:xfrm>
            <a:off x="338160" y="5762455"/>
            <a:ext cx="1943099" cy="457200"/>
          </a:xfrm>
          <a:prstGeom prst="wedgeRoundRectCallout">
            <a:avLst>
              <a:gd name="adj1" fmla="val 45552"/>
              <a:gd name="adj2" fmla="val -145638"/>
              <a:gd name="adj3" fmla="val 16667"/>
            </a:avLst>
          </a:prstGeom>
          <a:gradFill flip="none" rotWithShape="1">
            <a:gsLst>
              <a:gs pos="0">
                <a:srgbClr val="F0E5B7"/>
              </a:gs>
              <a:gs pos="100000">
                <a:srgbClr val="F0E5B7"/>
              </a:gs>
            </a:gsLst>
            <a:lin ang="27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dirty="0">
                <a:solidFill>
                  <a:srgbClr val="C01920"/>
                </a:solidFill>
                <a:latin typeface="楷体" pitchFamily="49" charset="-122"/>
                <a:ea typeface="楷体" pitchFamily="49" charset="-122"/>
              </a:rPr>
              <a:t>符号位表示负</a:t>
            </a:r>
          </a:p>
        </p:txBody>
      </p:sp>
      <p:sp>
        <p:nvSpPr>
          <p:cNvPr id="94" name="Rectangle 27">
            <a:extLst>
              <a:ext uri="{FF2B5EF4-FFF2-40B4-BE49-F238E27FC236}">
                <a16:creationId xmlns:a16="http://schemas.microsoft.com/office/drawing/2014/main" id="{1D7A8F22-9FEF-492C-8183-191753303C60}"/>
              </a:ext>
            </a:extLst>
          </p:cNvPr>
          <p:cNvSpPr>
            <a:spLocks noChangeArrowheads="1"/>
          </p:cNvSpPr>
          <p:nvPr/>
        </p:nvSpPr>
        <p:spPr bwMode="auto">
          <a:xfrm>
            <a:off x="598888" y="6237312"/>
            <a:ext cx="5230919" cy="369332"/>
          </a:xfrm>
          <a:prstGeom prst="rect">
            <a:avLst/>
          </a:prstGeom>
          <a:noFill/>
          <a:ln w="9525">
            <a:noFill/>
            <a:miter lim="800000"/>
            <a:headEnd/>
            <a:tailEnd/>
          </a:ln>
          <a:effectLst/>
        </p:spPr>
        <p:txBody>
          <a:bodyPr wrap="none" anchor="ctr">
            <a:spAutoFit/>
          </a:bodyPr>
          <a:lstStyle/>
          <a:p>
            <a:r>
              <a:rPr lang="zh-CN" altLang="en-US" sz="1800" dirty="0">
                <a:solidFill>
                  <a:srgbClr val="CC0000"/>
                </a:solidFill>
                <a:effectLst>
                  <a:outerShdw blurRad="38100" dist="38100" dir="2700000" algn="tl">
                    <a:srgbClr val="000000"/>
                  </a:outerShdw>
                </a:effectLst>
                <a:latin typeface="+mn-lt"/>
                <a:ea typeface="楷体" panose="02010609060101010101" pitchFamily="49" charset="-122"/>
              </a:rPr>
              <a:t>十六进制数</a:t>
            </a:r>
            <a:r>
              <a:rPr lang="en-US" altLang="zh-CN" sz="1800" dirty="0">
                <a:solidFill>
                  <a:srgbClr val="CC0000"/>
                </a:solidFill>
                <a:effectLst>
                  <a:outerShdw blurRad="38100" dist="38100" dir="2700000" algn="tl">
                    <a:srgbClr val="000000"/>
                  </a:outerShdw>
                </a:effectLst>
                <a:latin typeface="+mn-lt"/>
                <a:ea typeface="楷体" panose="02010609060101010101" pitchFamily="49" charset="-122"/>
              </a:rPr>
              <a:t>0X8AB6</a:t>
            </a:r>
            <a:r>
              <a:rPr lang="zh-CN" altLang="en-US" sz="1800" dirty="0">
                <a:solidFill>
                  <a:srgbClr val="CC0000"/>
                </a:solidFill>
                <a:effectLst>
                  <a:outerShdw blurRad="38100" dist="38100" dir="2700000" algn="tl">
                    <a:srgbClr val="000000"/>
                  </a:outerShdw>
                </a:effectLst>
                <a:latin typeface="+mn-lt"/>
                <a:ea typeface="楷体" panose="02010609060101010101" pitchFamily="49" charset="-122"/>
              </a:rPr>
              <a:t>两个字节的内存实际存放形式</a:t>
            </a:r>
            <a:r>
              <a:rPr lang="zh-CN" altLang="en-US" sz="1800" dirty="0">
                <a:latin typeface="+mn-lt"/>
                <a:ea typeface="楷体" panose="02010609060101010101" pitchFamily="49" charset="-122"/>
              </a:rPr>
              <a:t> </a:t>
            </a:r>
          </a:p>
        </p:txBody>
      </p:sp>
      <p:sp>
        <p:nvSpPr>
          <p:cNvPr id="95" name="AutoShape 33">
            <a:extLst>
              <a:ext uri="{FF2B5EF4-FFF2-40B4-BE49-F238E27FC236}">
                <a16:creationId xmlns:a16="http://schemas.microsoft.com/office/drawing/2014/main" id="{05FE26B9-788A-4E65-A088-382E7CAFEF5B}"/>
              </a:ext>
            </a:extLst>
          </p:cNvPr>
          <p:cNvSpPr>
            <a:spLocks noChangeArrowheads="1"/>
          </p:cNvSpPr>
          <p:nvPr/>
        </p:nvSpPr>
        <p:spPr bwMode="auto">
          <a:xfrm>
            <a:off x="539554" y="3929281"/>
            <a:ext cx="2260486" cy="466954"/>
          </a:xfrm>
          <a:prstGeom prst="wedgeRoundRectCallout">
            <a:avLst>
              <a:gd name="adj1" fmla="val 53956"/>
              <a:gd name="adj2" fmla="val 171197"/>
              <a:gd name="adj3" fmla="val 16667"/>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dirty="0">
                <a:solidFill>
                  <a:srgbClr val="C01920"/>
                </a:solidFill>
                <a:latin typeface="楷体" pitchFamily="49" charset="-122"/>
                <a:ea typeface="楷体" pitchFamily="49" charset="-122"/>
              </a:rPr>
              <a:t>真值为：</a:t>
            </a:r>
            <a:r>
              <a:rPr lang="en-US" altLang="zh-CN" sz="2000" b="1" dirty="0">
                <a:solidFill>
                  <a:srgbClr val="C01920"/>
                </a:solidFill>
                <a:latin typeface="楷体" pitchFamily="49" charset="-122"/>
                <a:ea typeface="楷体" pitchFamily="49" charset="-122"/>
              </a:rPr>
              <a:t>-30026 !</a:t>
            </a:r>
          </a:p>
        </p:txBody>
      </p:sp>
      <p:sp>
        <p:nvSpPr>
          <p:cNvPr id="96" name="Text Box 39">
            <a:extLst>
              <a:ext uri="{FF2B5EF4-FFF2-40B4-BE49-F238E27FC236}">
                <a16:creationId xmlns:a16="http://schemas.microsoft.com/office/drawing/2014/main" id="{9207C1AD-F9AF-407F-B9EA-DAC3AF46012F}"/>
              </a:ext>
            </a:extLst>
          </p:cNvPr>
          <p:cNvSpPr txBox="1">
            <a:spLocks noChangeArrowheads="1"/>
          </p:cNvSpPr>
          <p:nvPr/>
        </p:nvSpPr>
        <p:spPr bwMode="auto">
          <a:xfrm>
            <a:off x="6587308" y="1949931"/>
            <a:ext cx="5210826" cy="830997"/>
          </a:xfrm>
          <a:prstGeom prst="rect">
            <a:avLst/>
          </a:prstGeom>
          <a:noFill/>
          <a:ln w="28575">
            <a:noFill/>
            <a:miter lim="800000"/>
            <a:headEnd/>
            <a:tailEnd/>
          </a:ln>
          <a:effectLst/>
        </p:spPr>
        <p:txBody>
          <a:bodyPr wrap="square">
            <a:spAutoFit/>
          </a:bodyPr>
          <a:lstStyle/>
          <a:p>
            <a:pPr>
              <a:spcBef>
                <a:spcPts val="0"/>
              </a:spcBef>
            </a:pPr>
            <a:r>
              <a:rPr lang="en-US" altLang="zh-CN" b="1" dirty="0">
                <a:effectLst>
                  <a:outerShdw blurRad="38100" dist="38100" dir="2700000" algn="tl">
                    <a:srgbClr val="C0C0C0"/>
                  </a:outerShdw>
                </a:effectLst>
                <a:sym typeface="Wingdings" pitchFamily="2" charset="2"/>
              </a:rPr>
              <a:t>(0X8AB6)</a:t>
            </a:r>
            <a:r>
              <a:rPr lang="zh-CN" altLang="en-US" b="1" baseline="-25000" dirty="0">
                <a:effectLst>
                  <a:outerShdw blurRad="38100" dist="38100" dir="2700000" algn="tl">
                    <a:srgbClr val="C0C0C0"/>
                  </a:outerShdw>
                </a:effectLst>
                <a:latin typeface="楷体" pitchFamily="49" charset="-122"/>
                <a:ea typeface="楷体" pitchFamily="49" charset="-122"/>
                <a:sym typeface="Wingdings" pitchFamily="2" charset="2"/>
              </a:rPr>
              <a:t>补</a:t>
            </a:r>
            <a:r>
              <a:rPr lang="zh-CN" altLang="en-US" b="1" dirty="0">
                <a:effectLst>
                  <a:outerShdw blurRad="38100" dist="38100" dir="2700000" algn="tl">
                    <a:srgbClr val="C0C0C0"/>
                  </a:outerShdw>
                </a:effectLst>
                <a:sym typeface="Wingdings" pitchFamily="2" charset="2"/>
              </a:rPr>
              <a:t> </a:t>
            </a:r>
            <a:r>
              <a:rPr lang="en-US" altLang="zh-CN" b="1" dirty="0">
                <a:effectLst>
                  <a:outerShdw blurRad="38100" dist="38100" dir="2700000" algn="tl">
                    <a:srgbClr val="C0C0C0"/>
                  </a:outerShdw>
                </a:effectLst>
                <a:sym typeface="Wingdings" pitchFamily="2" charset="2"/>
              </a:rPr>
              <a:t>=  </a:t>
            </a:r>
            <a:r>
              <a:rPr lang="en-US" altLang="zh-CN" b="1" dirty="0">
                <a:solidFill>
                  <a:srgbClr val="FF3300"/>
                </a:solidFill>
                <a:effectLst>
                  <a:outerShdw blurRad="38100" dist="38100" dir="2700000" algn="tl">
                    <a:srgbClr val="C0C0C0"/>
                  </a:outerShdw>
                </a:effectLst>
                <a:sym typeface="Wingdings" pitchFamily="2" charset="2"/>
              </a:rPr>
              <a:t>0</a:t>
            </a:r>
            <a:r>
              <a:rPr lang="en-US" altLang="zh-CN" b="1" dirty="0">
                <a:solidFill>
                  <a:schemeClr val="accent2"/>
                </a:solidFill>
                <a:effectLst>
                  <a:outerShdw blurRad="38100" dist="38100" dir="2700000" algn="tl">
                    <a:srgbClr val="C0C0C0"/>
                  </a:outerShdw>
                </a:effectLst>
                <a:sym typeface="Wingdings" pitchFamily="2" charset="2"/>
              </a:rPr>
              <a:t>000 0000 0000 0000 </a:t>
            </a:r>
          </a:p>
          <a:p>
            <a:pPr>
              <a:spcBef>
                <a:spcPts val="0"/>
              </a:spcBef>
            </a:pPr>
            <a:r>
              <a:rPr lang="en-US" altLang="zh-CN" b="1" dirty="0">
                <a:solidFill>
                  <a:schemeClr val="accent2"/>
                </a:solidFill>
                <a:effectLst>
                  <a:outerShdw blurRad="38100" dist="38100" dir="2700000" algn="tl">
                    <a:srgbClr val="C0C0C0"/>
                  </a:outerShdw>
                </a:effectLst>
                <a:sym typeface="Wingdings" pitchFamily="2" charset="2"/>
              </a:rPr>
              <a:t>                         1000 1010 1011 0110</a:t>
            </a:r>
          </a:p>
        </p:txBody>
      </p:sp>
      <p:grpSp>
        <p:nvGrpSpPr>
          <p:cNvPr id="97" name="Group 40">
            <a:extLst>
              <a:ext uri="{FF2B5EF4-FFF2-40B4-BE49-F238E27FC236}">
                <a16:creationId xmlns:a16="http://schemas.microsoft.com/office/drawing/2014/main" id="{D4F208C9-F66A-46D2-B4FE-AD7423CD05D7}"/>
              </a:ext>
            </a:extLst>
          </p:cNvPr>
          <p:cNvGrpSpPr>
            <a:grpSpLocks/>
          </p:cNvGrpSpPr>
          <p:nvPr/>
        </p:nvGrpSpPr>
        <p:grpSpPr bwMode="auto">
          <a:xfrm>
            <a:off x="7536160" y="2285950"/>
            <a:ext cx="2089150" cy="892175"/>
            <a:chOff x="802" y="1711"/>
            <a:chExt cx="1316" cy="562"/>
          </a:xfrm>
        </p:grpSpPr>
        <p:sp>
          <p:nvSpPr>
            <p:cNvPr id="98" name="Line 41">
              <a:extLst>
                <a:ext uri="{FF2B5EF4-FFF2-40B4-BE49-F238E27FC236}">
                  <a16:creationId xmlns:a16="http://schemas.microsoft.com/office/drawing/2014/main" id="{6E700C81-066E-406F-991C-8F47D51883AD}"/>
                </a:ext>
              </a:extLst>
            </p:cNvPr>
            <p:cNvSpPr>
              <a:spLocks noChangeShapeType="1"/>
            </p:cNvSpPr>
            <p:nvPr/>
          </p:nvSpPr>
          <p:spPr bwMode="auto">
            <a:xfrm flipV="1">
              <a:off x="1293" y="1711"/>
              <a:ext cx="171" cy="344"/>
            </a:xfrm>
            <a:prstGeom prst="line">
              <a:avLst/>
            </a:prstGeom>
            <a:noFill/>
            <a:ln w="28575">
              <a:solidFill>
                <a:srgbClr val="0000FF"/>
              </a:solidFill>
              <a:round/>
              <a:headEnd/>
              <a:tailEnd type="stealth" w="lg" len="lg"/>
            </a:ln>
            <a:effectLst/>
          </p:spPr>
          <p:txBody>
            <a:bodyPr/>
            <a:lstStyle/>
            <a:p>
              <a:endParaRPr lang="zh-CN" altLang="en-US">
                <a:latin typeface="楷体" pitchFamily="49" charset="-122"/>
                <a:ea typeface="楷体" pitchFamily="49" charset="-122"/>
              </a:endParaRPr>
            </a:p>
          </p:txBody>
        </p:sp>
        <p:sp>
          <p:nvSpPr>
            <p:cNvPr id="99" name="Text Box 42">
              <a:extLst>
                <a:ext uri="{FF2B5EF4-FFF2-40B4-BE49-F238E27FC236}">
                  <a16:creationId xmlns:a16="http://schemas.microsoft.com/office/drawing/2014/main" id="{655F3CAB-7D26-4F0C-B83F-646C3A7DBA3C}"/>
                </a:ext>
              </a:extLst>
            </p:cNvPr>
            <p:cNvSpPr txBox="1">
              <a:spLocks noChangeArrowheads="1"/>
            </p:cNvSpPr>
            <p:nvPr/>
          </p:nvSpPr>
          <p:spPr bwMode="auto">
            <a:xfrm>
              <a:off x="802" y="2023"/>
              <a:ext cx="1316" cy="250"/>
            </a:xfrm>
            <a:prstGeom prst="rect">
              <a:avLst/>
            </a:prstGeom>
            <a:noFill/>
            <a:ln w="9525">
              <a:noFill/>
              <a:miter lim="800000"/>
              <a:headEnd/>
              <a:tailEnd/>
            </a:ln>
            <a:effectLst/>
          </p:spPr>
          <p:txBody>
            <a:bodyPr>
              <a:spAutoFit/>
            </a:bodyPr>
            <a:lstStyle/>
            <a:p>
              <a:pPr>
                <a:spcBef>
                  <a:spcPct val="50000"/>
                </a:spcBef>
              </a:pPr>
              <a:r>
                <a:rPr lang="zh-CN" altLang="en-US" sz="2000" b="1" dirty="0">
                  <a:solidFill>
                    <a:schemeClr val="accent2"/>
                  </a:solidFill>
                  <a:effectLst>
                    <a:outerShdw blurRad="38100" dist="38100" dir="2700000" algn="tl">
                      <a:srgbClr val="000000"/>
                    </a:outerShdw>
                  </a:effectLst>
                  <a:latin typeface="楷体" pitchFamily="49" charset="-122"/>
                  <a:ea typeface="楷体" pitchFamily="49" charset="-122"/>
                </a:rPr>
                <a:t>符号位</a:t>
              </a:r>
              <a:r>
                <a:rPr lang="en-US" altLang="zh-CN" sz="2000" b="1" dirty="0">
                  <a:solidFill>
                    <a:schemeClr val="accent2"/>
                  </a:solidFill>
                  <a:effectLst>
                    <a:outerShdw blurRad="38100" dist="38100" dir="2700000" algn="tl">
                      <a:srgbClr val="000000"/>
                    </a:outerShdw>
                  </a:effectLst>
                  <a:latin typeface="楷体" pitchFamily="49" charset="-122"/>
                  <a:ea typeface="楷体" pitchFamily="49" charset="-122"/>
                </a:rPr>
                <a:t>(</a:t>
              </a:r>
              <a:r>
                <a:rPr lang="zh-CN" altLang="en-US" sz="2000" b="1" dirty="0">
                  <a:solidFill>
                    <a:schemeClr val="accent2"/>
                  </a:solidFill>
                  <a:effectLst>
                    <a:outerShdw blurRad="38100" dist="38100" dir="2700000" algn="tl">
                      <a:srgbClr val="000000"/>
                    </a:outerShdw>
                  </a:effectLst>
                  <a:latin typeface="楷体" pitchFamily="49" charset="-122"/>
                  <a:ea typeface="楷体" pitchFamily="49" charset="-122"/>
                </a:rPr>
                <a:t>表示正</a:t>
              </a:r>
              <a:r>
                <a:rPr lang="en-US" altLang="zh-CN" sz="2000" b="1" dirty="0">
                  <a:solidFill>
                    <a:schemeClr val="accent2"/>
                  </a:solidFill>
                  <a:effectLst>
                    <a:outerShdw blurRad="38100" dist="38100" dir="2700000" algn="tl">
                      <a:srgbClr val="000000"/>
                    </a:outerShdw>
                  </a:effectLst>
                  <a:latin typeface="楷体" pitchFamily="49" charset="-122"/>
                  <a:ea typeface="楷体" pitchFamily="49" charset="-122"/>
                </a:rPr>
                <a:t>)</a:t>
              </a:r>
            </a:p>
          </p:txBody>
        </p:sp>
      </p:grpSp>
      <p:sp>
        <p:nvSpPr>
          <p:cNvPr id="100" name="Oval 43">
            <a:extLst>
              <a:ext uri="{FF2B5EF4-FFF2-40B4-BE49-F238E27FC236}">
                <a16:creationId xmlns:a16="http://schemas.microsoft.com/office/drawing/2014/main" id="{6CD7A1E4-140E-4A0E-B309-AB18703BE9FA}"/>
              </a:ext>
            </a:extLst>
          </p:cNvPr>
          <p:cNvSpPr>
            <a:spLocks noChangeArrowheads="1"/>
          </p:cNvSpPr>
          <p:nvPr/>
        </p:nvSpPr>
        <p:spPr bwMode="auto">
          <a:xfrm>
            <a:off x="8471498" y="1886049"/>
            <a:ext cx="2882127" cy="894879"/>
          </a:xfrm>
          <a:prstGeom prst="ellipse">
            <a:avLst/>
          </a:prstGeom>
          <a:noFill/>
          <a:ln w="28575">
            <a:solidFill>
              <a:srgbClr val="FF0000"/>
            </a:solidFill>
            <a:round/>
            <a:headEnd/>
            <a:tailEnd/>
          </a:ln>
          <a:effectLst/>
        </p:spPr>
        <p:txBody>
          <a:bodyPr wrap="none" anchor="ctr"/>
          <a:lstStyle/>
          <a:p>
            <a:endParaRPr lang="zh-CN" altLang="en-US"/>
          </a:p>
        </p:txBody>
      </p:sp>
      <p:graphicFrame>
        <p:nvGraphicFramePr>
          <p:cNvPr id="102" name="Group 45">
            <a:extLst>
              <a:ext uri="{FF2B5EF4-FFF2-40B4-BE49-F238E27FC236}">
                <a16:creationId xmlns:a16="http://schemas.microsoft.com/office/drawing/2014/main" id="{B587164A-8C59-451D-ABFF-14080124B472}"/>
              </a:ext>
            </a:extLst>
          </p:cNvPr>
          <p:cNvGraphicFramePr>
            <a:graphicFrameLocks noGrp="1"/>
          </p:cNvGraphicFramePr>
          <p:nvPr/>
        </p:nvGraphicFramePr>
        <p:xfrm>
          <a:off x="8419786" y="3930228"/>
          <a:ext cx="1787525" cy="2072640"/>
        </p:xfrm>
        <a:graphic>
          <a:graphicData uri="http://schemas.openxmlformats.org/drawingml/2006/table">
            <a:tbl>
              <a:tblPr/>
              <a:tblGrid>
                <a:gridCol w="1787525">
                  <a:extLst>
                    <a:ext uri="{9D8B030D-6E8A-4147-A177-3AD203B41FA5}">
                      <a16:colId xmlns:a16="http://schemas.microsoft.com/office/drawing/2014/main" val="20000"/>
                    </a:ext>
                  </a:extLst>
                </a:gridCol>
              </a:tblGrid>
              <a:tr h="5016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10110110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4730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10001010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1"/>
                  </a:ext>
                </a:extLst>
              </a:tr>
              <a:tr h="471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00000000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2"/>
                  </a:ext>
                </a:extLst>
              </a:tr>
              <a:tr h="471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rPr>
                        <a:t>0</a:t>
                      </a:r>
                      <a:r>
                        <a:rPr kumimoji="1" lang="en-US" altLang="zh-CN" sz="2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0000000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3"/>
                  </a:ext>
                </a:extLst>
              </a:tr>
            </a:tbl>
          </a:graphicData>
        </a:graphic>
      </p:graphicFrame>
      <p:grpSp>
        <p:nvGrpSpPr>
          <p:cNvPr id="103" name="Group 57">
            <a:extLst>
              <a:ext uri="{FF2B5EF4-FFF2-40B4-BE49-F238E27FC236}">
                <a16:creationId xmlns:a16="http://schemas.microsoft.com/office/drawing/2014/main" id="{B3D3B50C-BDD8-4473-9BEF-7E3953825D40}"/>
              </a:ext>
            </a:extLst>
          </p:cNvPr>
          <p:cNvGrpSpPr>
            <a:grpSpLocks/>
          </p:cNvGrpSpPr>
          <p:nvPr/>
        </p:nvGrpSpPr>
        <p:grpSpPr bwMode="auto">
          <a:xfrm>
            <a:off x="7340286" y="3974677"/>
            <a:ext cx="1023937" cy="1943100"/>
            <a:chOff x="1654" y="2552"/>
            <a:chExt cx="645" cy="1224"/>
          </a:xfrm>
        </p:grpSpPr>
        <p:sp>
          <p:nvSpPr>
            <p:cNvPr id="104" name="Text Box 58">
              <a:extLst>
                <a:ext uri="{FF2B5EF4-FFF2-40B4-BE49-F238E27FC236}">
                  <a16:creationId xmlns:a16="http://schemas.microsoft.com/office/drawing/2014/main" id="{49834FF9-282C-414F-B31E-93FBF9F08810}"/>
                </a:ext>
              </a:extLst>
            </p:cNvPr>
            <p:cNvSpPr txBox="1">
              <a:spLocks noChangeArrowheads="1"/>
            </p:cNvSpPr>
            <p:nvPr/>
          </p:nvSpPr>
          <p:spPr bwMode="auto">
            <a:xfrm>
              <a:off x="1654" y="2552"/>
              <a:ext cx="635" cy="233"/>
            </a:xfrm>
            <a:prstGeom prst="rect">
              <a:avLst/>
            </a:prstGeom>
            <a:noFill/>
            <a:ln w="9525">
              <a:noFill/>
              <a:miter lim="800000"/>
              <a:headEnd/>
              <a:tailEnd/>
            </a:ln>
            <a:effectLst/>
          </p:spPr>
          <p:txBody>
            <a:bodyPr>
              <a:spAutoFit/>
            </a:bodyPr>
            <a:lstStyle/>
            <a:p>
              <a:pPr>
                <a:spcBef>
                  <a:spcPct val="50000"/>
                </a:spcBef>
              </a:pPr>
              <a:r>
                <a:rPr lang="zh-CN" altLang="en-US" sz="1800" b="1" dirty="0">
                  <a:latin typeface="楷体" pitchFamily="49" charset="-122"/>
                  <a:ea typeface="楷体" pitchFamily="49" charset="-122"/>
                </a:rPr>
                <a:t>低字节</a:t>
              </a:r>
            </a:p>
          </p:txBody>
        </p:sp>
        <p:sp>
          <p:nvSpPr>
            <p:cNvPr id="105" name="Text Box 59">
              <a:extLst>
                <a:ext uri="{FF2B5EF4-FFF2-40B4-BE49-F238E27FC236}">
                  <a16:creationId xmlns:a16="http://schemas.microsoft.com/office/drawing/2014/main" id="{9DDDF714-CB7A-403F-9F79-A20047F0380E}"/>
                </a:ext>
              </a:extLst>
            </p:cNvPr>
            <p:cNvSpPr txBox="1">
              <a:spLocks noChangeArrowheads="1"/>
            </p:cNvSpPr>
            <p:nvPr/>
          </p:nvSpPr>
          <p:spPr bwMode="auto">
            <a:xfrm>
              <a:off x="1664" y="3543"/>
              <a:ext cx="635" cy="233"/>
            </a:xfrm>
            <a:prstGeom prst="rect">
              <a:avLst/>
            </a:prstGeom>
            <a:noFill/>
            <a:ln w="9525">
              <a:noFill/>
              <a:miter lim="800000"/>
              <a:headEnd/>
              <a:tailEnd/>
            </a:ln>
            <a:effectLst/>
          </p:spPr>
          <p:txBody>
            <a:bodyPr>
              <a:spAutoFit/>
            </a:bodyPr>
            <a:lstStyle/>
            <a:p>
              <a:pPr>
                <a:spcBef>
                  <a:spcPct val="50000"/>
                </a:spcBef>
              </a:pPr>
              <a:r>
                <a:rPr lang="zh-CN" altLang="en-US" sz="1800" b="1" dirty="0">
                  <a:latin typeface="楷体" pitchFamily="49" charset="-122"/>
                  <a:ea typeface="楷体" pitchFamily="49" charset="-122"/>
                </a:rPr>
                <a:t>高字节</a:t>
              </a:r>
            </a:p>
          </p:txBody>
        </p:sp>
      </p:grpSp>
      <p:sp>
        <p:nvSpPr>
          <p:cNvPr id="106" name="Rectangle 60">
            <a:extLst>
              <a:ext uri="{FF2B5EF4-FFF2-40B4-BE49-F238E27FC236}">
                <a16:creationId xmlns:a16="http://schemas.microsoft.com/office/drawing/2014/main" id="{69E63880-72B5-47DB-ACCC-EF4F10F4B7B6}"/>
              </a:ext>
            </a:extLst>
          </p:cNvPr>
          <p:cNvSpPr>
            <a:spLocks noChangeArrowheads="1"/>
          </p:cNvSpPr>
          <p:nvPr/>
        </p:nvSpPr>
        <p:spPr bwMode="auto">
          <a:xfrm>
            <a:off x="6660151" y="6228020"/>
            <a:ext cx="5230919" cy="369332"/>
          </a:xfrm>
          <a:prstGeom prst="rect">
            <a:avLst/>
          </a:prstGeom>
          <a:noFill/>
          <a:ln w="9525">
            <a:noFill/>
            <a:miter lim="800000"/>
            <a:headEnd/>
            <a:tailEnd/>
          </a:ln>
          <a:effectLst/>
        </p:spPr>
        <p:txBody>
          <a:bodyPr wrap="none" anchor="ctr">
            <a:spAutoFit/>
          </a:bodyPr>
          <a:lstStyle/>
          <a:p>
            <a:r>
              <a:rPr lang="zh-CN" altLang="en-US" sz="1800" dirty="0">
                <a:solidFill>
                  <a:srgbClr val="CC0000"/>
                </a:solidFill>
                <a:effectLst>
                  <a:outerShdw blurRad="38100" dist="38100" dir="2700000" algn="tl">
                    <a:srgbClr val="000000"/>
                  </a:outerShdw>
                </a:effectLst>
                <a:latin typeface="+mn-lt"/>
                <a:ea typeface="楷体" pitchFamily="49" charset="-122"/>
              </a:rPr>
              <a:t>十六进制数</a:t>
            </a:r>
            <a:r>
              <a:rPr lang="en-US" altLang="zh-CN" sz="1800" dirty="0">
                <a:solidFill>
                  <a:srgbClr val="CC0000"/>
                </a:solidFill>
                <a:effectLst>
                  <a:outerShdw blurRad="38100" dist="38100" dir="2700000" algn="tl">
                    <a:srgbClr val="000000"/>
                  </a:outerShdw>
                </a:effectLst>
                <a:latin typeface="+mn-lt"/>
                <a:ea typeface="楷体" pitchFamily="49" charset="-122"/>
              </a:rPr>
              <a:t>0X8AB6</a:t>
            </a:r>
            <a:r>
              <a:rPr lang="zh-CN" altLang="en-US" sz="1800" dirty="0">
                <a:solidFill>
                  <a:srgbClr val="CC0000"/>
                </a:solidFill>
                <a:effectLst>
                  <a:outerShdw blurRad="38100" dist="38100" dir="2700000" algn="tl">
                    <a:srgbClr val="000000"/>
                  </a:outerShdw>
                </a:effectLst>
                <a:latin typeface="+mn-lt"/>
                <a:ea typeface="楷体" pitchFamily="49" charset="-122"/>
              </a:rPr>
              <a:t>四个字节的内存实际存放形式</a:t>
            </a:r>
            <a:r>
              <a:rPr lang="zh-CN" altLang="en-US" sz="1800" dirty="0">
                <a:latin typeface="+mn-lt"/>
                <a:ea typeface="楷体" pitchFamily="49" charset="-122"/>
              </a:rPr>
              <a:t> </a:t>
            </a:r>
          </a:p>
        </p:txBody>
      </p:sp>
      <p:sp>
        <p:nvSpPr>
          <p:cNvPr id="107" name="Line 61">
            <a:extLst>
              <a:ext uri="{FF2B5EF4-FFF2-40B4-BE49-F238E27FC236}">
                <a16:creationId xmlns:a16="http://schemas.microsoft.com/office/drawing/2014/main" id="{766D5036-0512-49A5-B69B-E87C61401859}"/>
              </a:ext>
            </a:extLst>
          </p:cNvPr>
          <p:cNvSpPr>
            <a:spLocks noChangeShapeType="1"/>
          </p:cNvSpPr>
          <p:nvPr/>
        </p:nvSpPr>
        <p:spPr bwMode="auto">
          <a:xfrm>
            <a:off x="10467660" y="3901653"/>
            <a:ext cx="0" cy="2159000"/>
          </a:xfrm>
          <a:prstGeom prst="line">
            <a:avLst/>
          </a:prstGeom>
          <a:noFill/>
          <a:ln w="28575">
            <a:solidFill>
              <a:srgbClr val="FF0000"/>
            </a:solidFill>
            <a:round/>
            <a:headEnd/>
            <a:tailEnd type="stealth" w="lg" len="lg"/>
          </a:ln>
          <a:effectLst>
            <a:outerShdw blurRad="50800" dist="38100" dir="2700000" algn="tl" rotWithShape="0">
              <a:prstClr val="black">
                <a:alpha val="40000"/>
              </a:prstClr>
            </a:outerShdw>
          </a:effectLst>
        </p:spPr>
        <p:txBody>
          <a:bodyPr/>
          <a:lstStyle/>
          <a:p>
            <a:endParaRPr lang="zh-CN" altLang="en-US"/>
          </a:p>
        </p:txBody>
      </p:sp>
      <p:grpSp>
        <p:nvGrpSpPr>
          <p:cNvPr id="108" name="Group 62">
            <a:extLst>
              <a:ext uri="{FF2B5EF4-FFF2-40B4-BE49-F238E27FC236}">
                <a16:creationId xmlns:a16="http://schemas.microsoft.com/office/drawing/2014/main" id="{27040FEA-FCA1-4612-BDB8-5EDC6C82CEBD}"/>
              </a:ext>
            </a:extLst>
          </p:cNvPr>
          <p:cNvGrpSpPr>
            <a:grpSpLocks/>
          </p:cNvGrpSpPr>
          <p:nvPr/>
        </p:nvGrpSpPr>
        <p:grpSpPr bwMode="auto">
          <a:xfrm>
            <a:off x="10439085" y="3960393"/>
            <a:ext cx="1020762" cy="1928813"/>
            <a:chOff x="3606" y="2543"/>
            <a:chExt cx="643" cy="1215"/>
          </a:xfrm>
        </p:grpSpPr>
        <p:sp>
          <p:nvSpPr>
            <p:cNvPr id="109" name="Text Box 63">
              <a:extLst>
                <a:ext uri="{FF2B5EF4-FFF2-40B4-BE49-F238E27FC236}">
                  <a16:creationId xmlns:a16="http://schemas.microsoft.com/office/drawing/2014/main" id="{003D1505-1A30-4A65-8850-7A7CA9CDBC83}"/>
                </a:ext>
              </a:extLst>
            </p:cNvPr>
            <p:cNvSpPr txBox="1">
              <a:spLocks noChangeArrowheads="1"/>
            </p:cNvSpPr>
            <p:nvPr/>
          </p:nvSpPr>
          <p:spPr bwMode="auto">
            <a:xfrm>
              <a:off x="3614" y="2543"/>
              <a:ext cx="635" cy="233"/>
            </a:xfrm>
            <a:prstGeom prst="rect">
              <a:avLst/>
            </a:prstGeom>
            <a:noFill/>
            <a:ln w="9525">
              <a:noFill/>
              <a:miter lim="800000"/>
              <a:headEnd/>
              <a:tailEnd/>
            </a:ln>
            <a:effectLst/>
          </p:spPr>
          <p:txBody>
            <a:bodyPr>
              <a:spAutoFit/>
            </a:bodyPr>
            <a:lstStyle/>
            <a:p>
              <a:pPr>
                <a:spcBef>
                  <a:spcPct val="50000"/>
                </a:spcBef>
              </a:pPr>
              <a:r>
                <a:rPr lang="zh-CN" altLang="en-US" sz="1800" b="1" dirty="0">
                  <a:latin typeface="楷体" pitchFamily="49" charset="-122"/>
                  <a:ea typeface="楷体" pitchFamily="49" charset="-122"/>
                </a:rPr>
                <a:t>低地址</a:t>
              </a:r>
            </a:p>
          </p:txBody>
        </p:sp>
        <p:sp>
          <p:nvSpPr>
            <p:cNvPr id="110" name="Text Box 64">
              <a:extLst>
                <a:ext uri="{FF2B5EF4-FFF2-40B4-BE49-F238E27FC236}">
                  <a16:creationId xmlns:a16="http://schemas.microsoft.com/office/drawing/2014/main" id="{6E42D973-02AB-43FE-BB88-A63ED86704B5}"/>
                </a:ext>
              </a:extLst>
            </p:cNvPr>
            <p:cNvSpPr txBox="1">
              <a:spLocks noChangeArrowheads="1"/>
            </p:cNvSpPr>
            <p:nvPr/>
          </p:nvSpPr>
          <p:spPr bwMode="auto">
            <a:xfrm>
              <a:off x="3606" y="3525"/>
              <a:ext cx="635" cy="233"/>
            </a:xfrm>
            <a:prstGeom prst="rect">
              <a:avLst/>
            </a:prstGeom>
            <a:noFill/>
            <a:ln w="9525">
              <a:noFill/>
              <a:miter lim="800000"/>
              <a:headEnd/>
              <a:tailEnd/>
            </a:ln>
            <a:effectLst/>
          </p:spPr>
          <p:txBody>
            <a:bodyPr>
              <a:spAutoFit/>
            </a:bodyPr>
            <a:lstStyle/>
            <a:p>
              <a:pPr>
                <a:spcBef>
                  <a:spcPct val="50000"/>
                </a:spcBef>
              </a:pPr>
              <a:r>
                <a:rPr lang="zh-CN" altLang="en-US" sz="1800" b="1">
                  <a:latin typeface="楷体" pitchFamily="49" charset="-122"/>
                  <a:ea typeface="楷体" pitchFamily="49" charset="-122"/>
                </a:rPr>
                <a:t>高地址</a:t>
              </a:r>
            </a:p>
          </p:txBody>
        </p:sp>
      </p:grpSp>
      <p:sp>
        <p:nvSpPr>
          <p:cNvPr id="111" name="AutoShape 65">
            <a:extLst>
              <a:ext uri="{FF2B5EF4-FFF2-40B4-BE49-F238E27FC236}">
                <a16:creationId xmlns:a16="http://schemas.microsoft.com/office/drawing/2014/main" id="{150125A1-3BA5-4C70-B4F8-42E2F7A641B1}"/>
              </a:ext>
            </a:extLst>
          </p:cNvPr>
          <p:cNvSpPr>
            <a:spLocks noChangeArrowheads="1"/>
          </p:cNvSpPr>
          <p:nvPr/>
        </p:nvSpPr>
        <p:spPr bwMode="auto">
          <a:xfrm>
            <a:off x="6562257" y="4886894"/>
            <a:ext cx="1098240" cy="437193"/>
          </a:xfrm>
          <a:prstGeom prst="wedgeRoundRectCallout">
            <a:avLst>
              <a:gd name="adj1" fmla="val 138014"/>
              <a:gd name="adj2" fmla="val 125816"/>
              <a:gd name="adj3" fmla="val 16667"/>
            </a:avLst>
          </a:prstGeom>
          <a:gradFill flip="none" rotWithShape="1">
            <a:gsLst>
              <a:gs pos="0">
                <a:srgbClr val="F0E5B7"/>
              </a:gs>
              <a:gs pos="100000">
                <a:srgbClr val="F0E5B7"/>
              </a:gs>
            </a:gsLst>
            <a:lin ang="27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dirty="0">
                <a:solidFill>
                  <a:srgbClr val="C01920"/>
                </a:solidFill>
                <a:latin typeface="楷体" pitchFamily="49" charset="-122"/>
                <a:ea typeface="楷体" pitchFamily="49" charset="-122"/>
              </a:rPr>
              <a:t>符号位</a:t>
            </a:r>
          </a:p>
        </p:txBody>
      </p:sp>
      <p:sp>
        <p:nvSpPr>
          <p:cNvPr id="112" name="AutoShape 66">
            <a:extLst>
              <a:ext uri="{FF2B5EF4-FFF2-40B4-BE49-F238E27FC236}">
                <a16:creationId xmlns:a16="http://schemas.microsoft.com/office/drawing/2014/main" id="{2A030A55-9053-4D77-9BFC-C66FE69193CB}"/>
              </a:ext>
            </a:extLst>
          </p:cNvPr>
          <p:cNvSpPr>
            <a:spLocks noChangeArrowheads="1"/>
          </p:cNvSpPr>
          <p:nvPr/>
        </p:nvSpPr>
        <p:spPr bwMode="auto">
          <a:xfrm>
            <a:off x="6547066" y="3277135"/>
            <a:ext cx="2192212" cy="503238"/>
          </a:xfrm>
          <a:prstGeom prst="wedgeRoundRectCallout">
            <a:avLst>
              <a:gd name="adj1" fmla="val 42174"/>
              <a:gd name="adj2" fmla="val 173430"/>
              <a:gd name="adj3" fmla="val 16667"/>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dirty="0">
                <a:solidFill>
                  <a:srgbClr val="C01920"/>
                </a:solidFill>
                <a:latin typeface="楷体" pitchFamily="49" charset="-122"/>
                <a:ea typeface="楷体" pitchFamily="49" charset="-122"/>
              </a:rPr>
              <a:t>真值为：</a:t>
            </a:r>
            <a:r>
              <a:rPr lang="en-US" altLang="zh-CN" sz="2000" b="1" dirty="0">
                <a:solidFill>
                  <a:srgbClr val="C01920"/>
                </a:solidFill>
                <a:latin typeface="+mn-lt"/>
                <a:ea typeface="楷体" pitchFamily="49" charset="-122"/>
              </a:rPr>
              <a:t>+35510 !</a:t>
            </a:r>
          </a:p>
        </p:txBody>
      </p:sp>
      <p:sp>
        <p:nvSpPr>
          <p:cNvPr id="101" name="AutoShape 44">
            <a:extLst>
              <a:ext uri="{FF2B5EF4-FFF2-40B4-BE49-F238E27FC236}">
                <a16:creationId xmlns:a16="http://schemas.microsoft.com/office/drawing/2014/main" id="{8F5C2882-EC97-447F-B0D1-B6B96A8981F3}"/>
              </a:ext>
            </a:extLst>
          </p:cNvPr>
          <p:cNvSpPr>
            <a:spLocks noChangeArrowheads="1"/>
          </p:cNvSpPr>
          <p:nvPr/>
        </p:nvSpPr>
        <p:spPr bwMode="auto">
          <a:xfrm rot="21043763">
            <a:off x="9989804" y="2641613"/>
            <a:ext cx="1230191" cy="1441887"/>
          </a:xfrm>
          <a:prstGeom prst="curvedLeftArrow">
            <a:avLst>
              <a:gd name="adj1" fmla="val 18824"/>
              <a:gd name="adj2" fmla="val 40000"/>
              <a:gd name="adj3" fmla="val 33333"/>
            </a:avLst>
          </a:prstGeom>
          <a:solidFill>
            <a:srgbClr val="F0E5B7"/>
          </a:solidFill>
          <a:ln w="9525">
            <a:solidFill>
              <a:schemeClr val="tx1"/>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60" name="Rectangle 6">
            <a:extLst>
              <a:ext uri="{FF2B5EF4-FFF2-40B4-BE49-F238E27FC236}">
                <a16:creationId xmlns:a16="http://schemas.microsoft.com/office/drawing/2014/main" id="{1E54D68D-EC2C-4D68-8312-4A794FC2AFC1}"/>
              </a:ext>
            </a:extLst>
          </p:cNvPr>
          <p:cNvSpPr>
            <a:spLocks noChangeArrowheads="1"/>
          </p:cNvSpPr>
          <p:nvPr/>
        </p:nvSpPr>
        <p:spPr bwMode="auto">
          <a:xfrm>
            <a:off x="756410" y="1393612"/>
            <a:ext cx="4840287" cy="523220"/>
          </a:xfrm>
          <a:prstGeom prst="rect">
            <a:avLst/>
          </a:prstGeom>
          <a:noFill/>
          <a:ln w="9525">
            <a:noFill/>
            <a:miter lim="800000"/>
            <a:headEnd/>
            <a:tailEnd/>
          </a:ln>
          <a:effectLst/>
        </p:spPr>
        <p:txBody>
          <a:bodyPr anchor="ctr">
            <a:spAutoFit/>
          </a:bodyPr>
          <a:lstStyle/>
          <a:p>
            <a:pPr>
              <a:buFont typeface="Wingdings" pitchFamily="2" charset="2"/>
              <a:buChar char="Ø"/>
              <a:tabLst>
                <a:tab pos="571500" algn="l"/>
              </a:tabLst>
            </a:pPr>
            <a:r>
              <a:rPr lang="zh-CN" altLang="en-US" b="1" dirty="0">
                <a:solidFill>
                  <a:srgbClr val="C01920"/>
                </a:solidFill>
                <a:latin typeface="+mn-lt"/>
                <a:ea typeface="楷体" pitchFamily="49" charset="-122"/>
              </a:rPr>
              <a:t>十六进制整数</a:t>
            </a:r>
            <a:r>
              <a:rPr lang="en-US" altLang="zh-CN" b="1" dirty="0">
                <a:solidFill>
                  <a:srgbClr val="C01920"/>
                </a:solidFill>
                <a:latin typeface="+mn-lt"/>
                <a:ea typeface="楷体" pitchFamily="49" charset="-122"/>
              </a:rPr>
              <a:t>  </a:t>
            </a:r>
            <a:r>
              <a:rPr lang="en-US" altLang="zh-CN" sz="2800" b="1" dirty="0">
                <a:solidFill>
                  <a:srgbClr val="002060"/>
                </a:solidFill>
                <a:latin typeface="+mn-lt"/>
                <a:ea typeface="楷体" pitchFamily="49" charset="-122"/>
              </a:rPr>
              <a:t>0X8AB6</a:t>
            </a:r>
            <a:endParaRPr lang="zh-CN" altLang="en-US" sz="2800" b="1" dirty="0">
              <a:solidFill>
                <a:srgbClr val="002060"/>
              </a:solidFill>
              <a:latin typeface="+mn-lt"/>
              <a:ea typeface="楷体" pitchFamily="49" charset="-122"/>
            </a:endParaRPr>
          </a:p>
        </p:txBody>
      </p:sp>
      <p:sp>
        <p:nvSpPr>
          <p:cNvPr id="61" name="Rectangle 5">
            <a:extLst>
              <a:ext uri="{FF2B5EF4-FFF2-40B4-BE49-F238E27FC236}">
                <a16:creationId xmlns:a16="http://schemas.microsoft.com/office/drawing/2014/main" id="{382C0DD7-9691-41A9-A32D-F1718B855606}"/>
              </a:ext>
            </a:extLst>
          </p:cNvPr>
          <p:cNvSpPr>
            <a:spLocks noChangeArrowheads="1"/>
          </p:cNvSpPr>
          <p:nvPr/>
        </p:nvSpPr>
        <p:spPr bwMode="auto">
          <a:xfrm>
            <a:off x="720087" y="856064"/>
            <a:ext cx="4512774" cy="584775"/>
          </a:xfrm>
          <a:prstGeom prst="rect">
            <a:avLst/>
          </a:prstGeom>
          <a:noFill/>
          <a:ln w="9525">
            <a:noFill/>
            <a:miter lim="800000"/>
            <a:headEnd/>
            <a:tailEnd/>
          </a:ln>
          <a:effectLst/>
        </p:spPr>
        <p:txBody>
          <a:bodyPr wrap="none" anchor="ctr">
            <a:spAutoFit/>
          </a:bodyPr>
          <a:lstStyle/>
          <a:p>
            <a:r>
              <a:rPr lang="en-US" altLang="zh-CN" sz="3200" b="1" dirty="0">
                <a:solidFill>
                  <a:srgbClr val="C01920"/>
                </a:solidFill>
                <a:latin typeface="楷体" panose="02010609060101010101" pitchFamily="49" charset="-122"/>
                <a:ea typeface="楷体" panose="02010609060101010101" pitchFamily="49" charset="-122"/>
              </a:rPr>
              <a:t>2. </a:t>
            </a:r>
            <a:r>
              <a:rPr lang="zh-CN" altLang="en-US" sz="3200" b="1" dirty="0">
                <a:solidFill>
                  <a:srgbClr val="C01920"/>
                </a:solidFill>
                <a:latin typeface="楷体" panose="02010609060101010101" pitchFamily="49" charset="-122"/>
                <a:ea typeface="楷体" panose="02010609060101010101" pitchFamily="49" charset="-122"/>
              </a:rPr>
              <a:t>整数在内存中的表示</a:t>
            </a:r>
          </a:p>
        </p:txBody>
      </p:sp>
      <p:sp>
        <p:nvSpPr>
          <p:cNvPr id="63" name="Rectangle 4">
            <a:extLst>
              <a:ext uri="{FF2B5EF4-FFF2-40B4-BE49-F238E27FC236}">
                <a16:creationId xmlns:a16="http://schemas.microsoft.com/office/drawing/2014/main" id="{64A025E2-FE4E-4D2F-9EF7-8D849A595527}"/>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简单数据类型与表示范围</a:t>
            </a:r>
          </a:p>
        </p:txBody>
      </p:sp>
    </p:spTree>
    <p:extLst>
      <p:ext uri="{BB962C8B-B14F-4D97-AF65-F5344CB8AC3E}">
        <p14:creationId xmlns:p14="http://schemas.microsoft.com/office/powerpoint/2010/main" val="1763627427"/>
      </p:ext>
    </p:extLst>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blinds(horizontal)">
                                      <p:cBhvr>
                                        <p:cTn id="7" dur="500"/>
                                        <p:tgtEl>
                                          <p:spTgt spid="6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60"/>
                                        </p:tgtEl>
                                        <p:attrNameLst>
                                          <p:attrName>style.visibility</p:attrName>
                                        </p:attrNameLst>
                                      </p:cBhvr>
                                      <p:to>
                                        <p:strVal val="visible"/>
                                      </p:to>
                                    </p:set>
                                    <p:anim calcmode="lin" valueType="num">
                                      <p:cBhvr additive="base">
                                        <p:cTn id="12" dur="500" fill="hold"/>
                                        <p:tgtEl>
                                          <p:spTgt spid="60"/>
                                        </p:tgtEl>
                                        <p:attrNameLst>
                                          <p:attrName>ppt_x</p:attrName>
                                        </p:attrNameLst>
                                      </p:cBhvr>
                                      <p:tavLst>
                                        <p:tav tm="0">
                                          <p:val>
                                            <p:strVal val="0-#ppt_w/2"/>
                                          </p:val>
                                        </p:tav>
                                        <p:tav tm="100000">
                                          <p:val>
                                            <p:strVal val="#ppt_x"/>
                                          </p:val>
                                        </p:tav>
                                      </p:tavLst>
                                    </p:anim>
                                    <p:anim calcmode="lin" valueType="num">
                                      <p:cBhvr additive="base">
                                        <p:cTn id="13" dur="500" fill="hold"/>
                                        <p:tgtEl>
                                          <p:spTgt spid="6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ox(in)">
                                      <p:cBhvr>
                                        <p:cTn id="18" dur="2000"/>
                                        <p:tgtEl>
                                          <p:spTgt spid="3"/>
                                        </p:tgtEl>
                                      </p:cBhvr>
                                    </p:animEffect>
                                  </p:childTnLst>
                                  <p:subTnLst>
                                    <p:audio>
                                      <p:cMediaNode>
                                        <p:cTn display="0" masterRel="sameClick">
                                          <p:stCondLst>
                                            <p:cond evt="begin" delay="0">
                                              <p:tn val="16"/>
                                            </p:cond>
                                          </p:stCondLst>
                                          <p:endCondLst>
                                            <p:cond evt="onStopAudio" delay="0">
                                              <p:tgtEl>
                                                <p:sldTgt/>
                                              </p:tgtEl>
                                            </p:cond>
                                          </p:endCondLst>
                                        </p:cTn>
                                        <p:tgtEl>
                                          <p:sndTgt r:embed="rId4" name="chimes.wav"/>
                                        </p:tgtEl>
                                      </p:cMediaNode>
                                    </p:audio>
                                  </p:sub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blinds(horizontal)">
                                      <p:cBhvr>
                                        <p:cTn id="23" dur="500"/>
                                        <p:tgtEl>
                                          <p:spTgt spid="48"/>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blinds(horizontal)">
                                      <p:cBhvr>
                                        <p:cTn id="28" dur="500"/>
                                        <p:tgtEl>
                                          <p:spTgt spid="45"/>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18" presetClass="entr" presetSubtype="12" fill="hold" grpId="0" nodeType="clickEffect">
                                  <p:stCondLst>
                                    <p:cond delay="0"/>
                                  </p:stCondLst>
                                  <p:childTnLst>
                                    <p:set>
                                      <p:cBhvr>
                                        <p:cTn id="32" dur="1" fill="hold">
                                          <p:stCondLst>
                                            <p:cond delay="0"/>
                                          </p:stCondLst>
                                        </p:cTn>
                                        <p:tgtEl>
                                          <p:spTgt spid="49"/>
                                        </p:tgtEl>
                                        <p:attrNameLst>
                                          <p:attrName>style.visibility</p:attrName>
                                        </p:attrNameLst>
                                      </p:cBhvr>
                                      <p:to>
                                        <p:strVal val="visible"/>
                                      </p:to>
                                    </p:set>
                                    <p:animEffect transition="in" filter="strips(downLeft)">
                                      <p:cBhvr>
                                        <p:cTn id="33" dur="500"/>
                                        <p:tgtEl>
                                          <p:spTgt spid="49"/>
                                        </p:tgtEl>
                                      </p:cBhvr>
                                    </p:animEffect>
                                  </p:childTnLst>
                                  <p:subTnLst>
                                    <p:audio>
                                      <p:cMediaNode>
                                        <p:cTn display="0" masterRel="sameClick">
                                          <p:stCondLst>
                                            <p:cond evt="begin" delay="0">
                                              <p:tn val="31"/>
                                            </p:cond>
                                          </p:stCondLst>
                                          <p:endCondLst>
                                            <p:cond evt="onStopAudio" delay="0">
                                              <p:tgtEl>
                                                <p:sldTgt/>
                                              </p:tgtEl>
                                            </p:cond>
                                          </p:endCondLst>
                                        </p:cTn>
                                        <p:tgtEl>
                                          <p:sndTgt r:embed="rId4" name="chimes.wav"/>
                                        </p:tgtEl>
                                      </p:cMediaNode>
                                    </p:audio>
                                  </p:subTnLst>
                                </p:cTn>
                              </p:par>
                            </p:childTnLst>
                          </p:cTn>
                        </p:par>
                        <p:par>
                          <p:cTn id="34" fill="hold">
                            <p:stCondLst>
                              <p:cond delay="500"/>
                            </p:stCondLst>
                            <p:childTnLst>
                              <p:par>
                                <p:cTn id="35" presetID="18" presetClass="entr" presetSubtype="12" fill="hold" nodeType="afterEffect">
                                  <p:stCondLst>
                                    <p:cond delay="0"/>
                                  </p:stCondLst>
                                  <p:childTnLst>
                                    <p:set>
                                      <p:cBhvr>
                                        <p:cTn id="36" dur="1" fill="hold">
                                          <p:stCondLst>
                                            <p:cond delay="0"/>
                                          </p:stCondLst>
                                        </p:cTn>
                                        <p:tgtEl>
                                          <p:spTgt spid="50"/>
                                        </p:tgtEl>
                                        <p:attrNameLst>
                                          <p:attrName>style.visibility</p:attrName>
                                        </p:attrNameLst>
                                      </p:cBhvr>
                                      <p:to>
                                        <p:strVal val="visible"/>
                                      </p:to>
                                    </p:set>
                                    <p:animEffect transition="in" filter="strips(downLeft)">
                                      <p:cBhvr>
                                        <p:cTn id="37" dur="500"/>
                                        <p:tgtEl>
                                          <p:spTgt spid="50"/>
                                        </p:tgtEl>
                                      </p:cBhvr>
                                    </p:animEffect>
                                  </p:childTnLst>
                                  <p:subTnLst>
                                    <p:audio>
                                      <p:cMediaNode>
                                        <p:cTn display="0" masterRel="sameClick">
                                          <p:stCondLst>
                                            <p:cond evt="begin" delay="0">
                                              <p:tn val="35"/>
                                            </p:cond>
                                          </p:stCondLst>
                                          <p:endCondLst>
                                            <p:cond evt="onStopAudio" delay="0">
                                              <p:tgtEl>
                                                <p:sldTgt/>
                                              </p:tgtEl>
                                            </p:cond>
                                          </p:endCondLst>
                                        </p:cTn>
                                        <p:tgtEl>
                                          <p:sndTgt r:embed="rId4" name="chimes.wav"/>
                                        </p:tgtEl>
                                      </p:cMediaNode>
                                    </p:audio>
                                  </p:subTnLst>
                                </p:cTn>
                              </p:par>
                            </p:childTnLst>
                          </p:cTn>
                        </p:par>
                        <p:par>
                          <p:cTn id="38" fill="hold">
                            <p:stCondLst>
                              <p:cond delay="1000"/>
                            </p:stCondLst>
                            <p:childTnLst>
                              <p:par>
                                <p:cTn id="39" presetID="3" presetClass="entr" presetSubtype="10" fill="hold" nodeType="afterEffect">
                                  <p:stCondLst>
                                    <p:cond delay="0"/>
                                  </p:stCondLst>
                                  <p:childTnLst>
                                    <p:set>
                                      <p:cBhvr>
                                        <p:cTn id="40" dur="1" fill="hold">
                                          <p:stCondLst>
                                            <p:cond delay="0"/>
                                          </p:stCondLst>
                                        </p:cTn>
                                        <p:tgtEl>
                                          <p:spTgt spid="53"/>
                                        </p:tgtEl>
                                        <p:attrNameLst>
                                          <p:attrName>style.visibility</p:attrName>
                                        </p:attrNameLst>
                                      </p:cBhvr>
                                      <p:to>
                                        <p:strVal val="visible"/>
                                      </p:to>
                                    </p:set>
                                    <p:animEffect transition="in" filter="blinds(horizontal)">
                                      <p:cBhvr>
                                        <p:cTn id="41" dur="500"/>
                                        <p:tgtEl>
                                          <p:spTgt spid="53"/>
                                        </p:tgtEl>
                                      </p:cBhvr>
                                    </p:animEffect>
                                  </p:childTnLst>
                                  <p:subTnLst>
                                    <p:audio>
                                      <p:cMediaNode>
                                        <p:cTn display="0" masterRel="sameClick">
                                          <p:stCondLst>
                                            <p:cond evt="begin" delay="0">
                                              <p:tn val="39"/>
                                            </p:cond>
                                          </p:stCondLst>
                                          <p:endCondLst>
                                            <p:cond evt="onStopAudio" delay="0">
                                              <p:tgtEl>
                                                <p:sldTgt/>
                                              </p:tgtEl>
                                            </p:cond>
                                          </p:endCondLst>
                                        </p:cTn>
                                        <p:tgtEl>
                                          <p:sndTgt r:embed="rId4" name="chimes.wav"/>
                                        </p:tgtEl>
                                      </p:cMediaNode>
                                    </p:audio>
                                  </p:subTnLst>
                                </p:cTn>
                              </p:par>
                            </p:childTnLst>
                          </p:cTn>
                        </p:par>
                        <p:par>
                          <p:cTn id="42" fill="hold">
                            <p:stCondLst>
                              <p:cond delay="1500"/>
                            </p:stCondLst>
                            <p:childTnLst>
                              <p:par>
                                <p:cTn id="43" presetID="3" presetClass="entr" presetSubtype="10" fill="hold" grpId="0" nodeType="afterEffect">
                                  <p:stCondLst>
                                    <p:cond delay="0"/>
                                  </p:stCondLst>
                                  <p:childTnLst>
                                    <p:set>
                                      <p:cBhvr>
                                        <p:cTn id="44" dur="1" fill="hold">
                                          <p:stCondLst>
                                            <p:cond delay="0"/>
                                          </p:stCondLst>
                                        </p:cTn>
                                        <p:tgtEl>
                                          <p:spTgt spid="94"/>
                                        </p:tgtEl>
                                        <p:attrNameLst>
                                          <p:attrName>style.visibility</p:attrName>
                                        </p:attrNameLst>
                                      </p:cBhvr>
                                      <p:to>
                                        <p:strVal val="visible"/>
                                      </p:to>
                                    </p:set>
                                    <p:animEffect transition="in" filter="blinds(horizontal)">
                                      <p:cBhvr>
                                        <p:cTn id="45" dur="500"/>
                                        <p:tgtEl>
                                          <p:spTgt spid="94"/>
                                        </p:tgtEl>
                                      </p:cBhvr>
                                    </p:animEffect>
                                  </p:childTnLst>
                                  <p:subTnLst>
                                    <p:audio>
                                      <p:cMediaNode>
                                        <p:cTn display="0" masterRel="sameClick">
                                          <p:stCondLst>
                                            <p:cond evt="begin" delay="0">
                                              <p:tn val="43"/>
                                            </p:cond>
                                          </p:stCondLst>
                                          <p:endCondLst>
                                            <p:cond evt="onStopAudio" delay="0">
                                              <p:tgtEl>
                                                <p:sldTgt/>
                                              </p:tgtEl>
                                            </p:cond>
                                          </p:endCondLst>
                                        </p:cTn>
                                        <p:tgtEl>
                                          <p:sndTgt r:embed="rId3" name="CAMERA.WAV"/>
                                        </p:tgtEl>
                                      </p:cMediaNode>
                                    </p:audio>
                                  </p:sub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54"/>
                                        </p:tgtEl>
                                        <p:attrNameLst>
                                          <p:attrName>style.visibility</p:attrName>
                                        </p:attrNameLst>
                                      </p:cBhvr>
                                      <p:to>
                                        <p:strVal val="visible"/>
                                      </p:to>
                                    </p:set>
                                    <p:animEffect transition="in" filter="blinds(horizontal)">
                                      <p:cBhvr>
                                        <p:cTn id="50" dur="500"/>
                                        <p:tgtEl>
                                          <p:spTgt spid="54"/>
                                        </p:tgtEl>
                                      </p:cBhvr>
                                    </p:animEffect>
                                  </p:childTnLst>
                                  <p:subTnLst>
                                    <p:audio>
                                      <p:cMediaNode>
                                        <p:cTn display="0" masterRel="sameClick">
                                          <p:stCondLst>
                                            <p:cond evt="begin" delay="0">
                                              <p:tn val="48"/>
                                            </p:cond>
                                          </p:stCondLst>
                                          <p:endCondLst>
                                            <p:cond evt="onStopAudio" delay="0">
                                              <p:tgtEl>
                                                <p:sldTgt/>
                                              </p:tgtEl>
                                            </p:cond>
                                          </p:endCondLst>
                                        </p:cTn>
                                        <p:tgtEl>
                                          <p:sndTgt r:embed="rId3" name="CAMERA.WAV"/>
                                        </p:tgtEl>
                                      </p:cMediaNode>
                                    </p:audio>
                                  </p:subTnLst>
                                </p:cTn>
                              </p:par>
                            </p:childTnLst>
                          </p:cTn>
                        </p:par>
                      </p:childTnLst>
                    </p:cTn>
                  </p:par>
                  <p:par>
                    <p:cTn id="51" fill="hold">
                      <p:stCondLst>
                        <p:cond delay="indefinite"/>
                      </p:stCondLst>
                      <p:childTnLst>
                        <p:par>
                          <p:cTn id="52" fill="hold">
                            <p:stCondLst>
                              <p:cond delay="0"/>
                            </p:stCondLst>
                            <p:childTnLst>
                              <p:par>
                                <p:cTn id="53" presetID="18" presetClass="entr" presetSubtype="12" fill="hold" grpId="0" nodeType="clickEffect">
                                  <p:stCondLst>
                                    <p:cond delay="0"/>
                                  </p:stCondLst>
                                  <p:childTnLst>
                                    <p:set>
                                      <p:cBhvr>
                                        <p:cTn id="54" dur="1" fill="hold">
                                          <p:stCondLst>
                                            <p:cond delay="0"/>
                                          </p:stCondLst>
                                        </p:cTn>
                                        <p:tgtEl>
                                          <p:spTgt spid="62"/>
                                        </p:tgtEl>
                                        <p:attrNameLst>
                                          <p:attrName>style.visibility</p:attrName>
                                        </p:attrNameLst>
                                      </p:cBhvr>
                                      <p:to>
                                        <p:strVal val="visible"/>
                                      </p:to>
                                    </p:set>
                                    <p:animEffect transition="in" filter="strips(downLeft)">
                                      <p:cBhvr>
                                        <p:cTn id="55" dur="500"/>
                                        <p:tgtEl>
                                          <p:spTgt spid="62"/>
                                        </p:tgtEl>
                                      </p:cBhvr>
                                    </p:animEffect>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childTnLst>
                          </p:cTn>
                        </p:par>
                        <p:par>
                          <p:cTn id="56" fill="hold">
                            <p:stCondLst>
                              <p:cond delay="500"/>
                            </p:stCondLst>
                            <p:childTnLst>
                              <p:par>
                                <p:cTn id="57" presetID="3" presetClass="entr" presetSubtype="10" fill="hold" nodeType="afterEffect">
                                  <p:stCondLst>
                                    <p:cond delay="0"/>
                                  </p:stCondLst>
                                  <p:childTnLst>
                                    <p:set>
                                      <p:cBhvr>
                                        <p:cTn id="58" dur="1" fill="hold">
                                          <p:stCondLst>
                                            <p:cond delay="0"/>
                                          </p:stCondLst>
                                        </p:cTn>
                                        <p:tgtEl>
                                          <p:spTgt spid="57"/>
                                        </p:tgtEl>
                                        <p:attrNameLst>
                                          <p:attrName>style.visibility</p:attrName>
                                        </p:attrNameLst>
                                      </p:cBhvr>
                                      <p:to>
                                        <p:strVal val="visible"/>
                                      </p:to>
                                    </p:set>
                                    <p:animEffect transition="in" filter="blinds(horizontal)">
                                      <p:cBhvr>
                                        <p:cTn id="59" dur="500"/>
                                        <p:tgtEl>
                                          <p:spTgt spid="57"/>
                                        </p:tgtEl>
                                      </p:cBhvr>
                                    </p:animEffect>
                                  </p:childTnLst>
                                  <p:subTnLst>
                                    <p:audio>
                                      <p:cMediaNode>
                                        <p:cTn display="0" masterRel="sameClick">
                                          <p:stCondLst>
                                            <p:cond evt="begin" delay="0">
                                              <p:tn val="57"/>
                                            </p:cond>
                                          </p:stCondLst>
                                          <p:endCondLst>
                                            <p:cond evt="onStopAudio" delay="0">
                                              <p:tgtEl>
                                                <p:sldTgt/>
                                              </p:tgtEl>
                                            </p:cond>
                                          </p:endCondLst>
                                        </p:cTn>
                                        <p:tgtEl>
                                          <p:sndTgt r:embed="rId3" name="CAMERA.WAV"/>
                                        </p:tgtEl>
                                      </p:cMediaNode>
                                    </p:audio>
                                  </p:subTnLst>
                                </p:cTn>
                              </p:par>
                            </p:childTnLst>
                          </p:cTn>
                        </p:par>
                      </p:childTnLst>
                    </p:cTn>
                  </p:par>
                  <p:par>
                    <p:cTn id="60" fill="hold">
                      <p:stCondLst>
                        <p:cond delay="indefinite"/>
                      </p:stCondLst>
                      <p:childTnLst>
                        <p:par>
                          <p:cTn id="61" fill="hold">
                            <p:stCondLst>
                              <p:cond delay="0"/>
                            </p:stCondLst>
                            <p:childTnLst>
                              <p:par>
                                <p:cTn id="62" presetID="18" presetClass="entr" presetSubtype="12" fill="hold" grpId="0" nodeType="clickEffect">
                                  <p:stCondLst>
                                    <p:cond delay="0"/>
                                  </p:stCondLst>
                                  <p:childTnLst>
                                    <p:set>
                                      <p:cBhvr>
                                        <p:cTn id="63" dur="1" fill="hold">
                                          <p:stCondLst>
                                            <p:cond delay="0"/>
                                          </p:stCondLst>
                                        </p:cTn>
                                        <p:tgtEl>
                                          <p:spTgt spid="75"/>
                                        </p:tgtEl>
                                        <p:attrNameLst>
                                          <p:attrName>style.visibility</p:attrName>
                                        </p:attrNameLst>
                                      </p:cBhvr>
                                      <p:to>
                                        <p:strVal val="visible"/>
                                      </p:to>
                                    </p:set>
                                    <p:animEffect transition="in" filter="strips(downLeft)">
                                      <p:cBhvr>
                                        <p:cTn id="64" dur="500"/>
                                        <p:tgtEl>
                                          <p:spTgt spid="75"/>
                                        </p:tgtEl>
                                      </p:cBhvr>
                                    </p:animEffect>
                                  </p:childTnLst>
                                  <p:subTnLst>
                                    <p:audio>
                                      <p:cMediaNode>
                                        <p:cTn display="0" masterRel="sameClick">
                                          <p:stCondLst>
                                            <p:cond evt="begin" delay="0">
                                              <p:tn val="62"/>
                                            </p:cond>
                                          </p:stCondLst>
                                          <p:endCondLst>
                                            <p:cond evt="onStopAudio" delay="0">
                                              <p:tgtEl>
                                                <p:sldTgt/>
                                              </p:tgtEl>
                                            </p:cond>
                                          </p:endCondLst>
                                        </p:cTn>
                                        <p:tgtEl>
                                          <p:sndTgt r:embed="rId3" name="CAMERA.WAV"/>
                                        </p:tgtEl>
                                      </p:cMediaNode>
                                    </p:audio>
                                  </p:subTnLst>
                                </p:cTn>
                              </p:par>
                            </p:childTnLst>
                          </p:cTn>
                        </p:par>
                      </p:childTnLst>
                    </p:cTn>
                  </p:par>
                  <p:par>
                    <p:cTn id="65" fill="hold">
                      <p:stCondLst>
                        <p:cond delay="indefinite"/>
                      </p:stCondLst>
                      <p:childTnLst>
                        <p:par>
                          <p:cTn id="66" fill="hold">
                            <p:stCondLst>
                              <p:cond delay="0"/>
                            </p:stCondLst>
                            <p:childTnLst>
                              <p:par>
                                <p:cTn id="67" presetID="18" presetClass="entr" presetSubtype="3" fill="hold" grpId="0" nodeType="clickEffect">
                                  <p:stCondLst>
                                    <p:cond delay="0"/>
                                  </p:stCondLst>
                                  <p:childTnLst>
                                    <p:set>
                                      <p:cBhvr>
                                        <p:cTn id="68" dur="1" fill="hold">
                                          <p:stCondLst>
                                            <p:cond delay="0"/>
                                          </p:stCondLst>
                                        </p:cTn>
                                        <p:tgtEl>
                                          <p:spTgt spid="95"/>
                                        </p:tgtEl>
                                        <p:attrNameLst>
                                          <p:attrName>style.visibility</p:attrName>
                                        </p:attrNameLst>
                                      </p:cBhvr>
                                      <p:to>
                                        <p:strVal val="visible"/>
                                      </p:to>
                                    </p:set>
                                    <p:animEffect transition="in" filter="strips(upRight)">
                                      <p:cBhvr>
                                        <p:cTn id="69" dur="500"/>
                                        <p:tgtEl>
                                          <p:spTgt spid="95"/>
                                        </p:tgtEl>
                                      </p:cBhvr>
                                    </p:animEffect>
                                  </p:childTnLst>
                                  <p:subTnLst>
                                    <p:audio>
                                      <p:cMediaNode>
                                        <p:cTn display="0" masterRel="sameClick">
                                          <p:stCondLst>
                                            <p:cond evt="begin" delay="0">
                                              <p:tn val="67"/>
                                            </p:cond>
                                          </p:stCondLst>
                                          <p:endCondLst>
                                            <p:cond evt="onStopAudio" delay="0">
                                              <p:tgtEl>
                                                <p:sldTgt/>
                                              </p:tgtEl>
                                            </p:cond>
                                          </p:endCondLst>
                                        </p:cTn>
                                        <p:tgtEl>
                                          <p:sndTgt r:embed="rId5" name="laser.wav"/>
                                        </p:tgtEl>
                                      </p:cMediaNode>
                                    </p:audio>
                                  </p:subTnLst>
                                </p:cTn>
                              </p:par>
                            </p:childTnLst>
                          </p:cTn>
                        </p:par>
                      </p:childTnLst>
                    </p:cTn>
                  </p:par>
                  <p:par>
                    <p:cTn id="70" fill="hold">
                      <p:stCondLst>
                        <p:cond delay="indefinite"/>
                      </p:stCondLst>
                      <p:childTnLst>
                        <p:par>
                          <p:cTn id="71" fill="hold">
                            <p:stCondLst>
                              <p:cond delay="0"/>
                            </p:stCondLst>
                            <p:childTnLst>
                              <p:par>
                                <p:cTn id="72" presetID="4" presetClass="entr" presetSubtype="16" fill="hold" nodeType="clickEffect">
                                  <p:stCondLst>
                                    <p:cond delay="0"/>
                                  </p:stCondLst>
                                  <p:childTnLst>
                                    <p:set>
                                      <p:cBhvr>
                                        <p:cTn id="73" dur="1" fill="hold">
                                          <p:stCondLst>
                                            <p:cond delay="0"/>
                                          </p:stCondLst>
                                        </p:cTn>
                                        <p:tgtEl>
                                          <p:spTgt spid="4"/>
                                        </p:tgtEl>
                                        <p:attrNameLst>
                                          <p:attrName>style.visibility</p:attrName>
                                        </p:attrNameLst>
                                      </p:cBhvr>
                                      <p:to>
                                        <p:strVal val="visible"/>
                                      </p:to>
                                    </p:set>
                                    <p:animEffect transition="in" filter="box(in)">
                                      <p:cBhvr>
                                        <p:cTn id="74" dur="2000"/>
                                        <p:tgtEl>
                                          <p:spTgt spid="4"/>
                                        </p:tgtEl>
                                      </p:cBhvr>
                                    </p:animEffect>
                                  </p:childTnLst>
                                  <p:subTnLst>
                                    <p:audio>
                                      <p:cMediaNode>
                                        <p:cTn display="0" masterRel="sameClick">
                                          <p:stCondLst>
                                            <p:cond evt="begin" delay="0">
                                              <p:tn val="72"/>
                                            </p:cond>
                                          </p:stCondLst>
                                          <p:endCondLst>
                                            <p:cond evt="onStopAudio" delay="0">
                                              <p:tgtEl>
                                                <p:sldTgt/>
                                              </p:tgtEl>
                                            </p:cond>
                                          </p:endCondLst>
                                        </p:cTn>
                                        <p:tgtEl>
                                          <p:sndTgt r:embed="rId4" name="chimes.wav"/>
                                        </p:tgtEl>
                                      </p:cMediaNode>
                                    </p:audio>
                                  </p:subTnLst>
                                </p:cTn>
                              </p:par>
                            </p:childTnLst>
                          </p:cTn>
                        </p:par>
                      </p:childTnLst>
                    </p:cTn>
                  </p:par>
                  <p:par>
                    <p:cTn id="75" fill="hold">
                      <p:stCondLst>
                        <p:cond delay="indefinite"/>
                      </p:stCondLst>
                      <p:childTnLst>
                        <p:par>
                          <p:cTn id="76" fill="hold">
                            <p:stCondLst>
                              <p:cond delay="0"/>
                            </p:stCondLst>
                            <p:childTnLst>
                              <p:par>
                                <p:cTn id="77" presetID="8" presetClass="entr" presetSubtype="16" fill="hold" grpId="0" nodeType="clickEffect">
                                  <p:stCondLst>
                                    <p:cond delay="0"/>
                                  </p:stCondLst>
                                  <p:childTnLst>
                                    <p:set>
                                      <p:cBhvr>
                                        <p:cTn id="78" dur="1" fill="hold">
                                          <p:stCondLst>
                                            <p:cond delay="0"/>
                                          </p:stCondLst>
                                        </p:cTn>
                                        <p:tgtEl>
                                          <p:spTgt spid="96"/>
                                        </p:tgtEl>
                                        <p:attrNameLst>
                                          <p:attrName>style.visibility</p:attrName>
                                        </p:attrNameLst>
                                      </p:cBhvr>
                                      <p:to>
                                        <p:strVal val="visible"/>
                                      </p:to>
                                    </p:set>
                                    <p:animEffect transition="in" filter="diamond(in)">
                                      <p:cBhvr>
                                        <p:cTn id="79" dur="1000"/>
                                        <p:tgtEl>
                                          <p:spTgt spid="96"/>
                                        </p:tgtEl>
                                      </p:cBhvr>
                                    </p:animEffect>
                                  </p:childTnLst>
                                  <p:subTnLst>
                                    <p:audio>
                                      <p:cMediaNode>
                                        <p:cTn display="0" masterRel="sameClick">
                                          <p:stCondLst>
                                            <p:cond evt="begin" delay="0">
                                              <p:tn val="77"/>
                                            </p:cond>
                                          </p:stCondLst>
                                          <p:endCondLst>
                                            <p:cond evt="onStopAudio" delay="0">
                                              <p:tgtEl>
                                                <p:sldTgt/>
                                              </p:tgtEl>
                                            </p:cond>
                                          </p:endCondLst>
                                        </p:cTn>
                                        <p:tgtEl>
                                          <p:sndTgt r:embed="rId4" name="chimes.wav"/>
                                        </p:tgtEl>
                                      </p:cMediaNode>
                                    </p:audio>
                                  </p:subTnLst>
                                </p:cTn>
                              </p:par>
                            </p:childTnLst>
                          </p:cTn>
                        </p:par>
                      </p:childTnLst>
                    </p:cTn>
                  </p:par>
                  <p:par>
                    <p:cTn id="80" fill="hold">
                      <p:stCondLst>
                        <p:cond delay="indefinite"/>
                      </p:stCondLst>
                      <p:childTnLst>
                        <p:par>
                          <p:cTn id="81" fill="hold">
                            <p:stCondLst>
                              <p:cond delay="0"/>
                            </p:stCondLst>
                            <p:childTnLst>
                              <p:par>
                                <p:cTn id="82" presetID="3" presetClass="entr" presetSubtype="10" fill="hold" nodeType="clickEffect">
                                  <p:stCondLst>
                                    <p:cond delay="0"/>
                                  </p:stCondLst>
                                  <p:childTnLst>
                                    <p:set>
                                      <p:cBhvr>
                                        <p:cTn id="83" dur="1" fill="hold">
                                          <p:stCondLst>
                                            <p:cond delay="0"/>
                                          </p:stCondLst>
                                        </p:cTn>
                                        <p:tgtEl>
                                          <p:spTgt spid="97"/>
                                        </p:tgtEl>
                                        <p:attrNameLst>
                                          <p:attrName>style.visibility</p:attrName>
                                        </p:attrNameLst>
                                      </p:cBhvr>
                                      <p:to>
                                        <p:strVal val="visible"/>
                                      </p:to>
                                    </p:set>
                                    <p:animEffect transition="in" filter="blinds(horizontal)">
                                      <p:cBhvr>
                                        <p:cTn id="84" dur="500"/>
                                        <p:tgtEl>
                                          <p:spTgt spid="97"/>
                                        </p:tgtEl>
                                      </p:cBhvr>
                                    </p:animEffect>
                                  </p:childTnLst>
                                  <p:subTnLst>
                                    <p:audio>
                                      <p:cMediaNode>
                                        <p:cTn display="0" masterRel="sameClick">
                                          <p:stCondLst>
                                            <p:cond evt="begin" delay="0">
                                              <p:tn val="82"/>
                                            </p:cond>
                                          </p:stCondLst>
                                          <p:endCondLst>
                                            <p:cond evt="onStopAudio" delay="0">
                                              <p:tgtEl>
                                                <p:sldTgt/>
                                              </p:tgtEl>
                                            </p:cond>
                                          </p:endCondLst>
                                        </p:cTn>
                                        <p:tgtEl>
                                          <p:sndTgt r:embed="rId3" name="camera.wav"/>
                                        </p:tgtEl>
                                      </p:cMediaNode>
                                    </p:audio>
                                  </p:subTnLst>
                                </p:cTn>
                              </p:par>
                            </p:childTnLst>
                          </p:cTn>
                        </p:par>
                      </p:childTnLst>
                    </p:cTn>
                  </p:par>
                  <p:par>
                    <p:cTn id="85" fill="hold">
                      <p:stCondLst>
                        <p:cond delay="indefinite"/>
                      </p:stCondLst>
                      <p:childTnLst>
                        <p:par>
                          <p:cTn id="86" fill="hold">
                            <p:stCondLst>
                              <p:cond delay="0"/>
                            </p:stCondLst>
                            <p:childTnLst>
                              <p:par>
                                <p:cTn id="87" presetID="18" presetClass="entr" presetSubtype="12" fill="hold" grpId="0" nodeType="clickEffect">
                                  <p:stCondLst>
                                    <p:cond delay="0"/>
                                  </p:stCondLst>
                                  <p:childTnLst>
                                    <p:set>
                                      <p:cBhvr>
                                        <p:cTn id="88" dur="1" fill="hold">
                                          <p:stCondLst>
                                            <p:cond delay="0"/>
                                          </p:stCondLst>
                                        </p:cTn>
                                        <p:tgtEl>
                                          <p:spTgt spid="100"/>
                                        </p:tgtEl>
                                        <p:attrNameLst>
                                          <p:attrName>style.visibility</p:attrName>
                                        </p:attrNameLst>
                                      </p:cBhvr>
                                      <p:to>
                                        <p:strVal val="visible"/>
                                      </p:to>
                                    </p:set>
                                    <p:animEffect transition="in" filter="strips(downLeft)">
                                      <p:cBhvr>
                                        <p:cTn id="89" dur="500"/>
                                        <p:tgtEl>
                                          <p:spTgt spid="100"/>
                                        </p:tgtEl>
                                      </p:cBhvr>
                                    </p:animEffect>
                                  </p:childTnLst>
                                  <p:subTnLst>
                                    <p:audio>
                                      <p:cMediaNode>
                                        <p:cTn display="0" masterRel="sameClick">
                                          <p:stCondLst>
                                            <p:cond evt="begin" delay="0">
                                              <p:tn val="87"/>
                                            </p:cond>
                                          </p:stCondLst>
                                          <p:endCondLst>
                                            <p:cond evt="onStopAudio" delay="0">
                                              <p:tgtEl>
                                                <p:sldTgt/>
                                              </p:tgtEl>
                                            </p:cond>
                                          </p:endCondLst>
                                        </p:cTn>
                                        <p:tgtEl>
                                          <p:sndTgt r:embed="rId4" name="chimes.wav"/>
                                        </p:tgtEl>
                                      </p:cMediaNode>
                                    </p:audio>
                                  </p:subTnLst>
                                </p:cTn>
                              </p:par>
                            </p:childTnLst>
                          </p:cTn>
                        </p:par>
                        <p:par>
                          <p:cTn id="90" fill="hold">
                            <p:stCondLst>
                              <p:cond delay="500"/>
                            </p:stCondLst>
                            <p:childTnLst>
                              <p:par>
                                <p:cTn id="91" presetID="18" presetClass="entr" presetSubtype="12" fill="hold" grpId="0" nodeType="afterEffect">
                                  <p:stCondLst>
                                    <p:cond delay="0"/>
                                  </p:stCondLst>
                                  <p:childTnLst>
                                    <p:set>
                                      <p:cBhvr>
                                        <p:cTn id="92" dur="1" fill="hold">
                                          <p:stCondLst>
                                            <p:cond delay="0"/>
                                          </p:stCondLst>
                                        </p:cTn>
                                        <p:tgtEl>
                                          <p:spTgt spid="101"/>
                                        </p:tgtEl>
                                        <p:attrNameLst>
                                          <p:attrName>style.visibility</p:attrName>
                                        </p:attrNameLst>
                                      </p:cBhvr>
                                      <p:to>
                                        <p:strVal val="visible"/>
                                      </p:to>
                                    </p:set>
                                    <p:animEffect transition="in" filter="strips(downLeft)">
                                      <p:cBhvr>
                                        <p:cTn id="93" dur="500"/>
                                        <p:tgtEl>
                                          <p:spTgt spid="101"/>
                                        </p:tgtEl>
                                      </p:cBhvr>
                                    </p:animEffect>
                                  </p:childTnLst>
                                  <p:subTnLst>
                                    <p:audio>
                                      <p:cMediaNode>
                                        <p:cTn display="0" masterRel="sameClick">
                                          <p:stCondLst>
                                            <p:cond evt="begin" delay="0">
                                              <p:tn val="91"/>
                                            </p:cond>
                                          </p:stCondLst>
                                          <p:endCondLst>
                                            <p:cond evt="onStopAudio" delay="0">
                                              <p:tgtEl>
                                                <p:sldTgt/>
                                              </p:tgtEl>
                                            </p:cond>
                                          </p:endCondLst>
                                        </p:cTn>
                                        <p:tgtEl>
                                          <p:sndTgt r:embed="rId4" name="chimes.wav"/>
                                        </p:tgtEl>
                                      </p:cMediaNode>
                                    </p:audio>
                                  </p:subTnLst>
                                </p:cTn>
                              </p:par>
                            </p:childTnLst>
                          </p:cTn>
                        </p:par>
                        <p:par>
                          <p:cTn id="94" fill="hold">
                            <p:stCondLst>
                              <p:cond delay="1000"/>
                            </p:stCondLst>
                            <p:childTnLst>
                              <p:par>
                                <p:cTn id="95" presetID="3" presetClass="entr" presetSubtype="10" fill="hold" nodeType="afterEffect">
                                  <p:stCondLst>
                                    <p:cond delay="0"/>
                                  </p:stCondLst>
                                  <p:childTnLst>
                                    <p:set>
                                      <p:cBhvr>
                                        <p:cTn id="96" dur="1" fill="hold">
                                          <p:stCondLst>
                                            <p:cond delay="0"/>
                                          </p:stCondLst>
                                        </p:cTn>
                                        <p:tgtEl>
                                          <p:spTgt spid="102"/>
                                        </p:tgtEl>
                                        <p:attrNameLst>
                                          <p:attrName>style.visibility</p:attrName>
                                        </p:attrNameLst>
                                      </p:cBhvr>
                                      <p:to>
                                        <p:strVal val="visible"/>
                                      </p:to>
                                    </p:set>
                                    <p:animEffect transition="in" filter="blinds(horizontal)">
                                      <p:cBhvr>
                                        <p:cTn id="97" dur="500"/>
                                        <p:tgtEl>
                                          <p:spTgt spid="102"/>
                                        </p:tgtEl>
                                      </p:cBhvr>
                                    </p:animEffect>
                                  </p:childTnLst>
                                  <p:subTnLst>
                                    <p:audio>
                                      <p:cMediaNode>
                                        <p:cTn display="0" masterRel="sameClick">
                                          <p:stCondLst>
                                            <p:cond evt="begin" delay="0">
                                              <p:tn val="95"/>
                                            </p:cond>
                                          </p:stCondLst>
                                          <p:endCondLst>
                                            <p:cond evt="onStopAudio" delay="0">
                                              <p:tgtEl>
                                                <p:sldTgt/>
                                              </p:tgtEl>
                                            </p:cond>
                                          </p:endCondLst>
                                        </p:cTn>
                                        <p:tgtEl>
                                          <p:sndTgt r:embed="rId4" name="chimes.wav"/>
                                        </p:tgtEl>
                                      </p:cMediaNode>
                                    </p:audio>
                                  </p:subTnLst>
                                </p:cTn>
                              </p:par>
                            </p:childTnLst>
                          </p:cTn>
                        </p:par>
                        <p:par>
                          <p:cTn id="98" fill="hold">
                            <p:stCondLst>
                              <p:cond delay="1500"/>
                            </p:stCondLst>
                            <p:childTnLst>
                              <p:par>
                                <p:cTn id="99" presetID="3" presetClass="entr" presetSubtype="10" fill="hold" grpId="0" nodeType="afterEffect">
                                  <p:stCondLst>
                                    <p:cond delay="0"/>
                                  </p:stCondLst>
                                  <p:childTnLst>
                                    <p:set>
                                      <p:cBhvr>
                                        <p:cTn id="100" dur="1" fill="hold">
                                          <p:stCondLst>
                                            <p:cond delay="0"/>
                                          </p:stCondLst>
                                        </p:cTn>
                                        <p:tgtEl>
                                          <p:spTgt spid="106"/>
                                        </p:tgtEl>
                                        <p:attrNameLst>
                                          <p:attrName>style.visibility</p:attrName>
                                        </p:attrNameLst>
                                      </p:cBhvr>
                                      <p:to>
                                        <p:strVal val="visible"/>
                                      </p:to>
                                    </p:set>
                                    <p:animEffect transition="in" filter="blinds(horizontal)">
                                      <p:cBhvr>
                                        <p:cTn id="101" dur="500"/>
                                        <p:tgtEl>
                                          <p:spTgt spid="106"/>
                                        </p:tgtEl>
                                      </p:cBhvr>
                                    </p:animEffect>
                                  </p:childTnLst>
                                  <p:subTnLst>
                                    <p:audio>
                                      <p:cMediaNode>
                                        <p:cTn display="0" masterRel="sameClick">
                                          <p:stCondLst>
                                            <p:cond evt="begin" delay="0">
                                              <p:tn val="99"/>
                                            </p:cond>
                                          </p:stCondLst>
                                          <p:endCondLst>
                                            <p:cond evt="onStopAudio" delay="0">
                                              <p:tgtEl>
                                                <p:sldTgt/>
                                              </p:tgtEl>
                                            </p:cond>
                                          </p:endCondLst>
                                        </p:cTn>
                                        <p:tgtEl>
                                          <p:sndTgt r:embed="rId3" name="CAMERA.WAV"/>
                                        </p:tgtEl>
                                      </p:cMediaNode>
                                    </p:audio>
                                  </p:subTnLst>
                                </p:cTn>
                              </p:par>
                            </p:childTnLst>
                          </p:cTn>
                        </p:par>
                      </p:childTnLst>
                    </p:cTn>
                  </p:par>
                  <p:par>
                    <p:cTn id="102" fill="hold">
                      <p:stCondLst>
                        <p:cond delay="indefinite"/>
                      </p:stCondLst>
                      <p:childTnLst>
                        <p:par>
                          <p:cTn id="103" fill="hold">
                            <p:stCondLst>
                              <p:cond delay="0"/>
                            </p:stCondLst>
                            <p:childTnLst>
                              <p:par>
                                <p:cTn id="104" presetID="3" presetClass="entr" presetSubtype="10" fill="hold" nodeType="clickEffect">
                                  <p:stCondLst>
                                    <p:cond delay="0"/>
                                  </p:stCondLst>
                                  <p:childTnLst>
                                    <p:set>
                                      <p:cBhvr>
                                        <p:cTn id="105" dur="1" fill="hold">
                                          <p:stCondLst>
                                            <p:cond delay="0"/>
                                          </p:stCondLst>
                                        </p:cTn>
                                        <p:tgtEl>
                                          <p:spTgt spid="103"/>
                                        </p:tgtEl>
                                        <p:attrNameLst>
                                          <p:attrName>style.visibility</p:attrName>
                                        </p:attrNameLst>
                                      </p:cBhvr>
                                      <p:to>
                                        <p:strVal val="visible"/>
                                      </p:to>
                                    </p:set>
                                    <p:animEffect transition="in" filter="blinds(horizontal)">
                                      <p:cBhvr>
                                        <p:cTn id="106" dur="500"/>
                                        <p:tgtEl>
                                          <p:spTgt spid="103"/>
                                        </p:tgtEl>
                                      </p:cBhvr>
                                    </p:animEffect>
                                  </p:childTnLst>
                                  <p:subTnLst>
                                    <p:audio>
                                      <p:cMediaNode>
                                        <p:cTn display="0" masterRel="sameClick">
                                          <p:stCondLst>
                                            <p:cond evt="begin" delay="0">
                                              <p:tn val="104"/>
                                            </p:cond>
                                          </p:stCondLst>
                                          <p:endCondLst>
                                            <p:cond evt="onStopAudio" delay="0">
                                              <p:tgtEl>
                                                <p:sldTgt/>
                                              </p:tgtEl>
                                            </p:cond>
                                          </p:endCondLst>
                                        </p:cTn>
                                        <p:tgtEl>
                                          <p:sndTgt r:embed="rId3" name="camera.wav"/>
                                        </p:tgtEl>
                                      </p:cMediaNode>
                                    </p:audio>
                                  </p:subTnLst>
                                </p:cTn>
                              </p:par>
                            </p:childTnLst>
                          </p:cTn>
                        </p:par>
                      </p:childTnLst>
                    </p:cTn>
                  </p:par>
                  <p:par>
                    <p:cTn id="107" fill="hold">
                      <p:stCondLst>
                        <p:cond delay="indefinite"/>
                      </p:stCondLst>
                      <p:childTnLst>
                        <p:par>
                          <p:cTn id="108" fill="hold">
                            <p:stCondLst>
                              <p:cond delay="0"/>
                            </p:stCondLst>
                            <p:childTnLst>
                              <p:par>
                                <p:cTn id="109" presetID="18" presetClass="entr" presetSubtype="12" fill="hold" grpId="0" nodeType="clickEffect">
                                  <p:stCondLst>
                                    <p:cond delay="0"/>
                                  </p:stCondLst>
                                  <p:childTnLst>
                                    <p:set>
                                      <p:cBhvr>
                                        <p:cTn id="110" dur="1" fill="hold">
                                          <p:stCondLst>
                                            <p:cond delay="0"/>
                                          </p:stCondLst>
                                        </p:cTn>
                                        <p:tgtEl>
                                          <p:spTgt spid="107"/>
                                        </p:tgtEl>
                                        <p:attrNameLst>
                                          <p:attrName>style.visibility</p:attrName>
                                        </p:attrNameLst>
                                      </p:cBhvr>
                                      <p:to>
                                        <p:strVal val="visible"/>
                                      </p:to>
                                    </p:set>
                                    <p:animEffect transition="in" filter="strips(downLeft)">
                                      <p:cBhvr>
                                        <p:cTn id="111" dur="500"/>
                                        <p:tgtEl>
                                          <p:spTgt spid="107"/>
                                        </p:tgtEl>
                                      </p:cBhvr>
                                    </p:animEffect>
                                  </p:childTnLst>
                                  <p:subTnLst>
                                    <p:audio>
                                      <p:cMediaNode>
                                        <p:cTn display="0" masterRel="sameClick">
                                          <p:stCondLst>
                                            <p:cond evt="begin" delay="0">
                                              <p:tn val="109"/>
                                            </p:cond>
                                          </p:stCondLst>
                                          <p:endCondLst>
                                            <p:cond evt="onStopAudio" delay="0">
                                              <p:tgtEl>
                                                <p:sldTgt/>
                                              </p:tgtEl>
                                            </p:cond>
                                          </p:endCondLst>
                                        </p:cTn>
                                        <p:tgtEl>
                                          <p:sndTgt r:embed="rId3" name="CAMERA.WAV"/>
                                        </p:tgtEl>
                                      </p:cMediaNode>
                                    </p:audio>
                                  </p:subTnLst>
                                </p:cTn>
                              </p:par>
                            </p:childTnLst>
                          </p:cTn>
                        </p:par>
                        <p:par>
                          <p:cTn id="112" fill="hold">
                            <p:stCondLst>
                              <p:cond delay="500"/>
                            </p:stCondLst>
                            <p:childTnLst>
                              <p:par>
                                <p:cTn id="113" presetID="3" presetClass="entr" presetSubtype="10" fill="hold" nodeType="afterEffect">
                                  <p:stCondLst>
                                    <p:cond delay="0"/>
                                  </p:stCondLst>
                                  <p:childTnLst>
                                    <p:set>
                                      <p:cBhvr>
                                        <p:cTn id="114" dur="1" fill="hold">
                                          <p:stCondLst>
                                            <p:cond delay="0"/>
                                          </p:stCondLst>
                                        </p:cTn>
                                        <p:tgtEl>
                                          <p:spTgt spid="108"/>
                                        </p:tgtEl>
                                        <p:attrNameLst>
                                          <p:attrName>style.visibility</p:attrName>
                                        </p:attrNameLst>
                                      </p:cBhvr>
                                      <p:to>
                                        <p:strVal val="visible"/>
                                      </p:to>
                                    </p:set>
                                    <p:animEffect transition="in" filter="blinds(horizontal)">
                                      <p:cBhvr>
                                        <p:cTn id="115" dur="500"/>
                                        <p:tgtEl>
                                          <p:spTgt spid="108"/>
                                        </p:tgtEl>
                                      </p:cBhvr>
                                    </p:animEffect>
                                  </p:childTnLst>
                                  <p:subTnLst>
                                    <p:audio>
                                      <p:cMediaNode>
                                        <p:cTn display="0" masterRel="sameClick">
                                          <p:stCondLst>
                                            <p:cond evt="begin" delay="0">
                                              <p:tn val="113"/>
                                            </p:cond>
                                          </p:stCondLst>
                                          <p:endCondLst>
                                            <p:cond evt="onStopAudio" delay="0">
                                              <p:tgtEl>
                                                <p:sldTgt/>
                                              </p:tgtEl>
                                            </p:cond>
                                          </p:endCondLst>
                                        </p:cTn>
                                        <p:tgtEl>
                                          <p:sndTgt r:embed="rId3" name="camera.wav"/>
                                        </p:tgtEl>
                                      </p:cMediaNode>
                                    </p:audio>
                                  </p:subTnLst>
                                </p:cTn>
                              </p:par>
                            </p:childTnLst>
                          </p:cTn>
                        </p:par>
                      </p:childTnLst>
                    </p:cTn>
                  </p:par>
                  <p:par>
                    <p:cTn id="116" fill="hold">
                      <p:stCondLst>
                        <p:cond delay="indefinite"/>
                      </p:stCondLst>
                      <p:childTnLst>
                        <p:par>
                          <p:cTn id="117" fill="hold">
                            <p:stCondLst>
                              <p:cond delay="0"/>
                            </p:stCondLst>
                            <p:childTnLst>
                              <p:par>
                                <p:cTn id="118" presetID="18" presetClass="entr" presetSubtype="12" fill="hold" grpId="0" nodeType="clickEffect">
                                  <p:stCondLst>
                                    <p:cond delay="0"/>
                                  </p:stCondLst>
                                  <p:childTnLst>
                                    <p:set>
                                      <p:cBhvr>
                                        <p:cTn id="119" dur="1" fill="hold">
                                          <p:stCondLst>
                                            <p:cond delay="0"/>
                                          </p:stCondLst>
                                        </p:cTn>
                                        <p:tgtEl>
                                          <p:spTgt spid="111"/>
                                        </p:tgtEl>
                                        <p:attrNameLst>
                                          <p:attrName>style.visibility</p:attrName>
                                        </p:attrNameLst>
                                      </p:cBhvr>
                                      <p:to>
                                        <p:strVal val="visible"/>
                                      </p:to>
                                    </p:set>
                                    <p:animEffect transition="in" filter="strips(downLeft)">
                                      <p:cBhvr>
                                        <p:cTn id="120" dur="500"/>
                                        <p:tgtEl>
                                          <p:spTgt spid="111"/>
                                        </p:tgtEl>
                                      </p:cBhvr>
                                    </p:animEffect>
                                  </p:childTnLst>
                                  <p:subTnLst>
                                    <p:audio>
                                      <p:cMediaNode>
                                        <p:cTn display="0" masterRel="sameClick">
                                          <p:stCondLst>
                                            <p:cond evt="begin" delay="0">
                                              <p:tn val="118"/>
                                            </p:cond>
                                          </p:stCondLst>
                                          <p:endCondLst>
                                            <p:cond evt="onStopAudio" delay="0">
                                              <p:tgtEl>
                                                <p:sldTgt/>
                                              </p:tgtEl>
                                            </p:cond>
                                          </p:endCondLst>
                                        </p:cTn>
                                        <p:tgtEl>
                                          <p:sndTgt r:embed="rId3" name="CAMERA.WAV"/>
                                        </p:tgtEl>
                                      </p:cMediaNode>
                                    </p:audio>
                                  </p:subTnLst>
                                </p:cTn>
                              </p:par>
                            </p:childTnLst>
                          </p:cTn>
                        </p:par>
                      </p:childTnLst>
                    </p:cTn>
                  </p:par>
                  <p:par>
                    <p:cTn id="121" fill="hold">
                      <p:stCondLst>
                        <p:cond delay="indefinite"/>
                      </p:stCondLst>
                      <p:childTnLst>
                        <p:par>
                          <p:cTn id="122" fill="hold">
                            <p:stCondLst>
                              <p:cond delay="0"/>
                            </p:stCondLst>
                            <p:childTnLst>
                              <p:par>
                                <p:cTn id="123" presetID="18" presetClass="entr" presetSubtype="3" fill="hold" grpId="0" nodeType="clickEffect">
                                  <p:stCondLst>
                                    <p:cond delay="0"/>
                                  </p:stCondLst>
                                  <p:childTnLst>
                                    <p:set>
                                      <p:cBhvr>
                                        <p:cTn id="124" dur="1" fill="hold">
                                          <p:stCondLst>
                                            <p:cond delay="0"/>
                                          </p:stCondLst>
                                        </p:cTn>
                                        <p:tgtEl>
                                          <p:spTgt spid="112"/>
                                        </p:tgtEl>
                                        <p:attrNameLst>
                                          <p:attrName>style.visibility</p:attrName>
                                        </p:attrNameLst>
                                      </p:cBhvr>
                                      <p:to>
                                        <p:strVal val="visible"/>
                                      </p:to>
                                    </p:set>
                                    <p:animEffect transition="in" filter="strips(upRight)">
                                      <p:cBhvr>
                                        <p:cTn id="125" dur="500"/>
                                        <p:tgtEl>
                                          <p:spTgt spid="112"/>
                                        </p:tgtEl>
                                      </p:cBhvr>
                                    </p:animEffect>
                                  </p:childTnLst>
                                  <p:subTnLst>
                                    <p:audio>
                                      <p:cMediaNode>
                                        <p:cTn display="0" masterRel="sameClick">
                                          <p:stCondLst>
                                            <p:cond evt="begin" delay="0">
                                              <p:tn val="123"/>
                                            </p:cond>
                                          </p:stCondLst>
                                          <p:endCondLst>
                                            <p:cond evt="onStopAudio" delay="0">
                                              <p:tgtEl>
                                                <p:sldTgt/>
                                              </p:tgtEl>
                                            </p:cond>
                                          </p:endCondLst>
                                        </p:cTn>
                                        <p:tgtEl>
                                          <p:sndTgt r:embed="rId5"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animBg="1"/>
      <p:bldP spid="62" grpId="0" animBg="1"/>
      <p:bldP spid="75" grpId="0" animBg="1"/>
      <p:bldP spid="94" grpId="0"/>
      <p:bldP spid="95" grpId="0" animBg="1"/>
      <p:bldP spid="96" grpId="0"/>
      <p:bldP spid="100" grpId="0" animBg="1"/>
      <p:bldP spid="106" grpId="0"/>
      <p:bldP spid="107" grpId="0" animBg="1"/>
      <p:bldP spid="111" grpId="0" animBg="1"/>
      <p:bldP spid="112" grpId="0" animBg="1"/>
      <p:bldP spid="101" grpId="0" animBg="1"/>
      <p:bldP spid="60" grpId="0"/>
      <p:bldP spid="61" grpId="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4D54DFA2-875C-4FE2-950A-E7D29646DF02}"/>
              </a:ext>
            </a:extLst>
          </p:cNvPr>
          <p:cNvGrpSpPr/>
          <p:nvPr/>
        </p:nvGrpSpPr>
        <p:grpSpPr>
          <a:xfrm>
            <a:off x="496655" y="1959223"/>
            <a:ext cx="5718663" cy="4644784"/>
            <a:chOff x="695400" y="1990736"/>
            <a:chExt cx="5718663" cy="4644784"/>
          </a:xfrm>
        </p:grpSpPr>
        <p:sp>
          <p:nvSpPr>
            <p:cNvPr id="2" name="矩形 1">
              <a:extLst>
                <a:ext uri="{FF2B5EF4-FFF2-40B4-BE49-F238E27FC236}">
                  <a16:creationId xmlns:a16="http://schemas.microsoft.com/office/drawing/2014/main" id="{6503D93C-8A54-4BF8-8CC3-CC4DE6354D0C}"/>
                </a:ext>
              </a:extLst>
            </p:cNvPr>
            <p:cNvSpPr/>
            <p:nvPr/>
          </p:nvSpPr>
          <p:spPr bwMode="auto">
            <a:xfrm>
              <a:off x="695400" y="1990736"/>
              <a:ext cx="5718663" cy="4644784"/>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0000"/>
              </a:solidFill>
              <a:headEnd type="none" w="med" len="med"/>
              <a:tailEnd type="none" w="med" len="med"/>
            </a:ln>
            <a:effectLst>
              <a:outerShdw blurRad="50800" dist="106680" dir="2700000" algn="tl" rotWithShape="0">
                <a:prstClr val="black">
                  <a:alpha val="43000"/>
                </a:prstClr>
              </a:outerShdw>
            </a:effectLst>
            <a:scene3d>
              <a:camera prst="orthographicFront"/>
              <a:lightRig rig="threePt" dir="t"/>
            </a:scene3d>
            <a:sp3d>
              <a:bevelT w="114300" prst="hardEdge"/>
            </a:sp3d>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solidFill>
                    <a:srgbClr val="FF3399"/>
                  </a:solidFill>
                </a:ln>
                <a:solidFill>
                  <a:srgbClr val="C01920"/>
                </a:solidFill>
                <a:effectLst/>
                <a:latin typeface="Times New Roman" pitchFamily="18" charset="0"/>
                <a:ea typeface="宋体" pitchFamily="2" charset="-122"/>
              </a:endParaRPr>
            </a:p>
          </p:txBody>
        </p:sp>
        <p:sp>
          <p:nvSpPr>
            <p:cNvPr id="25" name="Rectangle 7">
              <a:extLst>
                <a:ext uri="{FF2B5EF4-FFF2-40B4-BE49-F238E27FC236}">
                  <a16:creationId xmlns:a16="http://schemas.microsoft.com/office/drawing/2014/main" id="{051869C9-2EA3-406C-AE04-296AB6979262}"/>
                </a:ext>
              </a:extLst>
            </p:cNvPr>
            <p:cNvSpPr>
              <a:spLocks noChangeArrowheads="1"/>
            </p:cNvSpPr>
            <p:nvPr/>
          </p:nvSpPr>
          <p:spPr bwMode="auto">
            <a:xfrm>
              <a:off x="864153" y="1990736"/>
              <a:ext cx="3378044" cy="461665"/>
            </a:xfrm>
            <a:prstGeom prst="rect">
              <a:avLst/>
            </a:prstGeom>
            <a:noFill/>
            <a:ln w="9525">
              <a:noFill/>
              <a:miter lim="800000"/>
              <a:headEnd/>
              <a:tailEnd/>
            </a:ln>
            <a:effectLst/>
          </p:spPr>
          <p:txBody>
            <a:bodyPr wrap="square" anchor="ctr">
              <a:spAutoFit/>
            </a:bodyPr>
            <a:lstStyle/>
            <a:p>
              <a:pPr>
                <a:tabLst>
                  <a:tab pos="571500" algn="l"/>
                </a:tabLst>
              </a:pPr>
              <a:r>
                <a:rPr lang="zh-CN" altLang="en-US" b="1" u="sng" dirty="0">
                  <a:solidFill>
                    <a:srgbClr val="C01920"/>
                  </a:solidFill>
                  <a:latin typeface="隶书" panose="02010509060101010101" pitchFamily="49" charset="-122"/>
                  <a:ea typeface="隶书" panose="02010509060101010101" pitchFamily="49" charset="-122"/>
                </a:rPr>
                <a:t>对于</a:t>
              </a:r>
              <a:r>
                <a:rPr lang="en-US" altLang="zh-CN" b="1" u="sng" dirty="0">
                  <a:solidFill>
                    <a:srgbClr val="C01920"/>
                  </a:solidFill>
                  <a:latin typeface="隶书" panose="02010509060101010101" pitchFamily="49" charset="-122"/>
                  <a:ea typeface="隶书" panose="02010509060101010101" pitchFamily="49" charset="-122"/>
                </a:rPr>
                <a:t>16</a:t>
              </a:r>
              <a:r>
                <a:rPr lang="zh-CN" altLang="en-US" b="1" u="sng" dirty="0">
                  <a:solidFill>
                    <a:srgbClr val="C01920"/>
                  </a:solidFill>
                  <a:latin typeface="隶书" panose="02010509060101010101" pitchFamily="49" charset="-122"/>
                  <a:ea typeface="隶书" panose="02010509060101010101" pitchFamily="49" charset="-122"/>
                </a:rPr>
                <a:t>位的内存单元</a:t>
              </a:r>
              <a:r>
                <a:rPr lang="zh-CN" altLang="en-US" b="1" u="sng" dirty="0">
                  <a:solidFill>
                    <a:srgbClr val="C01920"/>
                  </a:solidFill>
                  <a:latin typeface="隶书" panose="02010509060101010101" pitchFamily="49" charset="-122"/>
                  <a:ea typeface="隶书" panose="02010509060101010101" pitchFamily="49" charset="-122"/>
                  <a:sym typeface="Wingdings" pitchFamily="2" charset="2"/>
                </a:rPr>
                <a:t>：</a:t>
              </a:r>
            </a:p>
          </p:txBody>
        </p:sp>
      </p:grpSp>
      <p:grpSp>
        <p:nvGrpSpPr>
          <p:cNvPr id="4" name="组合 3">
            <a:extLst>
              <a:ext uri="{FF2B5EF4-FFF2-40B4-BE49-F238E27FC236}">
                <a16:creationId xmlns:a16="http://schemas.microsoft.com/office/drawing/2014/main" id="{38BE7098-F94C-4D4E-8238-75A325E23404}"/>
              </a:ext>
            </a:extLst>
          </p:cNvPr>
          <p:cNvGrpSpPr/>
          <p:nvPr/>
        </p:nvGrpSpPr>
        <p:grpSpPr>
          <a:xfrm>
            <a:off x="6374537" y="951110"/>
            <a:ext cx="5567251" cy="5684409"/>
            <a:chOff x="6445787" y="1830388"/>
            <a:chExt cx="5567251" cy="4805132"/>
          </a:xfrm>
        </p:grpSpPr>
        <p:sp>
          <p:nvSpPr>
            <p:cNvPr id="41" name="矩形 40">
              <a:extLst>
                <a:ext uri="{FF2B5EF4-FFF2-40B4-BE49-F238E27FC236}">
                  <a16:creationId xmlns:a16="http://schemas.microsoft.com/office/drawing/2014/main" id="{830CA8D1-E523-4323-996F-AF7BCCC755FC}"/>
                </a:ext>
              </a:extLst>
            </p:cNvPr>
            <p:cNvSpPr/>
            <p:nvPr/>
          </p:nvSpPr>
          <p:spPr bwMode="auto">
            <a:xfrm>
              <a:off x="6445787" y="1830388"/>
              <a:ext cx="5567251" cy="4805132"/>
            </a:xfrm>
            <a:prstGeom prst="rect">
              <a:avLst/>
            </a:prstGeom>
            <a:gradFill flip="none" rotWithShape="1">
              <a:gsLst>
                <a:gs pos="0">
                  <a:srgbClr val="CFCFD1"/>
                </a:gs>
                <a:gs pos="100000">
                  <a:schemeClr val="bg1">
                    <a:lumMod val="95000"/>
                  </a:schemeClr>
                </a:gs>
              </a:gsLst>
              <a:lin ang="16200000" scaled="1"/>
              <a:tileRect/>
            </a:gradFill>
            <a:ln w="38100">
              <a:solidFill>
                <a:schemeClr val="accent1">
                  <a:lumMod val="50000"/>
                </a:schemeClr>
              </a:solidFill>
              <a:headEnd type="none" w="med" len="med"/>
              <a:tailEnd type="none" w="med" len="med"/>
            </a:ln>
            <a:effectLst>
              <a:outerShdw blurRad="50800" dist="106680" dir="2700000" algn="tl" rotWithShape="0">
                <a:prstClr val="black">
                  <a:alpha val="43000"/>
                </a:prstClr>
              </a:outerShdw>
            </a:effectLst>
            <a:scene3d>
              <a:camera prst="orthographicFront"/>
              <a:lightRig rig="threePt" dir="t"/>
            </a:scene3d>
            <a:sp3d>
              <a:bevelT w="114300" prst="hardEdge"/>
            </a:sp3d>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solidFill>
                    <a:srgbClr val="FF3399"/>
                  </a:solidFill>
                </a:ln>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5400000" scaled="1"/>
                  <a:tileRect/>
                </a:gradFill>
                <a:effectLst/>
                <a:latin typeface="Times New Roman" pitchFamily="18" charset="0"/>
                <a:ea typeface="宋体" pitchFamily="2" charset="-122"/>
              </a:endParaRPr>
            </a:p>
          </p:txBody>
        </p:sp>
        <p:sp>
          <p:nvSpPr>
            <p:cNvPr id="43" name="Rectangle 7">
              <a:extLst>
                <a:ext uri="{FF2B5EF4-FFF2-40B4-BE49-F238E27FC236}">
                  <a16:creationId xmlns:a16="http://schemas.microsoft.com/office/drawing/2014/main" id="{6029BDBB-1E86-457E-BFDE-3EB1F743A93B}"/>
                </a:ext>
              </a:extLst>
            </p:cNvPr>
            <p:cNvSpPr>
              <a:spLocks noChangeArrowheads="1"/>
            </p:cNvSpPr>
            <p:nvPr/>
          </p:nvSpPr>
          <p:spPr bwMode="auto">
            <a:xfrm>
              <a:off x="6603185" y="1830388"/>
              <a:ext cx="3440729" cy="390254"/>
            </a:xfrm>
            <a:prstGeom prst="rect">
              <a:avLst/>
            </a:prstGeom>
            <a:noFill/>
            <a:ln w="9525">
              <a:noFill/>
              <a:miter lim="800000"/>
              <a:headEnd/>
              <a:tailEnd/>
            </a:ln>
            <a:effectLst/>
          </p:spPr>
          <p:txBody>
            <a:bodyPr wrap="square" anchor="ctr">
              <a:spAutoFit/>
            </a:bodyPr>
            <a:lstStyle/>
            <a:p>
              <a:pPr>
                <a:tabLst>
                  <a:tab pos="571500" algn="l"/>
                </a:tabLst>
              </a:pPr>
              <a:r>
                <a:rPr lang="zh-CN" altLang="en-US" b="1" u="sng" dirty="0">
                  <a:solidFill>
                    <a:srgbClr val="C01920"/>
                  </a:solidFill>
                  <a:latin typeface="隶书" panose="02010509060101010101" pitchFamily="49" charset="-122"/>
                  <a:ea typeface="隶书" panose="02010509060101010101" pitchFamily="49" charset="-122"/>
                </a:rPr>
                <a:t>对于</a:t>
              </a:r>
              <a:r>
                <a:rPr lang="en-US" altLang="zh-CN" b="1" u="sng" dirty="0">
                  <a:solidFill>
                    <a:srgbClr val="C01920"/>
                  </a:solidFill>
                  <a:latin typeface="隶书" panose="02010509060101010101" pitchFamily="49" charset="-122"/>
                  <a:ea typeface="隶书" panose="02010509060101010101" pitchFamily="49" charset="-122"/>
                </a:rPr>
                <a:t>32</a:t>
              </a:r>
              <a:r>
                <a:rPr lang="zh-CN" altLang="en-US" b="1" u="sng" dirty="0">
                  <a:solidFill>
                    <a:srgbClr val="C01920"/>
                  </a:solidFill>
                  <a:latin typeface="隶书" panose="02010509060101010101" pitchFamily="49" charset="-122"/>
                  <a:ea typeface="隶书" panose="02010509060101010101" pitchFamily="49" charset="-122"/>
                </a:rPr>
                <a:t>位的内存单元</a:t>
              </a:r>
              <a:r>
                <a:rPr lang="zh-CN" altLang="en-US" b="1" u="sng" dirty="0">
                  <a:solidFill>
                    <a:srgbClr val="C01920"/>
                  </a:solidFill>
                  <a:latin typeface="隶书" panose="02010509060101010101" pitchFamily="49" charset="-122"/>
                  <a:ea typeface="隶书" panose="02010509060101010101" pitchFamily="49" charset="-122"/>
                  <a:sym typeface="Wingdings" pitchFamily="2" charset="2"/>
                </a:rPr>
                <a:t>：    </a:t>
              </a:r>
            </a:p>
          </p:txBody>
        </p:sp>
      </p:grpSp>
      <p:grpSp>
        <p:nvGrpSpPr>
          <p:cNvPr id="53" name="Group 8">
            <a:extLst>
              <a:ext uri="{FF2B5EF4-FFF2-40B4-BE49-F238E27FC236}">
                <a16:creationId xmlns:a16="http://schemas.microsoft.com/office/drawing/2014/main" id="{423F3507-F1EF-48E8-A345-BC66DE09DDD4}"/>
              </a:ext>
            </a:extLst>
          </p:cNvPr>
          <p:cNvGrpSpPr>
            <a:grpSpLocks/>
          </p:cNvGrpSpPr>
          <p:nvPr/>
        </p:nvGrpSpPr>
        <p:grpSpPr bwMode="auto">
          <a:xfrm>
            <a:off x="2248893" y="3547988"/>
            <a:ext cx="2089150" cy="673100"/>
            <a:chOff x="3470" y="653"/>
            <a:chExt cx="1316" cy="424"/>
          </a:xfrm>
        </p:grpSpPr>
        <p:sp>
          <p:nvSpPr>
            <p:cNvPr id="54" name="Line 9">
              <a:extLst>
                <a:ext uri="{FF2B5EF4-FFF2-40B4-BE49-F238E27FC236}">
                  <a16:creationId xmlns:a16="http://schemas.microsoft.com/office/drawing/2014/main" id="{7CAFDB31-6B72-4472-9111-6563F772ECBD}"/>
                </a:ext>
              </a:extLst>
            </p:cNvPr>
            <p:cNvSpPr>
              <a:spLocks noChangeShapeType="1"/>
            </p:cNvSpPr>
            <p:nvPr/>
          </p:nvSpPr>
          <p:spPr bwMode="auto">
            <a:xfrm flipV="1">
              <a:off x="3941" y="653"/>
              <a:ext cx="0" cy="227"/>
            </a:xfrm>
            <a:prstGeom prst="line">
              <a:avLst/>
            </a:prstGeom>
            <a:noFill/>
            <a:ln w="28575">
              <a:solidFill>
                <a:srgbClr val="0000FF"/>
              </a:solidFill>
              <a:round/>
              <a:headEnd/>
              <a:tailEnd type="stealth" w="lg" len="lg"/>
            </a:ln>
            <a:effectLst/>
          </p:spPr>
          <p:txBody>
            <a:bodyPr/>
            <a:lstStyle/>
            <a:p>
              <a:endParaRPr lang="zh-CN" altLang="en-US"/>
            </a:p>
          </p:txBody>
        </p:sp>
        <p:sp>
          <p:nvSpPr>
            <p:cNvPr id="55" name="Text Box 10">
              <a:extLst>
                <a:ext uri="{FF2B5EF4-FFF2-40B4-BE49-F238E27FC236}">
                  <a16:creationId xmlns:a16="http://schemas.microsoft.com/office/drawing/2014/main" id="{CB65FF2C-E491-4904-86AE-A67CD1E4AAB4}"/>
                </a:ext>
              </a:extLst>
            </p:cNvPr>
            <p:cNvSpPr txBox="1">
              <a:spLocks noChangeArrowheads="1"/>
            </p:cNvSpPr>
            <p:nvPr/>
          </p:nvSpPr>
          <p:spPr bwMode="auto">
            <a:xfrm>
              <a:off x="3470" y="827"/>
              <a:ext cx="1316" cy="250"/>
            </a:xfrm>
            <a:prstGeom prst="rect">
              <a:avLst/>
            </a:prstGeom>
            <a:noFill/>
            <a:ln w="9525">
              <a:noFill/>
              <a:miter lim="800000"/>
              <a:headEnd/>
              <a:tailEnd/>
            </a:ln>
            <a:effectLst/>
          </p:spPr>
          <p:txBody>
            <a:bodyPr>
              <a:spAutoFit/>
            </a:bodyPr>
            <a:lstStyle/>
            <a:p>
              <a:pPr>
                <a:spcBef>
                  <a:spcPct val="50000"/>
                </a:spcBef>
              </a:pPr>
              <a:r>
                <a:rPr lang="zh-CN" altLang="en-US" sz="2000" b="1" dirty="0">
                  <a:solidFill>
                    <a:schemeClr val="accent2"/>
                  </a:solidFill>
                  <a:effectLst>
                    <a:outerShdw blurRad="38100" dist="38100" dir="2700000" algn="tl">
                      <a:srgbClr val="000000"/>
                    </a:outerShdw>
                  </a:effectLst>
                  <a:latin typeface="楷体" panose="02010609060101010101" pitchFamily="49" charset="-122"/>
                  <a:ea typeface="楷体" panose="02010609060101010101" pitchFamily="49" charset="-122"/>
                </a:rPr>
                <a:t>符号位</a:t>
              </a:r>
              <a:r>
                <a:rPr lang="en-US" altLang="zh-CN" sz="2000" b="1" dirty="0">
                  <a:solidFill>
                    <a:schemeClr val="accent2"/>
                  </a:solidFill>
                  <a:effectLst>
                    <a:outerShdw blurRad="38100" dist="38100" dir="2700000" algn="tl">
                      <a:srgbClr val="000000"/>
                    </a:outerShdw>
                  </a:effectLst>
                  <a:latin typeface="楷体" panose="02010609060101010101" pitchFamily="49" charset="-122"/>
                  <a:ea typeface="楷体" panose="02010609060101010101" pitchFamily="49" charset="-122"/>
                </a:rPr>
                <a:t>(</a:t>
              </a:r>
              <a:r>
                <a:rPr lang="zh-CN" altLang="en-US" sz="2000" b="1" dirty="0">
                  <a:solidFill>
                    <a:schemeClr val="accent2"/>
                  </a:solidFill>
                  <a:effectLst>
                    <a:outerShdw blurRad="38100" dist="38100" dir="2700000" algn="tl">
                      <a:srgbClr val="000000"/>
                    </a:outerShdw>
                  </a:effectLst>
                  <a:latin typeface="楷体" panose="02010609060101010101" pitchFamily="49" charset="-122"/>
                  <a:ea typeface="楷体" panose="02010609060101010101" pitchFamily="49" charset="-122"/>
                </a:rPr>
                <a:t>表示负</a:t>
              </a:r>
              <a:r>
                <a:rPr lang="en-US" altLang="zh-CN" sz="2000" b="1" dirty="0">
                  <a:solidFill>
                    <a:schemeClr val="accent2"/>
                  </a:solidFill>
                  <a:effectLst>
                    <a:outerShdw blurRad="38100" dist="38100" dir="2700000" algn="tl">
                      <a:srgbClr val="000000"/>
                    </a:outerShdw>
                  </a:effectLst>
                  <a:latin typeface="楷体" panose="02010609060101010101" pitchFamily="49" charset="-122"/>
                  <a:ea typeface="楷体" panose="02010609060101010101" pitchFamily="49" charset="-122"/>
                </a:rPr>
                <a:t>)</a:t>
              </a:r>
            </a:p>
          </p:txBody>
        </p:sp>
      </p:grpSp>
      <p:sp>
        <p:nvSpPr>
          <p:cNvPr id="56" name="Rectangle 11">
            <a:extLst>
              <a:ext uri="{FF2B5EF4-FFF2-40B4-BE49-F238E27FC236}">
                <a16:creationId xmlns:a16="http://schemas.microsoft.com/office/drawing/2014/main" id="{0DDC6BF8-FF2D-41B1-A1EE-A15085635FB0}"/>
              </a:ext>
            </a:extLst>
          </p:cNvPr>
          <p:cNvSpPr>
            <a:spLocks noChangeArrowheads="1"/>
          </p:cNvSpPr>
          <p:nvPr/>
        </p:nvSpPr>
        <p:spPr bwMode="auto">
          <a:xfrm>
            <a:off x="742357" y="2382763"/>
            <a:ext cx="5256247" cy="461665"/>
          </a:xfrm>
          <a:prstGeom prst="rect">
            <a:avLst/>
          </a:prstGeom>
          <a:noFill/>
          <a:ln w="9525">
            <a:noFill/>
            <a:miter lim="800000"/>
            <a:headEnd/>
            <a:tailEnd/>
          </a:ln>
          <a:effectLst/>
        </p:spPr>
        <p:txBody>
          <a:bodyPr wrap="none">
            <a:spAutoFit/>
          </a:bodyPr>
          <a:lstStyle/>
          <a:p>
            <a:r>
              <a:rPr lang="en-US" altLang="zh-CN" b="1" dirty="0">
                <a:effectLst>
                  <a:outerShdw blurRad="38100" dist="38100" dir="2700000" algn="tl">
                    <a:srgbClr val="FFFFFF"/>
                  </a:outerShdw>
                </a:effectLst>
                <a:latin typeface="+mn-lt"/>
                <a:ea typeface="楷体" panose="02010609060101010101" pitchFamily="49" charset="-122"/>
                <a:sym typeface="Wingdings" pitchFamily="2" charset="2"/>
              </a:rPr>
              <a:t>(+0X8AB6)</a:t>
            </a:r>
            <a:r>
              <a:rPr lang="zh-CN" altLang="en-US" b="1" baseline="-25000" dirty="0">
                <a:effectLst>
                  <a:outerShdw blurRad="38100" dist="38100" dir="2700000" algn="tl">
                    <a:srgbClr val="FFFFFF"/>
                  </a:outerShdw>
                </a:effectLst>
                <a:latin typeface="+mn-lt"/>
                <a:ea typeface="楷体" panose="02010609060101010101" pitchFamily="49" charset="-122"/>
                <a:sym typeface="Wingdings" pitchFamily="2" charset="2"/>
              </a:rPr>
              <a:t>补</a:t>
            </a:r>
            <a:r>
              <a:rPr lang="zh-CN" altLang="en-US" b="1" dirty="0">
                <a:effectLst>
                  <a:outerShdw blurRad="38100" dist="38100" dir="2700000" algn="tl">
                    <a:srgbClr val="FFFFFF"/>
                  </a:outerShdw>
                </a:effectLst>
                <a:latin typeface="+mn-lt"/>
                <a:ea typeface="楷体" panose="02010609060101010101" pitchFamily="49" charset="-122"/>
                <a:sym typeface="Wingdings" pitchFamily="2" charset="2"/>
              </a:rPr>
              <a:t> </a:t>
            </a:r>
            <a:r>
              <a:rPr lang="en-US" altLang="zh-CN" b="1" dirty="0">
                <a:effectLst>
                  <a:outerShdw blurRad="38100" dist="38100" dir="2700000" algn="tl">
                    <a:srgbClr val="FFFFFF"/>
                  </a:outerShdw>
                </a:effectLst>
                <a:latin typeface="+mn-lt"/>
                <a:ea typeface="楷体" panose="02010609060101010101" pitchFamily="49" charset="-122"/>
                <a:sym typeface="Wingdings" pitchFamily="2" charset="2"/>
              </a:rPr>
              <a:t>=  </a:t>
            </a:r>
            <a:r>
              <a:rPr lang="en-US" altLang="zh-CN" b="1" dirty="0">
                <a:solidFill>
                  <a:srgbClr val="FF3300"/>
                </a:solidFill>
                <a:effectLst>
                  <a:outerShdw blurRad="38100" dist="38100" dir="2700000" algn="tl">
                    <a:srgbClr val="000000"/>
                  </a:outerShdw>
                </a:effectLst>
                <a:latin typeface="+mn-lt"/>
                <a:ea typeface="楷体" panose="02010609060101010101" pitchFamily="49" charset="-122"/>
                <a:sym typeface="Wingdings" pitchFamily="2" charset="2"/>
              </a:rPr>
              <a:t>0</a:t>
            </a:r>
            <a:r>
              <a:rPr lang="en-US" altLang="zh-CN" b="1" dirty="0">
                <a:effectLst>
                  <a:outerShdw blurRad="38100" dist="38100" dir="2700000" algn="tl">
                    <a:srgbClr val="FFFFFF"/>
                  </a:outerShdw>
                </a:effectLst>
                <a:latin typeface="+mn-lt"/>
                <a:ea typeface="楷体" panose="02010609060101010101" pitchFamily="49" charset="-122"/>
                <a:sym typeface="Wingdings" pitchFamily="2" charset="2"/>
              </a:rPr>
              <a:t> 1000 1010 1011 0110</a:t>
            </a:r>
            <a:r>
              <a:rPr lang="en-US" altLang="zh-CN" dirty="0">
                <a:latin typeface="+mn-lt"/>
                <a:ea typeface="楷体" panose="02010609060101010101" pitchFamily="49" charset="-122"/>
                <a:sym typeface="Wingdings" pitchFamily="2" charset="2"/>
              </a:rPr>
              <a:t> </a:t>
            </a:r>
          </a:p>
        </p:txBody>
      </p:sp>
      <p:sp>
        <p:nvSpPr>
          <p:cNvPr id="57" name="Oval 12">
            <a:extLst>
              <a:ext uri="{FF2B5EF4-FFF2-40B4-BE49-F238E27FC236}">
                <a16:creationId xmlns:a16="http://schemas.microsoft.com/office/drawing/2014/main" id="{C4172B83-4356-4F27-82F8-60DDD8F9B5C5}"/>
              </a:ext>
            </a:extLst>
          </p:cNvPr>
          <p:cNvSpPr>
            <a:spLocks noChangeArrowheads="1"/>
          </p:cNvSpPr>
          <p:nvPr/>
        </p:nvSpPr>
        <p:spPr bwMode="auto">
          <a:xfrm>
            <a:off x="3093444" y="3132063"/>
            <a:ext cx="2881313" cy="576262"/>
          </a:xfrm>
          <a:prstGeom prst="ellipse">
            <a:avLst/>
          </a:prstGeom>
          <a:noFill/>
          <a:ln w="28575">
            <a:solidFill>
              <a:srgbClr val="FF0000"/>
            </a:solidFill>
            <a:round/>
            <a:headEnd/>
            <a:tailEnd/>
          </a:ln>
          <a:effectLst/>
        </p:spPr>
        <p:txBody>
          <a:bodyPr wrap="none" anchor="ctr"/>
          <a:lstStyle/>
          <a:p>
            <a:endParaRPr lang="zh-CN" altLang="en-US"/>
          </a:p>
        </p:txBody>
      </p:sp>
      <p:sp>
        <p:nvSpPr>
          <p:cNvPr id="58" name="Rectangle 13">
            <a:extLst>
              <a:ext uri="{FF2B5EF4-FFF2-40B4-BE49-F238E27FC236}">
                <a16:creationId xmlns:a16="http://schemas.microsoft.com/office/drawing/2014/main" id="{71C9841A-0BC9-41B4-A1B9-9B7D07231EC7}"/>
              </a:ext>
            </a:extLst>
          </p:cNvPr>
          <p:cNvSpPr>
            <a:spLocks noChangeArrowheads="1"/>
          </p:cNvSpPr>
          <p:nvPr/>
        </p:nvSpPr>
        <p:spPr bwMode="auto">
          <a:xfrm>
            <a:off x="742356" y="3174925"/>
            <a:ext cx="5261056" cy="461665"/>
          </a:xfrm>
          <a:prstGeom prst="rect">
            <a:avLst/>
          </a:prstGeom>
          <a:noFill/>
          <a:ln w="9525">
            <a:noFill/>
            <a:miter lim="800000"/>
            <a:headEnd/>
            <a:tailEnd/>
          </a:ln>
          <a:effectLst/>
        </p:spPr>
        <p:txBody>
          <a:bodyPr wrap="none">
            <a:spAutoFit/>
          </a:bodyPr>
          <a:lstStyle/>
          <a:p>
            <a:r>
              <a:rPr lang="en-US" altLang="zh-CN" b="1">
                <a:effectLst>
                  <a:outerShdw blurRad="38100" dist="38100" dir="2700000" algn="tl">
                    <a:srgbClr val="FFFFFF"/>
                  </a:outerShdw>
                </a:effectLst>
                <a:latin typeface="+mn-lt"/>
                <a:ea typeface="楷体" panose="02010609060101010101" pitchFamily="49" charset="-122"/>
                <a:sym typeface="Wingdings" pitchFamily="2" charset="2"/>
              </a:rPr>
              <a:t>(-0X8AB6)</a:t>
            </a:r>
            <a:r>
              <a:rPr lang="zh-CN" altLang="en-US" b="1" baseline="-25000">
                <a:effectLst>
                  <a:outerShdw blurRad="38100" dist="38100" dir="2700000" algn="tl">
                    <a:srgbClr val="FFFFFF"/>
                  </a:outerShdw>
                </a:effectLst>
                <a:latin typeface="+mn-lt"/>
                <a:ea typeface="楷体" panose="02010609060101010101" pitchFamily="49" charset="-122"/>
                <a:sym typeface="Wingdings" pitchFamily="2" charset="2"/>
              </a:rPr>
              <a:t>补</a:t>
            </a:r>
            <a:r>
              <a:rPr lang="zh-CN" altLang="en-US" b="1">
                <a:effectLst>
                  <a:outerShdw blurRad="38100" dist="38100" dir="2700000" algn="tl">
                    <a:srgbClr val="FFFFFF"/>
                  </a:outerShdw>
                </a:effectLst>
                <a:latin typeface="+mn-lt"/>
                <a:ea typeface="楷体" panose="02010609060101010101" pitchFamily="49" charset="-122"/>
                <a:sym typeface="Wingdings" pitchFamily="2" charset="2"/>
              </a:rPr>
              <a:t> </a:t>
            </a:r>
            <a:r>
              <a:rPr lang="en-US" altLang="zh-CN" b="1">
                <a:effectLst>
                  <a:outerShdw blurRad="38100" dist="38100" dir="2700000" algn="tl">
                    <a:srgbClr val="FFFFFF"/>
                  </a:outerShdw>
                </a:effectLst>
                <a:latin typeface="+mn-lt"/>
                <a:ea typeface="楷体" panose="02010609060101010101" pitchFamily="49" charset="-122"/>
                <a:sym typeface="Wingdings" pitchFamily="2" charset="2"/>
              </a:rPr>
              <a:t>=   </a:t>
            </a:r>
            <a:r>
              <a:rPr lang="en-US" altLang="zh-CN" b="1">
                <a:solidFill>
                  <a:srgbClr val="FF3300"/>
                </a:solidFill>
                <a:effectLst>
                  <a:outerShdw blurRad="38100" dist="38100" dir="2700000" algn="tl">
                    <a:srgbClr val="000000"/>
                  </a:outerShdw>
                </a:effectLst>
                <a:latin typeface="+mn-lt"/>
                <a:ea typeface="楷体" panose="02010609060101010101" pitchFamily="49" charset="-122"/>
                <a:sym typeface="Wingdings" pitchFamily="2" charset="2"/>
              </a:rPr>
              <a:t>1</a:t>
            </a:r>
            <a:r>
              <a:rPr lang="en-US" altLang="zh-CN" b="1">
                <a:solidFill>
                  <a:schemeClr val="accent2"/>
                </a:solidFill>
                <a:effectLst>
                  <a:outerShdw blurRad="38100" dist="38100" dir="2700000" algn="tl">
                    <a:srgbClr val="000000"/>
                  </a:outerShdw>
                </a:effectLst>
                <a:latin typeface="+mn-lt"/>
                <a:ea typeface="楷体" panose="02010609060101010101" pitchFamily="49" charset="-122"/>
                <a:sym typeface="Wingdings" pitchFamily="2" charset="2"/>
              </a:rPr>
              <a:t> 0111 0101 0100 1010</a:t>
            </a:r>
            <a:r>
              <a:rPr lang="en-US" altLang="zh-CN">
                <a:latin typeface="+mn-lt"/>
                <a:ea typeface="楷体" panose="02010609060101010101" pitchFamily="49" charset="-122"/>
              </a:rPr>
              <a:t> </a:t>
            </a:r>
          </a:p>
        </p:txBody>
      </p:sp>
      <p:grpSp>
        <p:nvGrpSpPr>
          <p:cNvPr id="59" name="Group 14">
            <a:extLst>
              <a:ext uri="{FF2B5EF4-FFF2-40B4-BE49-F238E27FC236}">
                <a16:creationId xmlns:a16="http://schemas.microsoft.com/office/drawing/2014/main" id="{2964FC62-FE3D-4539-B423-0A5695D0C8A9}"/>
              </a:ext>
            </a:extLst>
          </p:cNvPr>
          <p:cNvGrpSpPr>
            <a:grpSpLocks/>
          </p:cNvGrpSpPr>
          <p:nvPr/>
        </p:nvGrpSpPr>
        <p:grpSpPr bwMode="auto">
          <a:xfrm>
            <a:off x="3876278" y="2730369"/>
            <a:ext cx="2419350" cy="474662"/>
            <a:chOff x="2336" y="1634"/>
            <a:chExt cx="1524" cy="299"/>
          </a:xfrm>
        </p:grpSpPr>
        <p:sp>
          <p:nvSpPr>
            <p:cNvPr id="62" name="Line 15">
              <a:extLst>
                <a:ext uri="{FF2B5EF4-FFF2-40B4-BE49-F238E27FC236}">
                  <a16:creationId xmlns:a16="http://schemas.microsoft.com/office/drawing/2014/main" id="{AF34F9E3-245A-45E6-981D-EFB43D33F439}"/>
                </a:ext>
              </a:extLst>
            </p:cNvPr>
            <p:cNvSpPr>
              <a:spLocks noChangeShapeType="1"/>
            </p:cNvSpPr>
            <p:nvPr/>
          </p:nvSpPr>
          <p:spPr bwMode="auto">
            <a:xfrm>
              <a:off x="2336" y="1661"/>
              <a:ext cx="0" cy="272"/>
            </a:xfrm>
            <a:prstGeom prst="line">
              <a:avLst/>
            </a:prstGeom>
            <a:noFill/>
            <a:ln w="28575">
              <a:solidFill>
                <a:schemeClr val="tx1"/>
              </a:solidFill>
              <a:round/>
              <a:headEnd/>
              <a:tailEnd type="stealth" w="lg" len="lg"/>
            </a:ln>
            <a:effectLst/>
          </p:spPr>
          <p:txBody>
            <a:bodyPr/>
            <a:lstStyle/>
            <a:p>
              <a:endParaRPr lang="zh-CN" altLang="en-US">
                <a:latin typeface="+mn-lt"/>
                <a:ea typeface="楷体" panose="02010609060101010101" pitchFamily="49" charset="-122"/>
              </a:endParaRPr>
            </a:p>
          </p:txBody>
        </p:sp>
        <p:sp>
          <p:nvSpPr>
            <p:cNvPr id="69" name="Rectangle 16">
              <a:extLst>
                <a:ext uri="{FF2B5EF4-FFF2-40B4-BE49-F238E27FC236}">
                  <a16:creationId xmlns:a16="http://schemas.microsoft.com/office/drawing/2014/main" id="{DEE7CB95-FA4C-4F32-8809-C021E13A65E6}"/>
                </a:ext>
              </a:extLst>
            </p:cNvPr>
            <p:cNvSpPr>
              <a:spLocks noChangeArrowheads="1"/>
            </p:cNvSpPr>
            <p:nvPr/>
          </p:nvSpPr>
          <p:spPr bwMode="auto">
            <a:xfrm>
              <a:off x="2402" y="1634"/>
              <a:ext cx="1458" cy="291"/>
            </a:xfrm>
            <a:prstGeom prst="rect">
              <a:avLst/>
            </a:prstGeom>
            <a:noFill/>
            <a:ln w="9525">
              <a:noFill/>
              <a:miter lim="800000"/>
              <a:headEnd/>
              <a:tailEnd/>
            </a:ln>
            <a:effectLst/>
          </p:spPr>
          <p:txBody>
            <a:bodyPr wrap="none">
              <a:spAutoFit/>
            </a:bodyPr>
            <a:lstStyle/>
            <a:p>
              <a:r>
                <a:rPr kumimoji="0" lang="zh-CN" altLang="en-US" sz="1800" b="1" dirty="0">
                  <a:effectLst>
                    <a:outerShdw blurRad="38100" dist="38100" dir="2700000" algn="tl">
                      <a:srgbClr val="FFFFFF"/>
                    </a:outerShdw>
                  </a:effectLst>
                  <a:latin typeface="+mn-lt"/>
                  <a:ea typeface="楷体" panose="02010609060101010101" pitchFamily="49" charset="-122"/>
                </a:rPr>
                <a:t>按位求反，末位加</a:t>
              </a:r>
              <a:r>
                <a:rPr kumimoji="0" lang="en-US" altLang="zh-CN" sz="1800" b="1" dirty="0">
                  <a:effectLst>
                    <a:outerShdw blurRad="38100" dist="38100" dir="2700000" algn="tl">
                      <a:srgbClr val="FFFFFF"/>
                    </a:outerShdw>
                  </a:effectLst>
                  <a:latin typeface="+mn-lt"/>
                  <a:ea typeface="楷体" panose="02010609060101010101" pitchFamily="49" charset="-122"/>
                </a:rPr>
                <a:t>1</a:t>
              </a:r>
              <a:r>
                <a:rPr kumimoji="0" lang="en-US" altLang="zh-CN" dirty="0">
                  <a:latin typeface="+mn-lt"/>
                  <a:ea typeface="楷体" panose="02010609060101010101" pitchFamily="49" charset="-122"/>
                </a:rPr>
                <a:t> </a:t>
              </a:r>
              <a:endParaRPr lang="en-US" altLang="zh-CN" dirty="0">
                <a:latin typeface="+mn-lt"/>
                <a:ea typeface="楷体" panose="02010609060101010101" pitchFamily="49" charset="-122"/>
              </a:endParaRPr>
            </a:p>
          </p:txBody>
        </p:sp>
      </p:grpSp>
      <p:grpSp>
        <p:nvGrpSpPr>
          <p:cNvPr id="101" name="Group 34">
            <a:extLst>
              <a:ext uri="{FF2B5EF4-FFF2-40B4-BE49-F238E27FC236}">
                <a16:creationId xmlns:a16="http://schemas.microsoft.com/office/drawing/2014/main" id="{A2CFFCA2-D968-4C5E-97A7-14FB59C0F57C}"/>
              </a:ext>
            </a:extLst>
          </p:cNvPr>
          <p:cNvGrpSpPr>
            <a:grpSpLocks/>
          </p:cNvGrpSpPr>
          <p:nvPr/>
        </p:nvGrpSpPr>
        <p:grpSpPr bwMode="auto">
          <a:xfrm rot="651108">
            <a:off x="4558740" y="3864199"/>
            <a:ext cx="1649586" cy="1207798"/>
            <a:chOff x="4329" y="2234"/>
            <a:chExt cx="1147" cy="822"/>
          </a:xfrm>
        </p:grpSpPr>
        <p:sp>
          <p:nvSpPr>
            <p:cNvPr id="102" name="AutoShape 35">
              <a:extLst>
                <a:ext uri="{FF2B5EF4-FFF2-40B4-BE49-F238E27FC236}">
                  <a16:creationId xmlns:a16="http://schemas.microsoft.com/office/drawing/2014/main" id="{69B5ECEE-EE7D-4E0A-8522-3707217C23AC}"/>
                </a:ext>
              </a:extLst>
            </p:cNvPr>
            <p:cNvSpPr>
              <a:spLocks noChangeArrowheads="1"/>
            </p:cNvSpPr>
            <p:nvPr/>
          </p:nvSpPr>
          <p:spPr bwMode="auto">
            <a:xfrm>
              <a:off x="4329" y="2234"/>
              <a:ext cx="619" cy="822"/>
            </a:xfrm>
            <a:prstGeom prst="curvedLeftArrow">
              <a:avLst>
                <a:gd name="adj1" fmla="val 21266"/>
                <a:gd name="adj2" fmla="val 59408"/>
                <a:gd name="adj3" fmla="val 35060"/>
              </a:avLst>
            </a:prstGeom>
            <a:solidFill>
              <a:srgbClr val="F0E5B7"/>
            </a:soli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p>
              <a:endParaRPr lang="zh-CN" altLang="en-US">
                <a:latin typeface="+mn-lt"/>
                <a:ea typeface="楷体" panose="02010609060101010101" pitchFamily="49" charset="-122"/>
              </a:endParaRPr>
            </a:p>
          </p:txBody>
        </p:sp>
        <p:sp>
          <p:nvSpPr>
            <p:cNvPr id="103" name="Text Box 36">
              <a:extLst>
                <a:ext uri="{FF2B5EF4-FFF2-40B4-BE49-F238E27FC236}">
                  <a16:creationId xmlns:a16="http://schemas.microsoft.com/office/drawing/2014/main" id="{A42D42B1-7CD6-4330-AF49-0853AE7C7CEF}"/>
                </a:ext>
              </a:extLst>
            </p:cNvPr>
            <p:cNvSpPr txBox="1">
              <a:spLocks noChangeArrowheads="1"/>
            </p:cNvSpPr>
            <p:nvPr/>
          </p:nvSpPr>
          <p:spPr bwMode="auto">
            <a:xfrm>
              <a:off x="4976" y="2237"/>
              <a:ext cx="500" cy="482"/>
            </a:xfrm>
            <a:prstGeom prst="rect">
              <a:avLst/>
            </a:prstGeom>
            <a:noFill/>
            <a:ln w="9525">
              <a:noFill/>
              <a:miter lim="800000"/>
              <a:headEnd/>
              <a:tailEnd/>
            </a:ln>
            <a:effectLst/>
          </p:spPr>
          <p:txBody>
            <a:bodyPr wrap="square">
              <a:spAutoFit/>
            </a:bodyPr>
            <a:lstStyle/>
            <a:p>
              <a:pPr>
                <a:spcBef>
                  <a:spcPct val="50000"/>
                </a:spcBef>
              </a:pPr>
              <a:r>
                <a:rPr lang="zh-CN" altLang="en-US" sz="2000" b="1" dirty="0">
                  <a:solidFill>
                    <a:srgbClr val="0000FF"/>
                  </a:solidFill>
                  <a:effectLst>
                    <a:outerShdw blurRad="38100" dist="38100" dir="2700000" algn="tl">
                      <a:srgbClr val="FFFFFF"/>
                    </a:outerShdw>
                  </a:effectLst>
                  <a:latin typeface="+mn-lt"/>
                  <a:ea typeface="楷体" panose="02010609060101010101" pitchFamily="49" charset="-122"/>
                </a:rPr>
                <a:t>取低</a:t>
              </a:r>
              <a:r>
                <a:rPr lang="en-US" altLang="zh-CN" sz="2000" b="1" dirty="0">
                  <a:solidFill>
                    <a:srgbClr val="0000FF"/>
                  </a:solidFill>
                  <a:effectLst>
                    <a:outerShdw blurRad="38100" dist="38100" dir="2700000" algn="tl">
                      <a:srgbClr val="FFFFFF"/>
                    </a:outerShdw>
                  </a:effectLst>
                  <a:latin typeface="+mn-lt"/>
                  <a:ea typeface="楷体" panose="02010609060101010101" pitchFamily="49" charset="-122"/>
                </a:rPr>
                <a:t>16</a:t>
              </a:r>
              <a:r>
                <a:rPr lang="zh-CN" altLang="en-US" sz="2000" b="1" dirty="0">
                  <a:solidFill>
                    <a:srgbClr val="0000FF"/>
                  </a:solidFill>
                  <a:effectLst>
                    <a:outerShdw blurRad="38100" dist="38100" dir="2700000" algn="tl">
                      <a:srgbClr val="FFFFFF"/>
                    </a:outerShdw>
                  </a:effectLst>
                  <a:latin typeface="+mn-lt"/>
                  <a:ea typeface="楷体" panose="02010609060101010101" pitchFamily="49" charset="-122"/>
                </a:rPr>
                <a:t>位</a:t>
              </a:r>
            </a:p>
          </p:txBody>
        </p:sp>
      </p:grpSp>
      <p:graphicFrame>
        <p:nvGraphicFramePr>
          <p:cNvPr id="104" name="Group 17">
            <a:extLst>
              <a:ext uri="{FF2B5EF4-FFF2-40B4-BE49-F238E27FC236}">
                <a16:creationId xmlns:a16="http://schemas.microsoft.com/office/drawing/2014/main" id="{D116C980-0F85-4E70-93B4-A356D27389E4}"/>
              </a:ext>
            </a:extLst>
          </p:cNvPr>
          <p:cNvGraphicFramePr>
            <a:graphicFrameLocks noGrp="1"/>
          </p:cNvGraphicFramePr>
          <p:nvPr/>
        </p:nvGraphicFramePr>
        <p:xfrm>
          <a:off x="2389088" y="4868045"/>
          <a:ext cx="1943100" cy="1104900"/>
        </p:xfrm>
        <a:graphic>
          <a:graphicData uri="http://schemas.openxmlformats.org/drawingml/2006/table">
            <a:tbl>
              <a:tblPr/>
              <a:tblGrid>
                <a:gridCol w="1943100">
                  <a:extLst>
                    <a:ext uri="{9D8B030D-6E8A-4147-A177-3AD203B41FA5}">
                      <a16:colId xmlns:a16="http://schemas.microsoft.com/office/drawing/2014/main" val="20000"/>
                    </a:ext>
                  </a:extLst>
                </a:gridCol>
              </a:tblGrid>
              <a:tr h="5302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01001010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5746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rPr>
                        <a:t>0</a:t>
                      </a:r>
                      <a:r>
                        <a:rPr kumimoji="1" lang="en-US" altLang="zh-CN" sz="2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1110101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1"/>
                  </a:ext>
                </a:extLst>
              </a:tr>
            </a:tbl>
          </a:graphicData>
        </a:graphic>
      </p:graphicFrame>
      <p:grpSp>
        <p:nvGrpSpPr>
          <p:cNvPr id="105" name="Group 25">
            <a:extLst>
              <a:ext uri="{FF2B5EF4-FFF2-40B4-BE49-F238E27FC236}">
                <a16:creationId xmlns:a16="http://schemas.microsoft.com/office/drawing/2014/main" id="{44B14726-581B-41AD-B885-BE8DD759962E}"/>
              </a:ext>
            </a:extLst>
          </p:cNvPr>
          <p:cNvGrpSpPr>
            <a:grpSpLocks/>
          </p:cNvGrpSpPr>
          <p:nvPr/>
        </p:nvGrpSpPr>
        <p:grpSpPr bwMode="auto">
          <a:xfrm>
            <a:off x="4478239" y="4880747"/>
            <a:ext cx="1020763" cy="957263"/>
            <a:chOff x="3606" y="2741"/>
            <a:chExt cx="643" cy="603"/>
          </a:xfrm>
        </p:grpSpPr>
        <p:sp>
          <p:nvSpPr>
            <p:cNvPr id="106" name="Text Box 26">
              <a:extLst>
                <a:ext uri="{FF2B5EF4-FFF2-40B4-BE49-F238E27FC236}">
                  <a16:creationId xmlns:a16="http://schemas.microsoft.com/office/drawing/2014/main" id="{31AB405A-5CD5-4209-BBA6-C4E67EE0520B}"/>
                </a:ext>
              </a:extLst>
            </p:cNvPr>
            <p:cNvSpPr txBox="1">
              <a:spLocks noChangeArrowheads="1"/>
            </p:cNvSpPr>
            <p:nvPr/>
          </p:nvSpPr>
          <p:spPr bwMode="auto">
            <a:xfrm>
              <a:off x="3614" y="2741"/>
              <a:ext cx="635" cy="233"/>
            </a:xfrm>
            <a:prstGeom prst="rect">
              <a:avLst/>
            </a:prstGeom>
            <a:noFill/>
            <a:ln w="9525">
              <a:noFill/>
              <a:miter lim="800000"/>
              <a:headEnd/>
              <a:tailEnd/>
            </a:ln>
            <a:effectLst/>
          </p:spPr>
          <p:txBody>
            <a:bodyPr>
              <a:spAutoFit/>
            </a:bodyPr>
            <a:lstStyle/>
            <a:p>
              <a:pPr>
                <a:spcBef>
                  <a:spcPct val="50000"/>
                </a:spcBef>
              </a:pPr>
              <a:r>
                <a:rPr lang="zh-CN" altLang="en-US" sz="1800" b="1">
                  <a:latin typeface="+mn-lt"/>
                  <a:ea typeface="楷体" panose="02010609060101010101" pitchFamily="49" charset="-122"/>
                </a:rPr>
                <a:t>低地址</a:t>
              </a:r>
            </a:p>
          </p:txBody>
        </p:sp>
        <p:sp>
          <p:nvSpPr>
            <p:cNvPr id="107" name="Text Box 27">
              <a:extLst>
                <a:ext uri="{FF2B5EF4-FFF2-40B4-BE49-F238E27FC236}">
                  <a16:creationId xmlns:a16="http://schemas.microsoft.com/office/drawing/2014/main" id="{815A9C5D-E706-45FA-9CBD-24D36B4BD0E7}"/>
                </a:ext>
              </a:extLst>
            </p:cNvPr>
            <p:cNvSpPr txBox="1">
              <a:spLocks noChangeArrowheads="1"/>
            </p:cNvSpPr>
            <p:nvPr/>
          </p:nvSpPr>
          <p:spPr bwMode="auto">
            <a:xfrm>
              <a:off x="3606" y="3111"/>
              <a:ext cx="635" cy="233"/>
            </a:xfrm>
            <a:prstGeom prst="rect">
              <a:avLst/>
            </a:prstGeom>
            <a:noFill/>
            <a:ln w="9525">
              <a:noFill/>
              <a:miter lim="800000"/>
              <a:headEnd/>
              <a:tailEnd/>
            </a:ln>
            <a:effectLst/>
          </p:spPr>
          <p:txBody>
            <a:bodyPr>
              <a:spAutoFit/>
            </a:bodyPr>
            <a:lstStyle/>
            <a:p>
              <a:pPr>
                <a:spcBef>
                  <a:spcPct val="50000"/>
                </a:spcBef>
              </a:pPr>
              <a:r>
                <a:rPr lang="zh-CN" altLang="en-US" sz="1800" b="1">
                  <a:latin typeface="+mn-lt"/>
                  <a:ea typeface="楷体" panose="02010609060101010101" pitchFamily="49" charset="-122"/>
                </a:rPr>
                <a:t>高地址</a:t>
              </a:r>
            </a:p>
          </p:txBody>
        </p:sp>
      </p:grpSp>
      <p:sp>
        <p:nvSpPr>
          <p:cNvPr id="108" name="Line 28">
            <a:extLst>
              <a:ext uri="{FF2B5EF4-FFF2-40B4-BE49-F238E27FC236}">
                <a16:creationId xmlns:a16="http://schemas.microsoft.com/office/drawing/2014/main" id="{621CA2FD-DC1E-4431-8E34-0EFFF8BFB04D}"/>
              </a:ext>
            </a:extLst>
          </p:cNvPr>
          <p:cNvSpPr>
            <a:spLocks noChangeShapeType="1"/>
          </p:cNvSpPr>
          <p:nvPr/>
        </p:nvSpPr>
        <p:spPr bwMode="auto">
          <a:xfrm>
            <a:off x="4506813" y="4807720"/>
            <a:ext cx="0" cy="1223962"/>
          </a:xfrm>
          <a:prstGeom prst="line">
            <a:avLst/>
          </a:prstGeom>
          <a:noFill/>
          <a:ln w="28575">
            <a:solidFill>
              <a:srgbClr val="FF0000"/>
            </a:solidFill>
            <a:round/>
            <a:headEnd/>
            <a:tailEnd type="stealth" w="lg" len="lg"/>
          </a:ln>
          <a:effectLst>
            <a:outerShdw blurRad="50800" dist="38100" dir="2700000" algn="tl" rotWithShape="0">
              <a:prstClr val="black">
                <a:alpha val="40000"/>
              </a:prstClr>
            </a:outerShdw>
          </a:effectLst>
        </p:spPr>
        <p:txBody>
          <a:bodyPr/>
          <a:lstStyle/>
          <a:p>
            <a:endParaRPr lang="zh-CN" altLang="en-US"/>
          </a:p>
        </p:txBody>
      </p:sp>
      <p:sp>
        <p:nvSpPr>
          <p:cNvPr id="109" name="Rectangle 29">
            <a:extLst>
              <a:ext uri="{FF2B5EF4-FFF2-40B4-BE49-F238E27FC236}">
                <a16:creationId xmlns:a16="http://schemas.microsoft.com/office/drawing/2014/main" id="{28B1492A-23C0-4B69-A0CB-3384D7B691E1}"/>
              </a:ext>
            </a:extLst>
          </p:cNvPr>
          <p:cNvSpPr>
            <a:spLocks noChangeArrowheads="1"/>
          </p:cNvSpPr>
          <p:nvPr/>
        </p:nvSpPr>
        <p:spPr bwMode="auto">
          <a:xfrm>
            <a:off x="826890" y="6125352"/>
            <a:ext cx="5307863" cy="369332"/>
          </a:xfrm>
          <a:prstGeom prst="rect">
            <a:avLst/>
          </a:prstGeom>
          <a:noFill/>
          <a:ln w="9525">
            <a:noFill/>
            <a:miter lim="800000"/>
            <a:headEnd/>
            <a:tailEnd/>
          </a:ln>
          <a:effectLst/>
        </p:spPr>
        <p:txBody>
          <a:bodyPr wrap="none" anchor="ctr">
            <a:spAutoFit/>
          </a:bodyPr>
          <a:lstStyle/>
          <a:p>
            <a:r>
              <a:rPr lang="zh-CN" altLang="en-US" sz="1800" dirty="0">
                <a:solidFill>
                  <a:srgbClr val="CC0000"/>
                </a:solidFill>
                <a:effectLst>
                  <a:outerShdw blurRad="38100" dist="38100" dir="2700000" algn="tl">
                    <a:srgbClr val="000000"/>
                  </a:outerShdw>
                </a:effectLst>
                <a:latin typeface="+mn-lt"/>
                <a:ea typeface="楷体" panose="02010609060101010101" pitchFamily="49" charset="-122"/>
              </a:rPr>
              <a:t>十六进制数</a:t>
            </a:r>
            <a:r>
              <a:rPr lang="en-US" altLang="zh-CN" sz="1800" dirty="0">
                <a:solidFill>
                  <a:srgbClr val="CC0000"/>
                </a:solidFill>
                <a:effectLst>
                  <a:outerShdw blurRad="38100" dist="38100" dir="2700000" algn="tl">
                    <a:srgbClr val="000000"/>
                  </a:outerShdw>
                </a:effectLst>
                <a:latin typeface="+mn-lt"/>
                <a:ea typeface="楷体" panose="02010609060101010101" pitchFamily="49" charset="-122"/>
              </a:rPr>
              <a:t>-0X8AB6</a:t>
            </a:r>
            <a:r>
              <a:rPr lang="zh-CN" altLang="en-US" sz="1800" dirty="0">
                <a:solidFill>
                  <a:srgbClr val="CC0000"/>
                </a:solidFill>
                <a:effectLst>
                  <a:outerShdw blurRad="38100" dist="38100" dir="2700000" algn="tl">
                    <a:srgbClr val="000000"/>
                  </a:outerShdw>
                </a:effectLst>
                <a:latin typeface="+mn-lt"/>
                <a:ea typeface="楷体" panose="02010609060101010101" pitchFamily="49" charset="-122"/>
              </a:rPr>
              <a:t>两个字节的内存实际存放形式</a:t>
            </a:r>
            <a:r>
              <a:rPr lang="zh-CN" altLang="en-US" sz="1800" dirty="0">
                <a:latin typeface="+mn-lt"/>
                <a:ea typeface="楷体" panose="02010609060101010101" pitchFamily="49" charset="-122"/>
              </a:rPr>
              <a:t> </a:t>
            </a:r>
          </a:p>
        </p:txBody>
      </p:sp>
      <p:grpSp>
        <p:nvGrpSpPr>
          <p:cNvPr id="110" name="Group 30">
            <a:extLst>
              <a:ext uri="{FF2B5EF4-FFF2-40B4-BE49-F238E27FC236}">
                <a16:creationId xmlns:a16="http://schemas.microsoft.com/office/drawing/2014/main" id="{B7CE5480-5C04-414D-BDC6-049A9105513D}"/>
              </a:ext>
            </a:extLst>
          </p:cNvPr>
          <p:cNvGrpSpPr>
            <a:grpSpLocks/>
          </p:cNvGrpSpPr>
          <p:nvPr/>
        </p:nvGrpSpPr>
        <p:grpSpPr bwMode="auto">
          <a:xfrm>
            <a:off x="1463577" y="4879156"/>
            <a:ext cx="1023937" cy="1000125"/>
            <a:chOff x="1654" y="2714"/>
            <a:chExt cx="645" cy="630"/>
          </a:xfrm>
        </p:grpSpPr>
        <p:sp>
          <p:nvSpPr>
            <p:cNvPr id="111" name="Text Box 31">
              <a:extLst>
                <a:ext uri="{FF2B5EF4-FFF2-40B4-BE49-F238E27FC236}">
                  <a16:creationId xmlns:a16="http://schemas.microsoft.com/office/drawing/2014/main" id="{9436FB22-D838-445B-847B-FC594FBC94C5}"/>
                </a:ext>
              </a:extLst>
            </p:cNvPr>
            <p:cNvSpPr txBox="1">
              <a:spLocks noChangeArrowheads="1"/>
            </p:cNvSpPr>
            <p:nvPr/>
          </p:nvSpPr>
          <p:spPr bwMode="auto">
            <a:xfrm>
              <a:off x="1654" y="2714"/>
              <a:ext cx="635" cy="233"/>
            </a:xfrm>
            <a:prstGeom prst="rect">
              <a:avLst/>
            </a:prstGeom>
            <a:noFill/>
            <a:ln w="9525">
              <a:noFill/>
              <a:miter lim="800000"/>
              <a:headEnd/>
              <a:tailEnd/>
            </a:ln>
            <a:effectLst/>
          </p:spPr>
          <p:txBody>
            <a:bodyPr>
              <a:spAutoFit/>
            </a:bodyPr>
            <a:lstStyle/>
            <a:p>
              <a:pPr>
                <a:spcBef>
                  <a:spcPct val="50000"/>
                </a:spcBef>
              </a:pPr>
              <a:r>
                <a:rPr lang="zh-CN" altLang="en-US" sz="1800" b="1">
                  <a:latin typeface="+mn-lt"/>
                  <a:ea typeface="楷体" panose="02010609060101010101" pitchFamily="49" charset="-122"/>
                </a:rPr>
                <a:t>低字节</a:t>
              </a:r>
            </a:p>
          </p:txBody>
        </p:sp>
        <p:sp>
          <p:nvSpPr>
            <p:cNvPr id="112" name="Text Box 32">
              <a:extLst>
                <a:ext uri="{FF2B5EF4-FFF2-40B4-BE49-F238E27FC236}">
                  <a16:creationId xmlns:a16="http://schemas.microsoft.com/office/drawing/2014/main" id="{5490C6F8-FFD1-43D0-B8A1-D1AEDFAEA550}"/>
                </a:ext>
              </a:extLst>
            </p:cNvPr>
            <p:cNvSpPr txBox="1">
              <a:spLocks noChangeArrowheads="1"/>
            </p:cNvSpPr>
            <p:nvPr/>
          </p:nvSpPr>
          <p:spPr bwMode="auto">
            <a:xfrm>
              <a:off x="1664" y="3111"/>
              <a:ext cx="635" cy="233"/>
            </a:xfrm>
            <a:prstGeom prst="rect">
              <a:avLst/>
            </a:prstGeom>
            <a:noFill/>
            <a:ln w="9525">
              <a:noFill/>
              <a:miter lim="800000"/>
              <a:headEnd/>
              <a:tailEnd/>
            </a:ln>
            <a:effectLst/>
          </p:spPr>
          <p:txBody>
            <a:bodyPr>
              <a:spAutoFit/>
            </a:bodyPr>
            <a:lstStyle/>
            <a:p>
              <a:pPr>
                <a:spcBef>
                  <a:spcPct val="50000"/>
                </a:spcBef>
              </a:pPr>
              <a:r>
                <a:rPr lang="zh-CN" altLang="en-US" sz="1800" b="1" dirty="0">
                  <a:latin typeface="+mn-lt"/>
                  <a:ea typeface="楷体" panose="02010609060101010101" pitchFamily="49" charset="-122"/>
                </a:rPr>
                <a:t>高字节</a:t>
              </a:r>
            </a:p>
          </p:txBody>
        </p:sp>
      </p:grpSp>
      <p:sp>
        <p:nvSpPr>
          <p:cNvPr id="113" name="AutoShape 33">
            <a:extLst>
              <a:ext uri="{FF2B5EF4-FFF2-40B4-BE49-F238E27FC236}">
                <a16:creationId xmlns:a16="http://schemas.microsoft.com/office/drawing/2014/main" id="{E1A7CBD0-7A98-4262-B5EA-87D564C038FB}"/>
              </a:ext>
            </a:extLst>
          </p:cNvPr>
          <p:cNvSpPr>
            <a:spLocks noChangeArrowheads="1"/>
          </p:cNvSpPr>
          <p:nvPr/>
        </p:nvSpPr>
        <p:spPr bwMode="auto">
          <a:xfrm>
            <a:off x="211063" y="5181397"/>
            <a:ext cx="1152502" cy="781050"/>
          </a:xfrm>
          <a:prstGeom prst="wedgeRoundRectCallout">
            <a:avLst>
              <a:gd name="adj1" fmla="val 162577"/>
              <a:gd name="adj2" fmla="val -1453"/>
              <a:gd name="adj3" fmla="val 16667"/>
            </a:avLst>
          </a:prstGeom>
          <a:gradFill flip="none" rotWithShape="1">
            <a:gsLst>
              <a:gs pos="0">
                <a:srgbClr val="F0E5B7"/>
              </a:gs>
              <a:gs pos="100000">
                <a:srgbClr val="F0E5B7"/>
              </a:gs>
            </a:gsLst>
            <a:lin ang="27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a:solidFill>
                  <a:srgbClr val="C01920"/>
                </a:solidFill>
                <a:latin typeface="楷体" pitchFamily="49" charset="-122"/>
                <a:ea typeface="楷体" pitchFamily="49" charset="-122"/>
              </a:rPr>
              <a:t>符号位</a:t>
            </a:r>
          </a:p>
          <a:p>
            <a:pPr algn="ctr"/>
            <a:r>
              <a:rPr lang="zh-CN" altLang="en-US" sz="2000" b="1">
                <a:solidFill>
                  <a:srgbClr val="C01920"/>
                </a:solidFill>
                <a:latin typeface="楷体" pitchFamily="49" charset="-122"/>
                <a:ea typeface="楷体" pitchFamily="49" charset="-122"/>
              </a:rPr>
              <a:t>表示正</a:t>
            </a:r>
          </a:p>
        </p:txBody>
      </p:sp>
      <p:sp>
        <p:nvSpPr>
          <p:cNvPr id="114" name="AutoShape 37">
            <a:extLst>
              <a:ext uri="{FF2B5EF4-FFF2-40B4-BE49-F238E27FC236}">
                <a16:creationId xmlns:a16="http://schemas.microsoft.com/office/drawing/2014/main" id="{50FDF1B7-BD51-4FE3-BEA8-DE241C5D1370}"/>
              </a:ext>
            </a:extLst>
          </p:cNvPr>
          <p:cNvSpPr>
            <a:spLocks noChangeArrowheads="1"/>
          </p:cNvSpPr>
          <p:nvPr/>
        </p:nvSpPr>
        <p:spPr bwMode="auto">
          <a:xfrm>
            <a:off x="463003" y="4188426"/>
            <a:ext cx="2191843" cy="503238"/>
          </a:xfrm>
          <a:prstGeom prst="wedgeRoundRectCallout">
            <a:avLst>
              <a:gd name="adj1" fmla="val 62515"/>
              <a:gd name="adj2" fmla="val 110408"/>
              <a:gd name="adj3" fmla="val 16667"/>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a:solidFill>
                  <a:srgbClr val="C01920"/>
                </a:solidFill>
                <a:latin typeface="楷体" pitchFamily="49" charset="-122"/>
                <a:ea typeface="楷体" pitchFamily="49" charset="-122"/>
              </a:rPr>
              <a:t>真值为：</a:t>
            </a:r>
            <a:r>
              <a:rPr lang="en-US" altLang="zh-CN" sz="2000" b="1">
                <a:solidFill>
                  <a:srgbClr val="C01920"/>
                </a:solidFill>
                <a:latin typeface="楷体" pitchFamily="49" charset="-122"/>
                <a:ea typeface="楷体" pitchFamily="49" charset="-122"/>
              </a:rPr>
              <a:t>+30026 !</a:t>
            </a:r>
          </a:p>
        </p:txBody>
      </p:sp>
      <p:sp>
        <p:nvSpPr>
          <p:cNvPr id="115" name="Rectangle 38">
            <a:extLst>
              <a:ext uri="{FF2B5EF4-FFF2-40B4-BE49-F238E27FC236}">
                <a16:creationId xmlns:a16="http://schemas.microsoft.com/office/drawing/2014/main" id="{AF260350-9F11-4125-8249-2EE416184DC4}"/>
              </a:ext>
            </a:extLst>
          </p:cNvPr>
          <p:cNvSpPr>
            <a:spLocks noChangeArrowheads="1"/>
          </p:cNvSpPr>
          <p:nvPr/>
        </p:nvSpPr>
        <p:spPr bwMode="auto">
          <a:xfrm>
            <a:off x="6611996" y="1365771"/>
            <a:ext cx="5092332" cy="830997"/>
          </a:xfrm>
          <a:prstGeom prst="rect">
            <a:avLst/>
          </a:prstGeom>
          <a:noFill/>
          <a:ln w="9525">
            <a:noFill/>
            <a:miter lim="800000"/>
            <a:headEnd/>
            <a:tailEnd/>
          </a:ln>
          <a:effectLst/>
        </p:spPr>
        <p:txBody>
          <a:bodyPr wrap="square">
            <a:spAutoFit/>
          </a:bodyPr>
          <a:lstStyle/>
          <a:p>
            <a:r>
              <a:rPr lang="en-US" altLang="zh-CN" b="1" dirty="0">
                <a:effectLst>
                  <a:outerShdw blurRad="38100" dist="38100" dir="2700000" algn="tl">
                    <a:srgbClr val="C0C0C0"/>
                  </a:outerShdw>
                </a:effectLst>
                <a:sym typeface="Wingdings" pitchFamily="2" charset="2"/>
              </a:rPr>
              <a:t>(+0X8AB6)</a:t>
            </a:r>
            <a:r>
              <a:rPr lang="zh-CN" altLang="en-US" b="1" baseline="-25000" dirty="0">
                <a:effectLst>
                  <a:outerShdw blurRad="38100" dist="38100" dir="2700000" algn="tl">
                    <a:srgbClr val="C0C0C0"/>
                  </a:outerShdw>
                </a:effectLst>
                <a:latin typeface="楷体" pitchFamily="49" charset="-122"/>
                <a:ea typeface="楷体" pitchFamily="49" charset="-122"/>
                <a:sym typeface="Wingdings" pitchFamily="2" charset="2"/>
              </a:rPr>
              <a:t>补</a:t>
            </a:r>
            <a:r>
              <a:rPr lang="zh-CN" altLang="en-US" b="1" dirty="0">
                <a:effectLst>
                  <a:outerShdw blurRad="38100" dist="38100" dir="2700000" algn="tl">
                    <a:srgbClr val="C0C0C0"/>
                  </a:outerShdw>
                </a:effectLst>
                <a:sym typeface="Wingdings" pitchFamily="2" charset="2"/>
              </a:rPr>
              <a:t> </a:t>
            </a:r>
            <a:r>
              <a:rPr lang="en-US" altLang="zh-CN" b="1" dirty="0">
                <a:effectLst>
                  <a:outerShdw blurRad="38100" dist="38100" dir="2700000" algn="tl">
                    <a:srgbClr val="C0C0C0"/>
                  </a:outerShdw>
                </a:effectLst>
                <a:sym typeface="Wingdings" pitchFamily="2" charset="2"/>
              </a:rPr>
              <a:t>=  </a:t>
            </a:r>
            <a:r>
              <a:rPr lang="en-US" altLang="zh-CN" b="1" dirty="0">
                <a:solidFill>
                  <a:srgbClr val="FF3300"/>
                </a:solidFill>
                <a:effectLst>
                  <a:outerShdw blurRad="38100" dist="38100" dir="2700000" algn="tl">
                    <a:srgbClr val="C0C0C0"/>
                  </a:outerShdw>
                </a:effectLst>
                <a:sym typeface="Wingdings" pitchFamily="2" charset="2"/>
              </a:rPr>
              <a:t>0</a:t>
            </a:r>
            <a:r>
              <a:rPr lang="en-US" altLang="zh-CN" b="1" dirty="0">
                <a:effectLst>
                  <a:outerShdw blurRad="38100" dist="38100" dir="2700000" algn="tl">
                    <a:srgbClr val="C0C0C0"/>
                  </a:outerShdw>
                </a:effectLst>
                <a:sym typeface="Wingdings" pitchFamily="2" charset="2"/>
              </a:rPr>
              <a:t>000 0000 0000 0000 </a:t>
            </a:r>
          </a:p>
          <a:p>
            <a:r>
              <a:rPr lang="en-US" altLang="zh-CN" b="1" dirty="0">
                <a:effectLst>
                  <a:outerShdw blurRad="38100" dist="38100" dir="2700000" algn="tl">
                    <a:srgbClr val="C0C0C0"/>
                  </a:outerShdw>
                </a:effectLst>
                <a:sym typeface="Wingdings" pitchFamily="2" charset="2"/>
              </a:rPr>
              <a:t>                           1000 1010 1011 0110</a:t>
            </a:r>
            <a:endParaRPr lang="en-US" altLang="zh-CN" dirty="0"/>
          </a:p>
        </p:txBody>
      </p:sp>
      <p:grpSp>
        <p:nvGrpSpPr>
          <p:cNvPr id="116" name="Group 39">
            <a:extLst>
              <a:ext uri="{FF2B5EF4-FFF2-40B4-BE49-F238E27FC236}">
                <a16:creationId xmlns:a16="http://schemas.microsoft.com/office/drawing/2014/main" id="{691F209D-9068-4BCD-83D1-27CE628164DA}"/>
              </a:ext>
            </a:extLst>
          </p:cNvPr>
          <p:cNvGrpSpPr>
            <a:grpSpLocks/>
          </p:cNvGrpSpPr>
          <p:nvPr/>
        </p:nvGrpSpPr>
        <p:grpSpPr bwMode="auto">
          <a:xfrm>
            <a:off x="9653314" y="2107290"/>
            <a:ext cx="2419350" cy="474662"/>
            <a:chOff x="2336" y="1634"/>
            <a:chExt cx="1524" cy="299"/>
          </a:xfrm>
        </p:grpSpPr>
        <p:sp>
          <p:nvSpPr>
            <p:cNvPr id="117" name="Line 40">
              <a:extLst>
                <a:ext uri="{FF2B5EF4-FFF2-40B4-BE49-F238E27FC236}">
                  <a16:creationId xmlns:a16="http://schemas.microsoft.com/office/drawing/2014/main" id="{9B1D7493-6E1D-4A2A-87F0-EE2CA77FE511}"/>
                </a:ext>
              </a:extLst>
            </p:cNvPr>
            <p:cNvSpPr>
              <a:spLocks noChangeShapeType="1"/>
            </p:cNvSpPr>
            <p:nvPr/>
          </p:nvSpPr>
          <p:spPr bwMode="auto">
            <a:xfrm>
              <a:off x="2336" y="1661"/>
              <a:ext cx="0" cy="272"/>
            </a:xfrm>
            <a:prstGeom prst="line">
              <a:avLst/>
            </a:prstGeom>
            <a:noFill/>
            <a:ln w="28575">
              <a:solidFill>
                <a:schemeClr val="tx1"/>
              </a:solidFill>
              <a:round/>
              <a:headEnd/>
              <a:tailEnd type="stealth" w="lg" len="lg"/>
            </a:ln>
            <a:effectLst/>
          </p:spPr>
          <p:txBody>
            <a:bodyPr/>
            <a:lstStyle/>
            <a:p>
              <a:endParaRPr lang="zh-CN" altLang="en-US">
                <a:latin typeface="楷体" pitchFamily="49" charset="-122"/>
                <a:ea typeface="楷体" pitchFamily="49" charset="-122"/>
              </a:endParaRPr>
            </a:p>
          </p:txBody>
        </p:sp>
        <p:sp>
          <p:nvSpPr>
            <p:cNvPr id="118" name="Rectangle 41">
              <a:extLst>
                <a:ext uri="{FF2B5EF4-FFF2-40B4-BE49-F238E27FC236}">
                  <a16:creationId xmlns:a16="http://schemas.microsoft.com/office/drawing/2014/main" id="{CDE2D8B0-66C7-4A98-AF5B-79A384082CF5}"/>
                </a:ext>
              </a:extLst>
            </p:cNvPr>
            <p:cNvSpPr>
              <a:spLocks noChangeArrowheads="1"/>
            </p:cNvSpPr>
            <p:nvPr/>
          </p:nvSpPr>
          <p:spPr bwMode="auto">
            <a:xfrm>
              <a:off x="2402" y="1634"/>
              <a:ext cx="1458" cy="291"/>
            </a:xfrm>
            <a:prstGeom prst="rect">
              <a:avLst/>
            </a:prstGeom>
            <a:noFill/>
            <a:ln w="9525">
              <a:noFill/>
              <a:miter lim="800000"/>
              <a:headEnd/>
              <a:tailEnd/>
            </a:ln>
            <a:effectLst/>
          </p:spPr>
          <p:txBody>
            <a:bodyPr wrap="none">
              <a:spAutoFit/>
            </a:bodyPr>
            <a:lstStyle/>
            <a:p>
              <a:r>
                <a:rPr kumimoji="0" lang="zh-CN" altLang="en-US" sz="1800" b="1" dirty="0">
                  <a:effectLst>
                    <a:outerShdw blurRad="38100" dist="38100" dir="2700000" algn="tl">
                      <a:srgbClr val="FFFFFF"/>
                    </a:outerShdw>
                  </a:effectLst>
                  <a:latin typeface="楷体" pitchFamily="49" charset="-122"/>
                  <a:ea typeface="楷体" pitchFamily="49" charset="-122"/>
                </a:rPr>
                <a:t>按位求反，末位加</a:t>
              </a:r>
              <a:r>
                <a:rPr kumimoji="0" lang="en-US" altLang="zh-CN" sz="1800" b="1" dirty="0">
                  <a:effectLst>
                    <a:outerShdw blurRad="38100" dist="38100" dir="2700000" algn="tl">
                      <a:srgbClr val="FFFFFF"/>
                    </a:outerShdw>
                  </a:effectLst>
                  <a:latin typeface="楷体" pitchFamily="49" charset="-122"/>
                  <a:ea typeface="楷体" pitchFamily="49" charset="-122"/>
                </a:rPr>
                <a:t>1</a:t>
              </a:r>
              <a:r>
                <a:rPr kumimoji="0" lang="en-US" altLang="zh-CN" dirty="0">
                  <a:latin typeface="楷体" pitchFamily="49" charset="-122"/>
                  <a:ea typeface="楷体" pitchFamily="49" charset="-122"/>
                </a:rPr>
                <a:t> </a:t>
              </a:r>
              <a:endParaRPr lang="en-US" altLang="zh-CN" dirty="0">
                <a:latin typeface="楷体" pitchFamily="49" charset="-122"/>
                <a:ea typeface="楷体" pitchFamily="49" charset="-122"/>
              </a:endParaRPr>
            </a:p>
          </p:txBody>
        </p:sp>
      </p:grpSp>
      <p:sp>
        <p:nvSpPr>
          <p:cNvPr id="119" name="Rectangle 42">
            <a:extLst>
              <a:ext uri="{FF2B5EF4-FFF2-40B4-BE49-F238E27FC236}">
                <a16:creationId xmlns:a16="http://schemas.microsoft.com/office/drawing/2014/main" id="{63874217-1E21-4D2D-B3C9-09FA1ACA6C1E}"/>
              </a:ext>
            </a:extLst>
          </p:cNvPr>
          <p:cNvSpPr>
            <a:spLocks noChangeArrowheads="1"/>
          </p:cNvSpPr>
          <p:nvPr/>
        </p:nvSpPr>
        <p:spPr bwMode="auto">
          <a:xfrm>
            <a:off x="6757591" y="2549484"/>
            <a:ext cx="4844275" cy="830997"/>
          </a:xfrm>
          <a:prstGeom prst="rect">
            <a:avLst/>
          </a:prstGeom>
          <a:noFill/>
          <a:ln w="9525">
            <a:noFill/>
            <a:miter lim="800000"/>
            <a:headEnd/>
            <a:tailEnd/>
          </a:ln>
          <a:effectLst/>
        </p:spPr>
        <p:txBody>
          <a:bodyPr wrap="none">
            <a:spAutoFit/>
          </a:bodyPr>
          <a:lstStyle/>
          <a:p>
            <a:r>
              <a:rPr lang="en-US" altLang="zh-CN" b="1" dirty="0">
                <a:effectLst>
                  <a:outerShdw blurRad="38100" dist="38100" dir="2700000" algn="tl">
                    <a:srgbClr val="FFFFFF"/>
                  </a:outerShdw>
                </a:effectLst>
                <a:sym typeface="Wingdings" pitchFamily="2" charset="2"/>
              </a:rPr>
              <a:t>(-0X8AB6)</a:t>
            </a:r>
            <a:r>
              <a:rPr lang="zh-CN" altLang="en-US" b="1" baseline="-25000" dirty="0">
                <a:effectLst>
                  <a:outerShdw blurRad="38100" dist="38100" dir="2700000" algn="tl">
                    <a:srgbClr val="FFFFFF"/>
                  </a:outerShdw>
                </a:effectLst>
                <a:latin typeface="楷体" pitchFamily="49" charset="-122"/>
                <a:ea typeface="楷体" pitchFamily="49" charset="-122"/>
                <a:sym typeface="Wingdings" pitchFamily="2" charset="2"/>
              </a:rPr>
              <a:t>补</a:t>
            </a:r>
            <a:r>
              <a:rPr lang="zh-CN" altLang="en-US" b="1" dirty="0">
                <a:effectLst>
                  <a:outerShdw blurRad="38100" dist="38100" dir="2700000" algn="tl">
                    <a:srgbClr val="FFFFFF"/>
                  </a:outerShdw>
                </a:effectLst>
                <a:sym typeface="Wingdings" pitchFamily="2" charset="2"/>
              </a:rPr>
              <a:t> </a:t>
            </a:r>
            <a:r>
              <a:rPr lang="en-US" altLang="zh-CN" b="1" dirty="0">
                <a:effectLst>
                  <a:outerShdw blurRad="38100" dist="38100" dir="2700000" algn="tl">
                    <a:srgbClr val="FFFFFF"/>
                  </a:outerShdw>
                </a:effectLst>
                <a:sym typeface="Wingdings" pitchFamily="2" charset="2"/>
              </a:rPr>
              <a:t>=  </a:t>
            </a:r>
            <a:r>
              <a:rPr lang="en-US" altLang="zh-CN" b="1" dirty="0">
                <a:solidFill>
                  <a:srgbClr val="FF3300"/>
                </a:solidFill>
                <a:effectLst>
                  <a:outerShdw blurRad="38100" dist="38100" dir="2700000" algn="tl">
                    <a:srgbClr val="000000"/>
                  </a:outerShdw>
                </a:effectLst>
                <a:sym typeface="Wingdings" pitchFamily="2" charset="2"/>
              </a:rPr>
              <a:t>1</a:t>
            </a:r>
            <a:r>
              <a:rPr lang="en-US" altLang="zh-CN" b="1" dirty="0">
                <a:solidFill>
                  <a:schemeClr val="accent2"/>
                </a:solidFill>
                <a:effectLst>
                  <a:outerShdw blurRad="38100" dist="38100" dir="2700000" algn="tl">
                    <a:srgbClr val="000000"/>
                  </a:outerShdw>
                </a:effectLst>
                <a:sym typeface="Wingdings" pitchFamily="2" charset="2"/>
              </a:rPr>
              <a:t>111 1111 1111 1111 </a:t>
            </a:r>
          </a:p>
          <a:p>
            <a:r>
              <a:rPr lang="en-US" altLang="zh-CN" b="1" dirty="0">
                <a:solidFill>
                  <a:schemeClr val="accent2"/>
                </a:solidFill>
                <a:effectLst>
                  <a:outerShdw blurRad="38100" dist="38100" dir="2700000" algn="tl">
                    <a:srgbClr val="000000"/>
                  </a:outerShdw>
                </a:effectLst>
                <a:sym typeface="Wingdings" pitchFamily="2" charset="2"/>
              </a:rPr>
              <a:t>                          0111 0101 0100 1010</a:t>
            </a:r>
          </a:p>
        </p:txBody>
      </p:sp>
      <p:grpSp>
        <p:nvGrpSpPr>
          <p:cNvPr id="120" name="Group 43">
            <a:extLst>
              <a:ext uri="{FF2B5EF4-FFF2-40B4-BE49-F238E27FC236}">
                <a16:creationId xmlns:a16="http://schemas.microsoft.com/office/drawing/2014/main" id="{FB9E345E-FDD8-4F09-90D2-7CCDBF4BB4A0}"/>
              </a:ext>
            </a:extLst>
          </p:cNvPr>
          <p:cNvGrpSpPr>
            <a:grpSpLocks/>
          </p:cNvGrpSpPr>
          <p:nvPr/>
        </p:nvGrpSpPr>
        <p:grpSpPr bwMode="auto">
          <a:xfrm>
            <a:off x="7893286" y="2908994"/>
            <a:ext cx="2089150" cy="808038"/>
            <a:chOff x="3470" y="568"/>
            <a:chExt cx="1316" cy="509"/>
          </a:xfrm>
        </p:grpSpPr>
        <p:sp>
          <p:nvSpPr>
            <p:cNvPr id="121" name="Line 44">
              <a:extLst>
                <a:ext uri="{FF2B5EF4-FFF2-40B4-BE49-F238E27FC236}">
                  <a16:creationId xmlns:a16="http://schemas.microsoft.com/office/drawing/2014/main" id="{EFDC7E06-661F-4E36-A38E-D647A1C5094E}"/>
                </a:ext>
              </a:extLst>
            </p:cNvPr>
            <p:cNvSpPr>
              <a:spLocks noChangeShapeType="1"/>
            </p:cNvSpPr>
            <p:nvPr/>
          </p:nvSpPr>
          <p:spPr bwMode="auto">
            <a:xfrm flipV="1">
              <a:off x="3949" y="568"/>
              <a:ext cx="121" cy="296"/>
            </a:xfrm>
            <a:prstGeom prst="line">
              <a:avLst/>
            </a:prstGeom>
            <a:noFill/>
            <a:ln w="28575">
              <a:solidFill>
                <a:srgbClr val="0000FF"/>
              </a:solidFill>
              <a:round/>
              <a:headEnd/>
              <a:tailEnd type="stealth" w="lg" len="lg"/>
            </a:ln>
            <a:effectLst/>
          </p:spPr>
          <p:txBody>
            <a:bodyPr/>
            <a:lstStyle/>
            <a:p>
              <a:endParaRPr lang="zh-CN" altLang="en-US">
                <a:latin typeface="楷体" pitchFamily="49" charset="-122"/>
                <a:ea typeface="楷体" pitchFamily="49" charset="-122"/>
              </a:endParaRPr>
            </a:p>
          </p:txBody>
        </p:sp>
        <p:sp>
          <p:nvSpPr>
            <p:cNvPr id="122" name="Text Box 45">
              <a:extLst>
                <a:ext uri="{FF2B5EF4-FFF2-40B4-BE49-F238E27FC236}">
                  <a16:creationId xmlns:a16="http://schemas.microsoft.com/office/drawing/2014/main" id="{A5619625-5F70-4501-9FAA-40ACDC1AB174}"/>
                </a:ext>
              </a:extLst>
            </p:cNvPr>
            <p:cNvSpPr txBox="1">
              <a:spLocks noChangeArrowheads="1"/>
            </p:cNvSpPr>
            <p:nvPr/>
          </p:nvSpPr>
          <p:spPr bwMode="auto">
            <a:xfrm>
              <a:off x="3470" y="827"/>
              <a:ext cx="1316" cy="250"/>
            </a:xfrm>
            <a:prstGeom prst="rect">
              <a:avLst/>
            </a:prstGeom>
            <a:noFill/>
            <a:ln w="9525">
              <a:noFill/>
              <a:miter lim="800000"/>
              <a:headEnd/>
              <a:tailEnd/>
            </a:ln>
            <a:effectLst/>
          </p:spPr>
          <p:txBody>
            <a:bodyPr>
              <a:spAutoFit/>
            </a:bodyPr>
            <a:lstStyle/>
            <a:p>
              <a:pPr>
                <a:spcBef>
                  <a:spcPct val="50000"/>
                </a:spcBef>
              </a:pPr>
              <a:r>
                <a:rPr lang="zh-CN" altLang="en-US" sz="2000" b="1">
                  <a:solidFill>
                    <a:schemeClr val="accent2"/>
                  </a:solidFill>
                  <a:effectLst>
                    <a:outerShdw blurRad="38100" dist="38100" dir="2700000" algn="tl">
                      <a:srgbClr val="000000"/>
                    </a:outerShdw>
                  </a:effectLst>
                  <a:latin typeface="楷体" pitchFamily="49" charset="-122"/>
                  <a:ea typeface="楷体" pitchFamily="49" charset="-122"/>
                </a:rPr>
                <a:t>符号位</a:t>
              </a:r>
              <a:r>
                <a:rPr lang="en-US" altLang="zh-CN" sz="2000" b="1">
                  <a:solidFill>
                    <a:schemeClr val="accent2"/>
                  </a:solidFill>
                  <a:effectLst>
                    <a:outerShdw blurRad="38100" dist="38100" dir="2700000" algn="tl">
                      <a:srgbClr val="000000"/>
                    </a:outerShdw>
                  </a:effectLst>
                  <a:latin typeface="楷体" pitchFamily="49" charset="-122"/>
                  <a:ea typeface="楷体" pitchFamily="49" charset="-122"/>
                </a:rPr>
                <a:t>(</a:t>
              </a:r>
              <a:r>
                <a:rPr lang="zh-CN" altLang="en-US" sz="2000" b="1">
                  <a:solidFill>
                    <a:schemeClr val="accent2"/>
                  </a:solidFill>
                  <a:effectLst>
                    <a:outerShdw blurRad="38100" dist="38100" dir="2700000" algn="tl">
                      <a:srgbClr val="000000"/>
                    </a:outerShdw>
                  </a:effectLst>
                  <a:latin typeface="楷体" pitchFamily="49" charset="-122"/>
                  <a:ea typeface="楷体" pitchFamily="49" charset="-122"/>
                </a:rPr>
                <a:t>表示负</a:t>
              </a:r>
              <a:r>
                <a:rPr lang="en-US" altLang="zh-CN" sz="2000" b="1">
                  <a:solidFill>
                    <a:schemeClr val="accent2"/>
                  </a:solidFill>
                  <a:effectLst>
                    <a:outerShdw blurRad="38100" dist="38100" dir="2700000" algn="tl">
                      <a:srgbClr val="000000"/>
                    </a:outerShdw>
                  </a:effectLst>
                  <a:latin typeface="楷体" pitchFamily="49" charset="-122"/>
                  <a:ea typeface="楷体" pitchFamily="49" charset="-122"/>
                </a:rPr>
                <a:t>)</a:t>
              </a:r>
            </a:p>
          </p:txBody>
        </p:sp>
      </p:grpSp>
      <p:sp>
        <p:nvSpPr>
          <p:cNvPr id="123" name="Oval 46">
            <a:extLst>
              <a:ext uri="{FF2B5EF4-FFF2-40B4-BE49-F238E27FC236}">
                <a16:creationId xmlns:a16="http://schemas.microsoft.com/office/drawing/2014/main" id="{D6F7D76C-9931-4AB6-9398-A31D69384296}"/>
              </a:ext>
            </a:extLst>
          </p:cNvPr>
          <p:cNvSpPr>
            <a:spLocks noChangeArrowheads="1"/>
          </p:cNvSpPr>
          <p:nvPr/>
        </p:nvSpPr>
        <p:spPr bwMode="auto">
          <a:xfrm>
            <a:off x="8735218" y="2502394"/>
            <a:ext cx="2881314" cy="1060935"/>
          </a:xfrm>
          <a:prstGeom prst="ellipse">
            <a:avLst/>
          </a:prstGeom>
          <a:noFill/>
          <a:ln w="28575">
            <a:solidFill>
              <a:srgbClr val="FF0000"/>
            </a:solidFill>
            <a:round/>
            <a:headEnd/>
            <a:tailEnd/>
          </a:ln>
          <a:effectLst/>
        </p:spPr>
        <p:txBody>
          <a:bodyPr wrap="none" anchor="ctr"/>
          <a:lstStyle/>
          <a:p>
            <a:endParaRPr lang="zh-CN" altLang="en-US"/>
          </a:p>
        </p:txBody>
      </p:sp>
      <p:graphicFrame>
        <p:nvGraphicFramePr>
          <p:cNvPr id="124" name="Group 48">
            <a:extLst>
              <a:ext uri="{FF2B5EF4-FFF2-40B4-BE49-F238E27FC236}">
                <a16:creationId xmlns:a16="http://schemas.microsoft.com/office/drawing/2014/main" id="{314788AA-48D0-4FA6-AAAD-C435E32076C2}"/>
              </a:ext>
            </a:extLst>
          </p:cNvPr>
          <p:cNvGraphicFramePr>
            <a:graphicFrameLocks noGrp="1"/>
          </p:cNvGraphicFramePr>
          <p:nvPr/>
        </p:nvGraphicFramePr>
        <p:xfrm>
          <a:off x="8263109" y="4021210"/>
          <a:ext cx="1787525" cy="2072640"/>
        </p:xfrm>
        <a:graphic>
          <a:graphicData uri="http://schemas.openxmlformats.org/drawingml/2006/table">
            <a:tbl>
              <a:tblPr/>
              <a:tblGrid>
                <a:gridCol w="1787525">
                  <a:extLst>
                    <a:ext uri="{9D8B030D-6E8A-4147-A177-3AD203B41FA5}">
                      <a16:colId xmlns:a16="http://schemas.microsoft.com/office/drawing/2014/main" val="20000"/>
                    </a:ext>
                  </a:extLst>
                </a:gridCol>
              </a:tblGrid>
              <a:tr h="5016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01001010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4730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01110101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1"/>
                  </a:ext>
                </a:extLst>
              </a:tr>
              <a:tr h="471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11111111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2"/>
                  </a:ext>
                </a:extLst>
              </a:tr>
              <a:tr h="471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rgbClr val="FF3300"/>
                          </a:solidFill>
                          <a:effectLst>
                            <a:outerShdw blurRad="38100" dist="38100" dir="2700000" algn="tl">
                              <a:srgbClr val="000000"/>
                            </a:outerShdw>
                          </a:effectLst>
                          <a:latin typeface="Times New Roman" pitchFamily="18" charset="0"/>
                          <a:ea typeface="宋体" pitchFamily="2" charset="-122"/>
                        </a:rPr>
                        <a:t>1</a:t>
                      </a:r>
                      <a:r>
                        <a:rPr kumimoji="1" lang="en-US" altLang="zh-CN" sz="2800" b="1" i="0" u="none" strike="noStrike" cap="none" normalizeH="0" baseline="0">
                          <a:ln>
                            <a:noFill/>
                          </a:ln>
                          <a:solidFill>
                            <a:schemeClr val="accent2"/>
                          </a:solidFill>
                          <a:effectLst>
                            <a:outerShdw blurRad="38100" dist="38100" dir="2700000" algn="tl">
                              <a:srgbClr val="000000"/>
                            </a:outerShdw>
                          </a:effectLst>
                          <a:latin typeface="Times New Roman" pitchFamily="18" charset="0"/>
                          <a:ea typeface="宋体" pitchFamily="2" charset="-122"/>
                        </a:rPr>
                        <a:t>1111111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3"/>
                  </a:ext>
                </a:extLst>
              </a:tr>
            </a:tbl>
          </a:graphicData>
        </a:graphic>
      </p:graphicFrame>
      <p:grpSp>
        <p:nvGrpSpPr>
          <p:cNvPr id="125" name="Group 60">
            <a:extLst>
              <a:ext uri="{FF2B5EF4-FFF2-40B4-BE49-F238E27FC236}">
                <a16:creationId xmlns:a16="http://schemas.microsoft.com/office/drawing/2014/main" id="{29678089-B0FD-424B-BAB4-423F11AD8E3B}"/>
              </a:ext>
            </a:extLst>
          </p:cNvPr>
          <p:cNvGrpSpPr>
            <a:grpSpLocks/>
          </p:cNvGrpSpPr>
          <p:nvPr/>
        </p:nvGrpSpPr>
        <p:grpSpPr bwMode="auto">
          <a:xfrm>
            <a:off x="7315370" y="4087884"/>
            <a:ext cx="1023938" cy="1943100"/>
            <a:chOff x="1654" y="2552"/>
            <a:chExt cx="645" cy="1224"/>
          </a:xfrm>
        </p:grpSpPr>
        <p:sp>
          <p:nvSpPr>
            <p:cNvPr id="126" name="Text Box 61">
              <a:extLst>
                <a:ext uri="{FF2B5EF4-FFF2-40B4-BE49-F238E27FC236}">
                  <a16:creationId xmlns:a16="http://schemas.microsoft.com/office/drawing/2014/main" id="{89EDE515-2312-4147-AE48-4C8DD12CE532}"/>
                </a:ext>
              </a:extLst>
            </p:cNvPr>
            <p:cNvSpPr txBox="1">
              <a:spLocks noChangeArrowheads="1"/>
            </p:cNvSpPr>
            <p:nvPr/>
          </p:nvSpPr>
          <p:spPr bwMode="auto">
            <a:xfrm>
              <a:off x="1654" y="2552"/>
              <a:ext cx="635" cy="233"/>
            </a:xfrm>
            <a:prstGeom prst="rect">
              <a:avLst/>
            </a:prstGeom>
            <a:noFill/>
            <a:ln w="9525">
              <a:noFill/>
              <a:miter lim="800000"/>
              <a:headEnd/>
              <a:tailEnd/>
            </a:ln>
            <a:effectLst/>
          </p:spPr>
          <p:txBody>
            <a:bodyPr>
              <a:spAutoFit/>
            </a:bodyPr>
            <a:lstStyle/>
            <a:p>
              <a:pPr>
                <a:spcBef>
                  <a:spcPct val="50000"/>
                </a:spcBef>
              </a:pPr>
              <a:r>
                <a:rPr lang="zh-CN" altLang="en-US" sz="1800" b="1" dirty="0">
                  <a:latin typeface="+mn-lt"/>
                  <a:ea typeface="楷体" pitchFamily="49" charset="-122"/>
                </a:rPr>
                <a:t>低字节</a:t>
              </a:r>
            </a:p>
          </p:txBody>
        </p:sp>
        <p:sp>
          <p:nvSpPr>
            <p:cNvPr id="127" name="Text Box 62">
              <a:extLst>
                <a:ext uri="{FF2B5EF4-FFF2-40B4-BE49-F238E27FC236}">
                  <a16:creationId xmlns:a16="http://schemas.microsoft.com/office/drawing/2014/main" id="{20C3DEFC-E3B4-4E4A-B847-2E2C9FEA7E32}"/>
                </a:ext>
              </a:extLst>
            </p:cNvPr>
            <p:cNvSpPr txBox="1">
              <a:spLocks noChangeArrowheads="1"/>
            </p:cNvSpPr>
            <p:nvPr/>
          </p:nvSpPr>
          <p:spPr bwMode="auto">
            <a:xfrm>
              <a:off x="1664" y="3543"/>
              <a:ext cx="635" cy="233"/>
            </a:xfrm>
            <a:prstGeom prst="rect">
              <a:avLst/>
            </a:prstGeom>
            <a:noFill/>
            <a:ln w="9525">
              <a:noFill/>
              <a:miter lim="800000"/>
              <a:headEnd/>
              <a:tailEnd/>
            </a:ln>
            <a:effectLst/>
          </p:spPr>
          <p:txBody>
            <a:bodyPr>
              <a:spAutoFit/>
            </a:bodyPr>
            <a:lstStyle/>
            <a:p>
              <a:pPr>
                <a:spcBef>
                  <a:spcPct val="50000"/>
                </a:spcBef>
              </a:pPr>
              <a:r>
                <a:rPr lang="zh-CN" altLang="en-US" sz="1800" b="1">
                  <a:latin typeface="+mn-lt"/>
                  <a:ea typeface="楷体" pitchFamily="49" charset="-122"/>
                </a:rPr>
                <a:t>高字节</a:t>
              </a:r>
            </a:p>
          </p:txBody>
        </p:sp>
      </p:grpSp>
      <p:sp>
        <p:nvSpPr>
          <p:cNvPr id="128" name="Rectangle 63">
            <a:extLst>
              <a:ext uri="{FF2B5EF4-FFF2-40B4-BE49-F238E27FC236}">
                <a16:creationId xmlns:a16="http://schemas.microsoft.com/office/drawing/2014/main" id="{1369E024-9538-49B2-B086-8D411DCBC8A3}"/>
              </a:ext>
            </a:extLst>
          </p:cNvPr>
          <p:cNvSpPr>
            <a:spLocks noChangeArrowheads="1"/>
          </p:cNvSpPr>
          <p:nvPr/>
        </p:nvSpPr>
        <p:spPr bwMode="auto">
          <a:xfrm>
            <a:off x="6540574" y="6122371"/>
            <a:ext cx="5262979" cy="369332"/>
          </a:xfrm>
          <a:prstGeom prst="rect">
            <a:avLst/>
          </a:prstGeom>
          <a:noFill/>
          <a:ln w="9525">
            <a:noFill/>
            <a:miter lim="800000"/>
            <a:headEnd/>
            <a:tailEnd/>
          </a:ln>
          <a:effectLst/>
        </p:spPr>
        <p:txBody>
          <a:bodyPr wrap="none" anchor="ctr">
            <a:spAutoFit/>
          </a:bodyPr>
          <a:lstStyle/>
          <a:p>
            <a:r>
              <a:rPr lang="zh-CN" altLang="en-US" sz="1800" dirty="0">
                <a:solidFill>
                  <a:srgbClr val="CC0000"/>
                </a:solidFill>
                <a:effectLst>
                  <a:outerShdw blurRad="38100" dist="38100" dir="2700000" algn="tl">
                    <a:srgbClr val="000000"/>
                  </a:outerShdw>
                </a:effectLst>
                <a:latin typeface="+mn-lt"/>
                <a:ea typeface="楷体" pitchFamily="49" charset="-122"/>
              </a:rPr>
              <a:t>十六进制数</a:t>
            </a:r>
            <a:r>
              <a:rPr lang="en-US" altLang="zh-CN" sz="1800" dirty="0">
                <a:solidFill>
                  <a:srgbClr val="CC0000"/>
                </a:solidFill>
                <a:effectLst>
                  <a:outerShdw blurRad="38100" dist="38100" dir="2700000" algn="tl">
                    <a:srgbClr val="000000"/>
                  </a:outerShdw>
                </a:effectLst>
                <a:latin typeface="+mn-lt"/>
                <a:ea typeface="楷体" pitchFamily="49" charset="-122"/>
              </a:rPr>
              <a:t>-0X8AB6</a:t>
            </a:r>
            <a:r>
              <a:rPr lang="zh-CN" altLang="en-US" sz="1800" dirty="0">
                <a:solidFill>
                  <a:srgbClr val="CC0000"/>
                </a:solidFill>
                <a:effectLst>
                  <a:outerShdw blurRad="38100" dist="38100" dir="2700000" algn="tl">
                    <a:srgbClr val="000000"/>
                  </a:outerShdw>
                </a:effectLst>
                <a:latin typeface="+mn-lt"/>
                <a:ea typeface="楷体" pitchFamily="49" charset="-122"/>
              </a:rPr>
              <a:t>四个字节的内存实际存放形式</a:t>
            </a:r>
            <a:r>
              <a:rPr lang="zh-CN" altLang="en-US" sz="1800" dirty="0">
                <a:latin typeface="+mn-lt"/>
                <a:ea typeface="楷体" pitchFamily="49" charset="-122"/>
              </a:rPr>
              <a:t> </a:t>
            </a:r>
          </a:p>
        </p:txBody>
      </p:sp>
      <p:sp>
        <p:nvSpPr>
          <p:cNvPr id="129" name="Line 64">
            <a:extLst>
              <a:ext uri="{FF2B5EF4-FFF2-40B4-BE49-F238E27FC236}">
                <a16:creationId xmlns:a16="http://schemas.microsoft.com/office/drawing/2014/main" id="{C89083BE-C2DB-48BC-ABA0-4DB077B907F3}"/>
              </a:ext>
            </a:extLst>
          </p:cNvPr>
          <p:cNvSpPr>
            <a:spLocks noChangeShapeType="1"/>
          </p:cNvSpPr>
          <p:nvPr/>
        </p:nvSpPr>
        <p:spPr bwMode="auto">
          <a:xfrm>
            <a:off x="10310983" y="3992635"/>
            <a:ext cx="0" cy="2159000"/>
          </a:xfrm>
          <a:prstGeom prst="line">
            <a:avLst/>
          </a:prstGeom>
          <a:noFill/>
          <a:ln w="28575">
            <a:solidFill>
              <a:srgbClr val="FF0000"/>
            </a:solidFill>
            <a:round/>
            <a:headEnd/>
            <a:tailEnd type="stealth" w="lg" len="lg"/>
          </a:ln>
          <a:effectLst>
            <a:outerShdw blurRad="50800" dist="38100" dir="2700000" algn="tl" rotWithShape="0">
              <a:prstClr val="black">
                <a:alpha val="40000"/>
              </a:prstClr>
            </a:outerShdw>
          </a:effectLst>
        </p:spPr>
        <p:txBody>
          <a:bodyPr/>
          <a:lstStyle/>
          <a:p>
            <a:endParaRPr lang="zh-CN" altLang="en-US"/>
          </a:p>
        </p:txBody>
      </p:sp>
      <p:grpSp>
        <p:nvGrpSpPr>
          <p:cNvPr id="130" name="Group 65">
            <a:extLst>
              <a:ext uri="{FF2B5EF4-FFF2-40B4-BE49-F238E27FC236}">
                <a16:creationId xmlns:a16="http://schemas.microsoft.com/office/drawing/2014/main" id="{8FB7C075-878A-47FD-AB03-BD35DF2B767C}"/>
              </a:ext>
            </a:extLst>
          </p:cNvPr>
          <p:cNvGrpSpPr>
            <a:grpSpLocks/>
          </p:cNvGrpSpPr>
          <p:nvPr/>
        </p:nvGrpSpPr>
        <p:grpSpPr bwMode="auto">
          <a:xfrm>
            <a:off x="10282408" y="4051374"/>
            <a:ext cx="1020762" cy="1928813"/>
            <a:chOff x="3606" y="2543"/>
            <a:chExt cx="643" cy="1215"/>
          </a:xfrm>
        </p:grpSpPr>
        <p:sp>
          <p:nvSpPr>
            <p:cNvPr id="131" name="Text Box 66">
              <a:extLst>
                <a:ext uri="{FF2B5EF4-FFF2-40B4-BE49-F238E27FC236}">
                  <a16:creationId xmlns:a16="http://schemas.microsoft.com/office/drawing/2014/main" id="{9AC72DE7-04D1-40BD-972B-BF386F6015DD}"/>
                </a:ext>
              </a:extLst>
            </p:cNvPr>
            <p:cNvSpPr txBox="1">
              <a:spLocks noChangeArrowheads="1"/>
            </p:cNvSpPr>
            <p:nvPr/>
          </p:nvSpPr>
          <p:spPr bwMode="auto">
            <a:xfrm>
              <a:off x="3614" y="2543"/>
              <a:ext cx="635" cy="233"/>
            </a:xfrm>
            <a:prstGeom prst="rect">
              <a:avLst/>
            </a:prstGeom>
            <a:noFill/>
            <a:ln w="9525">
              <a:noFill/>
              <a:miter lim="800000"/>
              <a:headEnd/>
              <a:tailEnd/>
            </a:ln>
            <a:effectLst/>
          </p:spPr>
          <p:txBody>
            <a:bodyPr>
              <a:spAutoFit/>
            </a:bodyPr>
            <a:lstStyle/>
            <a:p>
              <a:pPr>
                <a:spcBef>
                  <a:spcPct val="50000"/>
                </a:spcBef>
              </a:pPr>
              <a:r>
                <a:rPr lang="zh-CN" altLang="en-US" sz="1800" b="1">
                  <a:latin typeface="+mn-lt"/>
                  <a:ea typeface="楷体" pitchFamily="49" charset="-122"/>
                </a:rPr>
                <a:t>低地址</a:t>
              </a:r>
            </a:p>
          </p:txBody>
        </p:sp>
        <p:sp>
          <p:nvSpPr>
            <p:cNvPr id="132" name="Text Box 67">
              <a:extLst>
                <a:ext uri="{FF2B5EF4-FFF2-40B4-BE49-F238E27FC236}">
                  <a16:creationId xmlns:a16="http://schemas.microsoft.com/office/drawing/2014/main" id="{A33EA004-EDC4-405D-9F93-70036DE65992}"/>
                </a:ext>
              </a:extLst>
            </p:cNvPr>
            <p:cNvSpPr txBox="1">
              <a:spLocks noChangeArrowheads="1"/>
            </p:cNvSpPr>
            <p:nvPr/>
          </p:nvSpPr>
          <p:spPr bwMode="auto">
            <a:xfrm>
              <a:off x="3606" y="3525"/>
              <a:ext cx="635" cy="233"/>
            </a:xfrm>
            <a:prstGeom prst="rect">
              <a:avLst/>
            </a:prstGeom>
            <a:noFill/>
            <a:ln w="9525">
              <a:noFill/>
              <a:miter lim="800000"/>
              <a:headEnd/>
              <a:tailEnd/>
            </a:ln>
            <a:effectLst/>
          </p:spPr>
          <p:txBody>
            <a:bodyPr>
              <a:spAutoFit/>
            </a:bodyPr>
            <a:lstStyle/>
            <a:p>
              <a:pPr>
                <a:spcBef>
                  <a:spcPct val="50000"/>
                </a:spcBef>
              </a:pPr>
              <a:r>
                <a:rPr lang="zh-CN" altLang="en-US" sz="1800" b="1">
                  <a:latin typeface="+mn-lt"/>
                  <a:ea typeface="楷体" pitchFamily="49" charset="-122"/>
                </a:rPr>
                <a:t>高地址</a:t>
              </a:r>
            </a:p>
          </p:txBody>
        </p:sp>
      </p:grpSp>
      <p:sp>
        <p:nvSpPr>
          <p:cNvPr id="133" name="AutoShape 68">
            <a:extLst>
              <a:ext uri="{FF2B5EF4-FFF2-40B4-BE49-F238E27FC236}">
                <a16:creationId xmlns:a16="http://schemas.microsoft.com/office/drawing/2014/main" id="{C8023089-7877-4CD9-AB28-98E47C1B213A}"/>
              </a:ext>
            </a:extLst>
          </p:cNvPr>
          <p:cNvSpPr>
            <a:spLocks noChangeArrowheads="1"/>
          </p:cNvSpPr>
          <p:nvPr/>
        </p:nvSpPr>
        <p:spPr bwMode="auto">
          <a:xfrm>
            <a:off x="6611996" y="4934612"/>
            <a:ext cx="1128770" cy="780554"/>
          </a:xfrm>
          <a:prstGeom prst="wedgeRoundRectCallout">
            <a:avLst>
              <a:gd name="adj1" fmla="val 119879"/>
              <a:gd name="adj2" fmla="val 60697"/>
              <a:gd name="adj3" fmla="val 16667"/>
            </a:avLst>
          </a:prstGeom>
          <a:gradFill flip="none" rotWithShape="1">
            <a:gsLst>
              <a:gs pos="0">
                <a:srgbClr val="F0E5B7"/>
              </a:gs>
              <a:gs pos="100000">
                <a:srgbClr val="F0E5B7"/>
              </a:gs>
            </a:gsLst>
            <a:lin ang="27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dirty="0">
                <a:solidFill>
                  <a:srgbClr val="C01920"/>
                </a:solidFill>
                <a:latin typeface="楷体" pitchFamily="49" charset="-122"/>
                <a:ea typeface="楷体" pitchFamily="49" charset="-122"/>
              </a:rPr>
              <a:t>符号位</a:t>
            </a:r>
          </a:p>
          <a:p>
            <a:pPr algn="ctr"/>
            <a:r>
              <a:rPr lang="zh-CN" altLang="en-US" sz="2000" b="1" dirty="0">
                <a:solidFill>
                  <a:srgbClr val="C01920"/>
                </a:solidFill>
                <a:latin typeface="楷体" pitchFamily="49" charset="-122"/>
                <a:ea typeface="楷体" pitchFamily="49" charset="-122"/>
              </a:rPr>
              <a:t>表示负</a:t>
            </a:r>
          </a:p>
        </p:txBody>
      </p:sp>
      <p:sp>
        <p:nvSpPr>
          <p:cNvPr id="134" name="AutoShape 69">
            <a:extLst>
              <a:ext uri="{FF2B5EF4-FFF2-40B4-BE49-F238E27FC236}">
                <a16:creationId xmlns:a16="http://schemas.microsoft.com/office/drawing/2014/main" id="{C02E23D3-926A-4D80-9B1B-D7FF7955F0FC}"/>
              </a:ext>
            </a:extLst>
          </p:cNvPr>
          <p:cNvSpPr>
            <a:spLocks noChangeArrowheads="1"/>
          </p:cNvSpPr>
          <p:nvPr/>
        </p:nvSpPr>
        <p:spPr bwMode="auto">
          <a:xfrm>
            <a:off x="6096000" y="4433718"/>
            <a:ext cx="2320701" cy="434364"/>
          </a:xfrm>
          <a:prstGeom prst="wedgeRoundRectCallout">
            <a:avLst>
              <a:gd name="adj1" fmla="val 75490"/>
              <a:gd name="adj2" fmla="val -47877"/>
              <a:gd name="adj3" fmla="val 16667"/>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dirty="0">
                <a:solidFill>
                  <a:srgbClr val="C01920"/>
                </a:solidFill>
                <a:latin typeface="楷体" pitchFamily="49" charset="-122"/>
                <a:ea typeface="楷体" pitchFamily="49" charset="-122"/>
              </a:rPr>
              <a:t>真值为：</a:t>
            </a:r>
            <a:r>
              <a:rPr lang="en-US" altLang="zh-CN" sz="2000" b="1" dirty="0">
                <a:solidFill>
                  <a:srgbClr val="C01920"/>
                </a:solidFill>
                <a:latin typeface="+mn-lt"/>
                <a:ea typeface="楷体" pitchFamily="49" charset="-122"/>
              </a:rPr>
              <a:t>-35510 !</a:t>
            </a:r>
          </a:p>
        </p:txBody>
      </p:sp>
      <p:sp>
        <p:nvSpPr>
          <p:cNvPr id="135" name="AutoShape 44">
            <a:extLst>
              <a:ext uri="{FF2B5EF4-FFF2-40B4-BE49-F238E27FC236}">
                <a16:creationId xmlns:a16="http://schemas.microsoft.com/office/drawing/2014/main" id="{1BB0B384-F6BD-4B6B-8E92-E9F486E43847}"/>
              </a:ext>
            </a:extLst>
          </p:cNvPr>
          <p:cNvSpPr>
            <a:spLocks noChangeArrowheads="1"/>
          </p:cNvSpPr>
          <p:nvPr/>
        </p:nvSpPr>
        <p:spPr bwMode="auto">
          <a:xfrm rot="1382381">
            <a:off x="10780348" y="3184935"/>
            <a:ext cx="803397" cy="1631735"/>
          </a:xfrm>
          <a:prstGeom prst="curvedLeftArrow">
            <a:avLst>
              <a:gd name="adj1" fmla="val 18824"/>
              <a:gd name="adj2" fmla="val 40000"/>
              <a:gd name="adj3" fmla="val 33333"/>
            </a:avLst>
          </a:prstGeom>
          <a:solidFill>
            <a:srgbClr val="F0E5B7"/>
          </a:solidFill>
          <a:ln w="9525">
            <a:solidFill>
              <a:schemeClr val="tx1"/>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60" name="Rectangle 6">
            <a:extLst>
              <a:ext uri="{FF2B5EF4-FFF2-40B4-BE49-F238E27FC236}">
                <a16:creationId xmlns:a16="http://schemas.microsoft.com/office/drawing/2014/main" id="{D6C500B6-C9D0-4692-AD9F-47862F74FFED}"/>
              </a:ext>
            </a:extLst>
          </p:cNvPr>
          <p:cNvSpPr>
            <a:spLocks noChangeArrowheads="1"/>
          </p:cNvSpPr>
          <p:nvPr/>
        </p:nvSpPr>
        <p:spPr bwMode="auto">
          <a:xfrm>
            <a:off x="756410" y="1393612"/>
            <a:ext cx="4840287" cy="523220"/>
          </a:xfrm>
          <a:prstGeom prst="rect">
            <a:avLst/>
          </a:prstGeom>
          <a:noFill/>
          <a:ln w="9525">
            <a:noFill/>
            <a:miter lim="800000"/>
            <a:headEnd/>
            <a:tailEnd/>
          </a:ln>
          <a:effectLst/>
        </p:spPr>
        <p:txBody>
          <a:bodyPr anchor="ctr">
            <a:spAutoFit/>
          </a:bodyPr>
          <a:lstStyle/>
          <a:p>
            <a:pPr>
              <a:buFont typeface="Wingdings" pitchFamily="2" charset="2"/>
              <a:buChar char="Ø"/>
              <a:tabLst>
                <a:tab pos="571500" algn="l"/>
              </a:tabLst>
            </a:pPr>
            <a:r>
              <a:rPr lang="zh-CN" altLang="en-US" b="1" dirty="0">
                <a:solidFill>
                  <a:srgbClr val="C01920"/>
                </a:solidFill>
                <a:latin typeface="+mn-lt"/>
                <a:ea typeface="楷体" pitchFamily="49" charset="-122"/>
              </a:rPr>
              <a:t>十六进制整数</a:t>
            </a:r>
            <a:r>
              <a:rPr lang="en-US" altLang="zh-CN" b="1" dirty="0">
                <a:solidFill>
                  <a:srgbClr val="C01920"/>
                </a:solidFill>
                <a:latin typeface="+mn-lt"/>
                <a:ea typeface="楷体" pitchFamily="49" charset="-122"/>
              </a:rPr>
              <a:t> </a:t>
            </a:r>
            <a:r>
              <a:rPr lang="zh-CN" altLang="en-US" sz="2800" b="1" dirty="0">
                <a:solidFill>
                  <a:srgbClr val="002060"/>
                </a:solidFill>
                <a:latin typeface="楷体" pitchFamily="49" charset="-122"/>
                <a:ea typeface="楷体" pitchFamily="49" charset="-122"/>
              </a:rPr>
              <a:t>－</a:t>
            </a:r>
            <a:r>
              <a:rPr lang="en-US" altLang="zh-CN" sz="2800" b="1" dirty="0">
                <a:solidFill>
                  <a:srgbClr val="002060"/>
                </a:solidFill>
                <a:latin typeface="+mn-lt"/>
                <a:ea typeface="楷体" pitchFamily="49" charset="-122"/>
              </a:rPr>
              <a:t>0X8AB6 </a:t>
            </a:r>
            <a:endParaRPr lang="zh-CN" altLang="en-US" sz="2800" b="1" dirty="0">
              <a:solidFill>
                <a:srgbClr val="002060"/>
              </a:solidFill>
              <a:latin typeface="+mn-lt"/>
              <a:ea typeface="楷体" pitchFamily="49" charset="-122"/>
            </a:endParaRPr>
          </a:p>
        </p:txBody>
      </p:sp>
      <p:sp>
        <p:nvSpPr>
          <p:cNvPr id="61" name="Rectangle 5">
            <a:extLst>
              <a:ext uri="{FF2B5EF4-FFF2-40B4-BE49-F238E27FC236}">
                <a16:creationId xmlns:a16="http://schemas.microsoft.com/office/drawing/2014/main" id="{319B6268-2526-45AF-9FC5-137EAD64F069}"/>
              </a:ext>
            </a:extLst>
          </p:cNvPr>
          <p:cNvSpPr>
            <a:spLocks noChangeArrowheads="1"/>
          </p:cNvSpPr>
          <p:nvPr/>
        </p:nvSpPr>
        <p:spPr bwMode="auto">
          <a:xfrm>
            <a:off x="720087" y="856064"/>
            <a:ext cx="4512774" cy="584775"/>
          </a:xfrm>
          <a:prstGeom prst="rect">
            <a:avLst/>
          </a:prstGeom>
          <a:noFill/>
          <a:ln w="9525">
            <a:noFill/>
            <a:miter lim="800000"/>
            <a:headEnd/>
            <a:tailEnd/>
          </a:ln>
          <a:effectLst/>
        </p:spPr>
        <p:txBody>
          <a:bodyPr wrap="none" anchor="ctr">
            <a:spAutoFit/>
          </a:bodyPr>
          <a:lstStyle/>
          <a:p>
            <a:r>
              <a:rPr lang="en-US" altLang="zh-CN" sz="3200" b="1" dirty="0">
                <a:solidFill>
                  <a:srgbClr val="C01920"/>
                </a:solidFill>
                <a:latin typeface="楷体" panose="02010609060101010101" pitchFamily="49" charset="-122"/>
                <a:ea typeface="楷体" panose="02010609060101010101" pitchFamily="49" charset="-122"/>
              </a:rPr>
              <a:t>2. </a:t>
            </a:r>
            <a:r>
              <a:rPr lang="zh-CN" altLang="en-US" sz="3200" b="1" dirty="0">
                <a:solidFill>
                  <a:srgbClr val="C01920"/>
                </a:solidFill>
                <a:latin typeface="楷体" panose="02010609060101010101" pitchFamily="49" charset="-122"/>
                <a:ea typeface="楷体" panose="02010609060101010101" pitchFamily="49" charset="-122"/>
              </a:rPr>
              <a:t>整数在内存中的表示</a:t>
            </a:r>
          </a:p>
        </p:txBody>
      </p:sp>
      <p:sp>
        <p:nvSpPr>
          <p:cNvPr id="63" name="Rectangle 4">
            <a:extLst>
              <a:ext uri="{FF2B5EF4-FFF2-40B4-BE49-F238E27FC236}">
                <a16:creationId xmlns:a16="http://schemas.microsoft.com/office/drawing/2014/main" id="{B87CD46A-CF13-4AC2-B96A-7A65DA4B56BF}"/>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简单数据类型与表示范围</a:t>
            </a:r>
          </a:p>
        </p:txBody>
      </p:sp>
    </p:spTree>
    <p:extLst>
      <p:ext uri="{BB962C8B-B14F-4D97-AF65-F5344CB8AC3E}">
        <p14:creationId xmlns:p14="http://schemas.microsoft.com/office/powerpoint/2010/main" val="4258492539"/>
      </p:ext>
    </p:extLst>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blinds(horizontal)">
                                      <p:cBhvr>
                                        <p:cTn id="7" dur="500"/>
                                        <p:tgtEl>
                                          <p:spTgt spid="6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60"/>
                                        </p:tgtEl>
                                        <p:attrNameLst>
                                          <p:attrName>style.visibility</p:attrName>
                                        </p:attrNameLst>
                                      </p:cBhvr>
                                      <p:to>
                                        <p:strVal val="visible"/>
                                      </p:to>
                                    </p:set>
                                    <p:anim calcmode="lin" valueType="num">
                                      <p:cBhvr additive="base">
                                        <p:cTn id="12" dur="500" fill="hold"/>
                                        <p:tgtEl>
                                          <p:spTgt spid="60"/>
                                        </p:tgtEl>
                                        <p:attrNameLst>
                                          <p:attrName>ppt_x</p:attrName>
                                        </p:attrNameLst>
                                      </p:cBhvr>
                                      <p:tavLst>
                                        <p:tav tm="0">
                                          <p:val>
                                            <p:strVal val="0-#ppt_w/2"/>
                                          </p:val>
                                        </p:tav>
                                        <p:tav tm="100000">
                                          <p:val>
                                            <p:strVal val="#ppt_x"/>
                                          </p:val>
                                        </p:tav>
                                      </p:tavLst>
                                    </p:anim>
                                    <p:anim calcmode="lin" valueType="num">
                                      <p:cBhvr additive="base">
                                        <p:cTn id="13" dur="500" fill="hold"/>
                                        <p:tgtEl>
                                          <p:spTgt spid="6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ox(in)">
                                      <p:cBhvr>
                                        <p:cTn id="18" dur="2000"/>
                                        <p:tgtEl>
                                          <p:spTgt spid="3"/>
                                        </p:tgtEl>
                                      </p:cBhvr>
                                    </p:animEffect>
                                  </p:childTnLst>
                                  <p:subTnLst>
                                    <p:audio>
                                      <p:cMediaNode>
                                        <p:cTn display="0" masterRel="sameClick">
                                          <p:stCondLst>
                                            <p:cond evt="begin" delay="0">
                                              <p:tn val="16"/>
                                            </p:cond>
                                          </p:stCondLst>
                                          <p:endCondLst>
                                            <p:cond evt="onStopAudio" delay="0">
                                              <p:tgtEl>
                                                <p:sldTgt/>
                                              </p:tgtEl>
                                            </p:cond>
                                          </p:endCondLst>
                                        </p:cTn>
                                        <p:tgtEl>
                                          <p:sndTgt r:embed="rId4" name="chimes.wav"/>
                                        </p:tgtEl>
                                      </p:cMediaNode>
                                    </p:audio>
                                  </p:sub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56"/>
                                        </p:tgtEl>
                                        <p:attrNameLst>
                                          <p:attrName>style.visibility</p:attrName>
                                        </p:attrNameLst>
                                      </p:cBhvr>
                                      <p:to>
                                        <p:strVal val="visible"/>
                                      </p:to>
                                    </p:set>
                                    <p:animEffect transition="in" filter="blinds(horizontal)">
                                      <p:cBhvr>
                                        <p:cTn id="23" dur="500"/>
                                        <p:tgtEl>
                                          <p:spTgt spid="56"/>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18" presetClass="entr" presetSubtype="3" fill="hold" nodeType="clickEffect">
                                  <p:stCondLst>
                                    <p:cond delay="0"/>
                                  </p:stCondLst>
                                  <p:childTnLst>
                                    <p:set>
                                      <p:cBhvr>
                                        <p:cTn id="27" dur="1" fill="hold">
                                          <p:stCondLst>
                                            <p:cond delay="0"/>
                                          </p:stCondLst>
                                        </p:cTn>
                                        <p:tgtEl>
                                          <p:spTgt spid="59"/>
                                        </p:tgtEl>
                                        <p:attrNameLst>
                                          <p:attrName>style.visibility</p:attrName>
                                        </p:attrNameLst>
                                      </p:cBhvr>
                                      <p:to>
                                        <p:strVal val="visible"/>
                                      </p:to>
                                    </p:set>
                                    <p:animEffect transition="in" filter="strips(upRight)">
                                      <p:cBhvr>
                                        <p:cTn id="28" dur="500"/>
                                        <p:tgtEl>
                                          <p:spTgt spid="59"/>
                                        </p:tgtEl>
                                      </p:cBhvr>
                                    </p:animEffect>
                                  </p:childTnLst>
                                </p:cTn>
                              </p:par>
                            </p:childTnLst>
                          </p:cTn>
                        </p:par>
                        <p:par>
                          <p:cTn id="29" fill="hold">
                            <p:stCondLst>
                              <p:cond delay="500"/>
                            </p:stCondLst>
                            <p:childTnLst>
                              <p:par>
                                <p:cTn id="30" presetID="3" presetClass="entr" presetSubtype="10" fill="hold" grpId="0" nodeType="afterEffect">
                                  <p:stCondLst>
                                    <p:cond delay="0"/>
                                  </p:stCondLst>
                                  <p:childTnLst>
                                    <p:set>
                                      <p:cBhvr>
                                        <p:cTn id="31" dur="1" fill="hold">
                                          <p:stCondLst>
                                            <p:cond delay="0"/>
                                          </p:stCondLst>
                                        </p:cTn>
                                        <p:tgtEl>
                                          <p:spTgt spid="58"/>
                                        </p:tgtEl>
                                        <p:attrNameLst>
                                          <p:attrName>style.visibility</p:attrName>
                                        </p:attrNameLst>
                                      </p:cBhvr>
                                      <p:to>
                                        <p:strVal val="visible"/>
                                      </p:to>
                                    </p:set>
                                    <p:animEffect transition="in" filter="blinds(horizontal)">
                                      <p:cBhvr>
                                        <p:cTn id="32" dur="500"/>
                                        <p:tgtEl>
                                          <p:spTgt spid="58"/>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3"/>
                                        </p:tgtEl>
                                        <p:attrNameLst>
                                          <p:attrName>style.visibility</p:attrName>
                                        </p:attrNameLst>
                                      </p:cBhvr>
                                      <p:to>
                                        <p:strVal val="visible"/>
                                      </p:to>
                                    </p:set>
                                    <p:animEffect transition="in" filter="blinds(horizontal)">
                                      <p:cBhvr>
                                        <p:cTn id="37" dur="500"/>
                                        <p:tgtEl>
                                          <p:spTgt spid="53"/>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p:stCondLst>
                        <p:cond delay="indefinite"/>
                      </p:stCondLst>
                      <p:childTnLst>
                        <p:par>
                          <p:cTn id="39" fill="hold">
                            <p:stCondLst>
                              <p:cond delay="0"/>
                            </p:stCondLst>
                            <p:childTnLst>
                              <p:par>
                                <p:cTn id="40" presetID="18" presetClass="entr" presetSubtype="12" fill="hold" grpId="0" nodeType="clickEffect">
                                  <p:stCondLst>
                                    <p:cond delay="0"/>
                                  </p:stCondLst>
                                  <p:childTnLst>
                                    <p:set>
                                      <p:cBhvr>
                                        <p:cTn id="41" dur="1" fill="hold">
                                          <p:stCondLst>
                                            <p:cond delay="0"/>
                                          </p:stCondLst>
                                        </p:cTn>
                                        <p:tgtEl>
                                          <p:spTgt spid="57"/>
                                        </p:tgtEl>
                                        <p:attrNameLst>
                                          <p:attrName>style.visibility</p:attrName>
                                        </p:attrNameLst>
                                      </p:cBhvr>
                                      <p:to>
                                        <p:strVal val="visible"/>
                                      </p:to>
                                    </p:set>
                                    <p:animEffect transition="in" filter="strips(downLeft)">
                                      <p:cBhvr>
                                        <p:cTn id="42" dur="500"/>
                                        <p:tgtEl>
                                          <p:spTgt spid="57"/>
                                        </p:tgtEl>
                                      </p:cBhvr>
                                    </p:animEffect>
                                  </p:childTnLst>
                                  <p:subTnLst>
                                    <p:audio>
                                      <p:cMediaNode>
                                        <p:cTn display="0" masterRel="sameClick">
                                          <p:stCondLst>
                                            <p:cond evt="begin" delay="0">
                                              <p:tn val="40"/>
                                            </p:cond>
                                          </p:stCondLst>
                                          <p:endCondLst>
                                            <p:cond evt="onStopAudio" delay="0">
                                              <p:tgtEl>
                                                <p:sldTgt/>
                                              </p:tgtEl>
                                            </p:cond>
                                          </p:endCondLst>
                                        </p:cTn>
                                        <p:tgtEl>
                                          <p:sndTgt r:embed="rId4" name="chimes.wav"/>
                                        </p:tgtEl>
                                      </p:cMediaNode>
                                    </p:audio>
                                  </p:subTnLst>
                                </p:cTn>
                              </p:par>
                            </p:childTnLst>
                          </p:cTn>
                        </p:par>
                        <p:par>
                          <p:cTn id="43" fill="hold">
                            <p:stCondLst>
                              <p:cond delay="500"/>
                            </p:stCondLst>
                            <p:childTnLst>
                              <p:par>
                                <p:cTn id="44" presetID="18" presetClass="entr" presetSubtype="12" fill="hold" nodeType="afterEffect">
                                  <p:stCondLst>
                                    <p:cond delay="0"/>
                                  </p:stCondLst>
                                  <p:childTnLst>
                                    <p:set>
                                      <p:cBhvr>
                                        <p:cTn id="45" dur="1" fill="hold">
                                          <p:stCondLst>
                                            <p:cond delay="0"/>
                                          </p:stCondLst>
                                        </p:cTn>
                                        <p:tgtEl>
                                          <p:spTgt spid="101"/>
                                        </p:tgtEl>
                                        <p:attrNameLst>
                                          <p:attrName>style.visibility</p:attrName>
                                        </p:attrNameLst>
                                      </p:cBhvr>
                                      <p:to>
                                        <p:strVal val="visible"/>
                                      </p:to>
                                    </p:set>
                                    <p:animEffect transition="in" filter="strips(downLeft)">
                                      <p:cBhvr>
                                        <p:cTn id="46" dur="500"/>
                                        <p:tgtEl>
                                          <p:spTgt spid="101"/>
                                        </p:tgtEl>
                                      </p:cBhvr>
                                    </p:animEffect>
                                  </p:childTnLst>
                                  <p:subTnLst>
                                    <p:audio>
                                      <p:cMediaNode>
                                        <p:cTn display="0" masterRel="sameClick">
                                          <p:stCondLst>
                                            <p:cond evt="begin" delay="0">
                                              <p:tn val="44"/>
                                            </p:cond>
                                          </p:stCondLst>
                                          <p:endCondLst>
                                            <p:cond evt="onStopAudio" delay="0">
                                              <p:tgtEl>
                                                <p:sldTgt/>
                                              </p:tgtEl>
                                            </p:cond>
                                          </p:endCondLst>
                                        </p:cTn>
                                        <p:tgtEl>
                                          <p:sndTgt r:embed="rId4" name="chimes.wav"/>
                                        </p:tgtEl>
                                      </p:cMediaNode>
                                    </p:audio>
                                  </p:subTnLst>
                                </p:cTn>
                              </p:par>
                            </p:childTnLst>
                          </p:cTn>
                        </p:par>
                        <p:par>
                          <p:cTn id="47" fill="hold">
                            <p:stCondLst>
                              <p:cond delay="1000"/>
                            </p:stCondLst>
                            <p:childTnLst>
                              <p:par>
                                <p:cTn id="48" presetID="3" presetClass="entr" presetSubtype="10" fill="hold" nodeType="afterEffect">
                                  <p:stCondLst>
                                    <p:cond delay="0"/>
                                  </p:stCondLst>
                                  <p:childTnLst>
                                    <p:set>
                                      <p:cBhvr>
                                        <p:cTn id="49" dur="1" fill="hold">
                                          <p:stCondLst>
                                            <p:cond delay="0"/>
                                          </p:stCondLst>
                                        </p:cTn>
                                        <p:tgtEl>
                                          <p:spTgt spid="104"/>
                                        </p:tgtEl>
                                        <p:attrNameLst>
                                          <p:attrName>style.visibility</p:attrName>
                                        </p:attrNameLst>
                                      </p:cBhvr>
                                      <p:to>
                                        <p:strVal val="visible"/>
                                      </p:to>
                                    </p:set>
                                    <p:animEffect transition="in" filter="blinds(horizontal)">
                                      <p:cBhvr>
                                        <p:cTn id="50" dur="500"/>
                                        <p:tgtEl>
                                          <p:spTgt spid="104"/>
                                        </p:tgtEl>
                                      </p:cBhvr>
                                    </p:animEffect>
                                  </p:childTnLst>
                                  <p:subTnLst>
                                    <p:audio>
                                      <p:cMediaNode>
                                        <p:cTn display="0" masterRel="sameClick">
                                          <p:stCondLst>
                                            <p:cond evt="begin" delay="0">
                                              <p:tn val="48"/>
                                            </p:cond>
                                          </p:stCondLst>
                                          <p:endCondLst>
                                            <p:cond evt="onStopAudio" delay="0">
                                              <p:tgtEl>
                                                <p:sldTgt/>
                                              </p:tgtEl>
                                            </p:cond>
                                          </p:endCondLst>
                                        </p:cTn>
                                        <p:tgtEl>
                                          <p:sndTgt r:embed="rId4" name="chimes.wav"/>
                                        </p:tgtEl>
                                      </p:cMediaNode>
                                    </p:audio>
                                  </p:subTnLst>
                                </p:cTn>
                              </p:par>
                            </p:childTnLst>
                          </p:cTn>
                        </p:par>
                        <p:par>
                          <p:cTn id="51" fill="hold">
                            <p:stCondLst>
                              <p:cond delay="1500"/>
                            </p:stCondLst>
                            <p:childTnLst>
                              <p:par>
                                <p:cTn id="52" presetID="3" presetClass="entr" presetSubtype="10" fill="hold" grpId="0" nodeType="afterEffect">
                                  <p:stCondLst>
                                    <p:cond delay="0"/>
                                  </p:stCondLst>
                                  <p:childTnLst>
                                    <p:set>
                                      <p:cBhvr>
                                        <p:cTn id="53" dur="1" fill="hold">
                                          <p:stCondLst>
                                            <p:cond delay="0"/>
                                          </p:stCondLst>
                                        </p:cTn>
                                        <p:tgtEl>
                                          <p:spTgt spid="109"/>
                                        </p:tgtEl>
                                        <p:attrNameLst>
                                          <p:attrName>style.visibility</p:attrName>
                                        </p:attrNameLst>
                                      </p:cBhvr>
                                      <p:to>
                                        <p:strVal val="visible"/>
                                      </p:to>
                                    </p:set>
                                    <p:animEffect transition="in" filter="blinds(horizontal)">
                                      <p:cBhvr>
                                        <p:cTn id="54" dur="500"/>
                                        <p:tgtEl>
                                          <p:spTgt spid="109"/>
                                        </p:tgtEl>
                                      </p:cBhvr>
                                    </p:animEffect>
                                  </p:childTnLst>
                                  <p:subTnLst>
                                    <p:audio>
                                      <p:cMediaNode>
                                        <p:cTn display="0" masterRel="sameClick">
                                          <p:stCondLst>
                                            <p:cond evt="begin" delay="0">
                                              <p:tn val="52"/>
                                            </p:cond>
                                          </p:stCondLst>
                                          <p:endCondLst>
                                            <p:cond evt="onStopAudio" delay="0">
                                              <p:tgtEl>
                                                <p:sldTgt/>
                                              </p:tgtEl>
                                            </p:cond>
                                          </p:endCondLst>
                                        </p:cTn>
                                        <p:tgtEl>
                                          <p:sndTgt r:embed="rId3" name="CAMERA.WAV"/>
                                        </p:tgtEl>
                                      </p:cMediaNode>
                                    </p:audio>
                                  </p:subTnLst>
                                </p:cTn>
                              </p:par>
                            </p:childTnLst>
                          </p:cTn>
                        </p:par>
                      </p:childTnLst>
                    </p:cTn>
                  </p:par>
                  <p:par>
                    <p:cTn id="55" fill="hold">
                      <p:stCondLst>
                        <p:cond delay="indefinite"/>
                      </p:stCondLst>
                      <p:childTnLst>
                        <p:par>
                          <p:cTn id="56" fill="hold">
                            <p:stCondLst>
                              <p:cond delay="0"/>
                            </p:stCondLst>
                            <p:childTnLst>
                              <p:par>
                                <p:cTn id="57" presetID="3" presetClass="entr" presetSubtype="10" fill="hold" nodeType="clickEffect">
                                  <p:stCondLst>
                                    <p:cond delay="0"/>
                                  </p:stCondLst>
                                  <p:childTnLst>
                                    <p:set>
                                      <p:cBhvr>
                                        <p:cTn id="58" dur="1" fill="hold">
                                          <p:stCondLst>
                                            <p:cond delay="0"/>
                                          </p:stCondLst>
                                        </p:cTn>
                                        <p:tgtEl>
                                          <p:spTgt spid="110"/>
                                        </p:tgtEl>
                                        <p:attrNameLst>
                                          <p:attrName>style.visibility</p:attrName>
                                        </p:attrNameLst>
                                      </p:cBhvr>
                                      <p:to>
                                        <p:strVal val="visible"/>
                                      </p:to>
                                    </p:set>
                                    <p:animEffect transition="in" filter="blinds(horizontal)">
                                      <p:cBhvr>
                                        <p:cTn id="59" dur="500"/>
                                        <p:tgtEl>
                                          <p:spTgt spid="110"/>
                                        </p:tgtEl>
                                      </p:cBhvr>
                                    </p:animEffect>
                                  </p:childTnLst>
                                  <p:subTnLst>
                                    <p:audio>
                                      <p:cMediaNode>
                                        <p:cTn display="0" masterRel="sameClick">
                                          <p:stCondLst>
                                            <p:cond evt="begin" delay="0">
                                              <p:tn val="57"/>
                                            </p:cond>
                                          </p:stCondLst>
                                          <p:endCondLst>
                                            <p:cond evt="onStopAudio" delay="0">
                                              <p:tgtEl>
                                                <p:sldTgt/>
                                              </p:tgtEl>
                                            </p:cond>
                                          </p:endCondLst>
                                        </p:cTn>
                                        <p:tgtEl>
                                          <p:sndTgt r:embed="rId3" name="CAMERA.WAV"/>
                                        </p:tgtEl>
                                      </p:cMediaNode>
                                    </p:audio>
                                  </p:subTnLst>
                                </p:cTn>
                              </p:par>
                            </p:childTnLst>
                          </p:cTn>
                        </p:par>
                      </p:childTnLst>
                    </p:cTn>
                  </p:par>
                  <p:par>
                    <p:cTn id="60" fill="hold">
                      <p:stCondLst>
                        <p:cond delay="indefinite"/>
                      </p:stCondLst>
                      <p:childTnLst>
                        <p:par>
                          <p:cTn id="61" fill="hold">
                            <p:stCondLst>
                              <p:cond delay="0"/>
                            </p:stCondLst>
                            <p:childTnLst>
                              <p:par>
                                <p:cTn id="62" presetID="18" presetClass="entr" presetSubtype="12" fill="hold" grpId="0" nodeType="clickEffect">
                                  <p:stCondLst>
                                    <p:cond delay="0"/>
                                  </p:stCondLst>
                                  <p:childTnLst>
                                    <p:set>
                                      <p:cBhvr>
                                        <p:cTn id="63" dur="1" fill="hold">
                                          <p:stCondLst>
                                            <p:cond delay="0"/>
                                          </p:stCondLst>
                                        </p:cTn>
                                        <p:tgtEl>
                                          <p:spTgt spid="108"/>
                                        </p:tgtEl>
                                        <p:attrNameLst>
                                          <p:attrName>style.visibility</p:attrName>
                                        </p:attrNameLst>
                                      </p:cBhvr>
                                      <p:to>
                                        <p:strVal val="visible"/>
                                      </p:to>
                                    </p:set>
                                    <p:animEffect transition="in" filter="strips(downLeft)">
                                      <p:cBhvr>
                                        <p:cTn id="64" dur="500"/>
                                        <p:tgtEl>
                                          <p:spTgt spid="108"/>
                                        </p:tgtEl>
                                      </p:cBhvr>
                                    </p:animEffect>
                                  </p:childTnLst>
                                  <p:subTnLst>
                                    <p:audio>
                                      <p:cMediaNode>
                                        <p:cTn display="0" masterRel="sameClick">
                                          <p:stCondLst>
                                            <p:cond evt="begin" delay="0">
                                              <p:tn val="62"/>
                                            </p:cond>
                                          </p:stCondLst>
                                          <p:endCondLst>
                                            <p:cond evt="onStopAudio" delay="0">
                                              <p:tgtEl>
                                                <p:sldTgt/>
                                              </p:tgtEl>
                                            </p:cond>
                                          </p:endCondLst>
                                        </p:cTn>
                                        <p:tgtEl>
                                          <p:sndTgt r:embed="rId3" name="CAMERA.WAV"/>
                                        </p:tgtEl>
                                      </p:cMediaNode>
                                    </p:audio>
                                  </p:subTnLst>
                                </p:cTn>
                              </p:par>
                            </p:childTnLst>
                          </p:cTn>
                        </p:par>
                        <p:par>
                          <p:cTn id="65" fill="hold">
                            <p:stCondLst>
                              <p:cond delay="500"/>
                            </p:stCondLst>
                            <p:childTnLst>
                              <p:par>
                                <p:cTn id="66" presetID="3" presetClass="entr" presetSubtype="10" fill="hold" nodeType="afterEffect">
                                  <p:stCondLst>
                                    <p:cond delay="0"/>
                                  </p:stCondLst>
                                  <p:childTnLst>
                                    <p:set>
                                      <p:cBhvr>
                                        <p:cTn id="67" dur="1" fill="hold">
                                          <p:stCondLst>
                                            <p:cond delay="0"/>
                                          </p:stCondLst>
                                        </p:cTn>
                                        <p:tgtEl>
                                          <p:spTgt spid="105"/>
                                        </p:tgtEl>
                                        <p:attrNameLst>
                                          <p:attrName>style.visibility</p:attrName>
                                        </p:attrNameLst>
                                      </p:cBhvr>
                                      <p:to>
                                        <p:strVal val="visible"/>
                                      </p:to>
                                    </p:set>
                                    <p:animEffect transition="in" filter="blinds(horizontal)">
                                      <p:cBhvr>
                                        <p:cTn id="68" dur="500"/>
                                        <p:tgtEl>
                                          <p:spTgt spid="105"/>
                                        </p:tgtEl>
                                      </p:cBhvr>
                                    </p:animEffect>
                                  </p:childTnLst>
                                  <p:subTnLst>
                                    <p:audio>
                                      <p:cMediaNode>
                                        <p:cTn display="0" masterRel="sameClick">
                                          <p:stCondLst>
                                            <p:cond evt="begin" delay="0">
                                              <p:tn val="66"/>
                                            </p:cond>
                                          </p:stCondLst>
                                          <p:endCondLst>
                                            <p:cond evt="onStopAudio" delay="0">
                                              <p:tgtEl>
                                                <p:sldTgt/>
                                              </p:tgtEl>
                                            </p:cond>
                                          </p:endCondLst>
                                        </p:cTn>
                                        <p:tgtEl>
                                          <p:sndTgt r:embed="rId3" name="CAMERA.WAV"/>
                                        </p:tgtEl>
                                      </p:cMediaNode>
                                    </p:audio>
                                  </p:subTnLst>
                                </p:cTn>
                              </p:par>
                            </p:childTnLst>
                          </p:cTn>
                        </p:par>
                      </p:childTnLst>
                    </p:cTn>
                  </p:par>
                  <p:par>
                    <p:cTn id="69" fill="hold">
                      <p:stCondLst>
                        <p:cond delay="indefinite"/>
                      </p:stCondLst>
                      <p:childTnLst>
                        <p:par>
                          <p:cTn id="70" fill="hold">
                            <p:stCondLst>
                              <p:cond delay="0"/>
                            </p:stCondLst>
                            <p:childTnLst>
                              <p:par>
                                <p:cTn id="71" presetID="18" presetClass="entr" presetSubtype="12" fill="hold" grpId="0" nodeType="clickEffect">
                                  <p:stCondLst>
                                    <p:cond delay="0"/>
                                  </p:stCondLst>
                                  <p:childTnLst>
                                    <p:set>
                                      <p:cBhvr>
                                        <p:cTn id="72" dur="1" fill="hold">
                                          <p:stCondLst>
                                            <p:cond delay="0"/>
                                          </p:stCondLst>
                                        </p:cTn>
                                        <p:tgtEl>
                                          <p:spTgt spid="113"/>
                                        </p:tgtEl>
                                        <p:attrNameLst>
                                          <p:attrName>style.visibility</p:attrName>
                                        </p:attrNameLst>
                                      </p:cBhvr>
                                      <p:to>
                                        <p:strVal val="visible"/>
                                      </p:to>
                                    </p:set>
                                    <p:animEffect transition="in" filter="strips(downLeft)">
                                      <p:cBhvr>
                                        <p:cTn id="73" dur="500"/>
                                        <p:tgtEl>
                                          <p:spTgt spid="113"/>
                                        </p:tgtEl>
                                      </p:cBhvr>
                                    </p:animEffect>
                                  </p:childTnLst>
                                  <p:subTnLst>
                                    <p:audio>
                                      <p:cMediaNode>
                                        <p:cTn display="0" masterRel="sameClick">
                                          <p:stCondLst>
                                            <p:cond evt="begin" delay="0">
                                              <p:tn val="71"/>
                                            </p:cond>
                                          </p:stCondLst>
                                          <p:endCondLst>
                                            <p:cond evt="onStopAudio" delay="0">
                                              <p:tgtEl>
                                                <p:sldTgt/>
                                              </p:tgtEl>
                                            </p:cond>
                                          </p:endCondLst>
                                        </p:cTn>
                                        <p:tgtEl>
                                          <p:sndTgt r:embed="rId3" name="CAMERA.WAV"/>
                                        </p:tgtEl>
                                      </p:cMediaNode>
                                    </p:audio>
                                  </p:subTnLst>
                                </p:cTn>
                              </p:par>
                            </p:childTnLst>
                          </p:cTn>
                        </p:par>
                      </p:childTnLst>
                    </p:cTn>
                  </p:par>
                  <p:par>
                    <p:cTn id="74" fill="hold">
                      <p:stCondLst>
                        <p:cond delay="indefinite"/>
                      </p:stCondLst>
                      <p:childTnLst>
                        <p:par>
                          <p:cTn id="75" fill="hold">
                            <p:stCondLst>
                              <p:cond delay="0"/>
                            </p:stCondLst>
                            <p:childTnLst>
                              <p:par>
                                <p:cTn id="76" presetID="18" presetClass="entr" presetSubtype="3" fill="hold" grpId="0" nodeType="clickEffect">
                                  <p:stCondLst>
                                    <p:cond delay="0"/>
                                  </p:stCondLst>
                                  <p:childTnLst>
                                    <p:set>
                                      <p:cBhvr>
                                        <p:cTn id="77" dur="1" fill="hold">
                                          <p:stCondLst>
                                            <p:cond delay="0"/>
                                          </p:stCondLst>
                                        </p:cTn>
                                        <p:tgtEl>
                                          <p:spTgt spid="114"/>
                                        </p:tgtEl>
                                        <p:attrNameLst>
                                          <p:attrName>style.visibility</p:attrName>
                                        </p:attrNameLst>
                                      </p:cBhvr>
                                      <p:to>
                                        <p:strVal val="visible"/>
                                      </p:to>
                                    </p:set>
                                    <p:animEffect transition="in" filter="strips(upRight)">
                                      <p:cBhvr>
                                        <p:cTn id="78" dur="500"/>
                                        <p:tgtEl>
                                          <p:spTgt spid="114"/>
                                        </p:tgtEl>
                                      </p:cBhvr>
                                    </p:animEffect>
                                  </p:childTnLst>
                                  <p:subTnLst>
                                    <p:audio>
                                      <p:cMediaNode>
                                        <p:cTn display="0" masterRel="sameClick">
                                          <p:stCondLst>
                                            <p:cond evt="begin" delay="0">
                                              <p:tn val="76"/>
                                            </p:cond>
                                          </p:stCondLst>
                                          <p:endCondLst>
                                            <p:cond evt="onStopAudio" delay="0">
                                              <p:tgtEl>
                                                <p:sldTgt/>
                                              </p:tgtEl>
                                            </p:cond>
                                          </p:endCondLst>
                                        </p:cTn>
                                        <p:tgtEl>
                                          <p:sndTgt r:embed="rId5" name="laser.wav"/>
                                        </p:tgtEl>
                                      </p:cMediaNode>
                                    </p:audio>
                                  </p:subTnLst>
                                </p:cTn>
                              </p:par>
                            </p:childTnLst>
                          </p:cTn>
                        </p:par>
                      </p:childTnLst>
                    </p:cTn>
                  </p:par>
                  <p:par>
                    <p:cTn id="79" fill="hold">
                      <p:stCondLst>
                        <p:cond delay="indefinite"/>
                      </p:stCondLst>
                      <p:childTnLst>
                        <p:par>
                          <p:cTn id="80" fill="hold">
                            <p:stCondLst>
                              <p:cond delay="0"/>
                            </p:stCondLst>
                            <p:childTnLst>
                              <p:par>
                                <p:cTn id="81" presetID="4" presetClass="entr" presetSubtype="16" fill="hold" nodeType="clickEffect">
                                  <p:stCondLst>
                                    <p:cond delay="0"/>
                                  </p:stCondLst>
                                  <p:childTnLst>
                                    <p:set>
                                      <p:cBhvr>
                                        <p:cTn id="82" dur="1" fill="hold">
                                          <p:stCondLst>
                                            <p:cond delay="0"/>
                                          </p:stCondLst>
                                        </p:cTn>
                                        <p:tgtEl>
                                          <p:spTgt spid="4"/>
                                        </p:tgtEl>
                                        <p:attrNameLst>
                                          <p:attrName>style.visibility</p:attrName>
                                        </p:attrNameLst>
                                      </p:cBhvr>
                                      <p:to>
                                        <p:strVal val="visible"/>
                                      </p:to>
                                    </p:set>
                                    <p:animEffect transition="in" filter="box(in)">
                                      <p:cBhvr>
                                        <p:cTn id="83" dur="2000"/>
                                        <p:tgtEl>
                                          <p:spTgt spid="4"/>
                                        </p:tgtEl>
                                      </p:cBhvr>
                                    </p:animEffect>
                                  </p:childTnLst>
                                  <p:subTnLst>
                                    <p:audio>
                                      <p:cMediaNode>
                                        <p:cTn display="0" masterRel="sameClick">
                                          <p:stCondLst>
                                            <p:cond evt="begin" delay="0">
                                              <p:tn val="81"/>
                                            </p:cond>
                                          </p:stCondLst>
                                          <p:endCondLst>
                                            <p:cond evt="onStopAudio" delay="0">
                                              <p:tgtEl>
                                                <p:sldTgt/>
                                              </p:tgtEl>
                                            </p:cond>
                                          </p:endCondLst>
                                        </p:cTn>
                                        <p:tgtEl>
                                          <p:sndTgt r:embed="rId4" name="chimes.wav"/>
                                        </p:tgtEl>
                                      </p:cMediaNode>
                                    </p:audio>
                                  </p:subTnLst>
                                </p:cTn>
                              </p:par>
                            </p:childTnLst>
                          </p:cTn>
                        </p:par>
                      </p:childTnLst>
                    </p:cTn>
                  </p:par>
                  <p:par>
                    <p:cTn id="84" fill="hold">
                      <p:stCondLst>
                        <p:cond delay="indefinite"/>
                      </p:stCondLst>
                      <p:childTnLst>
                        <p:par>
                          <p:cTn id="85" fill="hold">
                            <p:stCondLst>
                              <p:cond delay="0"/>
                            </p:stCondLst>
                            <p:childTnLst>
                              <p:par>
                                <p:cTn id="86" presetID="3" presetClass="entr" presetSubtype="10" fill="hold" grpId="0" nodeType="clickEffect">
                                  <p:stCondLst>
                                    <p:cond delay="0"/>
                                  </p:stCondLst>
                                  <p:childTnLst>
                                    <p:set>
                                      <p:cBhvr>
                                        <p:cTn id="87" dur="1" fill="hold">
                                          <p:stCondLst>
                                            <p:cond delay="0"/>
                                          </p:stCondLst>
                                        </p:cTn>
                                        <p:tgtEl>
                                          <p:spTgt spid="115"/>
                                        </p:tgtEl>
                                        <p:attrNameLst>
                                          <p:attrName>style.visibility</p:attrName>
                                        </p:attrNameLst>
                                      </p:cBhvr>
                                      <p:to>
                                        <p:strVal val="visible"/>
                                      </p:to>
                                    </p:set>
                                    <p:animEffect transition="in" filter="blinds(horizontal)">
                                      <p:cBhvr>
                                        <p:cTn id="88" dur="500"/>
                                        <p:tgtEl>
                                          <p:spTgt spid="115"/>
                                        </p:tgtEl>
                                      </p:cBhvr>
                                    </p:animEffect>
                                  </p:childTnLst>
                                  <p:subTnLst>
                                    <p:audio>
                                      <p:cMediaNode>
                                        <p:cTn display="0" masterRel="sameClick">
                                          <p:stCondLst>
                                            <p:cond evt="begin" delay="0">
                                              <p:tn val="86"/>
                                            </p:cond>
                                          </p:stCondLst>
                                          <p:endCondLst>
                                            <p:cond evt="onStopAudio" delay="0">
                                              <p:tgtEl>
                                                <p:sldTgt/>
                                              </p:tgtEl>
                                            </p:cond>
                                          </p:endCondLst>
                                        </p:cTn>
                                        <p:tgtEl>
                                          <p:sndTgt r:embed="rId3" name="camera.wav"/>
                                        </p:tgtEl>
                                      </p:cMediaNode>
                                    </p:audio>
                                  </p:subTnLst>
                                </p:cTn>
                              </p:par>
                            </p:childTnLst>
                          </p:cTn>
                        </p:par>
                      </p:childTnLst>
                    </p:cTn>
                  </p:par>
                  <p:par>
                    <p:cTn id="89" fill="hold">
                      <p:stCondLst>
                        <p:cond delay="indefinite"/>
                      </p:stCondLst>
                      <p:childTnLst>
                        <p:par>
                          <p:cTn id="90" fill="hold">
                            <p:stCondLst>
                              <p:cond delay="0"/>
                            </p:stCondLst>
                            <p:childTnLst>
                              <p:par>
                                <p:cTn id="91" presetID="18" presetClass="entr" presetSubtype="3" fill="hold" nodeType="clickEffect">
                                  <p:stCondLst>
                                    <p:cond delay="0"/>
                                  </p:stCondLst>
                                  <p:childTnLst>
                                    <p:set>
                                      <p:cBhvr>
                                        <p:cTn id="92" dur="1" fill="hold">
                                          <p:stCondLst>
                                            <p:cond delay="0"/>
                                          </p:stCondLst>
                                        </p:cTn>
                                        <p:tgtEl>
                                          <p:spTgt spid="116"/>
                                        </p:tgtEl>
                                        <p:attrNameLst>
                                          <p:attrName>style.visibility</p:attrName>
                                        </p:attrNameLst>
                                      </p:cBhvr>
                                      <p:to>
                                        <p:strVal val="visible"/>
                                      </p:to>
                                    </p:set>
                                    <p:animEffect transition="in" filter="strips(upRight)">
                                      <p:cBhvr>
                                        <p:cTn id="93" dur="500"/>
                                        <p:tgtEl>
                                          <p:spTgt spid="116"/>
                                        </p:tgtEl>
                                      </p:cBhvr>
                                    </p:animEffect>
                                  </p:childTnLst>
                                </p:cTn>
                              </p:par>
                            </p:childTnLst>
                          </p:cTn>
                        </p:par>
                        <p:par>
                          <p:cTn id="94" fill="hold">
                            <p:stCondLst>
                              <p:cond delay="500"/>
                            </p:stCondLst>
                            <p:childTnLst>
                              <p:par>
                                <p:cTn id="95" presetID="3" presetClass="entr" presetSubtype="10" fill="hold" grpId="0" nodeType="afterEffect">
                                  <p:stCondLst>
                                    <p:cond delay="0"/>
                                  </p:stCondLst>
                                  <p:childTnLst>
                                    <p:set>
                                      <p:cBhvr>
                                        <p:cTn id="96" dur="1" fill="hold">
                                          <p:stCondLst>
                                            <p:cond delay="0"/>
                                          </p:stCondLst>
                                        </p:cTn>
                                        <p:tgtEl>
                                          <p:spTgt spid="119"/>
                                        </p:tgtEl>
                                        <p:attrNameLst>
                                          <p:attrName>style.visibility</p:attrName>
                                        </p:attrNameLst>
                                      </p:cBhvr>
                                      <p:to>
                                        <p:strVal val="visible"/>
                                      </p:to>
                                    </p:set>
                                    <p:animEffect transition="in" filter="blinds(horizontal)">
                                      <p:cBhvr>
                                        <p:cTn id="97" dur="500"/>
                                        <p:tgtEl>
                                          <p:spTgt spid="119"/>
                                        </p:tgtEl>
                                      </p:cBhvr>
                                    </p:animEffect>
                                  </p:childTnLst>
                                  <p:subTnLst>
                                    <p:audio>
                                      <p:cMediaNode>
                                        <p:cTn display="0" masterRel="sameClick">
                                          <p:stCondLst>
                                            <p:cond evt="begin" delay="0">
                                              <p:tn val="95"/>
                                            </p:cond>
                                          </p:stCondLst>
                                          <p:endCondLst>
                                            <p:cond evt="onStopAudio" delay="0">
                                              <p:tgtEl>
                                                <p:sldTgt/>
                                              </p:tgtEl>
                                            </p:cond>
                                          </p:endCondLst>
                                        </p:cTn>
                                        <p:tgtEl>
                                          <p:sndTgt r:embed="rId3" name="camera.wav"/>
                                        </p:tgtEl>
                                      </p:cMediaNode>
                                    </p:audio>
                                  </p:subTnLst>
                                </p:cTn>
                              </p:par>
                            </p:childTnLst>
                          </p:cTn>
                        </p:par>
                      </p:childTnLst>
                    </p:cTn>
                  </p:par>
                  <p:par>
                    <p:cTn id="98" fill="hold">
                      <p:stCondLst>
                        <p:cond delay="indefinite"/>
                      </p:stCondLst>
                      <p:childTnLst>
                        <p:par>
                          <p:cTn id="99" fill="hold">
                            <p:stCondLst>
                              <p:cond delay="0"/>
                            </p:stCondLst>
                            <p:childTnLst>
                              <p:par>
                                <p:cTn id="100" presetID="3" presetClass="entr" presetSubtype="10" fill="hold" nodeType="clickEffect">
                                  <p:stCondLst>
                                    <p:cond delay="0"/>
                                  </p:stCondLst>
                                  <p:childTnLst>
                                    <p:set>
                                      <p:cBhvr>
                                        <p:cTn id="101" dur="1" fill="hold">
                                          <p:stCondLst>
                                            <p:cond delay="0"/>
                                          </p:stCondLst>
                                        </p:cTn>
                                        <p:tgtEl>
                                          <p:spTgt spid="120"/>
                                        </p:tgtEl>
                                        <p:attrNameLst>
                                          <p:attrName>style.visibility</p:attrName>
                                        </p:attrNameLst>
                                      </p:cBhvr>
                                      <p:to>
                                        <p:strVal val="visible"/>
                                      </p:to>
                                    </p:set>
                                    <p:animEffect transition="in" filter="blinds(horizontal)">
                                      <p:cBhvr>
                                        <p:cTn id="102" dur="500"/>
                                        <p:tgtEl>
                                          <p:spTgt spid="120"/>
                                        </p:tgtEl>
                                      </p:cBhvr>
                                    </p:animEffect>
                                  </p:childTnLst>
                                  <p:subTnLst>
                                    <p:audio>
                                      <p:cMediaNode>
                                        <p:cTn display="0" masterRel="sameClick">
                                          <p:stCondLst>
                                            <p:cond evt="begin" delay="0">
                                              <p:tn val="100"/>
                                            </p:cond>
                                          </p:stCondLst>
                                          <p:endCondLst>
                                            <p:cond evt="onStopAudio" delay="0">
                                              <p:tgtEl>
                                                <p:sldTgt/>
                                              </p:tgtEl>
                                            </p:cond>
                                          </p:endCondLst>
                                        </p:cTn>
                                        <p:tgtEl>
                                          <p:sndTgt r:embed="rId3" name="camera.wav"/>
                                        </p:tgtEl>
                                      </p:cMediaNode>
                                    </p:audio>
                                  </p:subTnLst>
                                </p:cTn>
                              </p:par>
                            </p:childTnLst>
                          </p:cTn>
                        </p:par>
                      </p:childTnLst>
                    </p:cTn>
                  </p:par>
                  <p:par>
                    <p:cTn id="103" fill="hold">
                      <p:stCondLst>
                        <p:cond delay="indefinite"/>
                      </p:stCondLst>
                      <p:childTnLst>
                        <p:par>
                          <p:cTn id="104" fill="hold">
                            <p:stCondLst>
                              <p:cond delay="0"/>
                            </p:stCondLst>
                            <p:childTnLst>
                              <p:par>
                                <p:cTn id="105" presetID="18" presetClass="entr" presetSubtype="12" fill="hold" grpId="0" nodeType="clickEffect">
                                  <p:stCondLst>
                                    <p:cond delay="0"/>
                                  </p:stCondLst>
                                  <p:childTnLst>
                                    <p:set>
                                      <p:cBhvr>
                                        <p:cTn id="106" dur="1" fill="hold">
                                          <p:stCondLst>
                                            <p:cond delay="0"/>
                                          </p:stCondLst>
                                        </p:cTn>
                                        <p:tgtEl>
                                          <p:spTgt spid="123"/>
                                        </p:tgtEl>
                                        <p:attrNameLst>
                                          <p:attrName>style.visibility</p:attrName>
                                        </p:attrNameLst>
                                      </p:cBhvr>
                                      <p:to>
                                        <p:strVal val="visible"/>
                                      </p:to>
                                    </p:set>
                                    <p:animEffect transition="in" filter="strips(downLeft)">
                                      <p:cBhvr>
                                        <p:cTn id="107" dur="500"/>
                                        <p:tgtEl>
                                          <p:spTgt spid="123"/>
                                        </p:tgtEl>
                                      </p:cBhvr>
                                    </p:animEffect>
                                  </p:childTnLst>
                                  <p:subTnLst>
                                    <p:audio>
                                      <p:cMediaNode>
                                        <p:cTn display="0" masterRel="sameClick">
                                          <p:stCondLst>
                                            <p:cond evt="begin" delay="0">
                                              <p:tn val="105"/>
                                            </p:cond>
                                          </p:stCondLst>
                                          <p:endCondLst>
                                            <p:cond evt="onStopAudio" delay="0">
                                              <p:tgtEl>
                                                <p:sldTgt/>
                                              </p:tgtEl>
                                            </p:cond>
                                          </p:endCondLst>
                                        </p:cTn>
                                        <p:tgtEl>
                                          <p:sndTgt r:embed="rId4" name="chimes.wav"/>
                                        </p:tgtEl>
                                      </p:cMediaNode>
                                    </p:audio>
                                  </p:subTnLst>
                                </p:cTn>
                              </p:par>
                            </p:childTnLst>
                          </p:cTn>
                        </p:par>
                        <p:par>
                          <p:cTn id="108" fill="hold">
                            <p:stCondLst>
                              <p:cond delay="500"/>
                            </p:stCondLst>
                            <p:childTnLst>
                              <p:par>
                                <p:cTn id="109" presetID="18" presetClass="entr" presetSubtype="12" fill="hold" grpId="0" nodeType="afterEffect">
                                  <p:stCondLst>
                                    <p:cond delay="0"/>
                                  </p:stCondLst>
                                  <p:childTnLst>
                                    <p:set>
                                      <p:cBhvr>
                                        <p:cTn id="110" dur="1" fill="hold">
                                          <p:stCondLst>
                                            <p:cond delay="0"/>
                                          </p:stCondLst>
                                        </p:cTn>
                                        <p:tgtEl>
                                          <p:spTgt spid="135"/>
                                        </p:tgtEl>
                                        <p:attrNameLst>
                                          <p:attrName>style.visibility</p:attrName>
                                        </p:attrNameLst>
                                      </p:cBhvr>
                                      <p:to>
                                        <p:strVal val="visible"/>
                                      </p:to>
                                    </p:set>
                                    <p:animEffect transition="in" filter="strips(downLeft)">
                                      <p:cBhvr>
                                        <p:cTn id="111" dur="500"/>
                                        <p:tgtEl>
                                          <p:spTgt spid="135"/>
                                        </p:tgtEl>
                                      </p:cBhvr>
                                    </p:animEffect>
                                  </p:childTnLst>
                                  <p:subTnLst>
                                    <p:audio>
                                      <p:cMediaNode>
                                        <p:cTn display="0" masterRel="sameClick">
                                          <p:stCondLst>
                                            <p:cond evt="begin" delay="0">
                                              <p:tn val="109"/>
                                            </p:cond>
                                          </p:stCondLst>
                                          <p:endCondLst>
                                            <p:cond evt="onStopAudio" delay="0">
                                              <p:tgtEl>
                                                <p:sldTgt/>
                                              </p:tgtEl>
                                            </p:cond>
                                          </p:endCondLst>
                                        </p:cTn>
                                        <p:tgtEl>
                                          <p:sndTgt r:embed="rId4" name="chimes.wav"/>
                                        </p:tgtEl>
                                      </p:cMediaNode>
                                    </p:audio>
                                  </p:subTnLst>
                                </p:cTn>
                              </p:par>
                            </p:childTnLst>
                          </p:cTn>
                        </p:par>
                        <p:par>
                          <p:cTn id="112" fill="hold">
                            <p:stCondLst>
                              <p:cond delay="1000"/>
                            </p:stCondLst>
                            <p:childTnLst>
                              <p:par>
                                <p:cTn id="113" presetID="3" presetClass="entr" presetSubtype="10" fill="hold" nodeType="afterEffect">
                                  <p:stCondLst>
                                    <p:cond delay="0"/>
                                  </p:stCondLst>
                                  <p:childTnLst>
                                    <p:set>
                                      <p:cBhvr>
                                        <p:cTn id="114" dur="1" fill="hold">
                                          <p:stCondLst>
                                            <p:cond delay="0"/>
                                          </p:stCondLst>
                                        </p:cTn>
                                        <p:tgtEl>
                                          <p:spTgt spid="124"/>
                                        </p:tgtEl>
                                        <p:attrNameLst>
                                          <p:attrName>style.visibility</p:attrName>
                                        </p:attrNameLst>
                                      </p:cBhvr>
                                      <p:to>
                                        <p:strVal val="visible"/>
                                      </p:to>
                                    </p:set>
                                    <p:animEffect transition="in" filter="blinds(horizontal)">
                                      <p:cBhvr>
                                        <p:cTn id="115" dur="500"/>
                                        <p:tgtEl>
                                          <p:spTgt spid="124"/>
                                        </p:tgtEl>
                                      </p:cBhvr>
                                    </p:animEffect>
                                  </p:childTnLst>
                                  <p:subTnLst>
                                    <p:audio>
                                      <p:cMediaNode>
                                        <p:cTn display="0" masterRel="sameClick">
                                          <p:stCondLst>
                                            <p:cond evt="begin" delay="0">
                                              <p:tn val="113"/>
                                            </p:cond>
                                          </p:stCondLst>
                                          <p:endCondLst>
                                            <p:cond evt="onStopAudio" delay="0">
                                              <p:tgtEl>
                                                <p:sldTgt/>
                                              </p:tgtEl>
                                            </p:cond>
                                          </p:endCondLst>
                                        </p:cTn>
                                        <p:tgtEl>
                                          <p:sndTgt r:embed="rId4" name="chimes.wav"/>
                                        </p:tgtEl>
                                      </p:cMediaNode>
                                    </p:audio>
                                  </p:subTnLst>
                                </p:cTn>
                              </p:par>
                            </p:childTnLst>
                          </p:cTn>
                        </p:par>
                        <p:par>
                          <p:cTn id="116" fill="hold">
                            <p:stCondLst>
                              <p:cond delay="1500"/>
                            </p:stCondLst>
                            <p:childTnLst>
                              <p:par>
                                <p:cTn id="117" presetID="3" presetClass="entr" presetSubtype="10" fill="hold" grpId="0" nodeType="afterEffect">
                                  <p:stCondLst>
                                    <p:cond delay="0"/>
                                  </p:stCondLst>
                                  <p:childTnLst>
                                    <p:set>
                                      <p:cBhvr>
                                        <p:cTn id="118" dur="1" fill="hold">
                                          <p:stCondLst>
                                            <p:cond delay="0"/>
                                          </p:stCondLst>
                                        </p:cTn>
                                        <p:tgtEl>
                                          <p:spTgt spid="128"/>
                                        </p:tgtEl>
                                        <p:attrNameLst>
                                          <p:attrName>style.visibility</p:attrName>
                                        </p:attrNameLst>
                                      </p:cBhvr>
                                      <p:to>
                                        <p:strVal val="visible"/>
                                      </p:to>
                                    </p:set>
                                    <p:animEffect transition="in" filter="blinds(horizontal)">
                                      <p:cBhvr>
                                        <p:cTn id="119" dur="500"/>
                                        <p:tgtEl>
                                          <p:spTgt spid="128"/>
                                        </p:tgtEl>
                                      </p:cBhvr>
                                    </p:animEffect>
                                  </p:childTnLst>
                                  <p:subTnLst>
                                    <p:audio>
                                      <p:cMediaNode>
                                        <p:cTn display="0" masterRel="sameClick">
                                          <p:stCondLst>
                                            <p:cond evt="begin" delay="0">
                                              <p:tn val="117"/>
                                            </p:cond>
                                          </p:stCondLst>
                                          <p:endCondLst>
                                            <p:cond evt="onStopAudio" delay="0">
                                              <p:tgtEl>
                                                <p:sldTgt/>
                                              </p:tgtEl>
                                            </p:cond>
                                          </p:endCondLst>
                                        </p:cTn>
                                        <p:tgtEl>
                                          <p:sndTgt r:embed="rId3" name="CAMERA.WAV"/>
                                        </p:tgtEl>
                                      </p:cMediaNode>
                                    </p:audio>
                                  </p:subTnLst>
                                </p:cTn>
                              </p:par>
                            </p:childTnLst>
                          </p:cTn>
                        </p:par>
                      </p:childTnLst>
                    </p:cTn>
                  </p:par>
                  <p:par>
                    <p:cTn id="120" fill="hold">
                      <p:stCondLst>
                        <p:cond delay="indefinite"/>
                      </p:stCondLst>
                      <p:childTnLst>
                        <p:par>
                          <p:cTn id="121" fill="hold">
                            <p:stCondLst>
                              <p:cond delay="0"/>
                            </p:stCondLst>
                            <p:childTnLst>
                              <p:par>
                                <p:cTn id="122" presetID="3" presetClass="entr" presetSubtype="10" fill="hold" nodeType="clickEffect">
                                  <p:stCondLst>
                                    <p:cond delay="0"/>
                                  </p:stCondLst>
                                  <p:childTnLst>
                                    <p:set>
                                      <p:cBhvr>
                                        <p:cTn id="123" dur="1" fill="hold">
                                          <p:stCondLst>
                                            <p:cond delay="0"/>
                                          </p:stCondLst>
                                        </p:cTn>
                                        <p:tgtEl>
                                          <p:spTgt spid="125"/>
                                        </p:tgtEl>
                                        <p:attrNameLst>
                                          <p:attrName>style.visibility</p:attrName>
                                        </p:attrNameLst>
                                      </p:cBhvr>
                                      <p:to>
                                        <p:strVal val="visible"/>
                                      </p:to>
                                    </p:set>
                                    <p:animEffect transition="in" filter="blinds(horizontal)">
                                      <p:cBhvr>
                                        <p:cTn id="124" dur="500"/>
                                        <p:tgtEl>
                                          <p:spTgt spid="125"/>
                                        </p:tgtEl>
                                      </p:cBhvr>
                                    </p:animEffect>
                                  </p:childTnLst>
                                  <p:subTnLst>
                                    <p:audio>
                                      <p:cMediaNode>
                                        <p:cTn display="0" masterRel="sameClick">
                                          <p:stCondLst>
                                            <p:cond evt="begin" delay="0">
                                              <p:tn val="122"/>
                                            </p:cond>
                                          </p:stCondLst>
                                          <p:endCondLst>
                                            <p:cond evt="onStopAudio" delay="0">
                                              <p:tgtEl>
                                                <p:sldTgt/>
                                              </p:tgtEl>
                                            </p:cond>
                                          </p:endCondLst>
                                        </p:cTn>
                                        <p:tgtEl>
                                          <p:sndTgt r:embed="rId3" name="camera.wav"/>
                                        </p:tgtEl>
                                      </p:cMediaNode>
                                    </p:audio>
                                  </p:subTnLst>
                                </p:cTn>
                              </p:par>
                            </p:childTnLst>
                          </p:cTn>
                        </p:par>
                      </p:childTnLst>
                    </p:cTn>
                  </p:par>
                  <p:par>
                    <p:cTn id="125" fill="hold">
                      <p:stCondLst>
                        <p:cond delay="indefinite"/>
                      </p:stCondLst>
                      <p:childTnLst>
                        <p:par>
                          <p:cTn id="126" fill="hold">
                            <p:stCondLst>
                              <p:cond delay="0"/>
                            </p:stCondLst>
                            <p:childTnLst>
                              <p:par>
                                <p:cTn id="127" presetID="18" presetClass="entr" presetSubtype="12" fill="hold" grpId="0" nodeType="clickEffect">
                                  <p:stCondLst>
                                    <p:cond delay="0"/>
                                  </p:stCondLst>
                                  <p:childTnLst>
                                    <p:set>
                                      <p:cBhvr>
                                        <p:cTn id="128" dur="1" fill="hold">
                                          <p:stCondLst>
                                            <p:cond delay="0"/>
                                          </p:stCondLst>
                                        </p:cTn>
                                        <p:tgtEl>
                                          <p:spTgt spid="129"/>
                                        </p:tgtEl>
                                        <p:attrNameLst>
                                          <p:attrName>style.visibility</p:attrName>
                                        </p:attrNameLst>
                                      </p:cBhvr>
                                      <p:to>
                                        <p:strVal val="visible"/>
                                      </p:to>
                                    </p:set>
                                    <p:animEffect transition="in" filter="strips(downLeft)">
                                      <p:cBhvr>
                                        <p:cTn id="129" dur="500"/>
                                        <p:tgtEl>
                                          <p:spTgt spid="129"/>
                                        </p:tgtEl>
                                      </p:cBhvr>
                                    </p:animEffect>
                                  </p:childTnLst>
                                  <p:subTnLst>
                                    <p:audio>
                                      <p:cMediaNode>
                                        <p:cTn display="0" masterRel="sameClick">
                                          <p:stCondLst>
                                            <p:cond evt="begin" delay="0">
                                              <p:tn val="127"/>
                                            </p:cond>
                                          </p:stCondLst>
                                          <p:endCondLst>
                                            <p:cond evt="onStopAudio" delay="0">
                                              <p:tgtEl>
                                                <p:sldTgt/>
                                              </p:tgtEl>
                                            </p:cond>
                                          </p:endCondLst>
                                        </p:cTn>
                                        <p:tgtEl>
                                          <p:sndTgt r:embed="rId3" name="CAMERA.WAV"/>
                                        </p:tgtEl>
                                      </p:cMediaNode>
                                    </p:audio>
                                  </p:subTnLst>
                                </p:cTn>
                              </p:par>
                            </p:childTnLst>
                          </p:cTn>
                        </p:par>
                        <p:par>
                          <p:cTn id="130" fill="hold">
                            <p:stCondLst>
                              <p:cond delay="500"/>
                            </p:stCondLst>
                            <p:childTnLst>
                              <p:par>
                                <p:cTn id="131" presetID="3" presetClass="entr" presetSubtype="10" fill="hold" nodeType="afterEffect">
                                  <p:stCondLst>
                                    <p:cond delay="0"/>
                                  </p:stCondLst>
                                  <p:childTnLst>
                                    <p:set>
                                      <p:cBhvr>
                                        <p:cTn id="132" dur="1" fill="hold">
                                          <p:stCondLst>
                                            <p:cond delay="0"/>
                                          </p:stCondLst>
                                        </p:cTn>
                                        <p:tgtEl>
                                          <p:spTgt spid="130"/>
                                        </p:tgtEl>
                                        <p:attrNameLst>
                                          <p:attrName>style.visibility</p:attrName>
                                        </p:attrNameLst>
                                      </p:cBhvr>
                                      <p:to>
                                        <p:strVal val="visible"/>
                                      </p:to>
                                    </p:set>
                                    <p:animEffect transition="in" filter="blinds(horizontal)">
                                      <p:cBhvr>
                                        <p:cTn id="133" dur="500"/>
                                        <p:tgtEl>
                                          <p:spTgt spid="130"/>
                                        </p:tgtEl>
                                      </p:cBhvr>
                                    </p:animEffect>
                                  </p:childTnLst>
                                  <p:subTnLst>
                                    <p:audio>
                                      <p:cMediaNode>
                                        <p:cTn display="0" masterRel="sameClick">
                                          <p:stCondLst>
                                            <p:cond evt="begin" delay="0">
                                              <p:tn val="131"/>
                                            </p:cond>
                                          </p:stCondLst>
                                          <p:endCondLst>
                                            <p:cond evt="onStopAudio" delay="0">
                                              <p:tgtEl>
                                                <p:sldTgt/>
                                              </p:tgtEl>
                                            </p:cond>
                                          </p:endCondLst>
                                        </p:cTn>
                                        <p:tgtEl>
                                          <p:sndTgt r:embed="rId3" name="camera.wav"/>
                                        </p:tgtEl>
                                      </p:cMediaNode>
                                    </p:audio>
                                  </p:subTnLst>
                                </p:cTn>
                              </p:par>
                            </p:childTnLst>
                          </p:cTn>
                        </p:par>
                      </p:childTnLst>
                    </p:cTn>
                  </p:par>
                  <p:par>
                    <p:cTn id="134" fill="hold">
                      <p:stCondLst>
                        <p:cond delay="indefinite"/>
                      </p:stCondLst>
                      <p:childTnLst>
                        <p:par>
                          <p:cTn id="135" fill="hold">
                            <p:stCondLst>
                              <p:cond delay="0"/>
                            </p:stCondLst>
                            <p:childTnLst>
                              <p:par>
                                <p:cTn id="136" presetID="18" presetClass="entr" presetSubtype="12" fill="hold" grpId="0" nodeType="clickEffect">
                                  <p:stCondLst>
                                    <p:cond delay="0"/>
                                  </p:stCondLst>
                                  <p:childTnLst>
                                    <p:set>
                                      <p:cBhvr>
                                        <p:cTn id="137" dur="1" fill="hold">
                                          <p:stCondLst>
                                            <p:cond delay="0"/>
                                          </p:stCondLst>
                                        </p:cTn>
                                        <p:tgtEl>
                                          <p:spTgt spid="133"/>
                                        </p:tgtEl>
                                        <p:attrNameLst>
                                          <p:attrName>style.visibility</p:attrName>
                                        </p:attrNameLst>
                                      </p:cBhvr>
                                      <p:to>
                                        <p:strVal val="visible"/>
                                      </p:to>
                                    </p:set>
                                    <p:animEffect transition="in" filter="strips(downLeft)">
                                      <p:cBhvr>
                                        <p:cTn id="138" dur="500"/>
                                        <p:tgtEl>
                                          <p:spTgt spid="133"/>
                                        </p:tgtEl>
                                      </p:cBhvr>
                                    </p:animEffect>
                                  </p:childTnLst>
                                  <p:subTnLst>
                                    <p:audio>
                                      <p:cMediaNode>
                                        <p:cTn display="0" masterRel="sameClick">
                                          <p:stCondLst>
                                            <p:cond evt="begin" delay="0">
                                              <p:tn val="136"/>
                                            </p:cond>
                                          </p:stCondLst>
                                          <p:endCondLst>
                                            <p:cond evt="onStopAudio" delay="0">
                                              <p:tgtEl>
                                                <p:sldTgt/>
                                              </p:tgtEl>
                                            </p:cond>
                                          </p:endCondLst>
                                        </p:cTn>
                                        <p:tgtEl>
                                          <p:sndTgt r:embed="rId3" name="CAMERA.WAV"/>
                                        </p:tgtEl>
                                      </p:cMediaNode>
                                    </p:audio>
                                  </p:subTnLst>
                                </p:cTn>
                              </p:par>
                            </p:childTnLst>
                          </p:cTn>
                        </p:par>
                      </p:childTnLst>
                    </p:cTn>
                  </p:par>
                  <p:par>
                    <p:cTn id="139" fill="hold">
                      <p:stCondLst>
                        <p:cond delay="indefinite"/>
                      </p:stCondLst>
                      <p:childTnLst>
                        <p:par>
                          <p:cTn id="140" fill="hold">
                            <p:stCondLst>
                              <p:cond delay="0"/>
                            </p:stCondLst>
                            <p:childTnLst>
                              <p:par>
                                <p:cTn id="141" presetID="18" presetClass="entr" presetSubtype="3" fill="hold" grpId="0" nodeType="clickEffect">
                                  <p:stCondLst>
                                    <p:cond delay="0"/>
                                  </p:stCondLst>
                                  <p:childTnLst>
                                    <p:set>
                                      <p:cBhvr>
                                        <p:cTn id="142" dur="1" fill="hold">
                                          <p:stCondLst>
                                            <p:cond delay="0"/>
                                          </p:stCondLst>
                                        </p:cTn>
                                        <p:tgtEl>
                                          <p:spTgt spid="134"/>
                                        </p:tgtEl>
                                        <p:attrNameLst>
                                          <p:attrName>style.visibility</p:attrName>
                                        </p:attrNameLst>
                                      </p:cBhvr>
                                      <p:to>
                                        <p:strVal val="visible"/>
                                      </p:to>
                                    </p:set>
                                    <p:animEffect transition="in" filter="strips(upRight)">
                                      <p:cBhvr>
                                        <p:cTn id="143" dur="500"/>
                                        <p:tgtEl>
                                          <p:spTgt spid="134"/>
                                        </p:tgtEl>
                                      </p:cBhvr>
                                    </p:animEffect>
                                  </p:childTnLst>
                                  <p:subTnLst>
                                    <p:audio>
                                      <p:cMediaNode>
                                        <p:cTn display="0" masterRel="sameClick">
                                          <p:stCondLst>
                                            <p:cond evt="begin" delay="0">
                                              <p:tn val="141"/>
                                            </p:cond>
                                          </p:stCondLst>
                                          <p:endCondLst>
                                            <p:cond evt="onStopAudio" delay="0">
                                              <p:tgtEl>
                                                <p:sldTgt/>
                                              </p:tgtEl>
                                            </p:cond>
                                          </p:endCondLst>
                                        </p:cTn>
                                        <p:tgtEl>
                                          <p:sndTgt r:embed="rId5"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7" grpId="0" animBg="1"/>
      <p:bldP spid="58" grpId="0"/>
      <p:bldP spid="108" grpId="0" animBg="1"/>
      <p:bldP spid="109" grpId="0"/>
      <p:bldP spid="113" grpId="0" animBg="1"/>
      <p:bldP spid="114" grpId="0" animBg="1"/>
      <p:bldP spid="115" grpId="0"/>
      <p:bldP spid="119" grpId="0"/>
      <p:bldP spid="123" grpId="0" animBg="1"/>
      <p:bldP spid="128" grpId="0"/>
      <p:bldP spid="129" grpId="0" animBg="1"/>
      <p:bldP spid="133" grpId="0" animBg="1"/>
      <p:bldP spid="134" grpId="0" animBg="1"/>
      <p:bldP spid="135" grpId="0" animBg="1"/>
      <p:bldP spid="60" grpId="0"/>
      <p:bldP spid="6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365" name="Rectangle 53"/>
          <p:cNvSpPr>
            <a:spLocks noChangeArrowheads="1"/>
          </p:cNvSpPr>
          <p:nvPr/>
        </p:nvSpPr>
        <p:spPr bwMode="auto">
          <a:xfrm>
            <a:off x="1136549" y="3861048"/>
            <a:ext cx="4840287" cy="457200"/>
          </a:xfrm>
          <a:prstGeom prst="rect">
            <a:avLst/>
          </a:prstGeom>
          <a:noFill/>
          <a:ln w="9525">
            <a:noFill/>
            <a:miter lim="800000"/>
            <a:headEnd/>
            <a:tailEnd/>
          </a:ln>
          <a:effectLst/>
        </p:spPr>
        <p:txBody>
          <a:bodyPr anchor="ctr">
            <a:spAutoFit/>
          </a:bodyPr>
          <a:lstStyle/>
          <a:p>
            <a:pPr>
              <a:buFont typeface="Wingdings" pitchFamily="2" charset="2"/>
              <a:buChar char="Ø"/>
              <a:tabLst>
                <a:tab pos="571500" algn="l"/>
              </a:tabLst>
            </a:pPr>
            <a:r>
              <a:rPr lang="zh-CN" altLang="en-US" b="1" dirty="0">
                <a:solidFill>
                  <a:srgbClr val="C01920"/>
                </a:solidFill>
                <a:latin typeface="楷体" pitchFamily="49" charset="-122"/>
                <a:ea typeface="楷体" pitchFamily="49" charset="-122"/>
              </a:rPr>
              <a:t>整型变量的分类</a:t>
            </a:r>
          </a:p>
        </p:txBody>
      </p:sp>
      <p:sp>
        <p:nvSpPr>
          <p:cNvPr id="781318" name="Rectangle 6"/>
          <p:cNvSpPr>
            <a:spLocks noChangeArrowheads="1"/>
          </p:cNvSpPr>
          <p:nvPr/>
        </p:nvSpPr>
        <p:spPr bwMode="auto">
          <a:xfrm>
            <a:off x="1136549" y="1547635"/>
            <a:ext cx="4840287" cy="457200"/>
          </a:xfrm>
          <a:prstGeom prst="rect">
            <a:avLst/>
          </a:prstGeom>
          <a:noFill/>
          <a:ln w="9525">
            <a:noFill/>
            <a:miter lim="800000"/>
            <a:headEnd/>
            <a:tailEnd/>
          </a:ln>
          <a:effectLst/>
        </p:spPr>
        <p:txBody>
          <a:bodyPr anchor="ctr">
            <a:spAutoFit/>
          </a:bodyPr>
          <a:lstStyle/>
          <a:p>
            <a:pPr>
              <a:buFont typeface="Wingdings" pitchFamily="2" charset="2"/>
              <a:buChar char="Ø"/>
              <a:tabLst>
                <a:tab pos="571500" algn="l"/>
              </a:tabLst>
            </a:pPr>
            <a:r>
              <a:rPr lang="zh-CN" altLang="en-US" b="1" dirty="0">
                <a:solidFill>
                  <a:srgbClr val="C01920"/>
                </a:solidFill>
                <a:latin typeface="楷体" pitchFamily="49" charset="-122"/>
                <a:ea typeface="楷体" pitchFamily="49" charset="-122"/>
              </a:rPr>
              <a:t>整型变量的定义</a:t>
            </a:r>
          </a:p>
        </p:txBody>
      </p:sp>
      <p:sp>
        <p:nvSpPr>
          <p:cNvPr id="781347" name="Text Box 35"/>
          <p:cNvSpPr txBox="1">
            <a:spLocks noChangeArrowheads="1"/>
          </p:cNvSpPr>
          <p:nvPr/>
        </p:nvSpPr>
        <p:spPr bwMode="auto">
          <a:xfrm>
            <a:off x="1501923" y="2091234"/>
            <a:ext cx="9299598" cy="431800"/>
          </a:xfrm>
          <a:prstGeom prst="rect">
            <a:avLst/>
          </a:prstGeom>
          <a:gradFill rotWithShape="1">
            <a:gsLst>
              <a:gs pos="0">
                <a:srgbClr val="CFCFD1"/>
              </a:gs>
              <a:gs pos="100000">
                <a:schemeClr val="bg1">
                  <a:lumMod val="95000"/>
                </a:schemeClr>
              </a:gs>
            </a:gsLst>
            <a:lin ang="5400000" scaled="1"/>
          </a:gradFill>
          <a:ln w="28575">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en-US" altLang="zh-CN" sz="2000" b="1" dirty="0">
                <a:solidFill>
                  <a:srgbClr val="C01920"/>
                </a:solidFill>
                <a:latin typeface="+mn-lt"/>
                <a:ea typeface="楷体" pitchFamily="49" charset="-122"/>
              </a:rPr>
              <a:t>int    </a:t>
            </a:r>
            <a:r>
              <a:rPr lang="zh-CN" altLang="en-US" sz="2000" b="1" dirty="0">
                <a:solidFill>
                  <a:srgbClr val="C01920"/>
                </a:solidFill>
                <a:latin typeface="+mn-lt"/>
                <a:ea typeface="楷体" pitchFamily="49" charset="-122"/>
              </a:rPr>
              <a:t>变量名</a:t>
            </a:r>
            <a:r>
              <a:rPr lang="en-US" altLang="zh-CN" sz="2000" b="1" dirty="0">
                <a:solidFill>
                  <a:srgbClr val="C01920"/>
                </a:solidFill>
                <a:latin typeface="+mn-lt"/>
                <a:ea typeface="楷体" pitchFamily="49" charset="-122"/>
              </a:rPr>
              <a:t>[</a:t>
            </a:r>
            <a:r>
              <a:rPr lang="zh-CN" altLang="en-US" sz="2000" b="1" dirty="0">
                <a:solidFill>
                  <a:srgbClr val="C01920"/>
                </a:solidFill>
                <a:latin typeface="+mn-lt"/>
                <a:ea typeface="楷体" pitchFamily="49" charset="-122"/>
              </a:rPr>
              <a:t>， 变量名</a:t>
            </a:r>
            <a:r>
              <a:rPr lang="en-US" altLang="zh-CN" sz="2000" b="1" dirty="0">
                <a:solidFill>
                  <a:srgbClr val="C01920"/>
                </a:solidFill>
                <a:latin typeface="+mn-lt"/>
                <a:ea typeface="楷体" pitchFamily="49" charset="-122"/>
              </a:rPr>
              <a:t>2</a:t>
            </a:r>
            <a:r>
              <a:rPr lang="zh-CN" altLang="en-US" sz="2000" b="1" dirty="0">
                <a:solidFill>
                  <a:srgbClr val="C01920"/>
                </a:solidFill>
                <a:latin typeface="+mn-lt"/>
                <a:ea typeface="楷体" pitchFamily="49" charset="-122"/>
              </a:rPr>
              <a:t>，</a:t>
            </a:r>
            <a:r>
              <a:rPr lang="en-US" altLang="zh-CN" sz="2000" b="1" dirty="0">
                <a:solidFill>
                  <a:srgbClr val="C01920"/>
                </a:solidFill>
                <a:latin typeface="+mn-lt"/>
                <a:ea typeface="楷体" pitchFamily="49" charset="-122"/>
              </a:rPr>
              <a:t>……</a:t>
            </a:r>
            <a:r>
              <a:rPr lang="zh-CN" altLang="en-US" sz="2000" b="1" dirty="0">
                <a:solidFill>
                  <a:srgbClr val="C01920"/>
                </a:solidFill>
                <a:latin typeface="+mn-lt"/>
                <a:ea typeface="楷体" pitchFamily="49" charset="-122"/>
              </a:rPr>
              <a:t>，变量名</a:t>
            </a:r>
            <a:r>
              <a:rPr lang="en-US" altLang="zh-CN" sz="2000" b="1" dirty="0">
                <a:solidFill>
                  <a:srgbClr val="C01920"/>
                </a:solidFill>
                <a:latin typeface="+mn-lt"/>
                <a:ea typeface="楷体" pitchFamily="49" charset="-122"/>
              </a:rPr>
              <a:t>n]</a:t>
            </a:r>
            <a:r>
              <a:rPr lang="zh-CN" altLang="en-US" sz="2000" b="1" dirty="0">
                <a:solidFill>
                  <a:srgbClr val="C01920"/>
                </a:solidFill>
                <a:latin typeface="+mn-lt"/>
                <a:ea typeface="楷体" pitchFamily="49" charset="-122"/>
              </a:rPr>
              <a:t>；</a:t>
            </a:r>
          </a:p>
        </p:txBody>
      </p:sp>
      <p:sp>
        <p:nvSpPr>
          <p:cNvPr id="781352" name="AutoShape 40"/>
          <p:cNvSpPr>
            <a:spLocks noChangeArrowheads="1"/>
          </p:cNvSpPr>
          <p:nvPr/>
        </p:nvSpPr>
        <p:spPr bwMode="auto">
          <a:xfrm>
            <a:off x="7993209" y="2924945"/>
            <a:ext cx="2406675" cy="415429"/>
          </a:xfrm>
          <a:prstGeom prst="wedgeRoundRectCallout">
            <a:avLst>
              <a:gd name="adj1" fmla="val -31202"/>
              <a:gd name="adj2" fmla="val -167905"/>
              <a:gd name="adj3" fmla="val 16667"/>
            </a:avLst>
          </a:prstGeom>
          <a:gradFill flip="none" rotWithShape="1">
            <a:gsLst>
              <a:gs pos="0">
                <a:srgbClr val="CFCFD1"/>
              </a:gs>
              <a:gs pos="100000">
                <a:schemeClr val="bg1"/>
              </a:gs>
            </a:gsLst>
            <a:lin ang="16200000" scaled="1"/>
            <a:tileRect/>
          </a:gradFill>
          <a:ln w="38100">
            <a:solidFill>
              <a:srgbClr val="F0E5B7"/>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dirty="0">
                <a:effectLst>
                  <a:outerShdw blurRad="38100" dist="38100" dir="2700000" algn="tl">
                    <a:srgbClr val="FFFFFF"/>
                  </a:outerShdw>
                </a:effectLst>
                <a:latin typeface="楷体" pitchFamily="49" charset="-122"/>
                <a:ea typeface="楷体" pitchFamily="49" charset="-122"/>
              </a:rPr>
              <a:t>以分号</a:t>
            </a:r>
            <a:r>
              <a:rPr lang="en-US" altLang="zh-CN" sz="2000" b="1" dirty="0">
                <a:effectLst>
                  <a:outerShdw blurRad="38100" dist="38100" dir="2700000" algn="tl">
                    <a:srgbClr val="FFFFFF"/>
                  </a:outerShdw>
                </a:effectLst>
                <a:latin typeface="楷体" pitchFamily="49" charset="-122"/>
                <a:ea typeface="楷体" pitchFamily="49" charset="-122"/>
              </a:rPr>
              <a:t>;</a:t>
            </a:r>
            <a:r>
              <a:rPr lang="zh-CN" altLang="en-US" sz="2000" b="1" dirty="0">
                <a:effectLst>
                  <a:outerShdw blurRad="38100" dist="38100" dir="2700000" algn="tl">
                    <a:srgbClr val="FFFFFF"/>
                  </a:outerShdw>
                </a:effectLst>
                <a:latin typeface="楷体" pitchFamily="49" charset="-122"/>
                <a:ea typeface="楷体" pitchFamily="49" charset="-122"/>
              </a:rPr>
              <a:t>结尾</a:t>
            </a:r>
          </a:p>
        </p:txBody>
      </p:sp>
      <p:sp>
        <p:nvSpPr>
          <p:cNvPr id="781351" name="AutoShape 39"/>
          <p:cNvSpPr>
            <a:spLocks noChangeArrowheads="1"/>
          </p:cNvSpPr>
          <p:nvPr/>
        </p:nvSpPr>
        <p:spPr bwMode="auto">
          <a:xfrm>
            <a:off x="6306763" y="2780928"/>
            <a:ext cx="2622550" cy="431304"/>
          </a:xfrm>
          <a:prstGeom prst="wedgeRoundRectCallout">
            <a:avLst>
              <a:gd name="adj1" fmla="val -43037"/>
              <a:gd name="adj2" fmla="val -137500"/>
              <a:gd name="adj3" fmla="val 16667"/>
            </a:avLst>
          </a:prstGeom>
          <a:gradFill flip="none" rotWithShape="1">
            <a:gsLst>
              <a:gs pos="0">
                <a:srgbClr val="CFCFD1"/>
              </a:gs>
              <a:gs pos="100000">
                <a:schemeClr val="bg1"/>
              </a:gs>
            </a:gsLst>
            <a:lin ang="16200000" scaled="1"/>
            <a:tileRect/>
          </a:gradFill>
          <a:ln w="38100">
            <a:solidFill>
              <a:srgbClr val="F0E5B7"/>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dirty="0">
                <a:effectLst>
                  <a:outerShdw blurRad="38100" dist="38100" dir="2700000" algn="tl">
                    <a:srgbClr val="FFFFFF"/>
                  </a:outerShdw>
                </a:effectLst>
                <a:latin typeface="楷体" pitchFamily="49" charset="-122"/>
                <a:ea typeface="楷体" pitchFamily="49" charset="-122"/>
              </a:rPr>
              <a:t>以逗号</a:t>
            </a:r>
            <a:r>
              <a:rPr lang="en-US" altLang="zh-CN" sz="2000" b="1" dirty="0">
                <a:effectLst>
                  <a:outerShdw blurRad="38100" dist="38100" dir="2700000" algn="tl">
                    <a:srgbClr val="FFFFFF"/>
                  </a:outerShdw>
                </a:effectLst>
                <a:latin typeface="楷体" pitchFamily="49" charset="-122"/>
                <a:ea typeface="楷体" pitchFamily="49" charset="-122"/>
              </a:rPr>
              <a:t>,</a:t>
            </a:r>
            <a:r>
              <a:rPr lang="zh-CN" altLang="en-US" sz="2000" b="1" dirty="0">
                <a:effectLst>
                  <a:outerShdw blurRad="38100" dist="38100" dir="2700000" algn="tl">
                    <a:srgbClr val="FFFFFF"/>
                  </a:outerShdw>
                </a:effectLst>
                <a:latin typeface="楷体" pitchFamily="49" charset="-122"/>
                <a:ea typeface="楷体" pitchFamily="49" charset="-122"/>
              </a:rPr>
              <a:t>分隔</a:t>
            </a:r>
          </a:p>
        </p:txBody>
      </p:sp>
      <p:sp>
        <p:nvSpPr>
          <p:cNvPr id="781350" name="AutoShape 38"/>
          <p:cNvSpPr>
            <a:spLocks noChangeArrowheads="1"/>
          </p:cNvSpPr>
          <p:nvPr/>
        </p:nvSpPr>
        <p:spPr bwMode="auto">
          <a:xfrm>
            <a:off x="4464817" y="2852936"/>
            <a:ext cx="3414712" cy="477912"/>
          </a:xfrm>
          <a:prstGeom prst="wedgeRoundRectCallout">
            <a:avLst>
              <a:gd name="adj1" fmla="val -44653"/>
              <a:gd name="adj2" fmla="val -137500"/>
              <a:gd name="adj3" fmla="val 16667"/>
            </a:avLst>
          </a:prstGeom>
          <a:gradFill flip="none" rotWithShape="1">
            <a:gsLst>
              <a:gs pos="0">
                <a:srgbClr val="CFCFD1"/>
              </a:gs>
              <a:gs pos="100000">
                <a:schemeClr val="bg1"/>
              </a:gs>
            </a:gsLst>
            <a:lin ang="16200000" scaled="1"/>
            <a:tileRect/>
          </a:gradFill>
          <a:ln w="38100">
            <a:solidFill>
              <a:srgbClr val="F0E5B7"/>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dirty="0">
                <a:effectLst>
                  <a:outerShdw blurRad="38100" dist="38100" dir="2700000" algn="tl">
                    <a:srgbClr val="FFFFFF"/>
                  </a:outerShdw>
                </a:effectLst>
                <a:latin typeface="楷体" pitchFamily="49" charset="-122"/>
                <a:ea typeface="楷体" pitchFamily="49" charset="-122"/>
              </a:rPr>
              <a:t>必须为合法的标识符</a:t>
            </a:r>
          </a:p>
        </p:txBody>
      </p:sp>
      <p:sp>
        <p:nvSpPr>
          <p:cNvPr id="781349" name="AutoShape 37"/>
          <p:cNvSpPr>
            <a:spLocks noChangeArrowheads="1"/>
          </p:cNvSpPr>
          <p:nvPr/>
        </p:nvSpPr>
        <p:spPr bwMode="auto">
          <a:xfrm>
            <a:off x="3960091" y="2997696"/>
            <a:ext cx="2520950" cy="431304"/>
          </a:xfrm>
          <a:prstGeom prst="wedgeRoundRectCallout">
            <a:avLst>
              <a:gd name="adj1" fmla="val -40968"/>
              <a:gd name="adj2" fmla="val -205552"/>
              <a:gd name="adj3" fmla="val 16667"/>
            </a:avLst>
          </a:prstGeom>
          <a:gradFill flip="none" rotWithShape="1">
            <a:gsLst>
              <a:gs pos="0">
                <a:srgbClr val="CFCFD1"/>
              </a:gs>
              <a:gs pos="100000">
                <a:schemeClr val="bg1"/>
              </a:gs>
            </a:gsLst>
            <a:lin ang="16200000" scaled="1"/>
            <a:tileRect/>
          </a:gradFill>
          <a:ln w="38100">
            <a:solidFill>
              <a:srgbClr val="F0E5B7"/>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dirty="0">
                <a:effectLst>
                  <a:outerShdw blurRad="38100" dist="38100" dir="2700000" algn="tl">
                    <a:srgbClr val="FFFFFF"/>
                  </a:outerShdw>
                </a:effectLst>
                <a:latin typeface="楷体" pitchFamily="49" charset="-122"/>
                <a:ea typeface="楷体" pitchFamily="49" charset="-122"/>
              </a:rPr>
              <a:t>至少一个空格</a:t>
            </a:r>
          </a:p>
        </p:txBody>
      </p:sp>
      <p:sp>
        <p:nvSpPr>
          <p:cNvPr id="781348" name="AutoShape 36"/>
          <p:cNvSpPr>
            <a:spLocks noChangeArrowheads="1"/>
          </p:cNvSpPr>
          <p:nvPr/>
        </p:nvSpPr>
        <p:spPr bwMode="auto">
          <a:xfrm>
            <a:off x="3456705" y="2924944"/>
            <a:ext cx="2088232" cy="431304"/>
          </a:xfrm>
          <a:prstGeom prst="wedgeRoundRectCallout">
            <a:avLst>
              <a:gd name="adj1" fmla="val -30111"/>
              <a:gd name="adj2" fmla="val -168909"/>
              <a:gd name="adj3" fmla="val 16667"/>
            </a:avLst>
          </a:prstGeom>
          <a:gradFill flip="none" rotWithShape="1">
            <a:gsLst>
              <a:gs pos="0">
                <a:srgbClr val="CFCFD1"/>
              </a:gs>
              <a:gs pos="100000">
                <a:schemeClr val="bg1"/>
              </a:gs>
            </a:gsLst>
            <a:lin ang="16200000" scaled="1"/>
            <a:tileRect/>
          </a:gradFill>
          <a:ln w="38100">
            <a:solidFill>
              <a:srgbClr val="F0E5B7"/>
            </a:solidFill>
            <a:miter lim="800000"/>
            <a:headEnd/>
            <a:tailEnd/>
          </a:ln>
          <a:effectLst>
            <a:outerShdw blurRad="50800" dist="106680" dir="2700000" algn="tl" rotWithShape="0">
              <a:prstClr val="black">
                <a:alpha val="43000"/>
              </a:prstClr>
            </a:outerShdw>
          </a:effectLst>
        </p:spPr>
        <p:txBody>
          <a:bodyPr/>
          <a:lstStyle/>
          <a:p>
            <a:pPr algn="ctr"/>
            <a:r>
              <a:rPr lang="en-US" altLang="zh-CN" sz="2000" b="1" dirty="0" err="1">
                <a:effectLst>
                  <a:outerShdw blurRad="38100" dist="38100" dir="2700000" algn="tl">
                    <a:srgbClr val="FFFFFF"/>
                  </a:outerShdw>
                </a:effectLst>
                <a:latin typeface="+mn-lt"/>
                <a:ea typeface="楷体" pitchFamily="49" charset="-122"/>
              </a:rPr>
              <a:t>int</a:t>
            </a:r>
            <a:r>
              <a:rPr lang="zh-CN" altLang="en-US" sz="2000" b="1" dirty="0">
                <a:effectLst>
                  <a:outerShdw blurRad="38100" dist="38100" dir="2700000" algn="tl">
                    <a:srgbClr val="FFFFFF"/>
                  </a:outerShdw>
                </a:effectLst>
                <a:latin typeface="楷体" pitchFamily="49" charset="-122"/>
                <a:ea typeface="楷体" pitchFamily="49" charset="-122"/>
              </a:rPr>
              <a:t>必须小写</a:t>
            </a:r>
          </a:p>
        </p:txBody>
      </p:sp>
      <p:sp>
        <p:nvSpPr>
          <p:cNvPr id="781353" name="Text Box 41"/>
          <p:cNvSpPr txBox="1">
            <a:spLocks noChangeArrowheads="1"/>
          </p:cNvSpPr>
          <p:nvPr/>
        </p:nvSpPr>
        <p:spPr bwMode="auto">
          <a:xfrm>
            <a:off x="2088255" y="2708920"/>
            <a:ext cx="7777162" cy="576263"/>
          </a:xfrm>
          <a:prstGeom prst="rect">
            <a:avLst/>
          </a:prstGeom>
          <a:solidFill>
            <a:schemeClr val="bg1"/>
          </a:solidFill>
          <a:ln w="38100">
            <a:solidFill>
              <a:srgbClr val="C01920"/>
            </a:solidFill>
            <a:miter lim="800000"/>
            <a:headEnd/>
            <a:tailEnd/>
          </a:ln>
          <a:effectLst>
            <a:outerShdw dist="107763" dir="2700000" algn="ctr" rotWithShape="0">
              <a:srgbClr val="808080">
                <a:alpha val="50000"/>
              </a:srgbClr>
            </a:outerShdw>
          </a:effectLst>
        </p:spPr>
        <p:txBody>
          <a:bodyPr/>
          <a:lstStyle/>
          <a:p>
            <a:pPr algn="ctr"/>
            <a:r>
              <a:rPr lang="zh-CN" altLang="en-US" b="1">
                <a:solidFill>
                  <a:srgbClr val="002060"/>
                </a:solidFill>
                <a:latin typeface="楷体" pitchFamily="49" charset="-122"/>
                <a:ea typeface="楷体" pitchFamily="49" charset="-122"/>
              </a:rPr>
              <a:t>定义时可以赋初值，方法：在变量名后面增加“</a:t>
            </a:r>
            <a:r>
              <a:rPr lang="en-US" altLang="zh-CN" b="1">
                <a:solidFill>
                  <a:srgbClr val="002060"/>
                </a:solidFill>
                <a:latin typeface="楷体" pitchFamily="49" charset="-122"/>
                <a:ea typeface="楷体" pitchFamily="49" charset="-122"/>
              </a:rPr>
              <a:t>= </a:t>
            </a:r>
            <a:r>
              <a:rPr lang="zh-CN" altLang="en-US" b="1">
                <a:solidFill>
                  <a:srgbClr val="002060"/>
                </a:solidFill>
                <a:latin typeface="楷体" pitchFamily="49" charset="-122"/>
                <a:ea typeface="楷体" pitchFamily="49" charset="-122"/>
              </a:rPr>
              <a:t>数值”</a:t>
            </a:r>
            <a:r>
              <a:rPr lang="zh-CN" altLang="en-US" sz="2000" b="1">
                <a:solidFill>
                  <a:srgbClr val="002060"/>
                </a:solidFill>
                <a:latin typeface="楷体" pitchFamily="49" charset="-122"/>
                <a:ea typeface="楷体" pitchFamily="49" charset="-122"/>
              </a:rPr>
              <a:t> </a:t>
            </a:r>
          </a:p>
        </p:txBody>
      </p:sp>
      <p:sp>
        <p:nvSpPr>
          <p:cNvPr id="781360" name="Text Box 48"/>
          <p:cNvSpPr txBox="1">
            <a:spLocks noChangeArrowheads="1"/>
          </p:cNvSpPr>
          <p:nvPr/>
        </p:nvSpPr>
        <p:spPr bwMode="auto">
          <a:xfrm>
            <a:off x="4249437" y="2996952"/>
            <a:ext cx="3887788" cy="1838325"/>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192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lIns="90000" tIns="46800" rIns="90000" bIns="46800">
            <a:spAutoFit/>
          </a:bodyPr>
          <a:lstStyle/>
          <a:p>
            <a:pPr eaLnBrk="0" hangingPunct="0"/>
            <a:r>
              <a:rPr lang="zh-CN" altLang="en-US" sz="2800" b="1" dirty="0">
                <a:solidFill>
                  <a:srgbClr val="C01920"/>
                </a:solidFill>
                <a:latin typeface="隶书" panose="02010509060101010101" pitchFamily="49" charset="-122"/>
                <a:ea typeface="隶书" panose="02010509060101010101" pitchFamily="49" charset="-122"/>
              </a:rPr>
              <a:t>例：</a:t>
            </a:r>
            <a:r>
              <a:rPr lang="zh-CN" altLang="en-US" sz="2800" dirty="0">
                <a:solidFill>
                  <a:srgbClr val="C01920"/>
                </a:solidFill>
                <a:latin typeface="隶书" panose="02010509060101010101" pitchFamily="49" charset="-122"/>
                <a:ea typeface="隶书" panose="02010509060101010101" pitchFamily="49" charset="-122"/>
              </a:rPr>
              <a:t> </a:t>
            </a:r>
          </a:p>
          <a:p>
            <a:pPr eaLnBrk="0" hangingPunct="0"/>
            <a:r>
              <a:rPr lang="zh-CN" altLang="en-US" sz="2800" b="1" dirty="0"/>
              <a:t> </a:t>
            </a:r>
            <a:r>
              <a:rPr lang="en-US" altLang="zh-CN" sz="2800" b="1" dirty="0"/>
              <a:t>int  a;</a:t>
            </a:r>
          </a:p>
          <a:p>
            <a:pPr eaLnBrk="0" hangingPunct="0"/>
            <a:r>
              <a:rPr lang="en-US" altLang="zh-CN" sz="2800" b="1" dirty="0"/>
              <a:t> int  x, y, z;</a:t>
            </a:r>
          </a:p>
          <a:p>
            <a:pPr eaLnBrk="0" hangingPunct="0"/>
            <a:r>
              <a:rPr lang="en-US" altLang="zh-CN" sz="2800" b="1" dirty="0"/>
              <a:t> int  m = 2, y = -3;</a:t>
            </a:r>
          </a:p>
        </p:txBody>
      </p:sp>
      <p:sp>
        <p:nvSpPr>
          <p:cNvPr id="781364" name="Text Box 52"/>
          <p:cNvSpPr txBox="1">
            <a:spLocks noChangeArrowheads="1"/>
          </p:cNvSpPr>
          <p:nvPr/>
        </p:nvSpPr>
        <p:spPr bwMode="auto">
          <a:xfrm>
            <a:off x="1407000" y="2869026"/>
            <a:ext cx="9443613" cy="1152525"/>
          </a:xfrm>
          <a:prstGeom prst="rect">
            <a:avLst/>
          </a:prstGeom>
          <a:gradFill rotWithShape="1">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b="1" dirty="0">
                <a:solidFill>
                  <a:srgbClr val="C01920"/>
                </a:solidFill>
              </a:rPr>
              <a:t>        </a:t>
            </a:r>
            <a:r>
              <a:rPr lang="zh-CN" altLang="en-US" b="1" dirty="0">
                <a:solidFill>
                  <a:srgbClr val="C01920"/>
                </a:solidFill>
                <a:latin typeface="隶书" pitchFamily="49" charset="-122"/>
                <a:ea typeface="隶书" pitchFamily="49" charset="-122"/>
              </a:rPr>
              <a:t>当程序中定义了一个变量时，计算机会为这个变量分配一个相应大小的内存单元。因此，这个变量是有值的，它的值就是对应内存单元的值。如果定义时没有赋初值，则这个值程序员是无法预知的。</a:t>
            </a:r>
            <a:r>
              <a:rPr lang="zh-CN" altLang="en-US" dirty="0">
                <a:solidFill>
                  <a:srgbClr val="C01920"/>
                </a:solidFill>
                <a:latin typeface="隶书" pitchFamily="49" charset="-122"/>
                <a:ea typeface="隶书" pitchFamily="49" charset="-122"/>
              </a:rPr>
              <a:t> </a:t>
            </a:r>
          </a:p>
        </p:txBody>
      </p:sp>
      <p:sp useBgFill="1">
        <p:nvSpPr>
          <p:cNvPr id="781367" name="Text Box 55"/>
          <p:cNvSpPr txBox="1">
            <a:spLocks noChangeArrowheads="1"/>
          </p:cNvSpPr>
          <p:nvPr/>
        </p:nvSpPr>
        <p:spPr bwMode="auto">
          <a:xfrm>
            <a:off x="1401768" y="4295489"/>
            <a:ext cx="7777162" cy="1152525"/>
          </a:xfrm>
          <a:prstGeom prst="rect">
            <a:avLst/>
          </a:prstGeom>
          <a:ln w="38100">
            <a:noFill/>
            <a:miter lim="800000"/>
            <a:headEnd/>
            <a:tailEnd/>
          </a:ln>
          <a:effectLst/>
        </p:spPr>
        <p:txBody>
          <a:bodyPr/>
          <a:lstStyle/>
          <a:p>
            <a:r>
              <a:rPr lang="en-US" altLang="zh-CN" b="1" dirty="0">
                <a:solidFill>
                  <a:srgbClr val="C01920"/>
                </a:solidFill>
                <a:effectLst>
                  <a:outerShdw blurRad="38100" dist="38100" dir="2700000" algn="tl">
                    <a:srgbClr val="C0C0C0"/>
                  </a:outerShdw>
                </a:effectLst>
                <a:latin typeface="楷体_GB2312" pitchFamily="49" charset="-122"/>
                <a:ea typeface="楷体_GB2312" pitchFamily="49" charset="-122"/>
              </a:rPr>
              <a:t> </a:t>
            </a:r>
            <a:r>
              <a:rPr lang="zh-CN" altLang="en-US" b="1" dirty="0">
                <a:solidFill>
                  <a:srgbClr val="C01920"/>
                </a:solidFill>
                <a:effectLst>
                  <a:outerShdw blurRad="38100" dist="38100" dir="2700000" algn="tl">
                    <a:srgbClr val="C0C0C0"/>
                  </a:outerShdw>
                </a:effectLst>
                <a:latin typeface="隶书" pitchFamily="49" charset="-122"/>
                <a:ea typeface="隶书" pitchFamily="49" charset="-122"/>
              </a:rPr>
              <a:t>修饰符</a:t>
            </a:r>
          </a:p>
          <a:p>
            <a:pPr marL="800100" lvl="1" indent="-342900">
              <a:buClr>
                <a:srgbClr val="C01920"/>
              </a:buClr>
              <a:buFont typeface="Wingdings" panose="05000000000000000000" pitchFamily="2" charset="2"/>
              <a:buChar char="l"/>
            </a:pPr>
            <a:r>
              <a:rPr lang="zh-CN" altLang="en-US" sz="2000" b="1" dirty="0">
                <a:effectLst>
                  <a:outerShdw blurRad="38100" dist="38100" dir="2700000" algn="tl">
                    <a:srgbClr val="C0C0C0"/>
                  </a:outerShdw>
                </a:effectLst>
                <a:latin typeface="+mn-lt"/>
                <a:ea typeface="楷体" pitchFamily="49" charset="-122"/>
              </a:rPr>
              <a:t>控制变量是否有符号：</a:t>
            </a:r>
            <a:r>
              <a:rPr lang="en-US" altLang="zh-CN" sz="2000" b="1" dirty="0">
                <a:solidFill>
                  <a:srgbClr val="CC3300"/>
                </a:solidFill>
                <a:effectLst>
                  <a:outerShdw blurRad="38100" dist="38100" dir="2700000" algn="tl">
                    <a:srgbClr val="C0C0C0"/>
                  </a:outerShdw>
                </a:effectLst>
                <a:latin typeface="+mn-lt"/>
                <a:ea typeface="楷体" pitchFamily="49" charset="-122"/>
              </a:rPr>
              <a:t>signed</a:t>
            </a:r>
            <a:r>
              <a:rPr lang="zh-CN" altLang="en-US" sz="2000" b="1" dirty="0">
                <a:effectLst>
                  <a:outerShdw blurRad="38100" dist="38100" dir="2700000" algn="tl">
                    <a:srgbClr val="C0C0C0"/>
                  </a:outerShdw>
                </a:effectLst>
                <a:latin typeface="+mn-lt"/>
                <a:ea typeface="楷体" pitchFamily="49" charset="-122"/>
              </a:rPr>
              <a:t>（有符号）和</a:t>
            </a:r>
            <a:r>
              <a:rPr lang="en-US" altLang="zh-CN" sz="2000" b="1" dirty="0">
                <a:solidFill>
                  <a:srgbClr val="CC3300"/>
                </a:solidFill>
                <a:effectLst>
                  <a:outerShdw blurRad="38100" dist="38100" dir="2700000" algn="tl">
                    <a:srgbClr val="C0C0C0"/>
                  </a:outerShdw>
                </a:effectLst>
                <a:latin typeface="+mn-lt"/>
                <a:ea typeface="楷体" pitchFamily="49" charset="-122"/>
              </a:rPr>
              <a:t>unsigned</a:t>
            </a:r>
            <a:r>
              <a:rPr lang="zh-CN" altLang="en-US" sz="2000" b="1" dirty="0">
                <a:effectLst>
                  <a:outerShdw blurRad="38100" dist="38100" dir="2700000" algn="tl">
                    <a:srgbClr val="C0C0C0"/>
                  </a:outerShdw>
                </a:effectLst>
                <a:latin typeface="+mn-lt"/>
                <a:ea typeface="楷体" pitchFamily="49" charset="-122"/>
              </a:rPr>
              <a:t>（无符号）</a:t>
            </a:r>
          </a:p>
          <a:p>
            <a:pPr marL="800100" lvl="1" indent="-342900">
              <a:buClr>
                <a:srgbClr val="C01920"/>
              </a:buClr>
              <a:buFont typeface="Wingdings" panose="05000000000000000000" pitchFamily="2" charset="2"/>
              <a:buChar char="l"/>
            </a:pPr>
            <a:r>
              <a:rPr lang="zh-CN" altLang="en-US" sz="2000" b="1" dirty="0">
                <a:effectLst>
                  <a:outerShdw blurRad="38100" dist="38100" dir="2700000" algn="tl">
                    <a:srgbClr val="C0C0C0"/>
                  </a:outerShdw>
                </a:effectLst>
                <a:latin typeface="+mn-lt"/>
                <a:ea typeface="楷体" pitchFamily="49" charset="-122"/>
              </a:rPr>
              <a:t>控制整型变量的值域范围 ：</a:t>
            </a:r>
            <a:r>
              <a:rPr lang="en-US" altLang="zh-CN" sz="2000" b="1" dirty="0">
                <a:solidFill>
                  <a:srgbClr val="CC3300"/>
                </a:solidFill>
                <a:effectLst>
                  <a:outerShdw blurRad="38100" dist="38100" dir="2700000" algn="tl">
                    <a:srgbClr val="C0C0C0"/>
                  </a:outerShdw>
                </a:effectLst>
                <a:latin typeface="+mn-lt"/>
                <a:ea typeface="楷体" pitchFamily="49" charset="-122"/>
              </a:rPr>
              <a:t>short</a:t>
            </a:r>
            <a:r>
              <a:rPr lang="zh-CN" altLang="en-US" sz="2000" b="1" dirty="0">
                <a:effectLst>
                  <a:outerShdw blurRad="38100" dist="38100" dir="2700000" algn="tl">
                    <a:srgbClr val="C0C0C0"/>
                  </a:outerShdw>
                </a:effectLst>
                <a:latin typeface="+mn-lt"/>
                <a:ea typeface="楷体" pitchFamily="49" charset="-122"/>
              </a:rPr>
              <a:t>（短）和</a:t>
            </a:r>
            <a:r>
              <a:rPr lang="en-US" altLang="zh-CN" sz="2000" b="1" dirty="0">
                <a:solidFill>
                  <a:srgbClr val="CC3300"/>
                </a:solidFill>
                <a:effectLst>
                  <a:outerShdw blurRad="38100" dist="38100" dir="2700000" algn="tl">
                    <a:srgbClr val="C0C0C0"/>
                  </a:outerShdw>
                </a:effectLst>
                <a:latin typeface="+mn-lt"/>
                <a:ea typeface="楷体" pitchFamily="49" charset="-122"/>
              </a:rPr>
              <a:t>long</a:t>
            </a:r>
            <a:r>
              <a:rPr lang="zh-CN" altLang="en-US" sz="2000" b="1" dirty="0">
                <a:effectLst>
                  <a:outerShdw blurRad="38100" dist="38100" dir="2700000" algn="tl">
                    <a:srgbClr val="C0C0C0"/>
                  </a:outerShdw>
                </a:effectLst>
                <a:latin typeface="+mn-lt"/>
                <a:ea typeface="楷体" pitchFamily="49" charset="-122"/>
              </a:rPr>
              <a:t>（长）。</a:t>
            </a:r>
            <a:r>
              <a:rPr lang="zh-CN" altLang="en-US" b="1" dirty="0">
                <a:effectLst>
                  <a:outerShdw blurRad="38100" dist="38100" dir="2700000" algn="tl">
                    <a:srgbClr val="C0C0C0"/>
                  </a:outerShdw>
                </a:effectLst>
                <a:latin typeface="+mn-lt"/>
                <a:ea typeface="楷体" pitchFamily="49" charset="-122"/>
              </a:rPr>
              <a:t> </a:t>
            </a:r>
            <a:r>
              <a:rPr lang="zh-CN" altLang="en-US" sz="2000" b="1" dirty="0">
                <a:effectLst>
                  <a:outerShdw blurRad="38100" dist="38100" dir="2700000" algn="tl">
                    <a:srgbClr val="C0C0C0"/>
                  </a:outerShdw>
                </a:effectLst>
                <a:latin typeface="+mn-lt"/>
                <a:ea typeface="楷体" pitchFamily="49" charset="-122"/>
              </a:rPr>
              <a:t>   </a:t>
            </a:r>
          </a:p>
        </p:txBody>
      </p:sp>
      <p:sp>
        <p:nvSpPr>
          <p:cNvPr id="781369" name="Text Box 57"/>
          <p:cNvSpPr txBox="1">
            <a:spLocks noChangeArrowheads="1"/>
          </p:cNvSpPr>
          <p:nvPr/>
        </p:nvSpPr>
        <p:spPr bwMode="auto">
          <a:xfrm>
            <a:off x="1401768" y="5373216"/>
            <a:ext cx="9231307" cy="1009650"/>
          </a:xfrm>
          <a:prstGeom prst="rect">
            <a:avLst/>
          </a:prstGeom>
          <a:gradFill rotWithShape="1">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defPPr>
              <a:defRPr lang="zh-CN"/>
            </a:defPPr>
            <a:lvl1pPr>
              <a:defRPr b="1">
                <a:solidFill>
                  <a:srgbClr val="C01920"/>
                </a:solidFill>
              </a:defRPr>
            </a:lvl1pPr>
          </a:lstStyle>
          <a:p>
            <a:r>
              <a:rPr lang="en-US" altLang="zh-CN" dirty="0">
                <a:latin typeface="隶书" pitchFamily="49" charset="-122"/>
                <a:ea typeface="隶书" pitchFamily="49" charset="-122"/>
              </a:rPr>
              <a:t>   </a:t>
            </a:r>
            <a:r>
              <a:rPr lang="zh-CN" altLang="en-US" dirty="0">
                <a:latin typeface="隶书" pitchFamily="49" charset="-122"/>
                <a:ea typeface="隶书" pitchFamily="49" charset="-122"/>
              </a:rPr>
              <a:t>如果定义变量时，不指定</a:t>
            </a:r>
            <a:r>
              <a:rPr lang="en-US" altLang="zh-CN" dirty="0">
                <a:latin typeface="隶书" pitchFamily="49" charset="-122"/>
                <a:ea typeface="隶书" pitchFamily="49" charset="-122"/>
              </a:rPr>
              <a:t>signed</a:t>
            </a:r>
            <a:r>
              <a:rPr lang="zh-CN" altLang="en-US" dirty="0">
                <a:latin typeface="隶书" pitchFamily="49" charset="-122"/>
                <a:ea typeface="隶书" pitchFamily="49" charset="-122"/>
              </a:rPr>
              <a:t>，也不指定</a:t>
            </a:r>
            <a:r>
              <a:rPr lang="en-US" altLang="zh-CN" dirty="0">
                <a:latin typeface="隶书" pitchFamily="49" charset="-122"/>
                <a:ea typeface="隶书" pitchFamily="49" charset="-122"/>
              </a:rPr>
              <a:t>unsigned</a:t>
            </a:r>
            <a:r>
              <a:rPr lang="zh-CN" altLang="en-US" dirty="0">
                <a:latin typeface="隶书" pitchFamily="49" charset="-122"/>
                <a:ea typeface="隶书" pitchFamily="49" charset="-122"/>
              </a:rPr>
              <a:t>，则默认为</a:t>
            </a:r>
            <a:r>
              <a:rPr lang="en-US" altLang="zh-CN" dirty="0">
                <a:latin typeface="隶书" pitchFamily="49" charset="-122"/>
                <a:ea typeface="隶书" pitchFamily="49" charset="-122"/>
              </a:rPr>
              <a:t>signed</a:t>
            </a:r>
            <a:r>
              <a:rPr lang="zh-CN" altLang="en-US" dirty="0">
                <a:latin typeface="隶书" pitchFamily="49" charset="-122"/>
                <a:ea typeface="隶书" pitchFamily="49" charset="-122"/>
              </a:rPr>
              <a:t>（有符号） </a:t>
            </a:r>
          </a:p>
        </p:txBody>
      </p:sp>
      <p:sp>
        <p:nvSpPr>
          <p:cNvPr id="33" name="Rectangle 5">
            <a:extLst>
              <a:ext uri="{FF2B5EF4-FFF2-40B4-BE49-F238E27FC236}">
                <a16:creationId xmlns:a16="http://schemas.microsoft.com/office/drawing/2014/main" id="{3A423BB9-4444-445B-B0B2-81A14290A6E4}"/>
              </a:ext>
            </a:extLst>
          </p:cNvPr>
          <p:cNvSpPr>
            <a:spLocks noChangeArrowheads="1"/>
          </p:cNvSpPr>
          <p:nvPr/>
        </p:nvSpPr>
        <p:spPr bwMode="auto">
          <a:xfrm>
            <a:off x="762764" y="856064"/>
            <a:ext cx="2452916" cy="584775"/>
          </a:xfrm>
          <a:prstGeom prst="rect">
            <a:avLst/>
          </a:prstGeom>
          <a:noFill/>
          <a:ln w="9525">
            <a:noFill/>
            <a:miter lim="800000"/>
            <a:headEnd/>
            <a:tailEnd/>
          </a:ln>
          <a:effectLst/>
        </p:spPr>
        <p:txBody>
          <a:bodyPr wrap="none" anchor="ctr">
            <a:spAutoFit/>
          </a:bodyPr>
          <a:lstStyle/>
          <a:p>
            <a:r>
              <a:rPr lang="en-US" altLang="zh-CN" sz="3200" b="1" dirty="0">
                <a:solidFill>
                  <a:srgbClr val="C01920"/>
                </a:solidFill>
                <a:latin typeface="楷体" panose="02010609060101010101" pitchFamily="49" charset="-122"/>
                <a:ea typeface="楷体" panose="02010609060101010101" pitchFamily="49" charset="-122"/>
              </a:rPr>
              <a:t>3. </a:t>
            </a:r>
            <a:r>
              <a:rPr lang="zh-CN" altLang="en-US" sz="3200" b="1" dirty="0">
                <a:solidFill>
                  <a:srgbClr val="C01920"/>
                </a:solidFill>
                <a:latin typeface="楷体" panose="02010609060101010101" pitchFamily="49" charset="-122"/>
                <a:ea typeface="楷体" panose="02010609060101010101" pitchFamily="49" charset="-122"/>
              </a:rPr>
              <a:t>整型变量</a:t>
            </a:r>
          </a:p>
        </p:txBody>
      </p:sp>
      <p:sp>
        <p:nvSpPr>
          <p:cNvPr id="35" name="Rectangle 4">
            <a:extLst>
              <a:ext uri="{FF2B5EF4-FFF2-40B4-BE49-F238E27FC236}">
                <a16:creationId xmlns:a16="http://schemas.microsoft.com/office/drawing/2014/main" id="{54F3555A-4C1E-4FD6-B03F-27126B571907}"/>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简单数据类型与表示范围</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blinds(horizontal)">
                                      <p:cBhvr>
                                        <p:cTn id="7" dur="500"/>
                                        <p:tgtEl>
                                          <p:spTgt spid="33"/>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781318"/>
                                        </p:tgtEl>
                                        <p:attrNameLst>
                                          <p:attrName>style.visibility</p:attrName>
                                        </p:attrNameLst>
                                      </p:cBhvr>
                                      <p:to>
                                        <p:strVal val="visible"/>
                                      </p:to>
                                    </p:set>
                                    <p:anim calcmode="lin" valueType="num">
                                      <p:cBhvr additive="base">
                                        <p:cTn id="12" dur="500" fill="hold"/>
                                        <p:tgtEl>
                                          <p:spTgt spid="781318"/>
                                        </p:tgtEl>
                                        <p:attrNameLst>
                                          <p:attrName>ppt_x</p:attrName>
                                        </p:attrNameLst>
                                      </p:cBhvr>
                                      <p:tavLst>
                                        <p:tav tm="0">
                                          <p:val>
                                            <p:strVal val="0-#ppt_w/2"/>
                                          </p:val>
                                        </p:tav>
                                        <p:tav tm="100000">
                                          <p:val>
                                            <p:strVal val="#ppt_x"/>
                                          </p:val>
                                        </p:tav>
                                      </p:tavLst>
                                    </p:anim>
                                    <p:anim calcmode="lin" valueType="num">
                                      <p:cBhvr additive="base">
                                        <p:cTn id="13" dur="500" fill="hold"/>
                                        <p:tgtEl>
                                          <p:spTgt spid="78131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8" presetClass="entr" presetSubtype="32" fill="hold" grpId="0" nodeType="clickEffect">
                                  <p:stCondLst>
                                    <p:cond delay="0"/>
                                  </p:stCondLst>
                                  <p:childTnLst>
                                    <p:set>
                                      <p:cBhvr>
                                        <p:cTn id="17" dur="1" fill="hold">
                                          <p:stCondLst>
                                            <p:cond delay="0"/>
                                          </p:stCondLst>
                                        </p:cTn>
                                        <p:tgtEl>
                                          <p:spTgt spid="781347"/>
                                        </p:tgtEl>
                                        <p:attrNameLst>
                                          <p:attrName>style.visibility</p:attrName>
                                        </p:attrNameLst>
                                      </p:cBhvr>
                                      <p:to>
                                        <p:strVal val="visible"/>
                                      </p:to>
                                    </p:set>
                                    <p:animEffect transition="in" filter="diamond(out)">
                                      <p:cBhvr>
                                        <p:cTn id="18" dur="2000"/>
                                        <p:tgtEl>
                                          <p:spTgt spid="781347"/>
                                        </p:tgtEl>
                                      </p:cBhvr>
                                    </p:animEffect>
                                  </p:childTnLst>
                                  <p:subTnLst>
                                    <p:audio>
                                      <p:cMediaNode>
                                        <p:cTn display="0" masterRel="sameClick">
                                          <p:stCondLst>
                                            <p:cond evt="begin" delay="0">
                                              <p:tn val="16"/>
                                            </p:cond>
                                          </p:stCondLst>
                                          <p:endCondLst>
                                            <p:cond evt="onStopAudio" delay="0">
                                              <p:tgtEl>
                                                <p:sldTgt/>
                                              </p:tgtEl>
                                            </p:cond>
                                          </p:endCondLst>
                                        </p:cTn>
                                        <p:tgtEl>
                                          <p:sndTgt r:embed="rId4" name="chimes.wav"/>
                                        </p:tgtEl>
                                      </p:cMediaNode>
                                    </p:audio>
                                  </p:subTnLst>
                                </p:cTn>
                              </p:par>
                            </p:childTnLst>
                          </p:cTn>
                        </p:par>
                      </p:childTnLst>
                    </p:cTn>
                  </p:par>
                  <p:par>
                    <p:cTn id="19" fill="hold">
                      <p:stCondLst>
                        <p:cond delay="indefinite"/>
                      </p:stCondLst>
                      <p:childTnLst>
                        <p:par>
                          <p:cTn id="20" fill="hold">
                            <p:stCondLst>
                              <p:cond delay="0"/>
                            </p:stCondLst>
                            <p:childTnLst>
                              <p:par>
                                <p:cTn id="21" presetID="18" presetClass="entr" presetSubtype="6" fill="hold" grpId="0" nodeType="clickEffect">
                                  <p:stCondLst>
                                    <p:cond delay="0"/>
                                  </p:stCondLst>
                                  <p:childTnLst>
                                    <p:set>
                                      <p:cBhvr>
                                        <p:cTn id="22" dur="1" fill="hold">
                                          <p:stCondLst>
                                            <p:cond delay="0"/>
                                          </p:stCondLst>
                                        </p:cTn>
                                        <p:tgtEl>
                                          <p:spTgt spid="781348"/>
                                        </p:tgtEl>
                                        <p:attrNameLst>
                                          <p:attrName>style.visibility</p:attrName>
                                        </p:attrNameLst>
                                      </p:cBhvr>
                                      <p:to>
                                        <p:strVal val="visible"/>
                                      </p:to>
                                    </p:set>
                                    <p:animEffect transition="in" filter="strips(downRight)">
                                      <p:cBhvr>
                                        <p:cTn id="23" dur="500"/>
                                        <p:tgtEl>
                                          <p:spTgt spid="781348"/>
                                        </p:tgtEl>
                                      </p:cBhvr>
                                    </p:animEffect>
                                  </p:childTnLst>
                                  <p:subTnLst>
                                    <p:set>
                                      <p:cBhvr override="childStyle">
                                        <p:cTn dur="1" fill="hold" display="0" masterRel="nextClick" afterEffect="1"/>
                                        <p:tgtEl>
                                          <p:spTgt spid="781348"/>
                                        </p:tgtEl>
                                        <p:attrNameLst>
                                          <p:attrName>style.visibility</p:attrName>
                                        </p:attrNameLst>
                                      </p:cBhvr>
                                      <p:to>
                                        <p:strVal val="hidden"/>
                                      </p:to>
                                    </p:set>
                                    <p:audio>
                                      <p:cMediaNode>
                                        <p:cTn display="0" masterRel="sameClick">
                                          <p:stCondLst>
                                            <p:cond evt="begin" delay="0">
                                              <p:tn val="21"/>
                                            </p:cond>
                                          </p:stCondLst>
                                          <p:endCondLst>
                                            <p:cond evt="onStopAudio" delay="0">
                                              <p:tgtEl>
                                                <p:sldTgt/>
                                              </p:tgtEl>
                                            </p:cond>
                                          </p:endCondLst>
                                        </p:cTn>
                                        <p:tgtEl>
                                          <p:sndTgt r:embed="rId5" name="laser.wav"/>
                                        </p:tgtEl>
                                      </p:cMediaNode>
                                    </p:audio>
                                  </p:subTnLst>
                                </p:cTn>
                              </p:par>
                            </p:childTnLst>
                          </p:cTn>
                        </p:par>
                      </p:childTnLst>
                    </p:cTn>
                  </p:par>
                  <p:par>
                    <p:cTn id="24" fill="hold">
                      <p:stCondLst>
                        <p:cond delay="indefinite"/>
                      </p:stCondLst>
                      <p:childTnLst>
                        <p:par>
                          <p:cTn id="25" fill="hold">
                            <p:stCondLst>
                              <p:cond delay="0"/>
                            </p:stCondLst>
                            <p:childTnLst>
                              <p:par>
                                <p:cTn id="26" presetID="18" presetClass="entr" presetSubtype="6" fill="hold" grpId="0" nodeType="clickEffect">
                                  <p:stCondLst>
                                    <p:cond delay="0"/>
                                  </p:stCondLst>
                                  <p:childTnLst>
                                    <p:set>
                                      <p:cBhvr>
                                        <p:cTn id="27" dur="1" fill="hold">
                                          <p:stCondLst>
                                            <p:cond delay="0"/>
                                          </p:stCondLst>
                                        </p:cTn>
                                        <p:tgtEl>
                                          <p:spTgt spid="781349"/>
                                        </p:tgtEl>
                                        <p:attrNameLst>
                                          <p:attrName>style.visibility</p:attrName>
                                        </p:attrNameLst>
                                      </p:cBhvr>
                                      <p:to>
                                        <p:strVal val="visible"/>
                                      </p:to>
                                    </p:set>
                                    <p:animEffect transition="in" filter="strips(downRight)">
                                      <p:cBhvr>
                                        <p:cTn id="28" dur="500"/>
                                        <p:tgtEl>
                                          <p:spTgt spid="781349"/>
                                        </p:tgtEl>
                                      </p:cBhvr>
                                    </p:animEffect>
                                  </p:childTnLst>
                                  <p:subTnLst>
                                    <p:set>
                                      <p:cBhvr override="childStyle">
                                        <p:cTn dur="1" fill="hold" display="0" masterRel="nextClick" afterEffect="1"/>
                                        <p:tgtEl>
                                          <p:spTgt spid="781349"/>
                                        </p:tgtEl>
                                        <p:attrNameLst>
                                          <p:attrName>style.visibility</p:attrName>
                                        </p:attrNameLst>
                                      </p:cBhvr>
                                      <p:to>
                                        <p:strVal val="hidden"/>
                                      </p:to>
                                    </p:set>
                                    <p:audio>
                                      <p:cMediaNode>
                                        <p:cTn display="0" masterRel="sameClick">
                                          <p:stCondLst>
                                            <p:cond evt="begin" delay="0">
                                              <p:tn val="26"/>
                                            </p:cond>
                                          </p:stCondLst>
                                          <p:endCondLst>
                                            <p:cond evt="onStopAudio" delay="0">
                                              <p:tgtEl>
                                                <p:sldTgt/>
                                              </p:tgtEl>
                                            </p:cond>
                                          </p:endCondLst>
                                        </p:cTn>
                                        <p:tgtEl>
                                          <p:sndTgt r:embed="rId5" name="laser.wav"/>
                                        </p:tgtEl>
                                      </p:cMediaNode>
                                    </p:audio>
                                  </p:subTnLst>
                                </p:cTn>
                              </p:par>
                            </p:childTnLst>
                          </p:cTn>
                        </p:par>
                      </p:childTnLst>
                    </p:cTn>
                  </p:par>
                  <p:par>
                    <p:cTn id="29" fill="hold">
                      <p:stCondLst>
                        <p:cond delay="indefinite"/>
                      </p:stCondLst>
                      <p:childTnLst>
                        <p:par>
                          <p:cTn id="30" fill="hold">
                            <p:stCondLst>
                              <p:cond delay="0"/>
                            </p:stCondLst>
                            <p:childTnLst>
                              <p:par>
                                <p:cTn id="31" presetID="18" presetClass="entr" presetSubtype="6" fill="hold" grpId="0" nodeType="clickEffect">
                                  <p:stCondLst>
                                    <p:cond delay="0"/>
                                  </p:stCondLst>
                                  <p:childTnLst>
                                    <p:set>
                                      <p:cBhvr>
                                        <p:cTn id="32" dur="1" fill="hold">
                                          <p:stCondLst>
                                            <p:cond delay="0"/>
                                          </p:stCondLst>
                                        </p:cTn>
                                        <p:tgtEl>
                                          <p:spTgt spid="781350"/>
                                        </p:tgtEl>
                                        <p:attrNameLst>
                                          <p:attrName>style.visibility</p:attrName>
                                        </p:attrNameLst>
                                      </p:cBhvr>
                                      <p:to>
                                        <p:strVal val="visible"/>
                                      </p:to>
                                    </p:set>
                                    <p:animEffect transition="in" filter="strips(downRight)">
                                      <p:cBhvr>
                                        <p:cTn id="33" dur="500"/>
                                        <p:tgtEl>
                                          <p:spTgt spid="781350"/>
                                        </p:tgtEl>
                                      </p:cBhvr>
                                    </p:animEffect>
                                  </p:childTnLst>
                                  <p:subTnLst>
                                    <p:set>
                                      <p:cBhvr override="childStyle">
                                        <p:cTn dur="1" fill="hold" display="0" masterRel="nextClick" afterEffect="1"/>
                                        <p:tgtEl>
                                          <p:spTgt spid="781350"/>
                                        </p:tgtEl>
                                        <p:attrNameLst>
                                          <p:attrName>style.visibility</p:attrName>
                                        </p:attrNameLst>
                                      </p:cBhvr>
                                      <p:to>
                                        <p:strVal val="hidden"/>
                                      </p:to>
                                    </p:set>
                                    <p:audio>
                                      <p:cMediaNode>
                                        <p:cTn display="0" masterRel="sameClick">
                                          <p:stCondLst>
                                            <p:cond evt="begin" delay="0">
                                              <p:tn val="31"/>
                                            </p:cond>
                                          </p:stCondLst>
                                          <p:endCondLst>
                                            <p:cond evt="onStopAudio" delay="0">
                                              <p:tgtEl>
                                                <p:sldTgt/>
                                              </p:tgtEl>
                                            </p:cond>
                                          </p:endCondLst>
                                        </p:cTn>
                                        <p:tgtEl>
                                          <p:sndTgt r:embed="rId5" name="laser.wav"/>
                                        </p:tgtEl>
                                      </p:cMediaNode>
                                    </p:audio>
                                  </p:subTnLst>
                                </p:cTn>
                              </p:par>
                            </p:childTnLst>
                          </p:cTn>
                        </p:par>
                      </p:childTnLst>
                    </p:cTn>
                  </p:par>
                  <p:par>
                    <p:cTn id="34" fill="hold">
                      <p:stCondLst>
                        <p:cond delay="indefinite"/>
                      </p:stCondLst>
                      <p:childTnLst>
                        <p:par>
                          <p:cTn id="35" fill="hold">
                            <p:stCondLst>
                              <p:cond delay="0"/>
                            </p:stCondLst>
                            <p:childTnLst>
                              <p:par>
                                <p:cTn id="36" presetID="18" presetClass="entr" presetSubtype="6" fill="hold" grpId="0" nodeType="clickEffect">
                                  <p:stCondLst>
                                    <p:cond delay="0"/>
                                  </p:stCondLst>
                                  <p:childTnLst>
                                    <p:set>
                                      <p:cBhvr>
                                        <p:cTn id="37" dur="1" fill="hold">
                                          <p:stCondLst>
                                            <p:cond delay="0"/>
                                          </p:stCondLst>
                                        </p:cTn>
                                        <p:tgtEl>
                                          <p:spTgt spid="781351"/>
                                        </p:tgtEl>
                                        <p:attrNameLst>
                                          <p:attrName>style.visibility</p:attrName>
                                        </p:attrNameLst>
                                      </p:cBhvr>
                                      <p:to>
                                        <p:strVal val="visible"/>
                                      </p:to>
                                    </p:set>
                                    <p:animEffect transition="in" filter="strips(downRight)">
                                      <p:cBhvr>
                                        <p:cTn id="38" dur="500"/>
                                        <p:tgtEl>
                                          <p:spTgt spid="781351"/>
                                        </p:tgtEl>
                                      </p:cBhvr>
                                    </p:animEffect>
                                  </p:childTnLst>
                                  <p:subTnLst>
                                    <p:set>
                                      <p:cBhvr override="childStyle">
                                        <p:cTn dur="1" fill="hold" display="0" masterRel="nextClick" afterEffect="1"/>
                                        <p:tgtEl>
                                          <p:spTgt spid="781351"/>
                                        </p:tgtEl>
                                        <p:attrNameLst>
                                          <p:attrName>style.visibility</p:attrName>
                                        </p:attrNameLst>
                                      </p:cBhvr>
                                      <p:to>
                                        <p:strVal val="hidden"/>
                                      </p:to>
                                    </p:set>
                                    <p:audio>
                                      <p:cMediaNode>
                                        <p:cTn display="0" masterRel="sameClick">
                                          <p:stCondLst>
                                            <p:cond evt="begin" delay="0">
                                              <p:tn val="36"/>
                                            </p:cond>
                                          </p:stCondLst>
                                          <p:endCondLst>
                                            <p:cond evt="onStopAudio" delay="0">
                                              <p:tgtEl>
                                                <p:sldTgt/>
                                              </p:tgtEl>
                                            </p:cond>
                                          </p:endCondLst>
                                        </p:cTn>
                                        <p:tgtEl>
                                          <p:sndTgt r:embed="rId5" name="laser.wav"/>
                                        </p:tgtEl>
                                      </p:cMediaNode>
                                    </p:audio>
                                  </p:subTnLst>
                                </p:cTn>
                              </p:par>
                            </p:childTnLst>
                          </p:cTn>
                        </p:par>
                      </p:childTnLst>
                    </p:cTn>
                  </p:par>
                  <p:par>
                    <p:cTn id="39" fill="hold">
                      <p:stCondLst>
                        <p:cond delay="indefinite"/>
                      </p:stCondLst>
                      <p:childTnLst>
                        <p:par>
                          <p:cTn id="40" fill="hold">
                            <p:stCondLst>
                              <p:cond delay="0"/>
                            </p:stCondLst>
                            <p:childTnLst>
                              <p:par>
                                <p:cTn id="41" presetID="18" presetClass="entr" presetSubtype="6" fill="hold" grpId="0" nodeType="clickEffect">
                                  <p:stCondLst>
                                    <p:cond delay="0"/>
                                  </p:stCondLst>
                                  <p:childTnLst>
                                    <p:set>
                                      <p:cBhvr>
                                        <p:cTn id="42" dur="1" fill="hold">
                                          <p:stCondLst>
                                            <p:cond delay="0"/>
                                          </p:stCondLst>
                                        </p:cTn>
                                        <p:tgtEl>
                                          <p:spTgt spid="781352"/>
                                        </p:tgtEl>
                                        <p:attrNameLst>
                                          <p:attrName>style.visibility</p:attrName>
                                        </p:attrNameLst>
                                      </p:cBhvr>
                                      <p:to>
                                        <p:strVal val="visible"/>
                                      </p:to>
                                    </p:set>
                                    <p:animEffect transition="in" filter="strips(downRight)">
                                      <p:cBhvr>
                                        <p:cTn id="43" dur="500"/>
                                        <p:tgtEl>
                                          <p:spTgt spid="781352"/>
                                        </p:tgtEl>
                                      </p:cBhvr>
                                    </p:animEffect>
                                  </p:childTnLst>
                                  <p:subTnLst>
                                    <p:set>
                                      <p:cBhvr override="childStyle">
                                        <p:cTn dur="1" fill="hold" display="0" masterRel="nextClick" afterEffect="1"/>
                                        <p:tgtEl>
                                          <p:spTgt spid="781352"/>
                                        </p:tgtEl>
                                        <p:attrNameLst>
                                          <p:attrName>style.visibility</p:attrName>
                                        </p:attrNameLst>
                                      </p:cBhvr>
                                      <p:to>
                                        <p:strVal val="hidden"/>
                                      </p:to>
                                    </p:set>
                                    <p:audio>
                                      <p:cMediaNode>
                                        <p:cTn display="0" masterRel="sameClick">
                                          <p:stCondLst>
                                            <p:cond evt="begin" delay="0">
                                              <p:tn val="41"/>
                                            </p:cond>
                                          </p:stCondLst>
                                          <p:endCondLst>
                                            <p:cond evt="onStopAudio" delay="0">
                                              <p:tgtEl>
                                                <p:sldTgt/>
                                              </p:tgtEl>
                                            </p:cond>
                                          </p:endCondLst>
                                        </p:cTn>
                                        <p:tgtEl>
                                          <p:sndTgt r:embed="rId5" name="laser.wav"/>
                                        </p:tgtEl>
                                      </p:cMediaNode>
                                    </p:audio>
                                  </p:subTnLst>
                                </p:cTn>
                              </p:par>
                            </p:childTnLst>
                          </p:cTn>
                        </p:par>
                      </p:childTnLst>
                    </p:cTn>
                  </p:par>
                  <p:par>
                    <p:cTn id="44" fill="hold">
                      <p:stCondLst>
                        <p:cond delay="indefinite"/>
                      </p:stCondLst>
                      <p:childTnLst>
                        <p:par>
                          <p:cTn id="45" fill="hold">
                            <p:stCondLst>
                              <p:cond delay="0"/>
                            </p:stCondLst>
                            <p:childTnLst>
                              <p:par>
                                <p:cTn id="46" presetID="4" presetClass="entr" presetSubtype="16" fill="hold" grpId="0" nodeType="clickEffect">
                                  <p:stCondLst>
                                    <p:cond delay="0"/>
                                  </p:stCondLst>
                                  <p:childTnLst>
                                    <p:set>
                                      <p:cBhvr>
                                        <p:cTn id="47" dur="1" fill="hold">
                                          <p:stCondLst>
                                            <p:cond delay="0"/>
                                          </p:stCondLst>
                                        </p:cTn>
                                        <p:tgtEl>
                                          <p:spTgt spid="781353"/>
                                        </p:tgtEl>
                                        <p:attrNameLst>
                                          <p:attrName>style.visibility</p:attrName>
                                        </p:attrNameLst>
                                      </p:cBhvr>
                                      <p:to>
                                        <p:strVal val="visible"/>
                                      </p:to>
                                    </p:set>
                                    <p:animEffect transition="in" filter="box(in)">
                                      <p:cBhvr>
                                        <p:cTn id="48" dur="500"/>
                                        <p:tgtEl>
                                          <p:spTgt spid="781353"/>
                                        </p:tgtEl>
                                      </p:cBhvr>
                                    </p:animEffect>
                                  </p:childTnLst>
                                  <p:subTnLst>
                                    <p:set>
                                      <p:cBhvr override="childStyle">
                                        <p:cTn dur="1" fill="hold" display="0" masterRel="nextClick" afterEffect="1"/>
                                        <p:tgtEl>
                                          <p:spTgt spid="781353"/>
                                        </p:tgtEl>
                                        <p:attrNameLst>
                                          <p:attrName>style.visibility</p:attrName>
                                        </p:attrNameLst>
                                      </p:cBhvr>
                                      <p:to>
                                        <p:strVal val="hidden"/>
                                      </p:to>
                                    </p:set>
                                    <p:audio>
                                      <p:cMediaNode>
                                        <p:cTn display="0" masterRel="sameClick">
                                          <p:stCondLst>
                                            <p:cond evt="begin" delay="0">
                                              <p:tn val="46"/>
                                            </p:cond>
                                          </p:stCondLst>
                                          <p:endCondLst>
                                            <p:cond evt="onStopAudio" delay="0">
                                              <p:tgtEl>
                                                <p:sldTgt/>
                                              </p:tgtEl>
                                            </p:cond>
                                          </p:endCondLst>
                                        </p:cTn>
                                        <p:tgtEl>
                                          <p:sndTgt r:embed="rId4" name="chimes.wav"/>
                                        </p:tgtEl>
                                      </p:cMediaNode>
                                    </p:audio>
                                  </p:subTnLst>
                                </p:cTn>
                              </p:par>
                            </p:childTnLst>
                          </p:cTn>
                        </p:par>
                      </p:childTnLst>
                    </p:cTn>
                  </p:par>
                  <p:par>
                    <p:cTn id="49" fill="hold">
                      <p:stCondLst>
                        <p:cond delay="indefinite"/>
                      </p:stCondLst>
                      <p:childTnLst>
                        <p:par>
                          <p:cTn id="50" fill="hold">
                            <p:stCondLst>
                              <p:cond delay="0"/>
                            </p:stCondLst>
                            <p:childTnLst>
                              <p:par>
                                <p:cTn id="51" presetID="4" presetClass="entr" presetSubtype="16" fill="hold" grpId="0" nodeType="clickEffect">
                                  <p:stCondLst>
                                    <p:cond delay="0"/>
                                  </p:stCondLst>
                                  <p:childTnLst>
                                    <p:set>
                                      <p:cBhvr>
                                        <p:cTn id="52" dur="1" fill="hold">
                                          <p:stCondLst>
                                            <p:cond delay="0"/>
                                          </p:stCondLst>
                                        </p:cTn>
                                        <p:tgtEl>
                                          <p:spTgt spid="781360"/>
                                        </p:tgtEl>
                                        <p:attrNameLst>
                                          <p:attrName>style.visibility</p:attrName>
                                        </p:attrNameLst>
                                      </p:cBhvr>
                                      <p:to>
                                        <p:strVal val="visible"/>
                                      </p:to>
                                    </p:set>
                                    <p:animEffect transition="in" filter="box(in)">
                                      <p:cBhvr>
                                        <p:cTn id="53" dur="500"/>
                                        <p:tgtEl>
                                          <p:spTgt spid="781360"/>
                                        </p:tgtEl>
                                      </p:cBhvr>
                                    </p:animEffect>
                                  </p:childTnLst>
                                  <p:subTnLst>
                                    <p:set>
                                      <p:cBhvr override="childStyle">
                                        <p:cTn dur="1" fill="hold" display="0" masterRel="nextClick" afterEffect="1"/>
                                        <p:tgtEl>
                                          <p:spTgt spid="781360"/>
                                        </p:tgtEl>
                                        <p:attrNameLst>
                                          <p:attrName>style.visibility</p:attrName>
                                        </p:attrNameLst>
                                      </p:cBhvr>
                                      <p:to>
                                        <p:strVal val="hidden"/>
                                      </p:to>
                                    </p:set>
                                    <p:audio>
                                      <p:cMediaNode>
                                        <p:cTn display="0" masterRel="sameClick">
                                          <p:stCondLst>
                                            <p:cond evt="begin" delay="0">
                                              <p:tn val="51"/>
                                            </p:cond>
                                          </p:stCondLst>
                                          <p:endCondLst>
                                            <p:cond evt="onStopAudio" delay="0">
                                              <p:tgtEl>
                                                <p:sldTgt/>
                                              </p:tgtEl>
                                            </p:cond>
                                          </p:endCondLst>
                                        </p:cTn>
                                        <p:tgtEl>
                                          <p:sndTgt r:embed="rId4" name="chimes.wav"/>
                                        </p:tgtEl>
                                      </p:cMediaNode>
                                    </p:audio>
                                  </p:subTnLst>
                                </p:cTn>
                              </p:par>
                            </p:childTnLst>
                          </p:cTn>
                        </p:par>
                      </p:childTnLst>
                    </p:cTn>
                  </p:par>
                  <p:par>
                    <p:cTn id="54" fill="hold">
                      <p:stCondLst>
                        <p:cond delay="indefinite"/>
                      </p:stCondLst>
                      <p:childTnLst>
                        <p:par>
                          <p:cTn id="55" fill="hold">
                            <p:stCondLst>
                              <p:cond delay="0"/>
                            </p:stCondLst>
                            <p:childTnLst>
                              <p:par>
                                <p:cTn id="56" presetID="4" presetClass="entr" presetSubtype="16" fill="hold" grpId="0" nodeType="clickEffect">
                                  <p:stCondLst>
                                    <p:cond delay="0"/>
                                  </p:stCondLst>
                                  <p:childTnLst>
                                    <p:set>
                                      <p:cBhvr>
                                        <p:cTn id="57" dur="1" fill="hold">
                                          <p:stCondLst>
                                            <p:cond delay="0"/>
                                          </p:stCondLst>
                                        </p:cTn>
                                        <p:tgtEl>
                                          <p:spTgt spid="781364"/>
                                        </p:tgtEl>
                                        <p:attrNameLst>
                                          <p:attrName>style.visibility</p:attrName>
                                        </p:attrNameLst>
                                      </p:cBhvr>
                                      <p:to>
                                        <p:strVal val="visible"/>
                                      </p:to>
                                    </p:set>
                                    <p:animEffect transition="in" filter="box(in)">
                                      <p:cBhvr>
                                        <p:cTn id="58" dur="500"/>
                                        <p:tgtEl>
                                          <p:spTgt spid="781364"/>
                                        </p:tgtEl>
                                      </p:cBhvr>
                                    </p:animEffect>
                                  </p:childTnLst>
                                  <p:subTnLst>
                                    <p:set>
                                      <p:cBhvr override="childStyle">
                                        <p:cTn dur="1" fill="hold" display="0" masterRel="nextClick" afterEffect="1"/>
                                        <p:tgtEl>
                                          <p:spTgt spid="781364"/>
                                        </p:tgtEl>
                                        <p:attrNameLst>
                                          <p:attrName>style.visibility</p:attrName>
                                        </p:attrNameLst>
                                      </p:cBhvr>
                                      <p:to>
                                        <p:strVal val="hidden"/>
                                      </p:to>
                                    </p:set>
                                    <p:audio>
                                      <p:cMediaNode>
                                        <p:cTn display="0" masterRel="sameClick">
                                          <p:stCondLst>
                                            <p:cond evt="begin" delay="0">
                                              <p:tn val="56"/>
                                            </p:cond>
                                          </p:stCondLst>
                                          <p:endCondLst>
                                            <p:cond evt="onStopAudio" delay="0">
                                              <p:tgtEl>
                                                <p:sldTgt/>
                                              </p:tgtEl>
                                            </p:cond>
                                          </p:endCondLst>
                                        </p:cTn>
                                        <p:tgtEl>
                                          <p:sndTgt r:embed="rId4" name="chimes.wav"/>
                                        </p:tgtEl>
                                      </p:cMediaNode>
                                    </p:audio>
                                  </p:subTnLst>
                                </p:cTn>
                              </p:par>
                            </p:childTnLst>
                          </p:cTn>
                        </p:par>
                      </p:childTnLst>
                    </p:cTn>
                  </p:par>
                  <p:par>
                    <p:cTn id="59" fill="hold">
                      <p:stCondLst>
                        <p:cond delay="indefinite"/>
                      </p:stCondLst>
                      <p:childTnLst>
                        <p:par>
                          <p:cTn id="60" fill="hold">
                            <p:stCondLst>
                              <p:cond delay="0"/>
                            </p:stCondLst>
                            <p:childTnLst>
                              <p:par>
                                <p:cTn id="61" presetID="2" presetClass="entr" presetSubtype="8" fill="hold" grpId="0" nodeType="clickEffect">
                                  <p:stCondLst>
                                    <p:cond delay="0"/>
                                  </p:stCondLst>
                                  <p:childTnLst>
                                    <p:set>
                                      <p:cBhvr>
                                        <p:cTn id="62" dur="1" fill="hold">
                                          <p:stCondLst>
                                            <p:cond delay="0"/>
                                          </p:stCondLst>
                                        </p:cTn>
                                        <p:tgtEl>
                                          <p:spTgt spid="781365"/>
                                        </p:tgtEl>
                                        <p:attrNameLst>
                                          <p:attrName>style.visibility</p:attrName>
                                        </p:attrNameLst>
                                      </p:cBhvr>
                                      <p:to>
                                        <p:strVal val="visible"/>
                                      </p:to>
                                    </p:set>
                                    <p:anim calcmode="lin" valueType="num">
                                      <p:cBhvr additive="base">
                                        <p:cTn id="63" dur="500" fill="hold"/>
                                        <p:tgtEl>
                                          <p:spTgt spid="781365"/>
                                        </p:tgtEl>
                                        <p:attrNameLst>
                                          <p:attrName>ppt_x</p:attrName>
                                        </p:attrNameLst>
                                      </p:cBhvr>
                                      <p:tavLst>
                                        <p:tav tm="0">
                                          <p:val>
                                            <p:strVal val="0-#ppt_w/2"/>
                                          </p:val>
                                        </p:tav>
                                        <p:tav tm="100000">
                                          <p:val>
                                            <p:strVal val="#ppt_x"/>
                                          </p:val>
                                        </p:tav>
                                      </p:tavLst>
                                    </p:anim>
                                    <p:anim calcmode="lin" valueType="num">
                                      <p:cBhvr additive="base">
                                        <p:cTn id="64" dur="500" fill="hold"/>
                                        <p:tgtEl>
                                          <p:spTgt spid="78136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1"/>
                                            </p:cond>
                                          </p:stCondLst>
                                          <p:endCondLst>
                                            <p:cond evt="onStopAudio" delay="0">
                                              <p:tgtEl>
                                                <p:sldTgt/>
                                              </p:tgtEl>
                                            </p:cond>
                                          </p:endCondLst>
                                        </p:cTn>
                                        <p:tgtEl>
                                          <p:sndTgt r:embed="rId3" name="CAMERA.WAV"/>
                                        </p:tgtEl>
                                      </p:cMediaNode>
                                    </p:audio>
                                  </p:subTnLst>
                                </p:cTn>
                              </p:par>
                            </p:childTnLst>
                          </p:cTn>
                        </p:par>
                      </p:childTnLst>
                    </p:cTn>
                  </p:par>
                  <p:par>
                    <p:cTn id="65" fill="hold">
                      <p:stCondLst>
                        <p:cond delay="indefinite"/>
                      </p:stCondLst>
                      <p:childTnLst>
                        <p:par>
                          <p:cTn id="66" fill="hold">
                            <p:stCondLst>
                              <p:cond delay="0"/>
                            </p:stCondLst>
                            <p:childTnLst>
                              <p:par>
                                <p:cTn id="67" presetID="4" presetClass="entr" presetSubtype="16" fill="hold" grpId="0" nodeType="clickEffect">
                                  <p:stCondLst>
                                    <p:cond delay="0"/>
                                  </p:stCondLst>
                                  <p:childTnLst>
                                    <p:set>
                                      <p:cBhvr>
                                        <p:cTn id="68" dur="1" fill="hold">
                                          <p:stCondLst>
                                            <p:cond delay="0"/>
                                          </p:stCondLst>
                                        </p:cTn>
                                        <p:tgtEl>
                                          <p:spTgt spid="781367"/>
                                        </p:tgtEl>
                                        <p:attrNameLst>
                                          <p:attrName>style.visibility</p:attrName>
                                        </p:attrNameLst>
                                      </p:cBhvr>
                                      <p:to>
                                        <p:strVal val="visible"/>
                                      </p:to>
                                    </p:set>
                                    <p:animEffect transition="in" filter="box(in)">
                                      <p:cBhvr>
                                        <p:cTn id="69" dur="500"/>
                                        <p:tgtEl>
                                          <p:spTgt spid="781367"/>
                                        </p:tgtEl>
                                      </p:cBhvr>
                                    </p:animEffect>
                                  </p:childTnLst>
                                  <p:subTnLst>
                                    <p:audio>
                                      <p:cMediaNode>
                                        <p:cTn display="0" masterRel="sameClick">
                                          <p:stCondLst>
                                            <p:cond evt="begin" delay="0">
                                              <p:tn val="67"/>
                                            </p:cond>
                                          </p:stCondLst>
                                          <p:endCondLst>
                                            <p:cond evt="onStopAudio" delay="0">
                                              <p:tgtEl>
                                                <p:sldTgt/>
                                              </p:tgtEl>
                                            </p:cond>
                                          </p:endCondLst>
                                        </p:cTn>
                                        <p:tgtEl>
                                          <p:sndTgt r:embed="rId3" name="camera.wav"/>
                                        </p:tgtEl>
                                      </p:cMediaNode>
                                    </p:audio>
                                  </p:subTnLst>
                                </p:cTn>
                              </p:par>
                            </p:childTnLst>
                          </p:cTn>
                        </p:par>
                      </p:childTnLst>
                    </p:cTn>
                  </p:par>
                  <p:par>
                    <p:cTn id="70" fill="hold">
                      <p:stCondLst>
                        <p:cond delay="indefinite"/>
                      </p:stCondLst>
                      <p:childTnLst>
                        <p:par>
                          <p:cTn id="71" fill="hold">
                            <p:stCondLst>
                              <p:cond delay="0"/>
                            </p:stCondLst>
                            <p:childTnLst>
                              <p:par>
                                <p:cTn id="72" presetID="4" presetClass="entr" presetSubtype="16" fill="hold" grpId="0" nodeType="clickEffect">
                                  <p:stCondLst>
                                    <p:cond delay="0"/>
                                  </p:stCondLst>
                                  <p:childTnLst>
                                    <p:set>
                                      <p:cBhvr>
                                        <p:cTn id="73" dur="1" fill="hold">
                                          <p:stCondLst>
                                            <p:cond delay="0"/>
                                          </p:stCondLst>
                                        </p:cTn>
                                        <p:tgtEl>
                                          <p:spTgt spid="781369"/>
                                        </p:tgtEl>
                                        <p:attrNameLst>
                                          <p:attrName>style.visibility</p:attrName>
                                        </p:attrNameLst>
                                      </p:cBhvr>
                                      <p:to>
                                        <p:strVal val="visible"/>
                                      </p:to>
                                    </p:set>
                                    <p:animEffect transition="in" filter="box(in)">
                                      <p:cBhvr>
                                        <p:cTn id="74" dur="500"/>
                                        <p:tgtEl>
                                          <p:spTgt spid="781369"/>
                                        </p:tgtEl>
                                      </p:cBhvr>
                                    </p:animEffect>
                                  </p:childTnLst>
                                  <p:subTnLst>
                                    <p:set>
                                      <p:cBhvr override="childStyle">
                                        <p:cTn dur="1" fill="hold" display="0" masterRel="nextClick" afterEffect="1"/>
                                        <p:tgtEl>
                                          <p:spTgt spid="781369"/>
                                        </p:tgtEl>
                                        <p:attrNameLst>
                                          <p:attrName>style.visibility</p:attrName>
                                        </p:attrNameLst>
                                      </p:cBhvr>
                                      <p:to>
                                        <p:strVal val="hidden"/>
                                      </p:to>
                                    </p:set>
                                    <p:audio>
                                      <p:cMediaNode>
                                        <p:cTn display="0" masterRel="sameClick">
                                          <p:stCondLst>
                                            <p:cond evt="begin" delay="0">
                                              <p:tn val="72"/>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1365" grpId="0" autoUpdateAnimBg="0"/>
      <p:bldP spid="781318" grpId="0" autoUpdateAnimBg="0"/>
      <p:bldP spid="781347" grpId="0" animBg="1"/>
      <p:bldP spid="781352" grpId="0" animBg="1"/>
      <p:bldP spid="781351" grpId="0" animBg="1"/>
      <p:bldP spid="781350" grpId="0" animBg="1"/>
      <p:bldP spid="781349" grpId="0" animBg="1"/>
      <p:bldP spid="781348" grpId="0" animBg="1"/>
      <p:bldP spid="781353" grpId="0" animBg="1"/>
      <p:bldP spid="781360" grpId="0" animBg="1"/>
      <p:bldP spid="781364" grpId="0" animBg="1"/>
      <p:bldP spid="781367" grpId="0" animBg="1"/>
      <p:bldP spid="781369" grpId="0" animBg="1"/>
      <p:bldP spid="3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5">
            <a:extLst>
              <a:ext uri="{FF2B5EF4-FFF2-40B4-BE49-F238E27FC236}">
                <a16:creationId xmlns:a16="http://schemas.microsoft.com/office/drawing/2014/main" id="{3A077428-0EC3-4702-BB34-E6457E127D6F}"/>
              </a:ext>
            </a:extLst>
          </p:cNvPr>
          <p:cNvSpPr>
            <a:spLocks noChangeArrowheads="1"/>
          </p:cNvSpPr>
          <p:nvPr/>
        </p:nvSpPr>
        <p:spPr bwMode="auto">
          <a:xfrm>
            <a:off x="762355" y="3517743"/>
            <a:ext cx="5333645" cy="1877437"/>
          </a:xfrm>
          <a:prstGeom prst="rect">
            <a:avLst/>
          </a:prstGeom>
          <a:solidFill>
            <a:schemeClr val="bg1"/>
          </a:soli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b="1" dirty="0">
                <a:effectLst>
                  <a:outerShdw blurRad="38100" dist="38100" dir="2700000" algn="tl">
                    <a:srgbClr val="FFFFFF"/>
                  </a:outerShdw>
                </a:effectLst>
                <a:latin typeface="+mn-lt"/>
                <a:ea typeface="楷体" pitchFamily="49" charset="-122"/>
              </a:rPr>
              <a:t>    unsigned int a = 2;     </a:t>
            </a:r>
          </a:p>
          <a:p>
            <a:r>
              <a:rPr lang="en-US" altLang="zh-CN" sz="2000" b="1" dirty="0">
                <a:solidFill>
                  <a:schemeClr val="accent1">
                    <a:lumMod val="50000"/>
                  </a:schemeClr>
                </a:solidFill>
                <a:latin typeface="+mn-lt"/>
                <a:ea typeface="楷体" pitchFamily="49" charset="-122"/>
              </a:rPr>
              <a:t>     //</a:t>
            </a:r>
            <a:r>
              <a:rPr lang="zh-CN" altLang="en-US" sz="2000" b="1" dirty="0">
                <a:solidFill>
                  <a:schemeClr val="accent1">
                    <a:lumMod val="50000"/>
                  </a:schemeClr>
                </a:solidFill>
                <a:latin typeface="+mn-lt"/>
                <a:ea typeface="楷体" pitchFamily="49" charset="-122"/>
              </a:rPr>
              <a:t>定义一个无符号整型变量</a:t>
            </a:r>
            <a:r>
              <a:rPr lang="en-US" altLang="zh-CN" sz="2000" b="1" dirty="0">
                <a:solidFill>
                  <a:schemeClr val="accent1">
                    <a:lumMod val="50000"/>
                  </a:schemeClr>
                </a:solidFill>
                <a:latin typeface="+mn-lt"/>
                <a:ea typeface="楷体" pitchFamily="49" charset="-122"/>
              </a:rPr>
              <a:t>a</a:t>
            </a:r>
            <a:r>
              <a:rPr lang="zh-CN" altLang="en-US" sz="2000" b="1" dirty="0">
                <a:solidFill>
                  <a:schemeClr val="accent1">
                    <a:lumMod val="50000"/>
                  </a:schemeClr>
                </a:solidFill>
                <a:latin typeface="+mn-lt"/>
                <a:ea typeface="楷体" pitchFamily="49" charset="-122"/>
              </a:rPr>
              <a:t>，并赋初值</a:t>
            </a:r>
            <a:r>
              <a:rPr lang="en-US" altLang="zh-CN" sz="2000" b="1" dirty="0">
                <a:solidFill>
                  <a:schemeClr val="accent1">
                    <a:lumMod val="50000"/>
                  </a:schemeClr>
                </a:solidFill>
                <a:latin typeface="+mn-lt"/>
                <a:ea typeface="楷体" pitchFamily="49" charset="-122"/>
              </a:rPr>
              <a:t>2</a:t>
            </a:r>
          </a:p>
          <a:p>
            <a:r>
              <a:rPr lang="zh-CN" altLang="en-US" b="1" dirty="0">
                <a:effectLst>
                  <a:outerShdw blurRad="38100" dist="38100" dir="2700000" algn="tl">
                    <a:srgbClr val="FFFFFF"/>
                  </a:outerShdw>
                </a:effectLst>
                <a:latin typeface="+mn-lt"/>
                <a:ea typeface="楷体" pitchFamily="49" charset="-122"/>
              </a:rPr>
              <a:t>或</a:t>
            </a:r>
            <a:r>
              <a:rPr lang="en-US" altLang="zh-CN" b="1" dirty="0">
                <a:effectLst>
                  <a:outerShdw blurRad="38100" dist="38100" dir="2700000" algn="tl">
                    <a:srgbClr val="FFFFFF"/>
                  </a:outerShdw>
                </a:effectLst>
                <a:latin typeface="+mn-lt"/>
                <a:ea typeface="楷体" pitchFamily="49" charset="-122"/>
              </a:rPr>
              <a:t>unsigned  a = 2;</a:t>
            </a:r>
          </a:p>
          <a:p>
            <a:r>
              <a:rPr lang="en-US" altLang="zh-CN" b="1" dirty="0">
                <a:effectLst>
                  <a:outerShdw blurRad="38100" dist="38100" dir="2700000" algn="tl">
                    <a:srgbClr val="FFFFFF"/>
                  </a:outerShdw>
                </a:effectLst>
                <a:latin typeface="+mn-lt"/>
                <a:ea typeface="楷体" pitchFamily="49" charset="-122"/>
              </a:rPr>
              <a:t>  </a:t>
            </a:r>
            <a:r>
              <a:rPr lang="zh-CN" altLang="en-US" b="1" dirty="0">
                <a:solidFill>
                  <a:srgbClr val="002060"/>
                </a:solidFill>
                <a:effectLst>
                  <a:outerShdw blurRad="38100" dist="38100" dir="2700000" algn="tl">
                    <a:srgbClr val="FFFFFF"/>
                  </a:outerShdw>
                </a:effectLst>
                <a:latin typeface="+mn-lt"/>
                <a:ea typeface="楷体" pitchFamily="49" charset="-122"/>
              </a:rPr>
              <a:t>占用的内存单元字节数同</a:t>
            </a:r>
            <a:r>
              <a:rPr lang="en-US" altLang="zh-CN" b="1" dirty="0" err="1">
                <a:solidFill>
                  <a:srgbClr val="002060"/>
                </a:solidFill>
                <a:effectLst>
                  <a:outerShdw blurRad="38100" dist="38100" dir="2700000" algn="tl">
                    <a:srgbClr val="FFFFFF"/>
                  </a:outerShdw>
                </a:effectLst>
                <a:latin typeface="+mn-lt"/>
                <a:ea typeface="楷体" pitchFamily="49" charset="-122"/>
              </a:rPr>
              <a:t>int</a:t>
            </a:r>
            <a:r>
              <a:rPr lang="zh-CN" altLang="en-US" b="1" dirty="0">
                <a:solidFill>
                  <a:srgbClr val="002060"/>
                </a:solidFill>
                <a:effectLst>
                  <a:outerShdw blurRad="38100" dist="38100" dir="2700000" algn="tl">
                    <a:srgbClr val="FFFFFF"/>
                  </a:outerShdw>
                </a:effectLst>
                <a:latin typeface="+mn-lt"/>
                <a:ea typeface="楷体" pitchFamily="49" charset="-122"/>
              </a:rPr>
              <a:t>类型。</a:t>
            </a:r>
            <a:endParaRPr lang="en-US" altLang="zh-CN" b="1" dirty="0">
              <a:solidFill>
                <a:srgbClr val="002060"/>
              </a:solidFill>
              <a:effectLst>
                <a:outerShdw blurRad="38100" dist="38100" dir="2700000" algn="tl">
                  <a:srgbClr val="FFFFFF"/>
                </a:outerShdw>
              </a:effectLst>
              <a:latin typeface="+mn-lt"/>
              <a:ea typeface="楷体" pitchFamily="49" charset="-122"/>
            </a:endParaRPr>
          </a:p>
          <a:p>
            <a:r>
              <a:rPr lang="zh-CN" altLang="en-US" b="1" dirty="0">
                <a:effectLst>
                  <a:outerShdw blurRad="38100" dist="38100" dir="2700000" algn="tl">
                    <a:srgbClr val="FFFFFF"/>
                  </a:outerShdw>
                </a:effectLst>
                <a:latin typeface="+mn-lt"/>
                <a:ea typeface="楷体" pitchFamily="49" charset="-122"/>
              </a:rPr>
              <a:t>与</a:t>
            </a:r>
            <a:r>
              <a:rPr lang="en-US" altLang="zh-CN" b="1" dirty="0" err="1">
                <a:effectLst>
                  <a:outerShdw blurRad="38100" dist="38100" dir="2700000" algn="tl">
                    <a:srgbClr val="FFFFFF"/>
                  </a:outerShdw>
                </a:effectLst>
                <a:latin typeface="+mn-lt"/>
                <a:ea typeface="楷体" pitchFamily="49" charset="-122"/>
              </a:rPr>
              <a:t>int</a:t>
            </a:r>
            <a:r>
              <a:rPr lang="en-US" altLang="zh-CN" b="1" dirty="0">
                <a:effectLst>
                  <a:outerShdw blurRad="38100" dist="38100" dir="2700000" algn="tl">
                    <a:srgbClr val="FFFFFF"/>
                  </a:outerShdw>
                </a:effectLst>
                <a:latin typeface="+mn-lt"/>
                <a:ea typeface="楷体" pitchFamily="49" charset="-122"/>
              </a:rPr>
              <a:t> a = 2;</a:t>
            </a:r>
            <a:r>
              <a:rPr lang="zh-CN" altLang="en-US" b="1" dirty="0">
                <a:effectLst>
                  <a:outerShdw blurRad="38100" dist="38100" dir="2700000" algn="tl">
                    <a:srgbClr val="FFFFFF"/>
                  </a:outerShdw>
                </a:effectLst>
                <a:latin typeface="+mn-lt"/>
                <a:ea typeface="楷体" pitchFamily="49" charset="-122"/>
              </a:rPr>
              <a:t>等价。</a:t>
            </a:r>
          </a:p>
        </p:txBody>
      </p:sp>
      <p:sp>
        <p:nvSpPr>
          <p:cNvPr id="59" name="Rectangle 36">
            <a:extLst>
              <a:ext uri="{FF2B5EF4-FFF2-40B4-BE49-F238E27FC236}">
                <a16:creationId xmlns:a16="http://schemas.microsoft.com/office/drawing/2014/main" id="{4A633B43-0E1D-4323-A4DF-B34BA5BB0A44}"/>
              </a:ext>
            </a:extLst>
          </p:cNvPr>
          <p:cNvSpPr>
            <a:spLocks noChangeArrowheads="1"/>
          </p:cNvSpPr>
          <p:nvPr/>
        </p:nvSpPr>
        <p:spPr bwMode="auto">
          <a:xfrm>
            <a:off x="762354" y="5530587"/>
            <a:ext cx="5350437" cy="1138773"/>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b="1" dirty="0">
                <a:effectLst>
                  <a:outerShdw blurRad="38100" dist="38100" dir="2700000" algn="tl">
                    <a:srgbClr val="FFFFFF"/>
                  </a:outerShdw>
                </a:effectLst>
                <a:latin typeface="+mn-lt"/>
                <a:ea typeface="楷体" pitchFamily="49" charset="-122"/>
              </a:rPr>
              <a:t>    unsigned int a = -2;    </a:t>
            </a:r>
          </a:p>
          <a:p>
            <a:r>
              <a:rPr lang="en-US" altLang="zh-CN" sz="2000" b="1" dirty="0">
                <a:solidFill>
                  <a:schemeClr val="accent2"/>
                </a:solidFill>
                <a:effectLst>
                  <a:outerShdw blurRad="38100" dist="38100" dir="2700000" algn="tl">
                    <a:srgbClr val="FFFFFF"/>
                  </a:outerShdw>
                </a:effectLst>
                <a:latin typeface="+mn-lt"/>
                <a:ea typeface="楷体" pitchFamily="49" charset="-122"/>
              </a:rPr>
              <a:t>     </a:t>
            </a:r>
            <a:r>
              <a:rPr lang="en-US" altLang="zh-CN" sz="2000" b="1" dirty="0">
                <a:solidFill>
                  <a:schemeClr val="accent1">
                    <a:lumMod val="50000"/>
                  </a:schemeClr>
                </a:solidFill>
                <a:latin typeface="+mn-lt"/>
                <a:ea typeface="楷体" pitchFamily="49" charset="-122"/>
              </a:rPr>
              <a:t>//</a:t>
            </a:r>
            <a:r>
              <a:rPr lang="zh-CN" altLang="en-US" sz="2000" b="1" dirty="0">
                <a:solidFill>
                  <a:schemeClr val="accent1">
                    <a:lumMod val="50000"/>
                  </a:schemeClr>
                </a:solidFill>
                <a:latin typeface="+mn-lt"/>
                <a:ea typeface="楷体" pitchFamily="49" charset="-122"/>
              </a:rPr>
              <a:t>定义一个无符号整型变量</a:t>
            </a:r>
            <a:r>
              <a:rPr lang="en-US" altLang="zh-CN" sz="2000" b="1" dirty="0">
                <a:solidFill>
                  <a:schemeClr val="accent1">
                    <a:lumMod val="50000"/>
                  </a:schemeClr>
                </a:solidFill>
                <a:latin typeface="+mn-lt"/>
                <a:ea typeface="楷体" pitchFamily="49" charset="-122"/>
              </a:rPr>
              <a:t>a</a:t>
            </a:r>
            <a:r>
              <a:rPr lang="zh-CN" altLang="en-US" sz="2000" b="1" dirty="0">
                <a:solidFill>
                  <a:schemeClr val="accent1">
                    <a:lumMod val="50000"/>
                  </a:schemeClr>
                </a:solidFill>
                <a:latin typeface="+mn-lt"/>
                <a:ea typeface="楷体" pitchFamily="49" charset="-122"/>
              </a:rPr>
              <a:t>，并赋初值</a:t>
            </a:r>
            <a:r>
              <a:rPr lang="en-US" altLang="zh-CN" sz="2000" b="1" dirty="0">
                <a:solidFill>
                  <a:schemeClr val="accent1">
                    <a:lumMod val="50000"/>
                  </a:schemeClr>
                </a:solidFill>
                <a:latin typeface="+mn-lt"/>
                <a:ea typeface="楷体" pitchFamily="49" charset="-122"/>
              </a:rPr>
              <a:t>-2</a:t>
            </a:r>
          </a:p>
          <a:p>
            <a:r>
              <a:rPr lang="zh-CN" altLang="en-US" b="1" dirty="0">
                <a:effectLst>
                  <a:outerShdw blurRad="38100" dist="38100" dir="2700000" algn="tl">
                    <a:srgbClr val="FFFFFF"/>
                  </a:outerShdw>
                </a:effectLst>
                <a:latin typeface="+mn-lt"/>
                <a:ea typeface="楷体" pitchFamily="49" charset="-122"/>
              </a:rPr>
              <a:t>或</a:t>
            </a:r>
            <a:r>
              <a:rPr lang="en-US" altLang="zh-CN" b="1" dirty="0">
                <a:effectLst>
                  <a:outerShdw blurRad="38100" dist="38100" dir="2700000" algn="tl">
                    <a:srgbClr val="FFFFFF"/>
                  </a:outerShdw>
                </a:effectLst>
                <a:latin typeface="+mn-lt"/>
                <a:ea typeface="楷体" pitchFamily="49" charset="-122"/>
              </a:rPr>
              <a:t>unsigned  a = -2;</a:t>
            </a:r>
          </a:p>
        </p:txBody>
      </p:sp>
      <p:sp>
        <p:nvSpPr>
          <p:cNvPr id="62" name="Text Box 34">
            <a:extLst>
              <a:ext uri="{FF2B5EF4-FFF2-40B4-BE49-F238E27FC236}">
                <a16:creationId xmlns:a16="http://schemas.microsoft.com/office/drawing/2014/main" id="{AD104C81-6834-4F47-84CD-DC2F5691F4A5}"/>
              </a:ext>
            </a:extLst>
          </p:cNvPr>
          <p:cNvSpPr txBox="1">
            <a:spLocks noChangeArrowheads="1"/>
          </p:cNvSpPr>
          <p:nvPr/>
        </p:nvSpPr>
        <p:spPr bwMode="auto">
          <a:xfrm>
            <a:off x="750085" y="3069779"/>
            <a:ext cx="6410236" cy="503237"/>
          </a:xfrm>
          <a:prstGeom prst="rect">
            <a:avLst/>
          </a:prstGeom>
          <a:ln w="38100">
            <a:noFill/>
            <a:miter lim="800000"/>
            <a:headEnd/>
            <a:tailEnd/>
          </a:ln>
          <a:effectLst/>
        </p:spPr>
        <p:txBody>
          <a:bodyPr/>
          <a:lstStyle/>
          <a:p>
            <a:pPr marL="342900" indent="-342900">
              <a:buClr>
                <a:srgbClr val="C01920"/>
              </a:buClr>
              <a:buFont typeface="Wingdings" panose="05000000000000000000" pitchFamily="2" charset="2"/>
              <a:buChar char="l"/>
            </a:pPr>
            <a:r>
              <a:rPr lang="en-US" altLang="zh-CN" b="1" dirty="0">
                <a:solidFill>
                  <a:srgbClr val="C01920"/>
                </a:solidFill>
                <a:latin typeface="楷体" panose="02010609060101010101" pitchFamily="49" charset="-122"/>
                <a:ea typeface="楷体" panose="02010609060101010101" pitchFamily="49" charset="-122"/>
              </a:rPr>
              <a:t> </a:t>
            </a:r>
            <a:r>
              <a:rPr lang="zh-CN" altLang="en-US" b="1" dirty="0">
                <a:solidFill>
                  <a:srgbClr val="C01920"/>
                </a:solidFill>
                <a:latin typeface="楷体" panose="02010609060101010101" pitchFamily="49" charset="-122"/>
                <a:ea typeface="楷体" panose="02010609060101010101" pitchFamily="49" charset="-122"/>
              </a:rPr>
              <a:t>无符号基本型（</a:t>
            </a:r>
            <a:r>
              <a:rPr lang="en-US" altLang="zh-CN" b="1" dirty="0">
                <a:solidFill>
                  <a:srgbClr val="C01920"/>
                </a:solidFill>
                <a:latin typeface="楷体" panose="02010609060101010101" pitchFamily="49" charset="-122"/>
                <a:ea typeface="楷体" panose="02010609060101010101" pitchFamily="49" charset="-122"/>
              </a:rPr>
              <a:t>unsigned int</a:t>
            </a:r>
            <a:r>
              <a:rPr lang="zh-CN" altLang="en-US" b="1" dirty="0">
                <a:solidFill>
                  <a:srgbClr val="C01920"/>
                </a:solidFill>
                <a:latin typeface="楷体" panose="02010609060101010101" pitchFamily="49" charset="-122"/>
                <a:ea typeface="楷体" panose="02010609060101010101" pitchFamily="49" charset="-122"/>
              </a:rPr>
              <a:t>或</a:t>
            </a:r>
            <a:r>
              <a:rPr lang="en-US" altLang="zh-CN" b="1" dirty="0">
                <a:solidFill>
                  <a:srgbClr val="C01920"/>
                </a:solidFill>
                <a:latin typeface="楷体" panose="02010609060101010101" pitchFamily="49" charset="-122"/>
                <a:ea typeface="楷体" panose="02010609060101010101" pitchFamily="49" charset="-122"/>
              </a:rPr>
              <a:t>unsigned</a:t>
            </a:r>
            <a:r>
              <a:rPr lang="zh-CN" altLang="en-US" b="1" dirty="0">
                <a:solidFill>
                  <a:srgbClr val="C01920"/>
                </a:solidFill>
                <a:latin typeface="楷体" panose="02010609060101010101" pitchFamily="49" charset="-122"/>
                <a:ea typeface="楷体" panose="02010609060101010101" pitchFamily="49" charset="-122"/>
              </a:rPr>
              <a:t>）</a:t>
            </a:r>
          </a:p>
          <a:p>
            <a:pPr>
              <a:buClr>
                <a:srgbClr val="C01920"/>
              </a:buClr>
            </a:pPr>
            <a:r>
              <a:rPr lang="zh-CN" altLang="en-US" sz="2000" b="1" dirty="0">
                <a:solidFill>
                  <a:srgbClr val="C01920"/>
                </a:solidFill>
                <a:latin typeface="楷体" panose="02010609060101010101" pitchFamily="49" charset="-122"/>
                <a:ea typeface="楷体" panose="02010609060101010101" pitchFamily="49" charset="-122"/>
              </a:rPr>
              <a:t>   </a:t>
            </a:r>
          </a:p>
        </p:txBody>
      </p:sp>
      <p:sp>
        <p:nvSpPr>
          <p:cNvPr id="781378" name="Line 66"/>
          <p:cNvSpPr>
            <a:spLocks noChangeShapeType="1"/>
          </p:cNvSpPr>
          <p:nvPr/>
        </p:nvSpPr>
        <p:spPr bwMode="auto">
          <a:xfrm>
            <a:off x="9991449" y="919401"/>
            <a:ext cx="8111" cy="1800917"/>
          </a:xfrm>
          <a:prstGeom prst="line">
            <a:avLst/>
          </a:prstGeom>
          <a:noFill/>
          <a:ln w="28575">
            <a:solidFill>
              <a:srgbClr val="FF0000"/>
            </a:solidFill>
            <a:round/>
            <a:headEnd/>
            <a:tailEnd type="stealth" w="lg" len="lg"/>
          </a:ln>
          <a:effectLst/>
        </p:spPr>
        <p:txBody>
          <a:bodyPr/>
          <a:lstStyle/>
          <a:p>
            <a:endParaRPr lang="zh-CN" altLang="en-US"/>
          </a:p>
        </p:txBody>
      </p:sp>
      <p:sp>
        <p:nvSpPr>
          <p:cNvPr id="781387" name="Rectangle 75"/>
          <p:cNvSpPr>
            <a:spLocks noChangeArrowheads="1"/>
          </p:cNvSpPr>
          <p:nvPr/>
        </p:nvSpPr>
        <p:spPr bwMode="auto">
          <a:xfrm>
            <a:off x="6763408" y="2803583"/>
            <a:ext cx="4339650" cy="369332"/>
          </a:xfrm>
          <a:prstGeom prst="rect">
            <a:avLst/>
          </a:prstGeom>
          <a:noFill/>
          <a:ln w="9525">
            <a:noFill/>
            <a:miter lim="800000"/>
            <a:headEnd/>
            <a:tailEnd/>
          </a:ln>
          <a:effectLst/>
        </p:spPr>
        <p:txBody>
          <a:bodyPr wrap="none" anchor="ctr">
            <a:spAutoFit/>
          </a:bodyPr>
          <a:lstStyle/>
          <a:p>
            <a:r>
              <a:rPr lang="zh-CN" altLang="en-US" sz="1800" b="1" dirty="0">
                <a:solidFill>
                  <a:srgbClr val="C01920"/>
                </a:solidFill>
                <a:latin typeface="楷体" pitchFamily="49" charset="-122"/>
                <a:ea typeface="楷体" pitchFamily="49" charset="-122"/>
              </a:rPr>
              <a:t>有符号整型变量在内存中的实际存放形式</a:t>
            </a:r>
            <a:endParaRPr lang="en-US" altLang="zh-CN" sz="1800" b="1" dirty="0">
              <a:solidFill>
                <a:srgbClr val="C01920"/>
              </a:solidFill>
              <a:latin typeface="楷体" pitchFamily="49" charset="-122"/>
              <a:ea typeface="楷体" pitchFamily="49" charset="-122"/>
            </a:endParaRPr>
          </a:p>
        </p:txBody>
      </p:sp>
      <p:sp useBgFill="1">
        <p:nvSpPr>
          <p:cNvPr id="781368" name="Text Box 56"/>
          <p:cNvSpPr txBox="1">
            <a:spLocks noChangeArrowheads="1"/>
          </p:cNvSpPr>
          <p:nvPr/>
        </p:nvSpPr>
        <p:spPr bwMode="auto">
          <a:xfrm>
            <a:off x="711101" y="1393602"/>
            <a:ext cx="5304121" cy="1656435"/>
          </a:xfrm>
          <a:prstGeom prst="rect">
            <a:avLst/>
          </a:prstGeom>
          <a:ln w="38100">
            <a:noFill/>
            <a:miter lim="800000"/>
            <a:headEnd/>
            <a:tailEnd/>
          </a:ln>
          <a:effectLst/>
        </p:spPr>
        <p:txBody>
          <a:bodyPr/>
          <a:lstStyle/>
          <a:p>
            <a:pPr marL="342900" indent="-342900">
              <a:buFont typeface="Wingdings" panose="05000000000000000000" pitchFamily="2" charset="2"/>
              <a:buChar char="l"/>
            </a:pPr>
            <a:r>
              <a:rPr lang="zh-CN" altLang="en-US" b="1" dirty="0">
                <a:solidFill>
                  <a:srgbClr val="C01920"/>
                </a:solidFill>
                <a:latin typeface="隶书" pitchFamily="49" charset="-122"/>
                <a:ea typeface="隶书" pitchFamily="49" charset="-122"/>
              </a:rPr>
              <a:t> </a:t>
            </a:r>
            <a:r>
              <a:rPr lang="zh-CN" altLang="en-US" b="1" dirty="0">
                <a:solidFill>
                  <a:srgbClr val="C01920"/>
                </a:solidFill>
                <a:latin typeface="楷体" panose="02010609060101010101" pitchFamily="49" charset="-122"/>
                <a:ea typeface="楷体" panose="02010609060101010101" pitchFamily="49" charset="-122"/>
              </a:rPr>
              <a:t>有符号基本型（</a:t>
            </a:r>
            <a:r>
              <a:rPr lang="en-US" altLang="zh-CN" b="1" dirty="0" err="1">
                <a:solidFill>
                  <a:srgbClr val="C01920"/>
                </a:solidFill>
                <a:latin typeface="楷体" panose="02010609060101010101" pitchFamily="49" charset="-122"/>
                <a:ea typeface="楷体" panose="02010609060101010101" pitchFamily="49" charset="-122"/>
              </a:rPr>
              <a:t>int</a:t>
            </a:r>
            <a:r>
              <a:rPr lang="zh-CN" altLang="en-US" b="1" dirty="0">
                <a:solidFill>
                  <a:srgbClr val="C01920"/>
                </a:solidFill>
                <a:latin typeface="楷体" panose="02010609060101010101" pitchFamily="49" charset="-122"/>
                <a:ea typeface="楷体" panose="02010609060101010101" pitchFamily="49" charset="-122"/>
              </a:rPr>
              <a:t>）</a:t>
            </a:r>
          </a:p>
          <a:p>
            <a:r>
              <a:rPr lang="zh-CN" altLang="en-US" sz="2000" b="1" dirty="0">
                <a:latin typeface="+mn-lt"/>
                <a:ea typeface="楷体_GB2312" pitchFamily="49" charset="-122"/>
              </a:rPr>
              <a:t>      </a:t>
            </a:r>
            <a:r>
              <a:rPr lang="en-US" altLang="zh-CN" sz="2000" b="1" dirty="0">
                <a:latin typeface="+mn-lt"/>
                <a:ea typeface="楷体_GB2312" pitchFamily="49" charset="-122"/>
              </a:rPr>
              <a:t>int a = -2;    </a:t>
            </a:r>
          </a:p>
          <a:p>
            <a:r>
              <a:rPr lang="en-US" altLang="zh-CN" sz="2000" b="1" dirty="0">
                <a:solidFill>
                  <a:schemeClr val="accent1">
                    <a:lumMod val="50000"/>
                  </a:schemeClr>
                </a:solidFill>
                <a:latin typeface="+mn-lt"/>
                <a:ea typeface="楷体_GB2312" pitchFamily="49" charset="-122"/>
              </a:rPr>
              <a:t>      </a:t>
            </a:r>
            <a:r>
              <a:rPr lang="en-US" altLang="zh-CN" sz="1800" b="1" dirty="0">
                <a:solidFill>
                  <a:schemeClr val="accent1">
                    <a:lumMod val="50000"/>
                  </a:schemeClr>
                </a:solidFill>
                <a:latin typeface="+mn-lt"/>
                <a:ea typeface="楷体" pitchFamily="49" charset="-122"/>
              </a:rPr>
              <a:t>//</a:t>
            </a:r>
            <a:r>
              <a:rPr lang="zh-CN" altLang="en-US" sz="1800" b="1" dirty="0">
                <a:solidFill>
                  <a:schemeClr val="accent1">
                    <a:lumMod val="50000"/>
                  </a:schemeClr>
                </a:solidFill>
                <a:latin typeface="+mn-lt"/>
                <a:ea typeface="楷体" pitchFamily="49" charset="-122"/>
              </a:rPr>
              <a:t>定义一个有符号整型变量</a:t>
            </a:r>
            <a:r>
              <a:rPr lang="en-US" altLang="zh-CN" sz="1800" b="1" dirty="0">
                <a:solidFill>
                  <a:schemeClr val="accent1">
                    <a:lumMod val="50000"/>
                  </a:schemeClr>
                </a:solidFill>
                <a:latin typeface="+mn-lt"/>
                <a:ea typeface="楷体" pitchFamily="49" charset="-122"/>
              </a:rPr>
              <a:t>a</a:t>
            </a:r>
            <a:r>
              <a:rPr lang="zh-CN" altLang="en-US" sz="1800" b="1" dirty="0">
                <a:solidFill>
                  <a:schemeClr val="accent1">
                    <a:lumMod val="50000"/>
                  </a:schemeClr>
                </a:solidFill>
                <a:latin typeface="+mn-lt"/>
                <a:ea typeface="楷体" pitchFamily="49" charset="-122"/>
              </a:rPr>
              <a:t>，并赋初值</a:t>
            </a:r>
            <a:r>
              <a:rPr lang="en-US" altLang="zh-CN" sz="1800" b="1" dirty="0">
                <a:solidFill>
                  <a:schemeClr val="accent1">
                    <a:lumMod val="50000"/>
                  </a:schemeClr>
                </a:solidFill>
                <a:latin typeface="+mn-lt"/>
                <a:ea typeface="楷体" pitchFamily="49" charset="-122"/>
              </a:rPr>
              <a:t>-2</a:t>
            </a:r>
          </a:p>
          <a:p>
            <a:r>
              <a:rPr lang="en-US" altLang="zh-CN" sz="2000" b="1" dirty="0">
                <a:latin typeface="+mn-lt"/>
                <a:ea typeface="楷体" pitchFamily="49" charset="-122"/>
              </a:rPr>
              <a:t>     </a:t>
            </a:r>
            <a:r>
              <a:rPr lang="zh-CN" altLang="en-US" sz="2000" b="1" dirty="0">
                <a:latin typeface="+mn-lt"/>
                <a:ea typeface="楷体" pitchFamily="49" charset="-122"/>
              </a:rPr>
              <a:t>占一个机器字大小的内存单元。</a:t>
            </a:r>
            <a:r>
              <a:rPr lang="en-US" altLang="zh-CN" sz="2000" b="1" dirty="0">
                <a:solidFill>
                  <a:srgbClr val="002060"/>
                </a:solidFill>
                <a:latin typeface="+mn-lt"/>
                <a:ea typeface="楷体" pitchFamily="49" charset="-122"/>
              </a:rPr>
              <a:t>VC</a:t>
            </a:r>
            <a:r>
              <a:rPr lang="zh-CN" altLang="en-US" sz="2000" b="1" dirty="0">
                <a:solidFill>
                  <a:srgbClr val="002060"/>
                </a:solidFill>
                <a:latin typeface="+mn-lt"/>
                <a:ea typeface="楷体" pitchFamily="49" charset="-122"/>
              </a:rPr>
              <a:t>或</a:t>
            </a:r>
            <a:r>
              <a:rPr lang="en-US" altLang="zh-CN" sz="2000" b="1" dirty="0">
                <a:solidFill>
                  <a:srgbClr val="002060"/>
                </a:solidFill>
                <a:latin typeface="+mn-lt"/>
                <a:ea typeface="楷体" pitchFamily="49" charset="-122"/>
              </a:rPr>
              <a:t>CB</a:t>
            </a:r>
            <a:r>
              <a:rPr lang="zh-CN" altLang="en-US" sz="2000" b="1" dirty="0">
                <a:solidFill>
                  <a:srgbClr val="002060"/>
                </a:solidFill>
                <a:latin typeface="+mn-lt"/>
                <a:ea typeface="楷体" pitchFamily="49" charset="-122"/>
              </a:rPr>
              <a:t>下，变量占</a:t>
            </a:r>
            <a:r>
              <a:rPr lang="en-US" altLang="zh-CN" sz="2000" b="1" dirty="0">
                <a:solidFill>
                  <a:srgbClr val="002060"/>
                </a:solidFill>
                <a:latin typeface="+mn-lt"/>
                <a:ea typeface="楷体" pitchFamily="49" charset="-122"/>
              </a:rPr>
              <a:t>4</a:t>
            </a:r>
            <a:r>
              <a:rPr lang="zh-CN" altLang="en-US" sz="2000" b="1" dirty="0">
                <a:solidFill>
                  <a:srgbClr val="002060"/>
                </a:solidFill>
                <a:latin typeface="+mn-lt"/>
                <a:ea typeface="楷体" pitchFamily="49" charset="-122"/>
              </a:rPr>
              <a:t>个字节（</a:t>
            </a:r>
            <a:r>
              <a:rPr lang="en-US" altLang="zh-CN" sz="2000" b="1" dirty="0">
                <a:solidFill>
                  <a:srgbClr val="002060"/>
                </a:solidFill>
                <a:latin typeface="+mn-lt"/>
                <a:ea typeface="楷体" pitchFamily="49" charset="-122"/>
              </a:rPr>
              <a:t>32</a:t>
            </a:r>
            <a:r>
              <a:rPr lang="zh-CN" altLang="en-US" sz="2000" b="1" dirty="0">
                <a:solidFill>
                  <a:srgbClr val="002060"/>
                </a:solidFill>
                <a:latin typeface="+mn-lt"/>
                <a:ea typeface="楷体" pitchFamily="49" charset="-122"/>
              </a:rPr>
              <a:t>位）的内存单元。</a:t>
            </a:r>
          </a:p>
        </p:txBody>
      </p:sp>
      <p:grpSp>
        <p:nvGrpSpPr>
          <p:cNvPr id="781382" name="Group 70"/>
          <p:cNvGrpSpPr>
            <a:grpSpLocks/>
          </p:cNvGrpSpPr>
          <p:nvPr/>
        </p:nvGrpSpPr>
        <p:grpSpPr bwMode="auto">
          <a:xfrm>
            <a:off x="7175423" y="919351"/>
            <a:ext cx="1038224" cy="1838325"/>
            <a:chOff x="1693" y="2347"/>
            <a:chExt cx="654" cy="1158"/>
          </a:xfrm>
        </p:grpSpPr>
        <p:sp>
          <p:nvSpPr>
            <p:cNvPr id="781383" name="Text Box 71"/>
            <p:cNvSpPr txBox="1">
              <a:spLocks noChangeArrowheads="1"/>
            </p:cNvSpPr>
            <p:nvPr/>
          </p:nvSpPr>
          <p:spPr bwMode="auto">
            <a:xfrm>
              <a:off x="1693" y="2347"/>
              <a:ext cx="635" cy="233"/>
            </a:xfrm>
            <a:prstGeom prst="rect">
              <a:avLst/>
            </a:prstGeom>
            <a:noFill/>
            <a:ln w="9525">
              <a:noFill/>
              <a:miter lim="800000"/>
              <a:headEnd/>
              <a:tailEnd/>
            </a:ln>
            <a:effectLst/>
          </p:spPr>
          <p:txBody>
            <a:bodyPr>
              <a:spAutoFit/>
            </a:bodyPr>
            <a:lstStyle/>
            <a:p>
              <a:pPr>
                <a:spcBef>
                  <a:spcPct val="50000"/>
                </a:spcBef>
              </a:pPr>
              <a:r>
                <a:rPr lang="zh-CN" altLang="en-US" sz="1800" b="1" dirty="0">
                  <a:latin typeface="楷体" pitchFamily="49" charset="-122"/>
                  <a:ea typeface="楷体" pitchFamily="49" charset="-122"/>
                </a:rPr>
                <a:t>低字节</a:t>
              </a:r>
            </a:p>
          </p:txBody>
        </p:sp>
        <p:sp>
          <p:nvSpPr>
            <p:cNvPr id="781384" name="Text Box 72"/>
            <p:cNvSpPr txBox="1">
              <a:spLocks noChangeArrowheads="1"/>
            </p:cNvSpPr>
            <p:nvPr/>
          </p:nvSpPr>
          <p:spPr bwMode="auto">
            <a:xfrm>
              <a:off x="1712" y="3272"/>
              <a:ext cx="635" cy="233"/>
            </a:xfrm>
            <a:prstGeom prst="rect">
              <a:avLst/>
            </a:prstGeom>
            <a:noFill/>
            <a:ln w="9525">
              <a:noFill/>
              <a:miter lim="800000"/>
              <a:headEnd/>
              <a:tailEnd/>
            </a:ln>
            <a:effectLst/>
          </p:spPr>
          <p:txBody>
            <a:bodyPr>
              <a:spAutoFit/>
            </a:bodyPr>
            <a:lstStyle/>
            <a:p>
              <a:pPr>
                <a:spcBef>
                  <a:spcPct val="50000"/>
                </a:spcBef>
              </a:pPr>
              <a:r>
                <a:rPr lang="zh-CN" altLang="en-US" sz="1800" b="1" dirty="0">
                  <a:latin typeface="楷体" pitchFamily="49" charset="-122"/>
                  <a:ea typeface="楷体" pitchFamily="49" charset="-122"/>
                </a:rPr>
                <a:t>高字节</a:t>
              </a:r>
            </a:p>
          </p:txBody>
        </p:sp>
      </p:grpSp>
      <p:graphicFrame>
        <p:nvGraphicFramePr>
          <p:cNvPr id="34" name="Group 66"/>
          <p:cNvGraphicFramePr>
            <a:graphicFrameLocks noGrp="1"/>
          </p:cNvGraphicFramePr>
          <p:nvPr>
            <p:extLst>
              <p:ext uri="{D42A27DB-BD31-4B8C-83A1-F6EECF244321}">
                <p14:modId xmlns:p14="http://schemas.microsoft.com/office/powerpoint/2010/main" val="2553104828"/>
              </p:ext>
            </p:extLst>
          </p:nvPr>
        </p:nvGraphicFramePr>
        <p:xfrm>
          <a:off x="8039471" y="919402"/>
          <a:ext cx="1787525" cy="1828800"/>
        </p:xfrm>
        <a:graphic>
          <a:graphicData uri="http://schemas.openxmlformats.org/drawingml/2006/table">
            <a:tbl>
              <a:tblPr/>
              <a:tblGrid>
                <a:gridCol w="1787525">
                  <a:extLst>
                    <a:ext uri="{9D8B030D-6E8A-4147-A177-3AD203B41FA5}">
                      <a16:colId xmlns:a16="http://schemas.microsoft.com/office/drawing/2014/main" val="20000"/>
                    </a:ext>
                  </a:extLst>
                </a:gridCol>
              </a:tblGrid>
              <a:tr h="39372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accent2"/>
                          </a:solidFill>
                          <a:effectLst>
                            <a:outerShdw blurRad="38100" dist="38100" dir="2700000" algn="tl">
                              <a:srgbClr val="000000"/>
                            </a:outerShdw>
                          </a:effectLst>
                          <a:latin typeface="Times New Roman" pitchFamily="18" charset="0"/>
                          <a:ea typeface="宋体" pitchFamily="2" charset="-122"/>
                        </a:rPr>
                        <a:t>11111110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39372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accent2"/>
                          </a:solidFill>
                          <a:effectLst>
                            <a:outerShdw blurRad="38100" dist="38100" dir="2700000" algn="tl">
                              <a:srgbClr val="000000"/>
                            </a:outerShdw>
                          </a:effectLst>
                          <a:latin typeface="Times New Roman" pitchFamily="18" charset="0"/>
                          <a:ea typeface="宋体" pitchFamily="2" charset="-122"/>
                        </a:rPr>
                        <a:t>11111111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1"/>
                  </a:ext>
                </a:extLst>
              </a:tr>
              <a:tr h="39372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accent2"/>
                          </a:solidFill>
                          <a:effectLst>
                            <a:outerShdw blurRad="38100" dist="38100" dir="2700000" algn="tl">
                              <a:srgbClr val="000000"/>
                            </a:outerShdw>
                          </a:effectLst>
                          <a:latin typeface="Times New Roman" pitchFamily="18" charset="0"/>
                          <a:ea typeface="宋体" pitchFamily="2" charset="-122"/>
                        </a:rPr>
                        <a:t>11111111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2"/>
                  </a:ext>
                </a:extLst>
              </a:tr>
              <a:tr h="39372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rgbClr val="FF3300"/>
                          </a:solidFill>
                          <a:effectLst>
                            <a:outerShdw blurRad="38100" dist="38100" dir="2700000" algn="tl">
                              <a:srgbClr val="000000"/>
                            </a:outerShdw>
                          </a:effectLst>
                          <a:latin typeface="Times New Roman" pitchFamily="18" charset="0"/>
                          <a:ea typeface="宋体" pitchFamily="2" charset="-122"/>
                        </a:rPr>
                        <a:t>1</a:t>
                      </a:r>
                      <a:r>
                        <a:rPr kumimoji="1" lang="en-US" altLang="zh-CN" sz="2400" b="1" i="0" u="none" strike="noStrike" cap="none" normalizeH="0" baseline="0" dirty="0">
                          <a:ln>
                            <a:noFill/>
                          </a:ln>
                          <a:solidFill>
                            <a:schemeClr val="accent2"/>
                          </a:solidFill>
                          <a:effectLst>
                            <a:outerShdw blurRad="38100" dist="38100" dir="2700000" algn="tl">
                              <a:srgbClr val="000000"/>
                            </a:outerShdw>
                          </a:effectLst>
                          <a:latin typeface="Times New Roman" pitchFamily="18" charset="0"/>
                          <a:ea typeface="宋体" pitchFamily="2" charset="-122"/>
                        </a:rPr>
                        <a:t>1111111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3"/>
                  </a:ext>
                </a:extLst>
              </a:tr>
            </a:tbl>
          </a:graphicData>
        </a:graphic>
      </p:graphicFrame>
      <p:grpSp>
        <p:nvGrpSpPr>
          <p:cNvPr id="781379" name="Group 67"/>
          <p:cNvGrpSpPr>
            <a:grpSpLocks/>
          </p:cNvGrpSpPr>
          <p:nvPr/>
        </p:nvGrpSpPr>
        <p:grpSpPr bwMode="auto">
          <a:xfrm>
            <a:off x="9983686" y="919353"/>
            <a:ext cx="1023938" cy="1884768"/>
            <a:chOff x="3646" y="2381"/>
            <a:chExt cx="645" cy="1186"/>
          </a:xfrm>
        </p:grpSpPr>
        <p:sp>
          <p:nvSpPr>
            <p:cNvPr id="781380" name="Text Box 68"/>
            <p:cNvSpPr txBox="1">
              <a:spLocks noChangeArrowheads="1"/>
            </p:cNvSpPr>
            <p:nvPr/>
          </p:nvSpPr>
          <p:spPr bwMode="auto">
            <a:xfrm>
              <a:off x="3646" y="2381"/>
              <a:ext cx="635" cy="233"/>
            </a:xfrm>
            <a:prstGeom prst="rect">
              <a:avLst/>
            </a:prstGeom>
            <a:noFill/>
            <a:ln w="9525">
              <a:noFill/>
              <a:miter lim="800000"/>
              <a:headEnd/>
              <a:tailEnd/>
            </a:ln>
            <a:effectLst/>
          </p:spPr>
          <p:txBody>
            <a:bodyPr>
              <a:spAutoFit/>
            </a:bodyPr>
            <a:lstStyle/>
            <a:p>
              <a:pPr>
                <a:spcBef>
                  <a:spcPct val="50000"/>
                </a:spcBef>
              </a:pPr>
              <a:r>
                <a:rPr lang="zh-CN" altLang="en-US" sz="1800" b="1" dirty="0">
                  <a:latin typeface="楷体" pitchFamily="49" charset="-122"/>
                  <a:ea typeface="楷体" pitchFamily="49" charset="-122"/>
                </a:rPr>
                <a:t>低地址</a:t>
              </a:r>
            </a:p>
          </p:txBody>
        </p:sp>
        <p:sp>
          <p:nvSpPr>
            <p:cNvPr id="781381" name="Text Box 69"/>
            <p:cNvSpPr txBox="1">
              <a:spLocks noChangeArrowheads="1"/>
            </p:cNvSpPr>
            <p:nvPr/>
          </p:nvSpPr>
          <p:spPr bwMode="auto">
            <a:xfrm>
              <a:off x="3656" y="3334"/>
              <a:ext cx="635" cy="233"/>
            </a:xfrm>
            <a:prstGeom prst="rect">
              <a:avLst/>
            </a:prstGeom>
            <a:noFill/>
            <a:ln w="9525">
              <a:noFill/>
              <a:miter lim="800000"/>
              <a:headEnd/>
              <a:tailEnd/>
            </a:ln>
            <a:effectLst/>
          </p:spPr>
          <p:txBody>
            <a:bodyPr>
              <a:spAutoFit/>
            </a:bodyPr>
            <a:lstStyle/>
            <a:p>
              <a:pPr>
                <a:spcBef>
                  <a:spcPct val="50000"/>
                </a:spcBef>
              </a:pPr>
              <a:r>
                <a:rPr lang="zh-CN" altLang="en-US" sz="1800" b="1" dirty="0">
                  <a:latin typeface="楷体" pitchFamily="49" charset="-122"/>
                  <a:ea typeface="楷体" pitchFamily="49" charset="-122"/>
                </a:rPr>
                <a:t>高地址</a:t>
              </a:r>
            </a:p>
          </p:txBody>
        </p:sp>
      </p:grpSp>
      <p:sp>
        <p:nvSpPr>
          <p:cNvPr id="781386" name="AutoShape 74"/>
          <p:cNvSpPr>
            <a:spLocks noChangeArrowheads="1"/>
          </p:cNvSpPr>
          <p:nvPr/>
        </p:nvSpPr>
        <p:spPr bwMode="auto">
          <a:xfrm>
            <a:off x="10703767" y="1207434"/>
            <a:ext cx="1512391" cy="1008063"/>
          </a:xfrm>
          <a:prstGeom prst="wedgeRoundRectCallout">
            <a:avLst>
              <a:gd name="adj1" fmla="val -124397"/>
              <a:gd name="adj2" fmla="val 52222"/>
              <a:gd name="adj3" fmla="val 16667"/>
            </a:avLst>
          </a:prstGeom>
          <a:gradFill flip="none" rotWithShape="1">
            <a:gsLst>
              <a:gs pos="0">
                <a:srgbClr val="CFCFD1"/>
              </a:gs>
              <a:gs pos="100000">
                <a:schemeClr val="bg1">
                  <a:lumMod val="95000"/>
                </a:schemeClr>
              </a:gs>
            </a:gsLst>
            <a:lin ang="2700000" scaled="1"/>
            <a:tileRect/>
          </a:gradFill>
          <a:ln w="9525">
            <a:solidFill>
              <a:schemeClr val="tx1"/>
            </a:solidFill>
            <a:miter lim="800000"/>
            <a:headEnd/>
            <a:tailEnd/>
          </a:ln>
          <a:effectLst>
            <a:outerShdw blurRad="50800" dist="106680" dir="2700000" algn="tl" rotWithShape="0">
              <a:prstClr val="black">
                <a:alpha val="43000"/>
              </a:prstClr>
            </a:outerShdw>
          </a:effectLst>
        </p:spPr>
        <p:txBody>
          <a:bodyPr/>
          <a:lstStyle/>
          <a:p>
            <a:pPr algn="ctr"/>
            <a:r>
              <a:rPr lang="zh-CN" altLang="en-US" sz="1800" b="1" dirty="0">
                <a:effectLst>
                  <a:outerShdw blurRad="38100" dist="38100" dir="2700000" algn="tl">
                    <a:srgbClr val="FFFFFF"/>
                  </a:outerShdw>
                </a:effectLst>
                <a:latin typeface="楷体" pitchFamily="49" charset="-122"/>
                <a:ea typeface="楷体" pitchFamily="49" charset="-122"/>
              </a:rPr>
              <a:t>变量</a:t>
            </a:r>
            <a:r>
              <a:rPr lang="en-US" altLang="zh-CN" sz="1800" b="1" dirty="0">
                <a:effectLst>
                  <a:outerShdw blurRad="38100" dist="38100" dir="2700000" algn="tl">
                    <a:srgbClr val="FFFFFF"/>
                  </a:outerShdw>
                </a:effectLst>
                <a:latin typeface="楷体" pitchFamily="49" charset="-122"/>
                <a:ea typeface="楷体" pitchFamily="49" charset="-122"/>
              </a:rPr>
              <a:t>a</a:t>
            </a:r>
            <a:r>
              <a:rPr lang="zh-CN" altLang="en-US" sz="1800" b="1" dirty="0">
                <a:effectLst>
                  <a:outerShdw blurRad="38100" dist="38100" dir="2700000" algn="tl">
                    <a:srgbClr val="FFFFFF"/>
                  </a:outerShdw>
                </a:effectLst>
                <a:latin typeface="楷体" pitchFamily="49" charset="-122"/>
                <a:ea typeface="楷体" pitchFamily="49" charset="-122"/>
              </a:rPr>
              <a:t>占用的内存单元</a:t>
            </a:r>
            <a:r>
              <a:rPr lang="en-US" altLang="zh-CN" sz="1800" b="1" dirty="0">
                <a:effectLst>
                  <a:outerShdw blurRad="38100" dist="38100" dir="2700000" algn="tl">
                    <a:srgbClr val="FFFFFF"/>
                  </a:outerShdw>
                </a:effectLst>
                <a:latin typeface="楷体" pitchFamily="49" charset="-122"/>
                <a:ea typeface="楷体" pitchFamily="49" charset="-122"/>
              </a:rPr>
              <a:t>(4</a:t>
            </a:r>
            <a:r>
              <a:rPr lang="zh-CN" altLang="en-US" sz="1800" b="1" dirty="0">
                <a:effectLst>
                  <a:outerShdw blurRad="38100" dist="38100" dir="2700000" algn="tl">
                    <a:srgbClr val="FFFFFF"/>
                  </a:outerShdw>
                </a:effectLst>
                <a:latin typeface="楷体" pitchFamily="49" charset="-122"/>
                <a:ea typeface="楷体" pitchFamily="49" charset="-122"/>
              </a:rPr>
              <a:t>字节</a:t>
            </a:r>
            <a:r>
              <a:rPr lang="en-US" altLang="zh-CN" sz="1800" b="1" dirty="0">
                <a:effectLst>
                  <a:outerShdw blurRad="38100" dist="38100" dir="2700000" algn="tl">
                    <a:srgbClr val="FFFFFF"/>
                  </a:outerShdw>
                </a:effectLst>
                <a:latin typeface="楷体" pitchFamily="49" charset="-122"/>
                <a:ea typeface="楷体" pitchFamily="49" charset="-122"/>
              </a:rPr>
              <a:t>)</a:t>
            </a:r>
          </a:p>
        </p:txBody>
      </p:sp>
      <p:sp>
        <p:nvSpPr>
          <p:cNvPr id="781385" name="AutoShape 73"/>
          <p:cNvSpPr>
            <a:spLocks noChangeArrowheads="1"/>
          </p:cNvSpPr>
          <p:nvPr/>
        </p:nvSpPr>
        <p:spPr bwMode="auto">
          <a:xfrm>
            <a:off x="6245428" y="1570630"/>
            <a:ext cx="1368425" cy="503238"/>
          </a:xfrm>
          <a:prstGeom prst="wedgeRoundRectCallout">
            <a:avLst>
              <a:gd name="adj1" fmla="val 102373"/>
              <a:gd name="adj2" fmla="val 146881"/>
              <a:gd name="adj3" fmla="val 16667"/>
            </a:avLst>
          </a:prstGeom>
          <a:gradFill flip="none" rotWithShape="1">
            <a:gsLst>
              <a:gs pos="0">
                <a:srgbClr val="F0E5B7"/>
              </a:gs>
              <a:gs pos="50000">
                <a:srgbClr val="D1CC00">
                  <a:tint val="44500"/>
                  <a:satMod val="160000"/>
                </a:srgbClr>
              </a:gs>
              <a:gs pos="100000">
                <a:srgbClr val="D1CC00">
                  <a:tint val="23500"/>
                  <a:satMod val="160000"/>
                </a:srgbClr>
              </a:gs>
            </a:gsLst>
            <a:lin ang="2700000" scaled="1"/>
            <a:tileRect/>
          </a:gradFill>
          <a:ln w="9525">
            <a:solidFill>
              <a:schemeClr val="tx1"/>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dirty="0">
                <a:solidFill>
                  <a:srgbClr val="C01920"/>
                </a:solidFill>
                <a:latin typeface="楷体" pitchFamily="49" charset="-122"/>
                <a:ea typeface="楷体" pitchFamily="49" charset="-122"/>
              </a:rPr>
              <a:t>符号位</a:t>
            </a:r>
          </a:p>
        </p:txBody>
      </p:sp>
      <p:sp>
        <p:nvSpPr>
          <p:cNvPr id="33" name="Rectangle 5">
            <a:extLst>
              <a:ext uri="{FF2B5EF4-FFF2-40B4-BE49-F238E27FC236}">
                <a16:creationId xmlns:a16="http://schemas.microsoft.com/office/drawing/2014/main" id="{3A423BB9-4444-445B-B0B2-81A14290A6E4}"/>
              </a:ext>
            </a:extLst>
          </p:cNvPr>
          <p:cNvSpPr>
            <a:spLocks noChangeArrowheads="1"/>
          </p:cNvSpPr>
          <p:nvPr/>
        </p:nvSpPr>
        <p:spPr bwMode="auto">
          <a:xfrm>
            <a:off x="762764" y="856064"/>
            <a:ext cx="2452916" cy="584775"/>
          </a:xfrm>
          <a:prstGeom prst="rect">
            <a:avLst/>
          </a:prstGeom>
          <a:noFill/>
          <a:ln w="9525">
            <a:noFill/>
            <a:miter lim="800000"/>
            <a:headEnd/>
            <a:tailEnd/>
          </a:ln>
          <a:effectLst/>
        </p:spPr>
        <p:txBody>
          <a:bodyPr wrap="none" anchor="ctr">
            <a:spAutoFit/>
          </a:bodyPr>
          <a:lstStyle/>
          <a:p>
            <a:r>
              <a:rPr lang="en-US" altLang="zh-CN" sz="3200" b="1" dirty="0">
                <a:solidFill>
                  <a:srgbClr val="C01920"/>
                </a:solidFill>
                <a:latin typeface="楷体" panose="02010609060101010101" pitchFamily="49" charset="-122"/>
                <a:ea typeface="楷体" panose="02010609060101010101" pitchFamily="49" charset="-122"/>
              </a:rPr>
              <a:t>3. </a:t>
            </a:r>
            <a:r>
              <a:rPr lang="zh-CN" altLang="en-US" sz="3200" b="1" dirty="0">
                <a:solidFill>
                  <a:srgbClr val="C01920"/>
                </a:solidFill>
                <a:latin typeface="楷体" panose="02010609060101010101" pitchFamily="49" charset="-122"/>
                <a:ea typeface="楷体" panose="02010609060101010101" pitchFamily="49" charset="-122"/>
              </a:rPr>
              <a:t>整型变量</a:t>
            </a:r>
          </a:p>
        </p:txBody>
      </p:sp>
      <p:sp>
        <p:nvSpPr>
          <p:cNvPr id="35" name="Rectangle 4">
            <a:extLst>
              <a:ext uri="{FF2B5EF4-FFF2-40B4-BE49-F238E27FC236}">
                <a16:creationId xmlns:a16="http://schemas.microsoft.com/office/drawing/2014/main" id="{54F3555A-4C1E-4FD6-B03F-27126B571907}"/>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简单数据类型与表示范围</a:t>
            </a:r>
          </a:p>
        </p:txBody>
      </p:sp>
      <p:sp>
        <p:nvSpPr>
          <p:cNvPr id="45" name="Rectangle 45">
            <a:extLst>
              <a:ext uri="{FF2B5EF4-FFF2-40B4-BE49-F238E27FC236}">
                <a16:creationId xmlns:a16="http://schemas.microsoft.com/office/drawing/2014/main" id="{17689A60-B7B1-4006-B6E8-D1F593CBCEDE}"/>
              </a:ext>
            </a:extLst>
          </p:cNvPr>
          <p:cNvSpPr>
            <a:spLocks noChangeArrowheads="1"/>
          </p:cNvSpPr>
          <p:nvPr/>
        </p:nvSpPr>
        <p:spPr bwMode="auto">
          <a:xfrm>
            <a:off x="7181615" y="5989865"/>
            <a:ext cx="4339650" cy="369332"/>
          </a:xfrm>
          <a:prstGeom prst="rect">
            <a:avLst/>
          </a:prstGeom>
          <a:noFill/>
          <a:ln w="9525">
            <a:noFill/>
            <a:miter lim="800000"/>
            <a:headEnd/>
            <a:tailEnd/>
          </a:ln>
          <a:effectLst/>
        </p:spPr>
        <p:txBody>
          <a:bodyPr wrap="none" anchor="ctr">
            <a:spAutoFit/>
          </a:bodyPr>
          <a:lstStyle/>
          <a:p>
            <a:r>
              <a:rPr lang="zh-CN" altLang="en-US" sz="1800" b="1" dirty="0">
                <a:solidFill>
                  <a:srgbClr val="C01920"/>
                </a:solidFill>
                <a:latin typeface="楷体" pitchFamily="49" charset="-122"/>
                <a:ea typeface="楷体" pitchFamily="49" charset="-122"/>
              </a:rPr>
              <a:t>无符号整型变量在内存中的实际存放形式</a:t>
            </a:r>
            <a:endParaRPr lang="en-US" altLang="zh-CN" sz="1800" b="1" dirty="0">
              <a:solidFill>
                <a:srgbClr val="C01920"/>
              </a:solidFill>
              <a:latin typeface="楷体" pitchFamily="49" charset="-122"/>
              <a:ea typeface="楷体" pitchFamily="49" charset="-122"/>
            </a:endParaRPr>
          </a:p>
        </p:txBody>
      </p:sp>
      <p:grpSp>
        <p:nvGrpSpPr>
          <p:cNvPr id="46" name="Group 46">
            <a:extLst>
              <a:ext uri="{FF2B5EF4-FFF2-40B4-BE49-F238E27FC236}">
                <a16:creationId xmlns:a16="http://schemas.microsoft.com/office/drawing/2014/main" id="{143FC1FD-0A49-4BD1-A59B-EE18607F30CC}"/>
              </a:ext>
            </a:extLst>
          </p:cNvPr>
          <p:cNvGrpSpPr>
            <a:grpSpLocks/>
          </p:cNvGrpSpPr>
          <p:nvPr/>
        </p:nvGrpSpPr>
        <p:grpSpPr bwMode="auto">
          <a:xfrm>
            <a:off x="7274866" y="4098804"/>
            <a:ext cx="1063624" cy="1871663"/>
            <a:chOff x="1783" y="2199"/>
            <a:chExt cx="670" cy="1179"/>
          </a:xfrm>
        </p:grpSpPr>
        <p:sp>
          <p:nvSpPr>
            <p:cNvPr id="47" name="Text Box 47">
              <a:extLst>
                <a:ext uri="{FF2B5EF4-FFF2-40B4-BE49-F238E27FC236}">
                  <a16:creationId xmlns:a16="http://schemas.microsoft.com/office/drawing/2014/main" id="{BD4EE817-43BB-47E9-805A-13B795B894A6}"/>
                </a:ext>
              </a:extLst>
            </p:cNvPr>
            <p:cNvSpPr txBox="1">
              <a:spLocks noChangeArrowheads="1"/>
            </p:cNvSpPr>
            <p:nvPr/>
          </p:nvSpPr>
          <p:spPr bwMode="auto">
            <a:xfrm>
              <a:off x="1783" y="2199"/>
              <a:ext cx="635" cy="233"/>
            </a:xfrm>
            <a:prstGeom prst="rect">
              <a:avLst/>
            </a:prstGeom>
            <a:noFill/>
            <a:ln w="9525">
              <a:noFill/>
              <a:miter lim="800000"/>
              <a:headEnd/>
              <a:tailEnd/>
            </a:ln>
            <a:effectLst/>
          </p:spPr>
          <p:txBody>
            <a:bodyPr>
              <a:spAutoFit/>
            </a:bodyPr>
            <a:lstStyle/>
            <a:p>
              <a:pPr>
                <a:spcBef>
                  <a:spcPct val="50000"/>
                </a:spcBef>
              </a:pPr>
              <a:r>
                <a:rPr lang="zh-CN" altLang="en-US" sz="1800" b="1" dirty="0">
                  <a:latin typeface="楷体" pitchFamily="49" charset="-122"/>
                  <a:ea typeface="楷体" pitchFamily="49" charset="-122"/>
                </a:rPr>
                <a:t>低字节</a:t>
              </a:r>
            </a:p>
          </p:txBody>
        </p:sp>
        <p:sp>
          <p:nvSpPr>
            <p:cNvPr id="48" name="Text Box 48">
              <a:extLst>
                <a:ext uri="{FF2B5EF4-FFF2-40B4-BE49-F238E27FC236}">
                  <a16:creationId xmlns:a16="http://schemas.microsoft.com/office/drawing/2014/main" id="{16C82774-9A3C-4139-BA71-0362C54B0266}"/>
                </a:ext>
              </a:extLst>
            </p:cNvPr>
            <p:cNvSpPr txBox="1">
              <a:spLocks noChangeArrowheads="1"/>
            </p:cNvSpPr>
            <p:nvPr/>
          </p:nvSpPr>
          <p:spPr bwMode="auto">
            <a:xfrm>
              <a:off x="1818" y="3145"/>
              <a:ext cx="635" cy="233"/>
            </a:xfrm>
            <a:prstGeom prst="rect">
              <a:avLst/>
            </a:prstGeom>
            <a:noFill/>
            <a:ln w="9525">
              <a:noFill/>
              <a:miter lim="800000"/>
              <a:headEnd/>
              <a:tailEnd/>
            </a:ln>
            <a:effectLst/>
          </p:spPr>
          <p:txBody>
            <a:bodyPr>
              <a:spAutoFit/>
            </a:bodyPr>
            <a:lstStyle/>
            <a:p>
              <a:pPr>
                <a:spcBef>
                  <a:spcPct val="50000"/>
                </a:spcBef>
              </a:pPr>
              <a:r>
                <a:rPr lang="zh-CN" altLang="en-US" sz="1800" b="1" dirty="0">
                  <a:latin typeface="楷体" pitchFamily="49" charset="-122"/>
                  <a:ea typeface="楷体" pitchFamily="49" charset="-122"/>
                </a:rPr>
                <a:t>高字节</a:t>
              </a:r>
            </a:p>
          </p:txBody>
        </p:sp>
      </p:grpSp>
      <p:grpSp>
        <p:nvGrpSpPr>
          <p:cNvPr id="49" name="Group 49">
            <a:extLst>
              <a:ext uri="{FF2B5EF4-FFF2-40B4-BE49-F238E27FC236}">
                <a16:creationId xmlns:a16="http://schemas.microsoft.com/office/drawing/2014/main" id="{EEF4E8B7-5263-478D-A2DA-2CF6388BB7F7}"/>
              </a:ext>
            </a:extLst>
          </p:cNvPr>
          <p:cNvGrpSpPr>
            <a:grpSpLocks/>
          </p:cNvGrpSpPr>
          <p:nvPr/>
        </p:nvGrpSpPr>
        <p:grpSpPr bwMode="auto">
          <a:xfrm>
            <a:off x="10214916" y="4117858"/>
            <a:ext cx="1017588" cy="1757363"/>
            <a:chOff x="3600" y="2237"/>
            <a:chExt cx="641" cy="1107"/>
          </a:xfrm>
        </p:grpSpPr>
        <p:sp>
          <p:nvSpPr>
            <p:cNvPr id="50" name="Text Box 50">
              <a:extLst>
                <a:ext uri="{FF2B5EF4-FFF2-40B4-BE49-F238E27FC236}">
                  <a16:creationId xmlns:a16="http://schemas.microsoft.com/office/drawing/2014/main" id="{D8FAD1BF-1855-41B6-8978-49B6F630985C}"/>
                </a:ext>
              </a:extLst>
            </p:cNvPr>
            <p:cNvSpPr txBox="1">
              <a:spLocks noChangeArrowheads="1"/>
            </p:cNvSpPr>
            <p:nvPr/>
          </p:nvSpPr>
          <p:spPr bwMode="auto">
            <a:xfrm>
              <a:off x="3600" y="2237"/>
              <a:ext cx="635" cy="233"/>
            </a:xfrm>
            <a:prstGeom prst="rect">
              <a:avLst/>
            </a:prstGeom>
            <a:noFill/>
            <a:ln w="9525">
              <a:noFill/>
              <a:miter lim="800000"/>
              <a:headEnd/>
              <a:tailEnd/>
            </a:ln>
            <a:effectLst/>
          </p:spPr>
          <p:txBody>
            <a:bodyPr>
              <a:spAutoFit/>
            </a:bodyPr>
            <a:lstStyle/>
            <a:p>
              <a:pPr>
                <a:spcBef>
                  <a:spcPct val="50000"/>
                </a:spcBef>
              </a:pPr>
              <a:r>
                <a:rPr lang="zh-CN" altLang="en-US" sz="1800" b="1" dirty="0">
                  <a:latin typeface="楷体" pitchFamily="49" charset="-122"/>
                  <a:ea typeface="楷体" pitchFamily="49" charset="-122"/>
                </a:rPr>
                <a:t>低地址</a:t>
              </a:r>
            </a:p>
          </p:txBody>
        </p:sp>
        <p:sp>
          <p:nvSpPr>
            <p:cNvPr id="51" name="Text Box 51">
              <a:extLst>
                <a:ext uri="{FF2B5EF4-FFF2-40B4-BE49-F238E27FC236}">
                  <a16:creationId xmlns:a16="http://schemas.microsoft.com/office/drawing/2014/main" id="{CCFE1C04-E547-47AF-B08B-593331C80882}"/>
                </a:ext>
              </a:extLst>
            </p:cNvPr>
            <p:cNvSpPr txBox="1">
              <a:spLocks noChangeArrowheads="1"/>
            </p:cNvSpPr>
            <p:nvPr/>
          </p:nvSpPr>
          <p:spPr bwMode="auto">
            <a:xfrm>
              <a:off x="3606" y="3111"/>
              <a:ext cx="635" cy="233"/>
            </a:xfrm>
            <a:prstGeom prst="rect">
              <a:avLst/>
            </a:prstGeom>
            <a:noFill/>
            <a:ln w="9525">
              <a:noFill/>
              <a:miter lim="800000"/>
              <a:headEnd/>
              <a:tailEnd/>
            </a:ln>
            <a:effectLst/>
          </p:spPr>
          <p:txBody>
            <a:bodyPr>
              <a:spAutoFit/>
            </a:bodyPr>
            <a:lstStyle/>
            <a:p>
              <a:pPr>
                <a:spcBef>
                  <a:spcPct val="50000"/>
                </a:spcBef>
              </a:pPr>
              <a:r>
                <a:rPr lang="zh-CN" altLang="en-US" sz="1800" b="1" dirty="0">
                  <a:latin typeface="楷体" pitchFamily="49" charset="-122"/>
                  <a:ea typeface="楷体" pitchFamily="49" charset="-122"/>
                </a:rPr>
                <a:t>高地址</a:t>
              </a:r>
            </a:p>
          </p:txBody>
        </p:sp>
      </p:grpSp>
      <p:sp>
        <p:nvSpPr>
          <p:cNvPr id="52" name="Line 52">
            <a:extLst>
              <a:ext uri="{FF2B5EF4-FFF2-40B4-BE49-F238E27FC236}">
                <a16:creationId xmlns:a16="http://schemas.microsoft.com/office/drawing/2014/main" id="{54F5C046-2097-4004-AC98-FC1C6505366F}"/>
              </a:ext>
            </a:extLst>
          </p:cNvPr>
          <p:cNvSpPr>
            <a:spLocks noChangeShapeType="1"/>
          </p:cNvSpPr>
          <p:nvPr/>
        </p:nvSpPr>
        <p:spPr bwMode="auto">
          <a:xfrm>
            <a:off x="10151416" y="4117657"/>
            <a:ext cx="0" cy="1872208"/>
          </a:xfrm>
          <a:prstGeom prst="line">
            <a:avLst/>
          </a:prstGeom>
          <a:noFill/>
          <a:ln w="28575">
            <a:solidFill>
              <a:srgbClr val="FF0000"/>
            </a:solidFill>
            <a:round/>
            <a:headEnd/>
            <a:tailEnd type="stealth" w="lg" len="lg"/>
          </a:ln>
          <a:effectLst>
            <a:outerShdw blurRad="50800" dist="38100" dir="2700000" algn="tl" rotWithShape="0">
              <a:prstClr val="black">
                <a:alpha val="40000"/>
              </a:prstClr>
            </a:outerShdw>
          </a:effectLst>
        </p:spPr>
        <p:txBody>
          <a:bodyPr/>
          <a:lstStyle/>
          <a:p>
            <a:endParaRPr lang="zh-CN" altLang="en-US"/>
          </a:p>
        </p:txBody>
      </p:sp>
      <p:graphicFrame>
        <p:nvGraphicFramePr>
          <p:cNvPr id="54" name="Group 66">
            <a:extLst>
              <a:ext uri="{FF2B5EF4-FFF2-40B4-BE49-F238E27FC236}">
                <a16:creationId xmlns:a16="http://schemas.microsoft.com/office/drawing/2014/main" id="{37060FE2-06E6-4A61-9E02-57BB241054F7}"/>
              </a:ext>
            </a:extLst>
          </p:cNvPr>
          <p:cNvGraphicFramePr>
            <a:graphicFrameLocks noGrp="1"/>
          </p:cNvGraphicFramePr>
          <p:nvPr>
            <p:extLst>
              <p:ext uri="{D42A27DB-BD31-4B8C-83A1-F6EECF244321}">
                <p14:modId xmlns:p14="http://schemas.microsoft.com/office/powerpoint/2010/main" val="745733285"/>
              </p:ext>
            </p:extLst>
          </p:nvPr>
        </p:nvGraphicFramePr>
        <p:xfrm>
          <a:off x="8199313" y="4072165"/>
          <a:ext cx="1787525" cy="1917701"/>
        </p:xfrm>
        <a:graphic>
          <a:graphicData uri="http://schemas.openxmlformats.org/drawingml/2006/table">
            <a:tbl>
              <a:tblPr>
                <a:effectLst>
                  <a:outerShdw blurRad="50800" dist="38100" dir="2700000" algn="tl" rotWithShape="0">
                    <a:prstClr val="black">
                      <a:alpha val="40000"/>
                    </a:prstClr>
                  </a:outerShdw>
                </a:effectLst>
              </a:tblPr>
              <a:tblGrid>
                <a:gridCol w="1787525">
                  <a:extLst>
                    <a:ext uri="{9D8B030D-6E8A-4147-A177-3AD203B41FA5}">
                      <a16:colId xmlns:a16="http://schemas.microsoft.com/office/drawing/2014/main" val="20000"/>
                    </a:ext>
                  </a:extLst>
                </a:gridCol>
              </a:tblGrid>
              <a:tr h="5016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accent2"/>
                          </a:solidFill>
                          <a:effectLst>
                            <a:outerShdw blurRad="38100" dist="38100" dir="2700000" algn="tl">
                              <a:srgbClr val="000000"/>
                            </a:outerShdw>
                          </a:effectLst>
                          <a:latin typeface="Times New Roman" pitchFamily="18" charset="0"/>
                          <a:ea typeface="宋体" pitchFamily="2" charset="-122"/>
                        </a:rPr>
                        <a:t>11111110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4730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accent2"/>
                          </a:solidFill>
                          <a:effectLst>
                            <a:outerShdw blurRad="38100" dist="38100" dir="2700000" algn="tl">
                              <a:srgbClr val="000000"/>
                            </a:outerShdw>
                          </a:effectLst>
                          <a:latin typeface="Times New Roman" pitchFamily="18" charset="0"/>
                          <a:ea typeface="宋体" pitchFamily="2" charset="-122"/>
                        </a:rPr>
                        <a:t>11111111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1"/>
                  </a:ext>
                </a:extLst>
              </a:tr>
              <a:tr h="471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accent2"/>
                          </a:solidFill>
                          <a:effectLst>
                            <a:outerShdw blurRad="38100" dist="38100" dir="2700000" algn="tl">
                              <a:srgbClr val="000000"/>
                            </a:outerShdw>
                          </a:effectLst>
                          <a:latin typeface="Times New Roman" pitchFamily="18" charset="0"/>
                          <a:ea typeface="宋体" pitchFamily="2" charset="-122"/>
                        </a:rPr>
                        <a:t>11111111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2"/>
                  </a:ext>
                </a:extLst>
              </a:tr>
              <a:tr h="471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rgbClr val="FF3300"/>
                          </a:solidFill>
                          <a:effectLst>
                            <a:outerShdw blurRad="38100" dist="38100" dir="2700000" algn="tl">
                              <a:srgbClr val="000000"/>
                            </a:outerShdw>
                          </a:effectLst>
                          <a:latin typeface="Times New Roman" pitchFamily="18" charset="0"/>
                          <a:ea typeface="宋体" pitchFamily="2" charset="-122"/>
                        </a:rPr>
                        <a:t>1</a:t>
                      </a:r>
                      <a:r>
                        <a:rPr kumimoji="1" lang="en-US" altLang="zh-CN" sz="2400" b="1" i="0" u="none" strike="noStrike" cap="none" normalizeH="0" baseline="0" dirty="0">
                          <a:ln>
                            <a:noFill/>
                          </a:ln>
                          <a:solidFill>
                            <a:schemeClr val="accent2"/>
                          </a:solidFill>
                          <a:effectLst>
                            <a:outerShdw blurRad="38100" dist="38100" dir="2700000" algn="tl">
                              <a:srgbClr val="000000"/>
                            </a:outerShdw>
                          </a:effectLst>
                          <a:latin typeface="Times New Roman" pitchFamily="18" charset="0"/>
                          <a:ea typeface="宋体" pitchFamily="2" charset="-122"/>
                        </a:rPr>
                        <a:t>1111111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3"/>
                  </a:ext>
                </a:extLst>
              </a:tr>
            </a:tbl>
          </a:graphicData>
        </a:graphic>
      </p:graphicFrame>
      <p:sp>
        <p:nvSpPr>
          <p:cNvPr id="55" name="AutoShape 53">
            <a:extLst>
              <a:ext uri="{FF2B5EF4-FFF2-40B4-BE49-F238E27FC236}">
                <a16:creationId xmlns:a16="http://schemas.microsoft.com/office/drawing/2014/main" id="{7A04D94B-479C-46B5-9C9B-91429795F9C3}"/>
              </a:ext>
            </a:extLst>
          </p:cNvPr>
          <p:cNvSpPr>
            <a:spLocks noChangeArrowheads="1"/>
          </p:cNvSpPr>
          <p:nvPr/>
        </p:nvSpPr>
        <p:spPr bwMode="auto">
          <a:xfrm>
            <a:off x="6176291" y="5150501"/>
            <a:ext cx="1368425" cy="503238"/>
          </a:xfrm>
          <a:prstGeom prst="wedgeRoundRectCallout">
            <a:avLst>
              <a:gd name="adj1" fmla="val 127166"/>
              <a:gd name="adj2" fmla="val 61450"/>
              <a:gd name="adj3" fmla="val 16667"/>
            </a:avLst>
          </a:prstGeom>
          <a:gradFill flip="none" rotWithShape="1">
            <a:gsLst>
              <a:gs pos="0">
                <a:srgbClr val="F0E5B7"/>
              </a:gs>
              <a:gs pos="50000">
                <a:srgbClr val="D1CC00">
                  <a:tint val="44500"/>
                  <a:satMod val="160000"/>
                </a:srgbClr>
              </a:gs>
              <a:gs pos="100000">
                <a:srgbClr val="D1CC00">
                  <a:tint val="23500"/>
                  <a:satMod val="160000"/>
                </a:srgbClr>
              </a:gs>
            </a:gsLst>
            <a:lin ang="2700000" scaled="1"/>
            <a:tileRect/>
          </a:gradFill>
          <a:ln w="9525">
            <a:solidFill>
              <a:schemeClr val="tx1"/>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dirty="0">
                <a:solidFill>
                  <a:srgbClr val="C01920"/>
                </a:solidFill>
                <a:latin typeface="楷体" pitchFamily="49" charset="-122"/>
                <a:ea typeface="楷体" pitchFamily="49" charset="-122"/>
              </a:rPr>
              <a:t>数据位</a:t>
            </a:r>
          </a:p>
        </p:txBody>
      </p:sp>
      <p:sp>
        <p:nvSpPr>
          <p:cNvPr id="56" name="AutoShape 57">
            <a:extLst>
              <a:ext uri="{FF2B5EF4-FFF2-40B4-BE49-F238E27FC236}">
                <a16:creationId xmlns:a16="http://schemas.microsoft.com/office/drawing/2014/main" id="{2213D3AA-F22A-45AA-9B15-429B428EE6A4}"/>
              </a:ext>
            </a:extLst>
          </p:cNvPr>
          <p:cNvSpPr>
            <a:spLocks noChangeArrowheads="1"/>
          </p:cNvSpPr>
          <p:nvPr/>
        </p:nvSpPr>
        <p:spPr bwMode="auto">
          <a:xfrm>
            <a:off x="7778897" y="3284984"/>
            <a:ext cx="3312368" cy="503238"/>
          </a:xfrm>
          <a:prstGeom prst="wedgeRoundRectCallout">
            <a:avLst>
              <a:gd name="adj1" fmla="val -10359"/>
              <a:gd name="adj2" fmla="val 110303"/>
              <a:gd name="adj3" fmla="val 16667"/>
            </a:avLst>
          </a:prstGeom>
          <a:gradFill flip="none" rotWithShape="1">
            <a:gsLst>
              <a:gs pos="0">
                <a:srgbClr val="BEDFC4"/>
              </a:gs>
              <a:gs pos="50000">
                <a:srgbClr val="BEDFC4"/>
              </a:gs>
              <a:gs pos="100000">
                <a:srgbClr val="00FF00">
                  <a:tint val="23500"/>
                  <a:satMod val="160000"/>
                </a:srgbClr>
              </a:gs>
            </a:gsLst>
            <a:lin ang="2700000" scaled="1"/>
            <a:tileRect/>
          </a:gradFill>
          <a:ln w="9525">
            <a:solidFill>
              <a:schemeClr val="tx1"/>
            </a:solidFill>
            <a:miter lim="800000"/>
            <a:headEnd/>
            <a:tailEnd/>
          </a:ln>
          <a:effectLst>
            <a:outerShdw blurRad="50800" dist="106680" dir="2700000" algn="tl" rotWithShape="0">
              <a:prstClr val="black">
                <a:alpha val="43000"/>
              </a:prstClr>
            </a:outerShdw>
          </a:effectLst>
        </p:spPr>
        <p:txBody>
          <a:bodyPr/>
          <a:lstStyle/>
          <a:p>
            <a:pPr algn="ctr"/>
            <a:r>
              <a:rPr lang="zh-CN" altLang="en-US" b="1" dirty="0">
                <a:solidFill>
                  <a:srgbClr val="C01920"/>
                </a:solidFill>
                <a:latin typeface="+mn-lt"/>
                <a:ea typeface="楷体" pitchFamily="49" charset="-122"/>
              </a:rPr>
              <a:t>其值为：</a:t>
            </a:r>
            <a:r>
              <a:rPr lang="en-US" altLang="zh-CN" b="1" dirty="0">
                <a:solidFill>
                  <a:srgbClr val="C01920"/>
                </a:solidFill>
                <a:latin typeface="+mn-lt"/>
                <a:ea typeface="楷体" pitchFamily="49" charset="-122"/>
              </a:rPr>
              <a:t>4294967294 !</a:t>
            </a:r>
          </a:p>
        </p:txBody>
      </p:sp>
      <p:sp>
        <p:nvSpPr>
          <p:cNvPr id="57" name="AutoShape 54">
            <a:extLst>
              <a:ext uri="{FF2B5EF4-FFF2-40B4-BE49-F238E27FC236}">
                <a16:creationId xmlns:a16="http://schemas.microsoft.com/office/drawing/2014/main" id="{368D9654-1317-4C85-A7DE-AC2CDF3B0111}"/>
              </a:ext>
            </a:extLst>
          </p:cNvPr>
          <p:cNvSpPr>
            <a:spLocks noChangeArrowheads="1"/>
          </p:cNvSpPr>
          <p:nvPr/>
        </p:nvSpPr>
        <p:spPr bwMode="auto">
          <a:xfrm>
            <a:off x="10641435" y="4439949"/>
            <a:ext cx="1458738" cy="1008062"/>
          </a:xfrm>
          <a:prstGeom prst="wedgeRoundRectCallout">
            <a:avLst>
              <a:gd name="adj1" fmla="val -117746"/>
              <a:gd name="adj2" fmla="val 30308"/>
              <a:gd name="adj3" fmla="val 16667"/>
            </a:avLst>
          </a:prstGeom>
          <a:gradFill flip="none" rotWithShape="1">
            <a:gsLst>
              <a:gs pos="0">
                <a:srgbClr val="CFCFD1"/>
              </a:gs>
              <a:gs pos="100000">
                <a:schemeClr val="bg1">
                  <a:lumMod val="95000"/>
                </a:schemeClr>
              </a:gs>
            </a:gsLst>
            <a:lin ang="2700000" scaled="1"/>
            <a:tileRect/>
          </a:gradFill>
          <a:ln w="9525">
            <a:solidFill>
              <a:schemeClr val="tx1"/>
            </a:solidFill>
            <a:miter lim="800000"/>
            <a:headEnd/>
            <a:tailEnd/>
          </a:ln>
          <a:effectLst>
            <a:outerShdw blurRad="50800" dist="106680" dir="2700000" algn="tl" rotWithShape="0">
              <a:prstClr val="black">
                <a:alpha val="43000"/>
              </a:prstClr>
            </a:outerShdw>
          </a:effectLst>
        </p:spPr>
        <p:txBody>
          <a:bodyPr/>
          <a:lstStyle/>
          <a:p>
            <a:pPr algn="ctr"/>
            <a:r>
              <a:rPr lang="zh-CN" altLang="en-US" sz="1800" b="1" dirty="0">
                <a:effectLst>
                  <a:outerShdw blurRad="38100" dist="38100" dir="2700000" algn="tl">
                    <a:srgbClr val="FFFFFF"/>
                  </a:outerShdw>
                </a:effectLst>
                <a:latin typeface="楷体" pitchFamily="49" charset="-122"/>
                <a:ea typeface="楷体" pitchFamily="49" charset="-122"/>
              </a:rPr>
              <a:t>变量</a:t>
            </a:r>
            <a:r>
              <a:rPr lang="en-US" altLang="zh-CN" sz="1800" b="1" dirty="0">
                <a:effectLst>
                  <a:outerShdw blurRad="38100" dist="38100" dir="2700000" algn="tl">
                    <a:srgbClr val="FFFFFF"/>
                  </a:outerShdw>
                </a:effectLst>
                <a:latin typeface="楷体" pitchFamily="49" charset="-122"/>
                <a:ea typeface="楷体" pitchFamily="49" charset="-122"/>
              </a:rPr>
              <a:t>a</a:t>
            </a:r>
            <a:r>
              <a:rPr lang="zh-CN" altLang="en-US" sz="1800" b="1" dirty="0">
                <a:effectLst>
                  <a:outerShdw blurRad="38100" dist="38100" dir="2700000" algn="tl">
                    <a:srgbClr val="FFFFFF"/>
                  </a:outerShdw>
                </a:effectLst>
                <a:latin typeface="楷体" pitchFamily="49" charset="-122"/>
                <a:ea typeface="楷体" pitchFamily="49" charset="-122"/>
              </a:rPr>
              <a:t>占用的内存单元</a:t>
            </a:r>
            <a:r>
              <a:rPr lang="en-US" altLang="zh-CN" sz="1800" b="1" dirty="0">
                <a:effectLst>
                  <a:outerShdw blurRad="38100" dist="38100" dir="2700000" algn="tl">
                    <a:srgbClr val="FFFFFF"/>
                  </a:outerShdw>
                </a:effectLst>
                <a:latin typeface="楷体" pitchFamily="49" charset="-122"/>
                <a:ea typeface="楷体" pitchFamily="49" charset="-122"/>
              </a:rPr>
              <a:t>(4</a:t>
            </a:r>
            <a:r>
              <a:rPr lang="zh-CN" altLang="en-US" sz="1800" b="1" dirty="0">
                <a:effectLst>
                  <a:outerShdw blurRad="38100" dist="38100" dir="2700000" algn="tl">
                    <a:srgbClr val="FFFFFF"/>
                  </a:outerShdw>
                </a:effectLst>
                <a:latin typeface="楷体" pitchFamily="49" charset="-122"/>
                <a:ea typeface="楷体" pitchFamily="49" charset="-122"/>
              </a:rPr>
              <a:t>字节</a:t>
            </a:r>
            <a:r>
              <a:rPr lang="en-US" altLang="zh-CN" sz="1800" b="1" dirty="0">
                <a:effectLst>
                  <a:outerShdw blurRad="38100" dist="38100" dir="2700000" algn="tl">
                    <a:srgbClr val="FFFFFF"/>
                  </a:outerShdw>
                </a:effectLst>
                <a:latin typeface="楷体" pitchFamily="49" charset="-122"/>
                <a:ea typeface="楷体" pitchFamily="49" charset="-122"/>
              </a:rPr>
              <a:t>)</a:t>
            </a:r>
          </a:p>
        </p:txBody>
      </p:sp>
      <p:sp>
        <p:nvSpPr>
          <p:cNvPr id="53" name="AutoShape 56">
            <a:extLst>
              <a:ext uri="{FF2B5EF4-FFF2-40B4-BE49-F238E27FC236}">
                <a16:creationId xmlns:a16="http://schemas.microsoft.com/office/drawing/2014/main" id="{3CA7FCE6-85A1-49D3-9AEF-6EB5558593DC}"/>
              </a:ext>
            </a:extLst>
          </p:cNvPr>
          <p:cNvSpPr>
            <a:spLocks noChangeArrowheads="1"/>
          </p:cNvSpPr>
          <p:nvPr/>
        </p:nvSpPr>
        <p:spPr bwMode="auto">
          <a:xfrm rot="15619090" flipH="1">
            <a:off x="5593454" y="5636119"/>
            <a:ext cx="731634" cy="1657350"/>
          </a:xfrm>
          <a:prstGeom prst="curvedLeftArrow">
            <a:avLst>
              <a:gd name="adj1" fmla="val 28800"/>
              <a:gd name="adj2" fmla="val 57600"/>
              <a:gd name="adj3" fmla="val 33333"/>
            </a:avLst>
          </a:prstGeom>
          <a:solidFill>
            <a:srgbClr val="FFCC99"/>
          </a:solidFill>
          <a:ln w="9525">
            <a:solidFill>
              <a:schemeClr val="tx1"/>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Tree>
    <p:extLst>
      <p:ext uri="{BB962C8B-B14F-4D97-AF65-F5344CB8AC3E}">
        <p14:creationId xmlns:p14="http://schemas.microsoft.com/office/powerpoint/2010/main" val="38817662"/>
      </p:ext>
    </p:extLst>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blinds(horizontal)">
                                      <p:cBhvr>
                                        <p:cTn id="7" dur="500"/>
                                        <p:tgtEl>
                                          <p:spTgt spid="33"/>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81368"/>
                                        </p:tgtEl>
                                        <p:attrNameLst>
                                          <p:attrName>style.visibility</p:attrName>
                                        </p:attrNameLst>
                                      </p:cBhvr>
                                      <p:to>
                                        <p:strVal val="visible"/>
                                      </p:to>
                                    </p:set>
                                    <p:animEffect transition="in" filter="box(in)">
                                      <p:cBhvr>
                                        <p:cTn id="12" dur="500"/>
                                        <p:tgtEl>
                                          <p:spTgt spid="781368"/>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781382"/>
                                        </p:tgtEl>
                                        <p:attrNameLst>
                                          <p:attrName>style.visibility</p:attrName>
                                        </p:attrNameLst>
                                      </p:cBhvr>
                                      <p:to>
                                        <p:strVal val="visible"/>
                                      </p:to>
                                    </p:set>
                                    <p:animEffect transition="in" filter="blinds(horizontal)">
                                      <p:cBhvr>
                                        <p:cTn id="16" dur="500"/>
                                        <p:tgtEl>
                                          <p:spTgt spid="781382"/>
                                        </p:tgtEl>
                                      </p:cBhvr>
                                    </p:animEffect>
                                  </p:childTnLst>
                                  <p:subTnLst>
                                    <p:audio>
                                      <p:cMediaNode>
                                        <p:cTn display="0" masterRel="sameClick">
                                          <p:stCondLst>
                                            <p:cond evt="begin" delay="0">
                                              <p:tn val="14"/>
                                            </p:cond>
                                          </p:stCondLst>
                                          <p:endCondLst>
                                            <p:cond evt="onStopAudio" delay="0">
                                              <p:tgtEl>
                                                <p:sldTgt/>
                                              </p:tgtEl>
                                            </p:cond>
                                          </p:endCondLst>
                                        </p:cTn>
                                        <p:tgtEl>
                                          <p:sndTgt r:embed="rId3" name="CAMERA.WAV"/>
                                        </p:tgtEl>
                                      </p:cMediaNode>
                                    </p:audio>
                                  </p:subTnLst>
                                </p:cTn>
                              </p:par>
                            </p:childTnLst>
                          </p:cTn>
                        </p:par>
                        <p:par>
                          <p:cTn id="17" fill="hold">
                            <p:stCondLst>
                              <p:cond delay="1000"/>
                            </p:stCondLst>
                            <p:childTnLst>
                              <p:par>
                                <p:cTn id="18" presetID="3" presetClass="entr" presetSubtype="10" fill="hold" nodeType="after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blinds(horizontal)">
                                      <p:cBhvr>
                                        <p:cTn id="20" dur="500"/>
                                        <p:tgtEl>
                                          <p:spTgt spid="34"/>
                                        </p:tgtEl>
                                      </p:cBhvr>
                                    </p:animEffect>
                                  </p:childTnLst>
                                  <p:subTnLst>
                                    <p:audio>
                                      <p:cMediaNode>
                                        <p:cTn display="0" masterRel="sameClick">
                                          <p:stCondLst>
                                            <p:cond evt="begin" delay="0">
                                              <p:tn val="18"/>
                                            </p:cond>
                                          </p:stCondLst>
                                          <p:endCondLst>
                                            <p:cond evt="onStopAudio" delay="0">
                                              <p:tgtEl>
                                                <p:sldTgt/>
                                              </p:tgtEl>
                                            </p:cond>
                                          </p:endCondLst>
                                        </p:cTn>
                                        <p:tgtEl>
                                          <p:sndTgt r:embed="rId4" name="chimes.wav"/>
                                        </p:tgtEl>
                                      </p:cMediaNode>
                                    </p:audio>
                                  </p:subTnLst>
                                </p:cTn>
                              </p:par>
                            </p:childTnLst>
                          </p:cTn>
                        </p:par>
                        <p:par>
                          <p:cTn id="21" fill="hold">
                            <p:stCondLst>
                              <p:cond delay="1500"/>
                            </p:stCondLst>
                            <p:childTnLst>
                              <p:par>
                                <p:cTn id="22" presetID="3" presetClass="entr" presetSubtype="10" fill="hold" nodeType="afterEffect">
                                  <p:stCondLst>
                                    <p:cond delay="0"/>
                                  </p:stCondLst>
                                  <p:childTnLst>
                                    <p:set>
                                      <p:cBhvr>
                                        <p:cTn id="23" dur="1" fill="hold">
                                          <p:stCondLst>
                                            <p:cond delay="0"/>
                                          </p:stCondLst>
                                        </p:cTn>
                                        <p:tgtEl>
                                          <p:spTgt spid="781379"/>
                                        </p:tgtEl>
                                        <p:attrNameLst>
                                          <p:attrName>style.visibility</p:attrName>
                                        </p:attrNameLst>
                                      </p:cBhvr>
                                      <p:to>
                                        <p:strVal val="visible"/>
                                      </p:to>
                                    </p:set>
                                    <p:animEffect transition="in" filter="blinds(horizontal)">
                                      <p:cBhvr>
                                        <p:cTn id="24" dur="500"/>
                                        <p:tgtEl>
                                          <p:spTgt spid="781379"/>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18" presetClass="entr" presetSubtype="12" fill="hold" grpId="0" nodeType="clickEffect">
                                  <p:stCondLst>
                                    <p:cond delay="0"/>
                                  </p:stCondLst>
                                  <p:childTnLst>
                                    <p:set>
                                      <p:cBhvr>
                                        <p:cTn id="28" dur="1" fill="hold">
                                          <p:stCondLst>
                                            <p:cond delay="0"/>
                                          </p:stCondLst>
                                        </p:cTn>
                                        <p:tgtEl>
                                          <p:spTgt spid="781378"/>
                                        </p:tgtEl>
                                        <p:attrNameLst>
                                          <p:attrName>style.visibility</p:attrName>
                                        </p:attrNameLst>
                                      </p:cBhvr>
                                      <p:to>
                                        <p:strVal val="visible"/>
                                      </p:to>
                                    </p:set>
                                    <p:animEffect transition="in" filter="strips(downLeft)">
                                      <p:cBhvr>
                                        <p:cTn id="29" dur="500"/>
                                        <p:tgtEl>
                                          <p:spTgt spid="781378"/>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par>
                          <p:cTn id="30" fill="hold">
                            <p:stCondLst>
                              <p:cond delay="500"/>
                            </p:stCondLst>
                            <p:childTnLst>
                              <p:par>
                                <p:cTn id="31" presetID="3" presetClass="entr" presetSubtype="10" fill="hold" grpId="0" nodeType="afterEffect">
                                  <p:stCondLst>
                                    <p:cond delay="0"/>
                                  </p:stCondLst>
                                  <p:childTnLst>
                                    <p:set>
                                      <p:cBhvr>
                                        <p:cTn id="32" dur="1" fill="hold">
                                          <p:stCondLst>
                                            <p:cond delay="0"/>
                                          </p:stCondLst>
                                        </p:cTn>
                                        <p:tgtEl>
                                          <p:spTgt spid="781387"/>
                                        </p:tgtEl>
                                        <p:attrNameLst>
                                          <p:attrName>style.visibility</p:attrName>
                                        </p:attrNameLst>
                                      </p:cBhvr>
                                      <p:to>
                                        <p:strVal val="visible"/>
                                      </p:to>
                                    </p:set>
                                    <p:animEffect transition="in" filter="blinds(horizontal)">
                                      <p:cBhvr>
                                        <p:cTn id="33" dur="500"/>
                                        <p:tgtEl>
                                          <p:spTgt spid="781387"/>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par>
                    <p:cTn id="34" fill="hold">
                      <p:stCondLst>
                        <p:cond delay="indefinite"/>
                      </p:stCondLst>
                      <p:childTnLst>
                        <p:par>
                          <p:cTn id="35" fill="hold">
                            <p:stCondLst>
                              <p:cond delay="0"/>
                            </p:stCondLst>
                            <p:childTnLst>
                              <p:par>
                                <p:cTn id="36" presetID="18" presetClass="entr" presetSubtype="12" fill="hold" grpId="0" nodeType="clickEffect">
                                  <p:stCondLst>
                                    <p:cond delay="0"/>
                                  </p:stCondLst>
                                  <p:childTnLst>
                                    <p:set>
                                      <p:cBhvr>
                                        <p:cTn id="37" dur="1" fill="hold">
                                          <p:stCondLst>
                                            <p:cond delay="0"/>
                                          </p:stCondLst>
                                        </p:cTn>
                                        <p:tgtEl>
                                          <p:spTgt spid="781385"/>
                                        </p:tgtEl>
                                        <p:attrNameLst>
                                          <p:attrName>style.visibility</p:attrName>
                                        </p:attrNameLst>
                                      </p:cBhvr>
                                      <p:to>
                                        <p:strVal val="visible"/>
                                      </p:to>
                                    </p:set>
                                    <p:animEffect transition="in" filter="strips(downLeft)">
                                      <p:cBhvr>
                                        <p:cTn id="38" dur="500"/>
                                        <p:tgtEl>
                                          <p:spTgt spid="781385"/>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childTnLst>
                    </p:cTn>
                  </p:par>
                  <p:par>
                    <p:cTn id="39" fill="hold">
                      <p:stCondLst>
                        <p:cond delay="indefinite"/>
                      </p:stCondLst>
                      <p:childTnLst>
                        <p:par>
                          <p:cTn id="40" fill="hold">
                            <p:stCondLst>
                              <p:cond delay="0"/>
                            </p:stCondLst>
                            <p:childTnLst>
                              <p:par>
                                <p:cTn id="41" presetID="18" presetClass="entr" presetSubtype="12" fill="hold" grpId="0" nodeType="clickEffect">
                                  <p:stCondLst>
                                    <p:cond delay="0"/>
                                  </p:stCondLst>
                                  <p:childTnLst>
                                    <p:set>
                                      <p:cBhvr>
                                        <p:cTn id="42" dur="1" fill="hold">
                                          <p:stCondLst>
                                            <p:cond delay="0"/>
                                          </p:stCondLst>
                                        </p:cTn>
                                        <p:tgtEl>
                                          <p:spTgt spid="781386"/>
                                        </p:tgtEl>
                                        <p:attrNameLst>
                                          <p:attrName>style.visibility</p:attrName>
                                        </p:attrNameLst>
                                      </p:cBhvr>
                                      <p:to>
                                        <p:strVal val="visible"/>
                                      </p:to>
                                    </p:set>
                                    <p:animEffect transition="in" filter="strips(downLeft)">
                                      <p:cBhvr>
                                        <p:cTn id="43" dur="500"/>
                                        <p:tgtEl>
                                          <p:spTgt spid="781386"/>
                                        </p:tgtEl>
                                      </p:cBhvr>
                                    </p:animEffect>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childTnLst>
                    </p:cTn>
                  </p:par>
                  <p:par>
                    <p:cTn id="44" fill="hold">
                      <p:stCondLst>
                        <p:cond delay="indefinite"/>
                      </p:stCondLst>
                      <p:childTnLst>
                        <p:par>
                          <p:cTn id="45" fill="hold">
                            <p:stCondLst>
                              <p:cond delay="0"/>
                            </p:stCondLst>
                            <p:childTnLst>
                              <p:par>
                                <p:cTn id="46" presetID="4" presetClass="entr" presetSubtype="16" fill="hold" grpId="0" nodeType="clickEffect">
                                  <p:stCondLst>
                                    <p:cond delay="0"/>
                                  </p:stCondLst>
                                  <p:childTnLst>
                                    <p:set>
                                      <p:cBhvr>
                                        <p:cTn id="47" dur="1" fill="hold">
                                          <p:stCondLst>
                                            <p:cond delay="0"/>
                                          </p:stCondLst>
                                        </p:cTn>
                                        <p:tgtEl>
                                          <p:spTgt spid="62"/>
                                        </p:tgtEl>
                                        <p:attrNameLst>
                                          <p:attrName>style.visibility</p:attrName>
                                        </p:attrNameLst>
                                      </p:cBhvr>
                                      <p:to>
                                        <p:strVal val="visible"/>
                                      </p:to>
                                    </p:set>
                                    <p:animEffect transition="in" filter="box(in)">
                                      <p:cBhvr>
                                        <p:cTn id="48" dur="500"/>
                                        <p:tgtEl>
                                          <p:spTgt spid="62"/>
                                        </p:tgtEl>
                                      </p:cBhvr>
                                    </p:animEffect>
                                  </p:childTnLst>
                                  <p:subTnLst>
                                    <p:audio>
                                      <p:cMediaNode>
                                        <p:cTn display="0" masterRel="sameClick">
                                          <p:stCondLst>
                                            <p:cond evt="begin" delay="0">
                                              <p:tn val="46"/>
                                            </p:cond>
                                          </p:stCondLst>
                                          <p:endCondLst>
                                            <p:cond evt="onStopAudio" delay="0">
                                              <p:tgtEl>
                                                <p:sldTgt/>
                                              </p:tgtEl>
                                            </p:cond>
                                          </p:endCondLst>
                                        </p:cTn>
                                        <p:tgtEl>
                                          <p:sndTgt r:embed="rId3" name="camera.wav"/>
                                        </p:tgtEl>
                                      </p:cMediaNode>
                                    </p:audio>
                                  </p:subTnLst>
                                </p:cTn>
                              </p:par>
                            </p:childTnLst>
                          </p:cTn>
                        </p:par>
                      </p:childTnLst>
                    </p:cTn>
                  </p:par>
                  <p:par>
                    <p:cTn id="49" fill="hold">
                      <p:stCondLst>
                        <p:cond delay="indefinite"/>
                      </p:stCondLst>
                      <p:childTnLst>
                        <p:par>
                          <p:cTn id="50" fill="hold">
                            <p:stCondLst>
                              <p:cond delay="0"/>
                            </p:stCondLst>
                            <p:childTnLst>
                              <p:par>
                                <p:cTn id="51" presetID="4" presetClass="entr" presetSubtype="32" fill="hold" grpId="0" nodeType="clickEffect">
                                  <p:stCondLst>
                                    <p:cond delay="0"/>
                                  </p:stCondLst>
                                  <p:childTnLst>
                                    <p:set>
                                      <p:cBhvr>
                                        <p:cTn id="52" dur="1" fill="hold">
                                          <p:stCondLst>
                                            <p:cond delay="0"/>
                                          </p:stCondLst>
                                        </p:cTn>
                                        <p:tgtEl>
                                          <p:spTgt spid="58"/>
                                        </p:tgtEl>
                                        <p:attrNameLst>
                                          <p:attrName>style.visibility</p:attrName>
                                        </p:attrNameLst>
                                      </p:cBhvr>
                                      <p:to>
                                        <p:strVal val="visible"/>
                                      </p:to>
                                    </p:set>
                                    <p:animEffect transition="in" filter="box(out)">
                                      <p:cBhvr>
                                        <p:cTn id="53" dur="500"/>
                                        <p:tgtEl>
                                          <p:spTgt spid="58"/>
                                        </p:tgtEl>
                                      </p:cBhvr>
                                    </p:animEffect>
                                  </p:childTnLst>
                                  <p:subTnLst>
                                    <p:audio>
                                      <p:cMediaNode>
                                        <p:cTn display="0" masterRel="sameClick">
                                          <p:stCondLst>
                                            <p:cond evt="begin" delay="0">
                                              <p:tn val="51"/>
                                            </p:cond>
                                          </p:stCondLst>
                                          <p:endCondLst>
                                            <p:cond evt="onStopAudio" delay="0">
                                              <p:tgtEl>
                                                <p:sldTgt/>
                                              </p:tgtEl>
                                            </p:cond>
                                          </p:endCondLst>
                                        </p:cTn>
                                        <p:tgtEl>
                                          <p:sndTgt r:embed="rId3" name="camera.wav"/>
                                        </p:tgtEl>
                                      </p:cMediaNode>
                                    </p:audio>
                                  </p:subTnLst>
                                </p:cTn>
                              </p:par>
                            </p:childTnLst>
                          </p:cTn>
                        </p:par>
                      </p:childTnLst>
                    </p:cTn>
                  </p:par>
                  <p:par>
                    <p:cTn id="54" fill="hold">
                      <p:stCondLst>
                        <p:cond delay="indefinite"/>
                      </p:stCondLst>
                      <p:childTnLst>
                        <p:par>
                          <p:cTn id="55" fill="hold">
                            <p:stCondLst>
                              <p:cond delay="0"/>
                            </p:stCondLst>
                            <p:childTnLst>
                              <p:par>
                                <p:cTn id="56" presetID="4" presetClass="entr" presetSubtype="32" fill="hold" grpId="0" nodeType="clickEffect">
                                  <p:stCondLst>
                                    <p:cond delay="0"/>
                                  </p:stCondLst>
                                  <p:childTnLst>
                                    <p:set>
                                      <p:cBhvr>
                                        <p:cTn id="57" dur="1" fill="hold">
                                          <p:stCondLst>
                                            <p:cond delay="0"/>
                                          </p:stCondLst>
                                        </p:cTn>
                                        <p:tgtEl>
                                          <p:spTgt spid="59"/>
                                        </p:tgtEl>
                                        <p:attrNameLst>
                                          <p:attrName>style.visibility</p:attrName>
                                        </p:attrNameLst>
                                      </p:cBhvr>
                                      <p:to>
                                        <p:strVal val="visible"/>
                                      </p:to>
                                    </p:set>
                                    <p:animEffect transition="in" filter="box(out)">
                                      <p:cBhvr>
                                        <p:cTn id="58" dur="500"/>
                                        <p:tgtEl>
                                          <p:spTgt spid="59"/>
                                        </p:tgtEl>
                                      </p:cBhvr>
                                    </p:animEffect>
                                  </p:childTnLst>
                                  <p:subTnLst>
                                    <p:audio>
                                      <p:cMediaNode>
                                        <p:cTn display="0" masterRel="sameClick">
                                          <p:stCondLst>
                                            <p:cond evt="begin" delay="0">
                                              <p:tn val="56"/>
                                            </p:cond>
                                          </p:stCondLst>
                                          <p:endCondLst>
                                            <p:cond evt="onStopAudio" delay="0">
                                              <p:tgtEl>
                                                <p:sldTgt/>
                                              </p:tgtEl>
                                            </p:cond>
                                          </p:endCondLst>
                                        </p:cTn>
                                        <p:tgtEl>
                                          <p:sndTgt r:embed="rId3" name="camera.wav"/>
                                        </p:tgtEl>
                                      </p:cMediaNode>
                                    </p:audio>
                                  </p:subTnLst>
                                </p:cTn>
                              </p:par>
                            </p:childTnLst>
                          </p:cTn>
                        </p:par>
                      </p:childTnLst>
                    </p:cTn>
                  </p:par>
                  <p:par>
                    <p:cTn id="59" fill="hold">
                      <p:stCondLst>
                        <p:cond delay="indefinite"/>
                      </p:stCondLst>
                      <p:childTnLst>
                        <p:par>
                          <p:cTn id="60" fill="hold">
                            <p:stCondLst>
                              <p:cond delay="0"/>
                            </p:stCondLst>
                            <p:childTnLst>
                              <p:par>
                                <p:cTn id="61" presetID="18" presetClass="entr" presetSubtype="12" fill="hold" grpId="0" nodeType="clickEffect">
                                  <p:stCondLst>
                                    <p:cond delay="0"/>
                                  </p:stCondLst>
                                  <p:childTnLst>
                                    <p:set>
                                      <p:cBhvr>
                                        <p:cTn id="62" dur="1" fill="hold">
                                          <p:stCondLst>
                                            <p:cond delay="0"/>
                                          </p:stCondLst>
                                        </p:cTn>
                                        <p:tgtEl>
                                          <p:spTgt spid="53"/>
                                        </p:tgtEl>
                                        <p:attrNameLst>
                                          <p:attrName>style.visibility</p:attrName>
                                        </p:attrNameLst>
                                      </p:cBhvr>
                                      <p:to>
                                        <p:strVal val="visible"/>
                                      </p:to>
                                    </p:set>
                                    <p:animEffect transition="in" filter="strips(downLeft)">
                                      <p:cBhvr>
                                        <p:cTn id="63" dur="500"/>
                                        <p:tgtEl>
                                          <p:spTgt spid="53"/>
                                        </p:tgtEl>
                                      </p:cBhvr>
                                    </p:animEffect>
                                  </p:childTnLst>
                                  <p:subTnLst>
                                    <p:audio>
                                      <p:cMediaNode>
                                        <p:cTn display="0" masterRel="sameClick">
                                          <p:stCondLst>
                                            <p:cond evt="begin" delay="0">
                                              <p:tn val="61"/>
                                            </p:cond>
                                          </p:stCondLst>
                                          <p:endCondLst>
                                            <p:cond evt="onStopAudio" delay="0">
                                              <p:tgtEl>
                                                <p:sldTgt/>
                                              </p:tgtEl>
                                            </p:cond>
                                          </p:endCondLst>
                                        </p:cTn>
                                        <p:tgtEl>
                                          <p:sndTgt r:embed="rId4" name="chimes.wav"/>
                                        </p:tgtEl>
                                      </p:cMediaNode>
                                    </p:audio>
                                  </p:subTnLst>
                                </p:cTn>
                              </p:par>
                            </p:childTnLst>
                          </p:cTn>
                        </p:par>
                        <p:par>
                          <p:cTn id="64" fill="hold">
                            <p:stCondLst>
                              <p:cond delay="500"/>
                            </p:stCondLst>
                            <p:childTnLst>
                              <p:par>
                                <p:cTn id="65" presetID="3" presetClass="entr" presetSubtype="10" fill="hold" grpId="0" nodeType="after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blinds(horizontal)">
                                      <p:cBhvr>
                                        <p:cTn id="67" dur="500"/>
                                        <p:tgtEl>
                                          <p:spTgt spid="45"/>
                                        </p:tgtEl>
                                      </p:cBhvr>
                                    </p:animEffect>
                                  </p:childTnLst>
                                  <p:subTnLst>
                                    <p:audio>
                                      <p:cMediaNode>
                                        <p:cTn display="0" masterRel="sameClick">
                                          <p:stCondLst>
                                            <p:cond evt="begin" delay="0">
                                              <p:tn val="65"/>
                                            </p:cond>
                                          </p:stCondLst>
                                          <p:endCondLst>
                                            <p:cond evt="onStopAudio" delay="0">
                                              <p:tgtEl>
                                                <p:sldTgt/>
                                              </p:tgtEl>
                                            </p:cond>
                                          </p:endCondLst>
                                        </p:cTn>
                                        <p:tgtEl>
                                          <p:sndTgt r:embed="rId3" name="CAMERA.WAV"/>
                                        </p:tgtEl>
                                      </p:cMediaNode>
                                    </p:audio>
                                  </p:subTnLst>
                                </p:cTn>
                              </p:par>
                            </p:childTnLst>
                          </p:cTn>
                        </p:par>
                        <p:par>
                          <p:cTn id="68" fill="hold">
                            <p:stCondLst>
                              <p:cond delay="1000"/>
                            </p:stCondLst>
                            <p:childTnLst>
                              <p:par>
                                <p:cTn id="69" presetID="3" presetClass="entr" presetSubtype="10" fill="hold" nodeType="afterEffect">
                                  <p:stCondLst>
                                    <p:cond delay="0"/>
                                  </p:stCondLst>
                                  <p:childTnLst>
                                    <p:set>
                                      <p:cBhvr>
                                        <p:cTn id="70" dur="1" fill="hold">
                                          <p:stCondLst>
                                            <p:cond delay="0"/>
                                          </p:stCondLst>
                                        </p:cTn>
                                        <p:tgtEl>
                                          <p:spTgt spid="46"/>
                                        </p:tgtEl>
                                        <p:attrNameLst>
                                          <p:attrName>style.visibility</p:attrName>
                                        </p:attrNameLst>
                                      </p:cBhvr>
                                      <p:to>
                                        <p:strVal val="visible"/>
                                      </p:to>
                                    </p:set>
                                    <p:animEffect transition="in" filter="blinds(horizontal)">
                                      <p:cBhvr>
                                        <p:cTn id="71" dur="500"/>
                                        <p:tgtEl>
                                          <p:spTgt spid="46"/>
                                        </p:tgtEl>
                                      </p:cBhvr>
                                    </p:animEffect>
                                  </p:childTnLst>
                                  <p:subTnLst>
                                    <p:audio>
                                      <p:cMediaNode>
                                        <p:cTn display="0" masterRel="sameClick">
                                          <p:stCondLst>
                                            <p:cond evt="begin" delay="0">
                                              <p:tn val="69"/>
                                            </p:cond>
                                          </p:stCondLst>
                                          <p:endCondLst>
                                            <p:cond evt="onStopAudio" delay="0">
                                              <p:tgtEl>
                                                <p:sldTgt/>
                                              </p:tgtEl>
                                            </p:cond>
                                          </p:endCondLst>
                                        </p:cTn>
                                        <p:tgtEl>
                                          <p:sndTgt r:embed="rId3" name="CAMERA.WAV"/>
                                        </p:tgtEl>
                                      </p:cMediaNode>
                                    </p:audio>
                                  </p:subTnLst>
                                </p:cTn>
                              </p:par>
                            </p:childTnLst>
                          </p:cTn>
                        </p:par>
                        <p:par>
                          <p:cTn id="72" fill="hold">
                            <p:stCondLst>
                              <p:cond delay="1500"/>
                            </p:stCondLst>
                            <p:childTnLst>
                              <p:par>
                                <p:cTn id="73" presetID="3" presetClass="entr" presetSubtype="10" fill="hold" nodeType="afterEffect">
                                  <p:stCondLst>
                                    <p:cond delay="0"/>
                                  </p:stCondLst>
                                  <p:childTnLst>
                                    <p:set>
                                      <p:cBhvr>
                                        <p:cTn id="74" dur="1" fill="hold">
                                          <p:stCondLst>
                                            <p:cond delay="0"/>
                                          </p:stCondLst>
                                        </p:cTn>
                                        <p:tgtEl>
                                          <p:spTgt spid="54"/>
                                        </p:tgtEl>
                                        <p:attrNameLst>
                                          <p:attrName>style.visibility</p:attrName>
                                        </p:attrNameLst>
                                      </p:cBhvr>
                                      <p:to>
                                        <p:strVal val="visible"/>
                                      </p:to>
                                    </p:set>
                                    <p:animEffect transition="in" filter="blinds(horizontal)">
                                      <p:cBhvr>
                                        <p:cTn id="75" dur="500"/>
                                        <p:tgtEl>
                                          <p:spTgt spid="54"/>
                                        </p:tgtEl>
                                      </p:cBhvr>
                                    </p:animEffect>
                                  </p:childTnLst>
                                  <p:subTnLst>
                                    <p:audio>
                                      <p:cMediaNode>
                                        <p:cTn display="0" masterRel="sameClick">
                                          <p:stCondLst>
                                            <p:cond evt="begin" delay="0">
                                              <p:tn val="73"/>
                                            </p:cond>
                                          </p:stCondLst>
                                          <p:endCondLst>
                                            <p:cond evt="onStopAudio" delay="0">
                                              <p:tgtEl>
                                                <p:sldTgt/>
                                              </p:tgtEl>
                                            </p:cond>
                                          </p:endCondLst>
                                        </p:cTn>
                                        <p:tgtEl>
                                          <p:sndTgt r:embed="rId4" name="chimes.wav"/>
                                        </p:tgtEl>
                                      </p:cMediaNode>
                                    </p:audio>
                                  </p:subTnLst>
                                </p:cTn>
                              </p:par>
                            </p:childTnLst>
                          </p:cTn>
                        </p:par>
                      </p:childTnLst>
                    </p:cTn>
                  </p:par>
                  <p:par>
                    <p:cTn id="76" fill="hold">
                      <p:stCondLst>
                        <p:cond delay="indefinite"/>
                      </p:stCondLst>
                      <p:childTnLst>
                        <p:par>
                          <p:cTn id="77" fill="hold">
                            <p:stCondLst>
                              <p:cond delay="0"/>
                            </p:stCondLst>
                            <p:childTnLst>
                              <p:par>
                                <p:cTn id="78" presetID="18" presetClass="entr" presetSubtype="12" fill="hold" grpId="0" nodeType="clickEffect">
                                  <p:stCondLst>
                                    <p:cond delay="0"/>
                                  </p:stCondLst>
                                  <p:childTnLst>
                                    <p:set>
                                      <p:cBhvr>
                                        <p:cTn id="79" dur="1" fill="hold">
                                          <p:stCondLst>
                                            <p:cond delay="0"/>
                                          </p:stCondLst>
                                        </p:cTn>
                                        <p:tgtEl>
                                          <p:spTgt spid="52"/>
                                        </p:tgtEl>
                                        <p:attrNameLst>
                                          <p:attrName>style.visibility</p:attrName>
                                        </p:attrNameLst>
                                      </p:cBhvr>
                                      <p:to>
                                        <p:strVal val="visible"/>
                                      </p:to>
                                    </p:set>
                                    <p:animEffect transition="in" filter="strips(downLeft)">
                                      <p:cBhvr>
                                        <p:cTn id="80" dur="500"/>
                                        <p:tgtEl>
                                          <p:spTgt spid="52"/>
                                        </p:tgtEl>
                                      </p:cBhvr>
                                    </p:animEffect>
                                  </p:childTnLst>
                                  <p:subTnLst>
                                    <p:audio>
                                      <p:cMediaNode>
                                        <p:cTn display="0" masterRel="sameClick">
                                          <p:stCondLst>
                                            <p:cond evt="begin" delay="0">
                                              <p:tn val="78"/>
                                            </p:cond>
                                          </p:stCondLst>
                                          <p:endCondLst>
                                            <p:cond evt="onStopAudio" delay="0">
                                              <p:tgtEl>
                                                <p:sldTgt/>
                                              </p:tgtEl>
                                            </p:cond>
                                          </p:endCondLst>
                                        </p:cTn>
                                        <p:tgtEl>
                                          <p:sndTgt r:embed="rId3" name="CAMERA.WAV"/>
                                        </p:tgtEl>
                                      </p:cMediaNode>
                                    </p:audio>
                                  </p:subTnLst>
                                </p:cTn>
                              </p:par>
                            </p:childTnLst>
                          </p:cTn>
                        </p:par>
                        <p:par>
                          <p:cTn id="81" fill="hold">
                            <p:stCondLst>
                              <p:cond delay="500"/>
                            </p:stCondLst>
                            <p:childTnLst>
                              <p:par>
                                <p:cTn id="82" presetID="3" presetClass="entr" presetSubtype="10" fill="hold" nodeType="afterEffect">
                                  <p:stCondLst>
                                    <p:cond delay="0"/>
                                  </p:stCondLst>
                                  <p:childTnLst>
                                    <p:set>
                                      <p:cBhvr>
                                        <p:cTn id="83" dur="1" fill="hold">
                                          <p:stCondLst>
                                            <p:cond delay="0"/>
                                          </p:stCondLst>
                                        </p:cTn>
                                        <p:tgtEl>
                                          <p:spTgt spid="49"/>
                                        </p:tgtEl>
                                        <p:attrNameLst>
                                          <p:attrName>style.visibility</p:attrName>
                                        </p:attrNameLst>
                                      </p:cBhvr>
                                      <p:to>
                                        <p:strVal val="visible"/>
                                      </p:to>
                                    </p:set>
                                    <p:animEffect transition="in" filter="blinds(horizontal)">
                                      <p:cBhvr>
                                        <p:cTn id="84" dur="500"/>
                                        <p:tgtEl>
                                          <p:spTgt spid="49"/>
                                        </p:tgtEl>
                                      </p:cBhvr>
                                    </p:animEffect>
                                  </p:childTnLst>
                                  <p:subTnLst>
                                    <p:audio>
                                      <p:cMediaNode>
                                        <p:cTn display="0" masterRel="sameClick">
                                          <p:stCondLst>
                                            <p:cond evt="begin" delay="0">
                                              <p:tn val="82"/>
                                            </p:cond>
                                          </p:stCondLst>
                                          <p:endCondLst>
                                            <p:cond evt="onStopAudio" delay="0">
                                              <p:tgtEl>
                                                <p:sldTgt/>
                                              </p:tgtEl>
                                            </p:cond>
                                          </p:endCondLst>
                                        </p:cTn>
                                        <p:tgtEl>
                                          <p:sndTgt r:embed="rId3" name="CAMERA.WAV"/>
                                        </p:tgtEl>
                                      </p:cMediaNode>
                                    </p:audio>
                                  </p:subTnLst>
                                </p:cTn>
                              </p:par>
                            </p:childTnLst>
                          </p:cTn>
                        </p:par>
                      </p:childTnLst>
                    </p:cTn>
                  </p:par>
                  <p:par>
                    <p:cTn id="85" fill="hold">
                      <p:stCondLst>
                        <p:cond delay="indefinite"/>
                      </p:stCondLst>
                      <p:childTnLst>
                        <p:par>
                          <p:cTn id="86" fill="hold">
                            <p:stCondLst>
                              <p:cond delay="0"/>
                            </p:stCondLst>
                            <p:childTnLst>
                              <p:par>
                                <p:cTn id="87" presetID="18" presetClass="entr" presetSubtype="12" fill="hold" grpId="0" nodeType="clickEffect">
                                  <p:stCondLst>
                                    <p:cond delay="0"/>
                                  </p:stCondLst>
                                  <p:childTnLst>
                                    <p:set>
                                      <p:cBhvr>
                                        <p:cTn id="88" dur="1" fill="hold">
                                          <p:stCondLst>
                                            <p:cond delay="0"/>
                                          </p:stCondLst>
                                        </p:cTn>
                                        <p:tgtEl>
                                          <p:spTgt spid="55"/>
                                        </p:tgtEl>
                                        <p:attrNameLst>
                                          <p:attrName>style.visibility</p:attrName>
                                        </p:attrNameLst>
                                      </p:cBhvr>
                                      <p:to>
                                        <p:strVal val="visible"/>
                                      </p:to>
                                    </p:set>
                                    <p:animEffect transition="in" filter="strips(downLeft)">
                                      <p:cBhvr>
                                        <p:cTn id="89" dur="500"/>
                                        <p:tgtEl>
                                          <p:spTgt spid="55"/>
                                        </p:tgtEl>
                                      </p:cBhvr>
                                    </p:animEffect>
                                  </p:childTnLst>
                                  <p:subTnLst>
                                    <p:audio>
                                      <p:cMediaNode>
                                        <p:cTn display="0" masterRel="sameClick">
                                          <p:stCondLst>
                                            <p:cond evt="begin" delay="0">
                                              <p:tn val="87"/>
                                            </p:cond>
                                          </p:stCondLst>
                                          <p:endCondLst>
                                            <p:cond evt="onStopAudio" delay="0">
                                              <p:tgtEl>
                                                <p:sldTgt/>
                                              </p:tgtEl>
                                            </p:cond>
                                          </p:endCondLst>
                                        </p:cTn>
                                        <p:tgtEl>
                                          <p:sndTgt r:embed="rId3" name="CAMERA.WAV"/>
                                        </p:tgtEl>
                                      </p:cMediaNode>
                                    </p:audio>
                                  </p:subTnLst>
                                </p:cTn>
                              </p:par>
                            </p:childTnLst>
                          </p:cTn>
                        </p:par>
                      </p:childTnLst>
                    </p:cTn>
                  </p:par>
                  <p:par>
                    <p:cTn id="90" fill="hold">
                      <p:stCondLst>
                        <p:cond delay="indefinite"/>
                      </p:stCondLst>
                      <p:childTnLst>
                        <p:par>
                          <p:cTn id="91" fill="hold">
                            <p:stCondLst>
                              <p:cond delay="0"/>
                            </p:stCondLst>
                            <p:childTnLst>
                              <p:par>
                                <p:cTn id="92" presetID="18" presetClass="entr" presetSubtype="12" fill="hold" grpId="0" nodeType="clickEffect">
                                  <p:stCondLst>
                                    <p:cond delay="0"/>
                                  </p:stCondLst>
                                  <p:childTnLst>
                                    <p:set>
                                      <p:cBhvr>
                                        <p:cTn id="93" dur="1" fill="hold">
                                          <p:stCondLst>
                                            <p:cond delay="0"/>
                                          </p:stCondLst>
                                        </p:cTn>
                                        <p:tgtEl>
                                          <p:spTgt spid="57"/>
                                        </p:tgtEl>
                                        <p:attrNameLst>
                                          <p:attrName>style.visibility</p:attrName>
                                        </p:attrNameLst>
                                      </p:cBhvr>
                                      <p:to>
                                        <p:strVal val="visible"/>
                                      </p:to>
                                    </p:set>
                                    <p:animEffect transition="in" filter="strips(downLeft)">
                                      <p:cBhvr>
                                        <p:cTn id="94" dur="500"/>
                                        <p:tgtEl>
                                          <p:spTgt spid="57"/>
                                        </p:tgtEl>
                                      </p:cBhvr>
                                    </p:animEffect>
                                  </p:childTnLst>
                                  <p:subTnLst>
                                    <p:audio>
                                      <p:cMediaNode>
                                        <p:cTn display="0" masterRel="sameClick">
                                          <p:stCondLst>
                                            <p:cond evt="begin" delay="0">
                                              <p:tn val="92"/>
                                            </p:cond>
                                          </p:stCondLst>
                                          <p:endCondLst>
                                            <p:cond evt="onStopAudio" delay="0">
                                              <p:tgtEl>
                                                <p:sldTgt/>
                                              </p:tgtEl>
                                            </p:cond>
                                          </p:endCondLst>
                                        </p:cTn>
                                        <p:tgtEl>
                                          <p:sndTgt r:embed="rId3" name="CAMERA.WAV"/>
                                        </p:tgtEl>
                                      </p:cMediaNode>
                                    </p:audio>
                                  </p:subTnLst>
                                </p:cTn>
                              </p:par>
                            </p:childTnLst>
                          </p:cTn>
                        </p:par>
                      </p:childTnLst>
                    </p:cTn>
                  </p:par>
                  <p:par>
                    <p:cTn id="95" fill="hold">
                      <p:stCondLst>
                        <p:cond delay="indefinite"/>
                      </p:stCondLst>
                      <p:childTnLst>
                        <p:par>
                          <p:cTn id="96" fill="hold">
                            <p:stCondLst>
                              <p:cond delay="0"/>
                            </p:stCondLst>
                            <p:childTnLst>
                              <p:par>
                                <p:cTn id="97" presetID="18" presetClass="entr" presetSubtype="3" fill="hold" grpId="0" nodeType="clickEffect">
                                  <p:stCondLst>
                                    <p:cond delay="0"/>
                                  </p:stCondLst>
                                  <p:childTnLst>
                                    <p:set>
                                      <p:cBhvr>
                                        <p:cTn id="98" dur="1" fill="hold">
                                          <p:stCondLst>
                                            <p:cond delay="0"/>
                                          </p:stCondLst>
                                        </p:cTn>
                                        <p:tgtEl>
                                          <p:spTgt spid="56"/>
                                        </p:tgtEl>
                                        <p:attrNameLst>
                                          <p:attrName>style.visibility</p:attrName>
                                        </p:attrNameLst>
                                      </p:cBhvr>
                                      <p:to>
                                        <p:strVal val="visible"/>
                                      </p:to>
                                    </p:set>
                                    <p:animEffect transition="in" filter="strips(upRight)">
                                      <p:cBhvr>
                                        <p:cTn id="99" dur="500"/>
                                        <p:tgtEl>
                                          <p:spTgt spid="56"/>
                                        </p:tgtEl>
                                      </p:cBhvr>
                                    </p:animEffect>
                                  </p:childTnLst>
                                  <p:subTnLst>
                                    <p:audio>
                                      <p:cMediaNode>
                                        <p:cTn display="0" masterRel="sameClick">
                                          <p:stCondLst>
                                            <p:cond evt="begin" delay="0">
                                              <p:tn val="97"/>
                                            </p:cond>
                                          </p:stCondLst>
                                          <p:endCondLst>
                                            <p:cond evt="onStopAudio" delay="0">
                                              <p:tgtEl>
                                                <p:sldTgt/>
                                              </p:tgtEl>
                                            </p:cond>
                                          </p:endCondLst>
                                        </p:cTn>
                                        <p:tgtEl>
                                          <p:sndTgt r:embed="rId5"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9" grpId="0" animBg="1"/>
      <p:bldP spid="62" grpId="0"/>
      <p:bldP spid="781378" grpId="0" animBg="1"/>
      <p:bldP spid="781387" grpId="0" autoUpdateAnimBg="0"/>
      <p:bldP spid="781368" grpId="0" animBg="1"/>
      <p:bldP spid="781386" grpId="0" animBg="1"/>
      <p:bldP spid="781385" grpId="0" animBg="1"/>
      <p:bldP spid="33" grpId="0"/>
      <p:bldP spid="45" grpId="0" autoUpdateAnimBg="0"/>
      <p:bldP spid="52" grpId="0" animBg="1"/>
      <p:bldP spid="55" grpId="0" animBg="1"/>
      <p:bldP spid="56" grpId="0" animBg="1"/>
      <p:bldP spid="57" grpId="0" animBg="1"/>
      <p:bldP spid="53"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3418" name="Text Box 58"/>
          <p:cNvSpPr txBox="1">
            <a:spLocks noChangeArrowheads="1"/>
          </p:cNvSpPr>
          <p:nvPr/>
        </p:nvSpPr>
        <p:spPr bwMode="auto">
          <a:xfrm>
            <a:off x="871471" y="2056752"/>
            <a:ext cx="10449057" cy="2833565"/>
          </a:xfrm>
          <a:prstGeom prst="rect">
            <a:avLst/>
          </a:prstGeom>
          <a:noFill/>
          <a:ln w="38100">
            <a:solidFill>
              <a:srgbClr val="C01920"/>
            </a:solidFill>
            <a:miter lim="800000"/>
            <a:headEnd/>
            <a:tailEnd/>
          </a:ln>
          <a:effectLst/>
          <a:scene3d>
            <a:camera prst="orthographicFront"/>
            <a:lightRig rig="threePt" dir="t"/>
          </a:scene3d>
          <a:sp3d>
            <a:bevelT w="114300" prst="hardEdge"/>
          </a:sp3d>
        </p:spPr>
        <p:txBody>
          <a:bodyPr lIns="90000" tIns="46800" rIns="90000" bIns="46800"/>
          <a:lstStyle/>
          <a:p>
            <a:r>
              <a:rPr lang="en-US" altLang="zh-CN" dirty="0">
                <a:solidFill>
                  <a:srgbClr val="FF3300"/>
                </a:solidFill>
                <a:effectLst>
                  <a:outerShdw blurRad="38100" dist="38100" dir="2700000" algn="tl">
                    <a:srgbClr val="000000"/>
                  </a:outerShdw>
                </a:effectLst>
                <a:latin typeface="隶书" pitchFamily="49" charset="-122"/>
                <a:ea typeface="隶书" pitchFamily="49" charset="-122"/>
              </a:rPr>
              <a:t>   </a:t>
            </a:r>
            <a:r>
              <a:rPr lang="en-US" altLang="zh-CN" dirty="0">
                <a:solidFill>
                  <a:srgbClr val="C01920"/>
                </a:solidFill>
                <a:latin typeface="隶书" pitchFamily="49" charset="-122"/>
                <a:ea typeface="隶书" pitchFamily="49" charset="-122"/>
              </a:rPr>
              <a:t> </a:t>
            </a:r>
            <a:r>
              <a:rPr lang="zh-CN" altLang="en-US" dirty="0">
                <a:solidFill>
                  <a:srgbClr val="C01920"/>
                </a:solidFill>
                <a:latin typeface="隶书" pitchFamily="49" charset="-122"/>
                <a:ea typeface="隶书" pitchFamily="49" charset="-122"/>
              </a:rPr>
              <a:t>注意：</a:t>
            </a:r>
            <a:r>
              <a:rPr lang="zh-CN" altLang="en-US" dirty="0">
                <a:solidFill>
                  <a:srgbClr val="002060"/>
                </a:solidFill>
                <a:latin typeface="隶书" pitchFamily="49" charset="-122"/>
                <a:ea typeface="隶书" pitchFamily="49" charset="-122"/>
              </a:rPr>
              <a:t>对于有符号数也好还是无符号数也好，其实在计算机内存中表示是不加区分的，都是以其补码形式表示，只是我们怎样看待最高二进制位的问题，如果把最高位当成符号位看待，则为有符号数，如果把最高位当成数据位看待，则变为无符号数。</a:t>
            </a:r>
          </a:p>
          <a:p>
            <a:r>
              <a:rPr lang="zh-CN" altLang="en-US" dirty="0">
                <a:effectLst>
                  <a:outerShdw blurRad="38100" dist="38100" dir="2700000" algn="tl">
                    <a:srgbClr val="FFFFFF"/>
                  </a:outerShdw>
                </a:effectLst>
                <a:latin typeface="隶书" pitchFamily="49" charset="-122"/>
                <a:ea typeface="隶书" pitchFamily="49" charset="-122"/>
              </a:rPr>
              <a:t>  例如：</a:t>
            </a:r>
            <a:r>
              <a:rPr lang="en-US" altLang="zh-CN" b="1" dirty="0">
                <a:effectLst>
                  <a:outerShdw blurRad="38100" dist="38100" dir="2700000" algn="tl">
                    <a:srgbClr val="FFFFFF"/>
                  </a:outerShdw>
                </a:effectLst>
                <a:ea typeface="隶书" pitchFamily="49" charset="-122"/>
              </a:rPr>
              <a:t>unsigned </a:t>
            </a:r>
            <a:r>
              <a:rPr lang="en-US" altLang="zh-CN" b="1" dirty="0" err="1">
                <a:effectLst>
                  <a:outerShdw blurRad="38100" dist="38100" dir="2700000" algn="tl">
                    <a:srgbClr val="FFFFFF"/>
                  </a:outerShdw>
                </a:effectLst>
                <a:ea typeface="隶书" pitchFamily="49" charset="-122"/>
              </a:rPr>
              <a:t>int</a:t>
            </a:r>
            <a:r>
              <a:rPr lang="en-US" altLang="zh-CN" b="1" dirty="0">
                <a:effectLst>
                  <a:outerShdw blurRad="38100" dist="38100" dir="2700000" algn="tl">
                    <a:srgbClr val="FFFFFF"/>
                  </a:outerShdw>
                </a:effectLst>
                <a:ea typeface="隶书" pitchFamily="49" charset="-122"/>
              </a:rPr>
              <a:t> a = -2</a:t>
            </a:r>
            <a:r>
              <a:rPr lang="zh-CN" altLang="en-US" b="1" dirty="0">
                <a:effectLst>
                  <a:outerShdw blurRad="38100" dist="38100" dir="2700000" algn="tl">
                    <a:srgbClr val="FFFFFF"/>
                  </a:outerShdw>
                </a:effectLst>
                <a:ea typeface="隶书" pitchFamily="49" charset="-122"/>
              </a:rPr>
              <a:t>；</a:t>
            </a:r>
          </a:p>
          <a:p>
            <a:pPr lvl="1"/>
            <a:r>
              <a:rPr lang="zh-CN" altLang="en-US" b="1" dirty="0">
                <a:effectLst>
                  <a:outerShdw blurRad="38100" dist="38100" dir="2700000" algn="tl">
                    <a:srgbClr val="FFFFFF"/>
                  </a:outerShdw>
                </a:effectLst>
                <a:ea typeface="隶书" pitchFamily="49" charset="-122"/>
              </a:rPr>
              <a:t>          </a:t>
            </a:r>
            <a:r>
              <a:rPr lang="en-US" altLang="zh-CN" b="1" dirty="0" err="1">
                <a:effectLst>
                  <a:outerShdw blurRad="38100" dist="38100" dir="2700000" algn="tl">
                    <a:srgbClr val="FFFFFF"/>
                  </a:outerShdw>
                </a:effectLst>
                <a:ea typeface="隶书" pitchFamily="49" charset="-122"/>
              </a:rPr>
              <a:t>printf</a:t>
            </a:r>
            <a:r>
              <a:rPr lang="en-US" altLang="zh-CN" b="1" dirty="0">
                <a:effectLst>
                  <a:outerShdw blurRad="38100" dist="38100" dir="2700000" algn="tl">
                    <a:srgbClr val="FFFFFF"/>
                  </a:outerShdw>
                </a:effectLst>
                <a:ea typeface="隶书" pitchFamily="49" charset="-122"/>
              </a:rPr>
              <a:t>(</a:t>
            </a:r>
            <a:r>
              <a:rPr lang="en-US" altLang="zh-CN" dirty="0">
                <a:effectLst>
                  <a:outerShdw blurRad="38100" dist="38100" dir="2700000" algn="tl">
                    <a:srgbClr val="FFFFFF"/>
                  </a:outerShdw>
                </a:effectLst>
              </a:rPr>
              <a:t>"</a:t>
            </a:r>
            <a:r>
              <a:rPr lang="en-US" altLang="zh-CN" b="1" dirty="0">
                <a:effectLst>
                  <a:outerShdw blurRad="38100" dist="38100" dir="2700000" algn="tl">
                    <a:srgbClr val="FFFFFF"/>
                  </a:outerShdw>
                </a:effectLst>
                <a:ea typeface="隶书" pitchFamily="49" charset="-122"/>
              </a:rPr>
              <a:t>%d</a:t>
            </a:r>
            <a:r>
              <a:rPr lang="en-US" altLang="zh-CN" dirty="0">
                <a:effectLst>
                  <a:outerShdw blurRad="38100" dist="38100" dir="2700000" algn="tl">
                    <a:srgbClr val="FFFFFF"/>
                  </a:outerShdw>
                </a:effectLst>
              </a:rPr>
              <a:t>"</a:t>
            </a:r>
            <a:r>
              <a:rPr lang="zh-CN" altLang="en-US" b="1" dirty="0">
                <a:effectLst>
                  <a:outerShdw blurRad="38100" dist="38100" dir="2700000" algn="tl">
                    <a:srgbClr val="FFFFFF"/>
                  </a:outerShdw>
                </a:effectLst>
                <a:ea typeface="隶书" pitchFamily="49" charset="-122"/>
              </a:rPr>
              <a:t>，</a:t>
            </a:r>
            <a:r>
              <a:rPr lang="en-US" altLang="zh-CN" b="1" dirty="0">
                <a:effectLst>
                  <a:outerShdw blurRad="38100" dist="38100" dir="2700000" algn="tl">
                    <a:srgbClr val="FFFFFF"/>
                  </a:outerShdw>
                </a:effectLst>
                <a:ea typeface="隶书" pitchFamily="49" charset="-122"/>
              </a:rPr>
              <a:t>a)</a:t>
            </a:r>
            <a:r>
              <a:rPr lang="zh-CN" altLang="en-US" b="1" dirty="0">
                <a:effectLst>
                  <a:outerShdw blurRad="38100" dist="38100" dir="2700000" algn="tl">
                    <a:srgbClr val="FFFFFF"/>
                  </a:outerShdw>
                </a:effectLst>
                <a:ea typeface="隶书" pitchFamily="49" charset="-122"/>
              </a:rPr>
              <a:t>；</a:t>
            </a:r>
            <a:r>
              <a:rPr lang="en-US" altLang="zh-CN" b="1" dirty="0">
                <a:effectLst>
                  <a:outerShdw blurRad="38100" dist="38100" dir="2700000" algn="tl">
                    <a:srgbClr val="FFFFFF"/>
                  </a:outerShdw>
                </a:effectLst>
                <a:ea typeface="隶书" pitchFamily="49" charset="-122"/>
              </a:rPr>
              <a:t>----</a:t>
            </a:r>
            <a:r>
              <a:rPr lang="zh-CN" altLang="en-US" b="1" dirty="0">
                <a:effectLst>
                  <a:outerShdw blurRad="38100" dist="38100" dir="2700000" algn="tl">
                    <a:srgbClr val="FFFFFF"/>
                  </a:outerShdw>
                </a:effectLst>
                <a:ea typeface="隶书" pitchFamily="49" charset="-122"/>
              </a:rPr>
              <a:t>有符号输出，则为</a:t>
            </a:r>
            <a:r>
              <a:rPr lang="en-US" altLang="zh-CN" b="1" dirty="0">
                <a:effectLst>
                  <a:outerShdw blurRad="38100" dist="38100" dir="2700000" algn="tl">
                    <a:srgbClr val="FFFFFF"/>
                  </a:outerShdw>
                </a:effectLst>
                <a:ea typeface="隶书" pitchFamily="49" charset="-122"/>
              </a:rPr>
              <a:t>-2</a:t>
            </a:r>
          </a:p>
          <a:p>
            <a:pPr lvl="1"/>
            <a:r>
              <a:rPr lang="en-US" altLang="zh-CN" b="1" dirty="0">
                <a:effectLst>
                  <a:outerShdw blurRad="38100" dist="38100" dir="2700000" algn="tl">
                    <a:srgbClr val="FFFFFF"/>
                  </a:outerShdw>
                </a:effectLst>
                <a:ea typeface="隶书" pitchFamily="49" charset="-122"/>
              </a:rPr>
              <a:t>          </a:t>
            </a:r>
            <a:r>
              <a:rPr lang="en-US" altLang="zh-CN" b="1" dirty="0" err="1">
                <a:effectLst>
                  <a:outerShdw blurRad="38100" dist="38100" dir="2700000" algn="tl">
                    <a:srgbClr val="FFFFFF"/>
                  </a:outerShdw>
                </a:effectLst>
                <a:ea typeface="隶书" pitchFamily="49" charset="-122"/>
              </a:rPr>
              <a:t>printf</a:t>
            </a:r>
            <a:r>
              <a:rPr lang="en-US" altLang="zh-CN" b="1" dirty="0">
                <a:effectLst>
                  <a:outerShdw blurRad="38100" dist="38100" dir="2700000" algn="tl">
                    <a:srgbClr val="FFFFFF"/>
                  </a:outerShdw>
                </a:effectLst>
                <a:ea typeface="隶书" pitchFamily="49" charset="-122"/>
              </a:rPr>
              <a:t>(</a:t>
            </a:r>
            <a:r>
              <a:rPr lang="en-US" altLang="zh-CN" dirty="0">
                <a:effectLst>
                  <a:outerShdw blurRad="38100" dist="38100" dir="2700000" algn="tl">
                    <a:srgbClr val="FFFFFF"/>
                  </a:outerShdw>
                </a:effectLst>
              </a:rPr>
              <a:t>"</a:t>
            </a:r>
            <a:r>
              <a:rPr lang="en-US" altLang="zh-CN" b="1" dirty="0">
                <a:effectLst>
                  <a:outerShdw blurRad="38100" dist="38100" dir="2700000" algn="tl">
                    <a:srgbClr val="FFFFFF"/>
                  </a:outerShdw>
                </a:effectLst>
                <a:ea typeface="隶书" pitchFamily="49" charset="-122"/>
              </a:rPr>
              <a:t>%u</a:t>
            </a:r>
            <a:r>
              <a:rPr lang="en-US" altLang="zh-CN" dirty="0">
                <a:effectLst>
                  <a:outerShdw blurRad="38100" dist="38100" dir="2700000" algn="tl">
                    <a:srgbClr val="FFFFFF"/>
                  </a:outerShdw>
                </a:effectLst>
              </a:rPr>
              <a:t>"</a:t>
            </a:r>
            <a:r>
              <a:rPr lang="zh-CN" altLang="en-US" b="1" dirty="0">
                <a:effectLst>
                  <a:outerShdw blurRad="38100" dist="38100" dir="2700000" algn="tl">
                    <a:srgbClr val="FFFFFF"/>
                  </a:outerShdw>
                </a:effectLst>
                <a:ea typeface="隶书" pitchFamily="49" charset="-122"/>
              </a:rPr>
              <a:t>，</a:t>
            </a:r>
            <a:r>
              <a:rPr lang="en-US" altLang="zh-CN" b="1" dirty="0">
                <a:effectLst>
                  <a:outerShdw blurRad="38100" dist="38100" dir="2700000" algn="tl">
                    <a:srgbClr val="FFFFFF"/>
                  </a:outerShdw>
                </a:effectLst>
                <a:ea typeface="隶书" pitchFamily="49" charset="-122"/>
              </a:rPr>
              <a:t>a)</a:t>
            </a:r>
            <a:r>
              <a:rPr lang="zh-CN" altLang="en-US" b="1" dirty="0">
                <a:effectLst>
                  <a:outerShdw blurRad="38100" dist="38100" dir="2700000" algn="tl">
                    <a:srgbClr val="FFFFFF"/>
                  </a:outerShdw>
                </a:effectLst>
                <a:ea typeface="隶书" pitchFamily="49" charset="-122"/>
              </a:rPr>
              <a:t>；</a:t>
            </a:r>
            <a:r>
              <a:rPr lang="en-US" altLang="zh-CN" b="1" dirty="0">
                <a:effectLst>
                  <a:outerShdw blurRad="38100" dist="38100" dir="2700000" algn="tl">
                    <a:srgbClr val="FFFFFF"/>
                  </a:outerShdw>
                </a:effectLst>
                <a:ea typeface="隶书" pitchFamily="49" charset="-122"/>
              </a:rPr>
              <a:t>----</a:t>
            </a:r>
            <a:r>
              <a:rPr lang="zh-CN" altLang="en-US" b="1" dirty="0">
                <a:effectLst>
                  <a:outerShdw blurRad="38100" dist="38100" dir="2700000" algn="tl">
                    <a:srgbClr val="FFFFFF"/>
                  </a:outerShdw>
                </a:effectLst>
                <a:ea typeface="隶书" pitchFamily="49" charset="-122"/>
              </a:rPr>
              <a:t>无符号输出，则为</a:t>
            </a:r>
            <a:r>
              <a:rPr lang="en-US" altLang="zh-CN" b="1" dirty="0">
                <a:effectLst>
                  <a:outerShdw blurRad="38100" dist="38100" dir="2700000" algn="tl">
                    <a:srgbClr val="FFFFFF"/>
                  </a:outerShdw>
                </a:effectLst>
                <a:ea typeface="隶书" pitchFamily="49" charset="-122"/>
              </a:rPr>
              <a:t>4294967294</a:t>
            </a:r>
          </a:p>
        </p:txBody>
      </p:sp>
      <p:sp>
        <p:nvSpPr>
          <p:cNvPr id="22" name="Rectangle 5">
            <a:extLst>
              <a:ext uri="{FF2B5EF4-FFF2-40B4-BE49-F238E27FC236}">
                <a16:creationId xmlns:a16="http://schemas.microsoft.com/office/drawing/2014/main" id="{DC955F43-8F2F-4142-9603-E5ADDDA39D2A}"/>
              </a:ext>
            </a:extLst>
          </p:cNvPr>
          <p:cNvSpPr>
            <a:spLocks noChangeArrowheads="1"/>
          </p:cNvSpPr>
          <p:nvPr/>
        </p:nvSpPr>
        <p:spPr bwMode="auto">
          <a:xfrm>
            <a:off x="762764" y="856064"/>
            <a:ext cx="2452916" cy="584775"/>
          </a:xfrm>
          <a:prstGeom prst="rect">
            <a:avLst/>
          </a:prstGeom>
          <a:noFill/>
          <a:ln w="9525">
            <a:noFill/>
            <a:miter lim="800000"/>
            <a:headEnd/>
            <a:tailEnd/>
          </a:ln>
          <a:effectLst/>
        </p:spPr>
        <p:txBody>
          <a:bodyPr wrap="none" anchor="ctr">
            <a:spAutoFit/>
          </a:bodyPr>
          <a:lstStyle/>
          <a:p>
            <a:r>
              <a:rPr lang="en-US" altLang="zh-CN" sz="3200" b="1" dirty="0">
                <a:solidFill>
                  <a:srgbClr val="C01920"/>
                </a:solidFill>
                <a:latin typeface="楷体" panose="02010609060101010101" pitchFamily="49" charset="-122"/>
                <a:ea typeface="楷体" panose="02010609060101010101" pitchFamily="49" charset="-122"/>
              </a:rPr>
              <a:t>3. </a:t>
            </a:r>
            <a:r>
              <a:rPr lang="zh-CN" altLang="en-US" sz="3200" b="1" dirty="0">
                <a:solidFill>
                  <a:srgbClr val="C01920"/>
                </a:solidFill>
                <a:latin typeface="楷体" panose="02010609060101010101" pitchFamily="49" charset="-122"/>
                <a:ea typeface="楷体" panose="02010609060101010101" pitchFamily="49" charset="-122"/>
              </a:rPr>
              <a:t>整型变量</a:t>
            </a:r>
          </a:p>
        </p:txBody>
      </p:sp>
      <p:sp>
        <p:nvSpPr>
          <p:cNvPr id="24" name="Rectangle 4">
            <a:extLst>
              <a:ext uri="{FF2B5EF4-FFF2-40B4-BE49-F238E27FC236}">
                <a16:creationId xmlns:a16="http://schemas.microsoft.com/office/drawing/2014/main" id="{CE3EB6CE-6ADA-4C35-84B4-1FCC0A560A43}"/>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简单数据类型与表示范围</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linds(horizontal)">
                                      <p:cBhvr>
                                        <p:cTn id="7" dur="500"/>
                                        <p:tgtEl>
                                          <p:spTgt spid="2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83418"/>
                                        </p:tgtEl>
                                        <p:attrNameLst>
                                          <p:attrName>style.visibility</p:attrName>
                                        </p:attrNameLst>
                                      </p:cBhvr>
                                      <p:to>
                                        <p:strVal val="visible"/>
                                      </p:to>
                                    </p:set>
                                    <p:animEffect transition="in" filter="box(in)">
                                      <p:cBhvr>
                                        <p:cTn id="12" dur="500"/>
                                        <p:tgtEl>
                                          <p:spTgt spid="783418"/>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3418" grpId="0" animBg="1"/>
      <p:bldP spid="22"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5414" name="Rectangle 6"/>
          <p:cNvSpPr>
            <a:spLocks noChangeArrowheads="1"/>
          </p:cNvSpPr>
          <p:nvPr/>
        </p:nvSpPr>
        <p:spPr bwMode="auto">
          <a:xfrm>
            <a:off x="1038704" y="2088377"/>
            <a:ext cx="10440640" cy="1590675"/>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b="1" dirty="0">
                <a:effectLst>
                  <a:outerShdw blurRad="38100" dist="38100" dir="2700000" algn="tl">
                    <a:srgbClr val="FFFFFF"/>
                  </a:outerShdw>
                </a:effectLst>
                <a:latin typeface="+mn-lt"/>
                <a:ea typeface="楷体" pitchFamily="49" charset="-122"/>
              </a:rPr>
              <a:t>   short int a = 2;    </a:t>
            </a:r>
            <a:r>
              <a:rPr lang="en-US" altLang="zh-CN" sz="2000" b="1" dirty="0">
                <a:solidFill>
                  <a:schemeClr val="accent1">
                    <a:lumMod val="50000"/>
                  </a:schemeClr>
                </a:solidFill>
                <a:latin typeface="+mn-lt"/>
                <a:ea typeface="楷体" pitchFamily="49" charset="-122"/>
              </a:rPr>
              <a:t>//</a:t>
            </a:r>
            <a:r>
              <a:rPr lang="zh-CN" altLang="en-US" sz="2000" b="1" dirty="0">
                <a:solidFill>
                  <a:schemeClr val="accent1">
                    <a:lumMod val="50000"/>
                  </a:schemeClr>
                </a:solidFill>
                <a:latin typeface="+mn-lt"/>
                <a:ea typeface="楷体" pitchFamily="49" charset="-122"/>
              </a:rPr>
              <a:t>定义一个有符号短整型变量</a:t>
            </a:r>
            <a:r>
              <a:rPr lang="en-US" altLang="zh-CN" sz="2000" b="1" dirty="0">
                <a:solidFill>
                  <a:schemeClr val="accent1">
                    <a:lumMod val="50000"/>
                  </a:schemeClr>
                </a:solidFill>
                <a:latin typeface="+mn-lt"/>
                <a:ea typeface="楷体" pitchFamily="49" charset="-122"/>
              </a:rPr>
              <a:t>a</a:t>
            </a:r>
            <a:r>
              <a:rPr lang="zh-CN" altLang="en-US" sz="2000" b="1" dirty="0">
                <a:solidFill>
                  <a:schemeClr val="accent1">
                    <a:lumMod val="50000"/>
                  </a:schemeClr>
                </a:solidFill>
                <a:latin typeface="+mn-lt"/>
                <a:ea typeface="楷体" pitchFamily="49" charset="-122"/>
              </a:rPr>
              <a:t>，并赋初值</a:t>
            </a:r>
            <a:r>
              <a:rPr lang="en-US" altLang="zh-CN" sz="2000" b="1" dirty="0">
                <a:solidFill>
                  <a:schemeClr val="accent1">
                    <a:lumMod val="50000"/>
                  </a:schemeClr>
                </a:solidFill>
                <a:latin typeface="+mn-lt"/>
                <a:ea typeface="楷体" pitchFamily="49" charset="-122"/>
              </a:rPr>
              <a:t>2</a:t>
            </a:r>
          </a:p>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或</a:t>
            </a:r>
          </a:p>
          <a:p>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short  a = 2;</a:t>
            </a:r>
          </a:p>
          <a:p>
            <a:r>
              <a:rPr lang="en-US" altLang="zh-CN" b="1" dirty="0">
                <a:effectLst>
                  <a:outerShdw blurRad="38100" dist="38100" dir="2700000" algn="tl">
                    <a:srgbClr val="FFFFFF"/>
                  </a:outerShdw>
                </a:effectLst>
                <a:latin typeface="+mn-lt"/>
                <a:ea typeface="楷体" pitchFamily="49" charset="-122"/>
              </a:rPr>
              <a:t>  </a:t>
            </a:r>
            <a:r>
              <a:rPr lang="zh-CN" altLang="en-US" b="1" dirty="0">
                <a:solidFill>
                  <a:srgbClr val="002060"/>
                </a:solidFill>
                <a:effectLst>
                  <a:outerShdw blurRad="38100" dist="38100" dir="2700000" algn="tl">
                    <a:srgbClr val="FFFFFF"/>
                  </a:outerShdw>
                </a:effectLst>
                <a:latin typeface="+mn-lt"/>
                <a:ea typeface="楷体" pitchFamily="49" charset="-122"/>
              </a:rPr>
              <a:t>占用的内存单元为</a:t>
            </a:r>
            <a:r>
              <a:rPr lang="en-US" altLang="zh-CN" b="1" dirty="0">
                <a:solidFill>
                  <a:srgbClr val="002060"/>
                </a:solidFill>
                <a:effectLst>
                  <a:outerShdw blurRad="38100" dist="38100" dir="2700000" algn="tl">
                    <a:srgbClr val="FFFFFF"/>
                  </a:outerShdw>
                </a:effectLst>
                <a:latin typeface="+mn-lt"/>
                <a:ea typeface="楷体" pitchFamily="49" charset="-122"/>
              </a:rPr>
              <a:t>2</a:t>
            </a:r>
            <a:r>
              <a:rPr lang="zh-CN" altLang="en-US" b="1" dirty="0">
                <a:solidFill>
                  <a:srgbClr val="002060"/>
                </a:solidFill>
                <a:effectLst>
                  <a:outerShdw blurRad="38100" dist="38100" dir="2700000" algn="tl">
                    <a:srgbClr val="FFFFFF"/>
                  </a:outerShdw>
                </a:effectLst>
                <a:latin typeface="+mn-lt"/>
                <a:ea typeface="楷体" pitchFamily="49" charset="-122"/>
              </a:rPr>
              <a:t>个字节</a:t>
            </a:r>
            <a:r>
              <a:rPr lang="zh-CN" altLang="en-US" b="1" dirty="0">
                <a:effectLst>
                  <a:outerShdw blurRad="38100" dist="38100" dir="2700000" algn="tl">
                    <a:srgbClr val="FFFFFF"/>
                  </a:outerShdw>
                </a:effectLst>
                <a:latin typeface="+mn-lt"/>
                <a:ea typeface="楷体" pitchFamily="49" charset="-122"/>
              </a:rPr>
              <a:t>。</a:t>
            </a:r>
          </a:p>
        </p:txBody>
      </p:sp>
      <p:sp>
        <p:nvSpPr>
          <p:cNvPr id="785438" name="Rectangle 30"/>
          <p:cNvSpPr>
            <a:spLocks noChangeArrowheads="1"/>
          </p:cNvSpPr>
          <p:nvPr/>
        </p:nvSpPr>
        <p:spPr bwMode="auto">
          <a:xfrm>
            <a:off x="1038704" y="4580085"/>
            <a:ext cx="10440640" cy="1569660"/>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b="1" dirty="0">
                <a:effectLst>
                  <a:outerShdw blurRad="38100" dist="38100" dir="2700000" algn="tl">
                    <a:srgbClr val="FFFFFF"/>
                  </a:outerShdw>
                </a:effectLst>
                <a:latin typeface="+mn-lt"/>
                <a:ea typeface="楷体" pitchFamily="49" charset="-122"/>
              </a:rPr>
              <a:t>   unsigned short int a = 2;    </a:t>
            </a:r>
            <a:r>
              <a:rPr lang="en-US" altLang="zh-CN" sz="1800" b="1" dirty="0">
                <a:solidFill>
                  <a:schemeClr val="accent1">
                    <a:lumMod val="50000"/>
                  </a:schemeClr>
                </a:solidFill>
                <a:latin typeface="+mn-lt"/>
                <a:ea typeface="楷体" pitchFamily="49" charset="-122"/>
              </a:rPr>
              <a:t>//</a:t>
            </a:r>
            <a:r>
              <a:rPr lang="zh-CN" altLang="en-US" sz="1800" b="1" dirty="0">
                <a:solidFill>
                  <a:schemeClr val="accent1">
                    <a:lumMod val="50000"/>
                  </a:schemeClr>
                </a:solidFill>
                <a:latin typeface="+mn-lt"/>
                <a:ea typeface="楷体" pitchFamily="49" charset="-122"/>
              </a:rPr>
              <a:t>定义一个无符号短整型变量</a:t>
            </a:r>
            <a:r>
              <a:rPr lang="en-US" altLang="zh-CN" sz="1800" b="1" dirty="0">
                <a:solidFill>
                  <a:schemeClr val="accent1">
                    <a:lumMod val="50000"/>
                  </a:schemeClr>
                </a:solidFill>
                <a:latin typeface="+mn-lt"/>
                <a:ea typeface="楷体" pitchFamily="49" charset="-122"/>
              </a:rPr>
              <a:t>a</a:t>
            </a:r>
            <a:r>
              <a:rPr lang="zh-CN" altLang="en-US" sz="1800" b="1" dirty="0">
                <a:solidFill>
                  <a:schemeClr val="accent1">
                    <a:lumMod val="50000"/>
                  </a:schemeClr>
                </a:solidFill>
                <a:latin typeface="+mn-lt"/>
                <a:ea typeface="楷体" pitchFamily="49" charset="-122"/>
              </a:rPr>
              <a:t>，并赋初值</a:t>
            </a:r>
            <a:r>
              <a:rPr lang="en-US" altLang="zh-CN" sz="1800" b="1" dirty="0">
                <a:solidFill>
                  <a:schemeClr val="accent1">
                    <a:lumMod val="50000"/>
                  </a:schemeClr>
                </a:solidFill>
                <a:latin typeface="+mn-lt"/>
                <a:ea typeface="楷体" pitchFamily="49" charset="-122"/>
              </a:rPr>
              <a:t>2</a:t>
            </a:r>
          </a:p>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或</a:t>
            </a:r>
          </a:p>
          <a:p>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unsigned short  a = 2;</a:t>
            </a:r>
          </a:p>
          <a:p>
            <a:r>
              <a:rPr lang="en-US" altLang="zh-CN" b="1" dirty="0">
                <a:solidFill>
                  <a:srgbClr val="002060"/>
                </a:solidFill>
                <a:effectLst>
                  <a:outerShdw blurRad="38100" dist="38100" dir="2700000" algn="tl">
                    <a:srgbClr val="FFFFFF"/>
                  </a:outerShdw>
                </a:effectLst>
                <a:latin typeface="+mn-lt"/>
                <a:ea typeface="楷体" pitchFamily="49" charset="-122"/>
              </a:rPr>
              <a:t>  </a:t>
            </a:r>
            <a:r>
              <a:rPr lang="zh-CN" altLang="en-US" b="1" dirty="0">
                <a:solidFill>
                  <a:srgbClr val="002060"/>
                </a:solidFill>
                <a:effectLst>
                  <a:outerShdw blurRad="38100" dist="38100" dir="2700000" algn="tl">
                    <a:srgbClr val="FFFFFF"/>
                  </a:outerShdw>
                </a:effectLst>
                <a:latin typeface="+mn-lt"/>
                <a:ea typeface="楷体" pitchFamily="49" charset="-122"/>
              </a:rPr>
              <a:t>占用的内存单元字节数同</a:t>
            </a:r>
            <a:r>
              <a:rPr lang="en-US" altLang="zh-CN" b="1" dirty="0">
                <a:solidFill>
                  <a:srgbClr val="002060"/>
                </a:solidFill>
                <a:effectLst>
                  <a:outerShdw blurRad="38100" dist="38100" dir="2700000" algn="tl">
                    <a:srgbClr val="FFFFFF"/>
                  </a:outerShdw>
                </a:effectLst>
                <a:latin typeface="+mn-lt"/>
                <a:ea typeface="楷体" pitchFamily="49" charset="-122"/>
              </a:rPr>
              <a:t>short</a:t>
            </a:r>
            <a:r>
              <a:rPr lang="zh-CN" altLang="en-US" b="1" dirty="0">
                <a:solidFill>
                  <a:srgbClr val="002060"/>
                </a:solidFill>
                <a:effectLst>
                  <a:outerShdw blurRad="38100" dist="38100" dir="2700000" algn="tl">
                    <a:srgbClr val="FFFFFF"/>
                  </a:outerShdw>
                </a:effectLst>
                <a:latin typeface="+mn-lt"/>
                <a:ea typeface="楷体" pitchFamily="49" charset="-122"/>
              </a:rPr>
              <a:t>类型，为</a:t>
            </a:r>
            <a:r>
              <a:rPr lang="en-US" altLang="zh-CN" b="1" dirty="0">
                <a:solidFill>
                  <a:srgbClr val="002060"/>
                </a:solidFill>
                <a:effectLst>
                  <a:outerShdw blurRad="38100" dist="38100" dir="2700000" algn="tl">
                    <a:srgbClr val="FFFFFF"/>
                  </a:outerShdw>
                </a:effectLst>
                <a:latin typeface="+mn-lt"/>
                <a:ea typeface="楷体" pitchFamily="49" charset="-122"/>
              </a:rPr>
              <a:t>2</a:t>
            </a:r>
            <a:r>
              <a:rPr lang="zh-CN" altLang="en-US" b="1" dirty="0">
                <a:solidFill>
                  <a:srgbClr val="002060"/>
                </a:solidFill>
                <a:effectLst>
                  <a:outerShdw blurRad="38100" dist="38100" dir="2700000" algn="tl">
                    <a:srgbClr val="FFFFFF"/>
                  </a:outerShdw>
                </a:effectLst>
                <a:latin typeface="+mn-lt"/>
                <a:ea typeface="楷体" pitchFamily="49" charset="-122"/>
              </a:rPr>
              <a:t>个字节。</a:t>
            </a:r>
          </a:p>
        </p:txBody>
      </p:sp>
      <p:sp>
        <p:nvSpPr>
          <p:cNvPr id="9" name="Text Box 34">
            <a:extLst>
              <a:ext uri="{FF2B5EF4-FFF2-40B4-BE49-F238E27FC236}">
                <a16:creationId xmlns:a16="http://schemas.microsoft.com/office/drawing/2014/main" id="{EDA95272-77B7-420E-BFF5-574B768C4703}"/>
              </a:ext>
            </a:extLst>
          </p:cNvPr>
          <p:cNvSpPr txBox="1">
            <a:spLocks noChangeArrowheads="1"/>
          </p:cNvSpPr>
          <p:nvPr/>
        </p:nvSpPr>
        <p:spPr bwMode="auto">
          <a:xfrm>
            <a:off x="762764" y="1526944"/>
            <a:ext cx="6410236" cy="503237"/>
          </a:xfrm>
          <a:prstGeom prst="rect">
            <a:avLst/>
          </a:prstGeom>
          <a:ln w="38100">
            <a:noFill/>
            <a:miter lim="800000"/>
            <a:headEnd/>
            <a:tailEnd/>
          </a:ln>
          <a:effectLst/>
        </p:spPr>
        <p:txBody>
          <a:bodyPr/>
          <a:lstStyle/>
          <a:p>
            <a:pPr marL="342900" indent="-342900">
              <a:buClr>
                <a:srgbClr val="C01920"/>
              </a:buClr>
              <a:buFont typeface="Wingdings" panose="05000000000000000000" pitchFamily="2" charset="2"/>
              <a:buChar char="l"/>
            </a:pPr>
            <a:r>
              <a:rPr lang="zh-CN" altLang="en-US" b="1" dirty="0">
                <a:solidFill>
                  <a:srgbClr val="C01920"/>
                </a:solidFill>
                <a:latin typeface="楷体" panose="02010609060101010101" pitchFamily="49" charset="-122"/>
                <a:ea typeface="楷体" panose="02010609060101010101" pitchFamily="49" charset="-122"/>
              </a:rPr>
              <a:t>有符号短整型（</a:t>
            </a:r>
            <a:r>
              <a:rPr lang="en-US" altLang="zh-CN" b="1" dirty="0">
                <a:solidFill>
                  <a:srgbClr val="C01920"/>
                </a:solidFill>
                <a:latin typeface="楷体" panose="02010609060101010101" pitchFamily="49" charset="-122"/>
                <a:ea typeface="楷体" panose="02010609060101010101" pitchFamily="49" charset="-122"/>
              </a:rPr>
              <a:t>short int</a:t>
            </a:r>
            <a:r>
              <a:rPr lang="zh-CN" altLang="en-US" b="1" dirty="0">
                <a:solidFill>
                  <a:srgbClr val="C01920"/>
                </a:solidFill>
                <a:latin typeface="楷体" panose="02010609060101010101" pitchFamily="49" charset="-122"/>
                <a:ea typeface="楷体" panose="02010609060101010101" pitchFamily="49" charset="-122"/>
              </a:rPr>
              <a:t>或</a:t>
            </a:r>
            <a:r>
              <a:rPr lang="en-US" altLang="zh-CN" b="1" dirty="0">
                <a:solidFill>
                  <a:srgbClr val="C01920"/>
                </a:solidFill>
                <a:latin typeface="楷体" panose="02010609060101010101" pitchFamily="49" charset="-122"/>
                <a:ea typeface="楷体" panose="02010609060101010101" pitchFamily="49" charset="-122"/>
              </a:rPr>
              <a:t>short</a:t>
            </a:r>
            <a:r>
              <a:rPr lang="zh-CN" altLang="en-US" b="1" dirty="0">
                <a:solidFill>
                  <a:srgbClr val="C01920"/>
                </a:solidFill>
                <a:latin typeface="楷体" panose="02010609060101010101" pitchFamily="49" charset="-122"/>
                <a:ea typeface="楷体" panose="02010609060101010101" pitchFamily="49" charset="-122"/>
              </a:rPr>
              <a:t>）</a:t>
            </a:r>
          </a:p>
          <a:p>
            <a:pPr>
              <a:buClr>
                <a:srgbClr val="C01920"/>
              </a:buClr>
            </a:pPr>
            <a:r>
              <a:rPr lang="zh-CN" altLang="en-US" sz="2000" b="1" dirty="0">
                <a:solidFill>
                  <a:srgbClr val="C01920"/>
                </a:solidFill>
                <a:latin typeface="楷体" panose="02010609060101010101" pitchFamily="49" charset="-122"/>
                <a:ea typeface="楷体" panose="02010609060101010101" pitchFamily="49" charset="-122"/>
              </a:rPr>
              <a:t>   </a:t>
            </a:r>
          </a:p>
        </p:txBody>
      </p:sp>
      <p:sp>
        <p:nvSpPr>
          <p:cNvPr id="10" name="Rectangle 5">
            <a:extLst>
              <a:ext uri="{FF2B5EF4-FFF2-40B4-BE49-F238E27FC236}">
                <a16:creationId xmlns:a16="http://schemas.microsoft.com/office/drawing/2014/main" id="{1B21B38C-9C91-4126-9AC2-84DE71B695E5}"/>
              </a:ext>
            </a:extLst>
          </p:cNvPr>
          <p:cNvSpPr>
            <a:spLocks noChangeArrowheads="1"/>
          </p:cNvSpPr>
          <p:nvPr/>
        </p:nvSpPr>
        <p:spPr bwMode="auto">
          <a:xfrm>
            <a:off x="762764" y="856064"/>
            <a:ext cx="2452916" cy="584775"/>
          </a:xfrm>
          <a:prstGeom prst="rect">
            <a:avLst/>
          </a:prstGeom>
          <a:noFill/>
          <a:ln w="9525">
            <a:noFill/>
            <a:miter lim="800000"/>
            <a:headEnd/>
            <a:tailEnd/>
          </a:ln>
          <a:effectLst/>
        </p:spPr>
        <p:txBody>
          <a:bodyPr wrap="none" anchor="ctr">
            <a:spAutoFit/>
          </a:bodyPr>
          <a:lstStyle/>
          <a:p>
            <a:r>
              <a:rPr lang="en-US" altLang="zh-CN" sz="3200" b="1" dirty="0">
                <a:solidFill>
                  <a:srgbClr val="C01920"/>
                </a:solidFill>
                <a:latin typeface="楷体" panose="02010609060101010101" pitchFamily="49" charset="-122"/>
                <a:ea typeface="楷体" panose="02010609060101010101" pitchFamily="49" charset="-122"/>
              </a:rPr>
              <a:t>3. </a:t>
            </a:r>
            <a:r>
              <a:rPr lang="zh-CN" altLang="en-US" sz="3200" b="1" dirty="0">
                <a:solidFill>
                  <a:srgbClr val="C01920"/>
                </a:solidFill>
                <a:latin typeface="楷体" panose="02010609060101010101" pitchFamily="49" charset="-122"/>
                <a:ea typeface="楷体" panose="02010609060101010101" pitchFamily="49" charset="-122"/>
              </a:rPr>
              <a:t>整型变量</a:t>
            </a:r>
          </a:p>
        </p:txBody>
      </p:sp>
      <p:sp>
        <p:nvSpPr>
          <p:cNvPr id="11" name="Rectangle 4">
            <a:extLst>
              <a:ext uri="{FF2B5EF4-FFF2-40B4-BE49-F238E27FC236}">
                <a16:creationId xmlns:a16="http://schemas.microsoft.com/office/drawing/2014/main" id="{CADFB3EE-5368-43A9-8460-EB0D1EF5D23F}"/>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简单数据类型与表示范围</a:t>
            </a:r>
          </a:p>
        </p:txBody>
      </p:sp>
      <p:sp>
        <p:nvSpPr>
          <p:cNvPr id="12" name="Text Box 34">
            <a:extLst>
              <a:ext uri="{FF2B5EF4-FFF2-40B4-BE49-F238E27FC236}">
                <a16:creationId xmlns:a16="http://schemas.microsoft.com/office/drawing/2014/main" id="{5662D88A-3CF2-4206-8CCF-BC10DB238605}"/>
              </a:ext>
            </a:extLst>
          </p:cNvPr>
          <p:cNvSpPr txBox="1">
            <a:spLocks noChangeArrowheads="1"/>
          </p:cNvSpPr>
          <p:nvPr/>
        </p:nvSpPr>
        <p:spPr bwMode="auto">
          <a:xfrm>
            <a:off x="762764" y="4023987"/>
            <a:ext cx="8141548" cy="503237"/>
          </a:xfrm>
          <a:prstGeom prst="rect">
            <a:avLst/>
          </a:prstGeom>
          <a:ln w="38100">
            <a:noFill/>
            <a:miter lim="800000"/>
            <a:headEnd/>
            <a:tailEnd/>
          </a:ln>
          <a:effectLst/>
        </p:spPr>
        <p:txBody>
          <a:bodyPr/>
          <a:lstStyle/>
          <a:p>
            <a:pPr marL="342900" indent="-342900">
              <a:buClr>
                <a:srgbClr val="C01920"/>
              </a:buClr>
              <a:buFont typeface="Wingdings" panose="05000000000000000000" pitchFamily="2" charset="2"/>
              <a:buChar char="l"/>
            </a:pPr>
            <a:r>
              <a:rPr lang="zh-CN" altLang="en-US" b="1" dirty="0">
                <a:solidFill>
                  <a:srgbClr val="C01920"/>
                </a:solidFill>
                <a:latin typeface="楷体" panose="02010609060101010101" pitchFamily="49" charset="-122"/>
                <a:ea typeface="楷体" panose="02010609060101010101" pitchFamily="49" charset="-122"/>
              </a:rPr>
              <a:t>无符号短整型（</a:t>
            </a:r>
            <a:r>
              <a:rPr lang="en-US" altLang="zh-CN" b="1" dirty="0">
                <a:solidFill>
                  <a:srgbClr val="C01920"/>
                </a:solidFill>
                <a:latin typeface="楷体" panose="02010609060101010101" pitchFamily="49" charset="-122"/>
                <a:ea typeface="楷体" panose="02010609060101010101" pitchFamily="49" charset="-122"/>
              </a:rPr>
              <a:t>unsigned short int</a:t>
            </a:r>
            <a:r>
              <a:rPr lang="zh-CN" altLang="en-US" b="1" dirty="0">
                <a:solidFill>
                  <a:srgbClr val="C01920"/>
                </a:solidFill>
                <a:latin typeface="楷体" panose="02010609060101010101" pitchFamily="49" charset="-122"/>
                <a:ea typeface="楷体" panose="02010609060101010101" pitchFamily="49" charset="-122"/>
              </a:rPr>
              <a:t>或</a:t>
            </a:r>
            <a:r>
              <a:rPr lang="en-US" altLang="zh-CN" b="1" dirty="0">
                <a:solidFill>
                  <a:srgbClr val="C01920"/>
                </a:solidFill>
                <a:latin typeface="楷体" panose="02010609060101010101" pitchFamily="49" charset="-122"/>
                <a:ea typeface="楷体" panose="02010609060101010101" pitchFamily="49" charset="-122"/>
              </a:rPr>
              <a:t>unsigned short</a:t>
            </a:r>
            <a:r>
              <a:rPr lang="zh-CN" altLang="en-US" b="1" dirty="0">
                <a:solidFill>
                  <a:srgbClr val="C01920"/>
                </a:solidFill>
                <a:latin typeface="楷体" panose="02010609060101010101" pitchFamily="49" charset="-122"/>
                <a:ea typeface="楷体" panose="02010609060101010101" pitchFamily="49" charset="-122"/>
              </a:rPr>
              <a:t>）</a:t>
            </a:r>
          </a:p>
          <a:p>
            <a:pPr>
              <a:buClr>
                <a:srgbClr val="C01920"/>
              </a:buClr>
            </a:pPr>
            <a:r>
              <a:rPr lang="zh-CN" altLang="en-US" sz="2000" b="1" dirty="0">
                <a:solidFill>
                  <a:srgbClr val="C01920"/>
                </a:solidFill>
                <a:latin typeface="楷体" panose="02010609060101010101" pitchFamily="49" charset="-122"/>
                <a:ea typeface="楷体" panose="02010609060101010101" pitchFamily="49" charset="-122"/>
              </a:rPr>
              <a:t>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ox(in)">
                                      <p:cBhvr>
                                        <p:cTn id="12" dur="500"/>
                                        <p:tgtEl>
                                          <p:spTgt spid="9"/>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785414"/>
                                        </p:tgtEl>
                                        <p:attrNameLst>
                                          <p:attrName>style.visibility</p:attrName>
                                        </p:attrNameLst>
                                      </p:cBhvr>
                                      <p:to>
                                        <p:strVal val="visible"/>
                                      </p:to>
                                    </p:set>
                                    <p:animEffect transition="in" filter="box(out)">
                                      <p:cBhvr>
                                        <p:cTn id="17" dur="500"/>
                                        <p:tgtEl>
                                          <p:spTgt spid="785414"/>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ox(in)">
                                      <p:cBhvr>
                                        <p:cTn id="22" dur="500"/>
                                        <p:tgtEl>
                                          <p:spTgt spid="12"/>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785438"/>
                                        </p:tgtEl>
                                        <p:attrNameLst>
                                          <p:attrName>style.visibility</p:attrName>
                                        </p:attrNameLst>
                                      </p:cBhvr>
                                      <p:to>
                                        <p:strVal val="visible"/>
                                      </p:to>
                                    </p:set>
                                    <p:animEffect transition="in" filter="box(out)">
                                      <p:cBhvr>
                                        <p:cTn id="27" dur="500"/>
                                        <p:tgtEl>
                                          <p:spTgt spid="785438"/>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5414" grpId="0" animBg="1"/>
      <p:bldP spid="785438" grpId="0" animBg="1"/>
      <p:bldP spid="9" grpId="0"/>
      <p:bldP spid="10" grpId="0"/>
      <p:bldP spid="12" grpId="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7462" name="Rectangle 6"/>
          <p:cNvSpPr>
            <a:spLocks noChangeArrowheads="1"/>
          </p:cNvSpPr>
          <p:nvPr/>
        </p:nvSpPr>
        <p:spPr bwMode="auto">
          <a:xfrm>
            <a:off x="1055314" y="1935378"/>
            <a:ext cx="10368632" cy="1569660"/>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b="1" dirty="0">
                <a:effectLst>
                  <a:outerShdw blurRad="38100" dist="38100" dir="2700000" algn="tl">
                    <a:srgbClr val="FFFFFF"/>
                  </a:outerShdw>
                </a:effectLst>
                <a:latin typeface="+mn-lt"/>
                <a:ea typeface="楷体" pitchFamily="49" charset="-122"/>
              </a:rPr>
              <a:t>   long </a:t>
            </a:r>
            <a:r>
              <a:rPr lang="en-US" altLang="zh-CN" b="1" dirty="0" err="1">
                <a:effectLst>
                  <a:outerShdw blurRad="38100" dist="38100" dir="2700000" algn="tl">
                    <a:srgbClr val="FFFFFF"/>
                  </a:outerShdw>
                </a:effectLst>
                <a:latin typeface="+mn-lt"/>
                <a:ea typeface="楷体" pitchFamily="49" charset="-122"/>
              </a:rPr>
              <a:t>int</a:t>
            </a:r>
            <a:r>
              <a:rPr lang="en-US" altLang="zh-CN" b="1" dirty="0">
                <a:effectLst>
                  <a:outerShdw blurRad="38100" dist="38100" dir="2700000" algn="tl">
                    <a:srgbClr val="FFFFFF"/>
                  </a:outerShdw>
                </a:effectLst>
                <a:latin typeface="+mn-lt"/>
                <a:ea typeface="楷体" pitchFamily="49" charset="-122"/>
              </a:rPr>
              <a:t> a = 234567;   </a:t>
            </a:r>
            <a:r>
              <a:rPr lang="en-US" altLang="zh-CN" sz="1800" b="1" dirty="0">
                <a:solidFill>
                  <a:schemeClr val="accent1">
                    <a:lumMod val="50000"/>
                  </a:schemeClr>
                </a:solidFill>
                <a:latin typeface="+mn-lt"/>
                <a:ea typeface="楷体" pitchFamily="49" charset="-122"/>
              </a:rPr>
              <a:t>//</a:t>
            </a:r>
            <a:r>
              <a:rPr lang="zh-CN" altLang="en-US" sz="1800" b="1" dirty="0">
                <a:solidFill>
                  <a:schemeClr val="accent1">
                    <a:lumMod val="50000"/>
                  </a:schemeClr>
                </a:solidFill>
                <a:latin typeface="+mn-lt"/>
                <a:ea typeface="楷体" pitchFamily="49" charset="-122"/>
              </a:rPr>
              <a:t>定义一个有符号长整型变量</a:t>
            </a:r>
            <a:r>
              <a:rPr lang="en-US" altLang="zh-CN" sz="1800" b="1" dirty="0">
                <a:solidFill>
                  <a:schemeClr val="accent1">
                    <a:lumMod val="50000"/>
                  </a:schemeClr>
                </a:solidFill>
                <a:latin typeface="+mn-lt"/>
                <a:ea typeface="楷体" pitchFamily="49" charset="-122"/>
              </a:rPr>
              <a:t>a</a:t>
            </a:r>
            <a:r>
              <a:rPr lang="zh-CN" altLang="en-US" sz="1800" b="1" dirty="0">
                <a:solidFill>
                  <a:schemeClr val="accent1">
                    <a:lumMod val="50000"/>
                  </a:schemeClr>
                </a:solidFill>
                <a:latin typeface="+mn-lt"/>
                <a:ea typeface="楷体" pitchFamily="49" charset="-122"/>
              </a:rPr>
              <a:t>，并赋初值</a:t>
            </a:r>
            <a:r>
              <a:rPr lang="en-US" altLang="zh-CN" sz="1800" b="1" dirty="0">
                <a:solidFill>
                  <a:schemeClr val="accent1">
                    <a:lumMod val="50000"/>
                  </a:schemeClr>
                </a:solidFill>
                <a:latin typeface="+mn-lt"/>
                <a:ea typeface="楷体" pitchFamily="49" charset="-122"/>
              </a:rPr>
              <a:t>234567</a:t>
            </a:r>
          </a:p>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或</a:t>
            </a:r>
          </a:p>
          <a:p>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long  a = 234567;</a:t>
            </a:r>
          </a:p>
          <a:p>
            <a:r>
              <a:rPr lang="en-US" altLang="zh-CN" b="1" dirty="0">
                <a:solidFill>
                  <a:srgbClr val="002060"/>
                </a:solidFill>
                <a:effectLst>
                  <a:outerShdw blurRad="38100" dist="38100" dir="2700000" algn="tl">
                    <a:srgbClr val="FFFFFF"/>
                  </a:outerShdw>
                </a:effectLst>
                <a:latin typeface="+mn-lt"/>
                <a:ea typeface="楷体" pitchFamily="49" charset="-122"/>
              </a:rPr>
              <a:t>  </a:t>
            </a:r>
            <a:r>
              <a:rPr lang="zh-CN" altLang="en-US" b="1" dirty="0">
                <a:solidFill>
                  <a:srgbClr val="002060"/>
                </a:solidFill>
                <a:effectLst>
                  <a:outerShdw blurRad="38100" dist="38100" dir="2700000" algn="tl">
                    <a:srgbClr val="FFFFFF"/>
                  </a:outerShdw>
                </a:effectLst>
                <a:latin typeface="+mn-lt"/>
                <a:ea typeface="楷体" pitchFamily="49" charset="-122"/>
              </a:rPr>
              <a:t>占用的内存单元为</a:t>
            </a:r>
            <a:r>
              <a:rPr lang="en-US" altLang="zh-CN" b="1" dirty="0">
                <a:solidFill>
                  <a:srgbClr val="002060"/>
                </a:solidFill>
                <a:effectLst>
                  <a:outerShdw blurRad="38100" dist="38100" dir="2700000" algn="tl">
                    <a:srgbClr val="FFFFFF"/>
                  </a:outerShdw>
                </a:effectLst>
                <a:latin typeface="+mn-lt"/>
                <a:ea typeface="楷体" pitchFamily="49" charset="-122"/>
              </a:rPr>
              <a:t>4</a:t>
            </a:r>
            <a:r>
              <a:rPr lang="zh-CN" altLang="en-US" b="1" dirty="0">
                <a:solidFill>
                  <a:srgbClr val="002060"/>
                </a:solidFill>
                <a:effectLst>
                  <a:outerShdw blurRad="38100" dist="38100" dir="2700000" algn="tl">
                    <a:srgbClr val="FFFFFF"/>
                  </a:outerShdw>
                </a:effectLst>
                <a:latin typeface="+mn-lt"/>
                <a:ea typeface="楷体" pitchFamily="49" charset="-122"/>
              </a:rPr>
              <a:t>个字节。</a:t>
            </a:r>
          </a:p>
        </p:txBody>
      </p:sp>
      <p:sp>
        <p:nvSpPr>
          <p:cNvPr id="787464" name="Rectangle 8"/>
          <p:cNvSpPr>
            <a:spLocks noChangeArrowheads="1"/>
          </p:cNvSpPr>
          <p:nvPr/>
        </p:nvSpPr>
        <p:spPr bwMode="auto">
          <a:xfrm>
            <a:off x="1055440" y="4091588"/>
            <a:ext cx="10368632" cy="1569660"/>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b="1" dirty="0">
                <a:effectLst>
                  <a:outerShdw blurRad="38100" dist="38100" dir="2700000" algn="tl">
                    <a:srgbClr val="FFFFFF"/>
                  </a:outerShdw>
                </a:effectLst>
                <a:latin typeface="+mn-lt"/>
                <a:ea typeface="楷体" pitchFamily="49" charset="-122"/>
              </a:rPr>
              <a:t>   unsigned long </a:t>
            </a:r>
            <a:r>
              <a:rPr lang="en-US" altLang="zh-CN" b="1" dirty="0" err="1">
                <a:effectLst>
                  <a:outerShdw blurRad="38100" dist="38100" dir="2700000" algn="tl">
                    <a:srgbClr val="FFFFFF"/>
                  </a:outerShdw>
                </a:effectLst>
                <a:latin typeface="+mn-lt"/>
                <a:ea typeface="楷体" pitchFamily="49" charset="-122"/>
              </a:rPr>
              <a:t>int</a:t>
            </a:r>
            <a:r>
              <a:rPr lang="en-US" altLang="zh-CN" b="1" dirty="0">
                <a:effectLst>
                  <a:outerShdw blurRad="38100" dist="38100" dir="2700000" algn="tl">
                    <a:srgbClr val="FFFFFF"/>
                  </a:outerShdw>
                </a:effectLst>
                <a:latin typeface="+mn-lt"/>
                <a:ea typeface="楷体" pitchFamily="49" charset="-122"/>
              </a:rPr>
              <a:t> a = 2;   </a:t>
            </a:r>
            <a:r>
              <a:rPr lang="en-US" altLang="zh-CN" sz="1800" b="1" dirty="0">
                <a:solidFill>
                  <a:schemeClr val="accent1">
                    <a:lumMod val="50000"/>
                  </a:schemeClr>
                </a:solidFill>
                <a:latin typeface="+mn-lt"/>
                <a:ea typeface="楷体" pitchFamily="49" charset="-122"/>
              </a:rPr>
              <a:t>//</a:t>
            </a:r>
            <a:r>
              <a:rPr lang="zh-CN" altLang="en-US" sz="1800" b="1" dirty="0">
                <a:solidFill>
                  <a:schemeClr val="accent1">
                    <a:lumMod val="50000"/>
                  </a:schemeClr>
                </a:solidFill>
                <a:latin typeface="+mn-lt"/>
                <a:ea typeface="楷体" pitchFamily="49" charset="-122"/>
              </a:rPr>
              <a:t>定义一个无符号长整型变量</a:t>
            </a:r>
            <a:r>
              <a:rPr lang="en-US" altLang="zh-CN" sz="1800" b="1" dirty="0">
                <a:solidFill>
                  <a:schemeClr val="accent1">
                    <a:lumMod val="50000"/>
                  </a:schemeClr>
                </a:solidFill>
                <a:latin typeface="+mn-lt"/>
                <a:ea typeface="楷体" pitchFamily="49" charset="-122"/>
              </a:rPr>
              <a:t>a</a:t>
            </a:r>
            <a:r>
              <a:rPr lang="zh-CN" altLang="en-US" sz="1800" b="1" dirty="0">
                <a:solidFill>
                  <a:schemeClr val="accent1">
                    <a:lumMod val="50000"/>
                  </a:schemeClr>
                </a:solidFill>
                <a:latin typeface="+mn-lt"/>
                <a:ea typeface="楷体" pitchFamily="49" charset="-122"/>
              </a:rPr>
              <a:t>，并赋初值</a:t>
            </a:r>
            <a:r>
              <a:rPr lang="en-US" altLang="zh-CN" sz="1800" b="1" dirty="0">
                <a:solidFill>
                  <a:schemeClr val="accent1">
                    <a:lumMod val="50000"/>
                  </a:schemeClr>
                </a:solidFill>
                <a:latin typeface="+mn-lt"/>
                <a:ea typeface="楷体" pitchFamily="49" charset="-122"/>
              </a:rPr>
              <a:t>2</a:t>
            </a:r>
          </a:p>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或</a:t>
            </a:r>
          </a:p>
          <a:p>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unsigned long  a = 2;</a:t>
            </a:r>
          </a:p>
          <a:p>
            <a:r>
              <a:rPr lang="en-US" altLang="zh-CN" b="1" dirty="0">
                <a:solidFill>
                  <a:srgbClr val="002060"/>
                </a:solidFill>
                <a:effectLst>
                  <a:outerShdw blurRad="38100" dist="38100" dir="2700000" algn="tl">
                    <a:srgbClr val="FFFFFF"/>
                  </a:outerShdw>
                </a:effectLst>
                <a:latin typeface="+mn-lt"/>
                <a:ea typeface="楷体" pitchFamily="49" charset="-122"/>
              </a:rPr>
              <a:t>  </a:t>
            </a:r>
            <a:r>
              <a:rPr lang="zh-CN" altLang="en-US" b="1" dirty="0">
                <a:solidFill>
                  <a:srgbClr val="002060"/>
                </a:solidFill>
                <a:effectLst>
                  <a:outerShdw blurRad="38100" dist="38100" dir="2700000" algn="tl">
                    <a:srgbClr val="FFFFFF"/>
                  </a:outerShdw>
                </a:effectLst>
                <a:latin typeface="+mn-lt"/>
                <a:ea typeface="楷体" pitchFamily="49" charset="-122"/>
              </a:rPr>
              <a:t>占用的内存单元字节数同</a:t>
            </a:r>
            <a:r>
              <a:rPr lang="en-US" altLang="zh-CN" b="1" dirty="0">
                <a:solidFill>
                  <a:srgbClr val="002060"/>
                </a:solidFill>
                <a:effectLst>
                  <a:outerShdw blurRad="38100" dist="38100" dir="2700000" algn="tl">
                    <a:srgbClr val="FFFFFF"/>
                  </a:outerShdw>
                </a:effectLst>
                <a:latin typeface="+mn-lt"/>
                <a:ea typeface="楷体" pitchFamily="49" charset="-122"/>
              </a:rPr>
              <a:t>long</a:t>
            </a:r>
            <a:r>
              <a:rPr lang="zh-CN" altLang="en-US" b="1" dirty="0">
                <a:solidFill>
                  <a:srgbClr val="002060"/>
                </a:solidFill>
                <a:effectLst>
                  <a:outerShdw blurRad="38100" dist="38100" dir="2700000" algn="tl">
                    <a:srgbClr val="FFFFFF"/>
                  </a:outerShdw>
                </a:effectLst>
                <a:latin typeface="+mn-lt"/>
                <a:ea typeface="楷体" pitchFamily="49" charset="-122"/>
              </a:rPr>
              <a:t>类型，为</a:t>
            </a:r>
            <a:r>
              <a:rPr lang="en-US" altLang="zh-CN" b="1" dirty="0">
                <a:solidFill>
                  <a:srgbClr val="002060"/>
                </a:solidFill>
                <a:effectLst>
                  <a:outerShdw blurRad="38100" dist="38100" dir="2700000" algn="tl">
                    <a:srgbClr val="FFFFFF"/>
                  </a:outerShdw>
                </a:effectLst>
                <a:latin typeface="+mn-lt"/>
                <a:ea typeface="楷体" pitchFamily="49" charset="-122"/>
              </a:rPr>
              <a:t>4</a:t>
            </a:r>
            <a:r>
              <a:rPr lang="zh-CN" altLang="en-US" b="1" dirty="0">
                <a:solidFill>
                  <a:srgbClr val="002060"/>
                </a:solidFill>
                <a:effectLst>
                  <a:outerShdw blurRad="38100" dist="38100" dir="2700000" algn="tl">
                    <a:srgbClr val="FFFFFF"/>
                  </a:outerShdw>
                </a:effectLst>
                <a:latin typeface="+mn-lt"/>
                <a:ea typeface="楷体" pitchFamily="49" charset="-122"/>
              </a:rPr>
              <a:t>个字节。</a:t>
            </a:r>
          </a:p>
        </p:txBody>
      </p:sp>
      <p:sp>
        <p:nvSpPr>
          <p:cNvPr id="787465" name="Text Box 9"/>
          <p:cNvSpPr txBox="1">
            <a:spLocks noChangeArrowheads="1"/>
          </p:cNvSpPr>
          <p:nvPr/>
        </p:nvSpPr>
        <p:spPr bwMode="auto">
          <a:xfrm>
            <a:off x="1055314" y="5661248"/>
            <a:ext cx="10369283" cy="965993"/>
          </a:xfrm>
          <a:prstGeom prst="rect">
            <a:avLst/>
          </a:prstGeom>
          <a:gradFill rotWithShape="1">
            <a:gsLst>
              <a:gs pos="0">
                <a:srgbClr val="CFCFD1"/>
              </a:gs>
              <a:gs pos="100000">
                <a:schemeClr val="bg1">
                  <a:lumMod val="95000"/>
                </a:schemeClr>
              </a:gs>
            </a:gsLst>
            <a:lin ang="5400000" scaled="1"/>
          </a:gradFill>
          <a:ln w="38100">
            <a:solidFill>
              <a:srgbClr val="F0E5B7"/>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b="1" dirty="0">
                <a:solidFill>
                  <a:srgbClr val="C01920"/>
                </a:solidFill>
                <a:latin typeface="+mn-lt"/>
                <a:ea typeface="隶书" pitchFamily="49" charset="-122"/>
              </a:rPr>
              <a:t>        </a:t>
            </a:r>
            <a:r>
              <a:rPr lang="zh-CN" altLang="en-US" b="1" dirty="0">
                <a:solidFill>
                  <a:srgbClr val="C01920"/>
                </a:solidFill>
                <a:latin typeface="+mn-lt"/>
                <a:ea typeface="隶书" pitchFamily="49" charset="-122"/>
              </a:rPr>
              <a:t>在</a:t>
            </a:r>
            <a:r>
              <a:rPr lang="en-US" altLang="zh-CN" b="1" dirty="0">
                <a:solidFill>
                  <a:srgbClr val="C01920"/>
                </a:solidFill>
                <a:latin typeface="+mn-lt"/>
                <a:ea typeface="隶书" pitchFamily="49" charset="-122"/>
              </a:rPr>
              <a:t>VC6.0</a:t>
            </a:r>
            <a:r>
              <a:rPr lang="zh-CN" altLang="en-US" b="1" dirty="0">
                <a:solidFill>
                  <a:srgbClr val="C01920"/>
                </a:solidFill>
                <a:latin typeface="+mn-lt"/>
                <a:ea typeface="隶书" pitchFamily="49" charset="-122"/>
              </a:rPr>
              <a:t>、</a:t>
            </a:r>
            <a:r>
              <a:rPr lang="en-US" altLang="zh-CN" b="1" dirty="0">
                <a:solidFill>
                  <a:srgbClr val="C01920"/>
                </a:solidFill>
                <a:latin typeface="+mn-lt"/>
                <a:ea typeface="隶书" pitchFamily="49" charset="-122"/>
              </a:rPr>
              <a:t>VC2010</a:t>
            </a:r>
            <a:r>
              <a:rPr lang="zh-CN" altLang="en-US" b="1" dirty="0">
                <a:solidFill>
                  <a:srgbClr val="C01920"/>
                </a:solidFill>
                <a:latin typeface="+mn-lt"/>
                <a:ea typeface="隶书" pitchFamily="49" charset="-122"/>
              </a:rPr>
              <a:t>、</a:t>
            </a:r>
            <a:r>
              <a:rPr lang="en-US" altLang="zh-CN" b="1" dirty="0">
                <a:solidFill>
                  <a:srgbClr val="C01920"/>
                </a:solidFill>
                <a:latin typeface="+mn-lt"/>
                <a:ea typeface="隶书" pitchFamily="49" charset="-122"/>
              </a:rPr>
              <a:t>CB17.12</a:t>
            </a:r>
            <a:r>
              <a:rPr lang="zh-CN" altLang="en-US" b="1" dirty="0">
                <a:solidFill>
                  <a:srgbClr val="C01920"/>
                </a:solidFill>
                <a:latin typeface="+mn-lt"/>
                <a:ea typeface="隶书" pitchFamily="49" charset="-122"/>
              </a:rPr>
              <a:t>中</a:t>
            </a:r>
            <a:r>
              <a:rPr lang="en-US" altLang="zh-CN" b="1" dirty="0">
                <a:solidFill>
                  <a:srgbClr val="C01920"/>
                </a:solidFill>
                <a:latin typeface="+mn-lt"/>
                <a:ea typeface="隶书" pitchFamily="49" charset="-122"/>
              </a:rPr>
              <a:t>long</a:t>
            </a:r>
            <a:r>
              <a:rPr lang="zh-CN" altLang="en-US" b="1" dirty="0">
                <a:solidFill>
                  <a:srgbClr val="C01920"/>
                </a:solidFill>
                <a:latin typeface="+mn-lt"/>
                <a:ea typeface="隶书" pitchFamily="49" charset="-122"/>
              </a:rPr>
              <a:t>与</a:t>
            </a:r>
            <a:r>
              <a:rPr lang="en-US" altLang="zh-CN" b="1" dirty="0" err="1">
                <a:solidFill>
                  <a:srgbClr val="C01920"/>
                </a:solidFill>
                <a:latin typeface="+mn-lt"/>
                <a:ea typeface="隶书" pitchFamily="49" charset="-122"/>
              </a:rPr>
              <a:t>int</a:t>
            </a:r>
            <a:r>
              <a:rPr lang="zh-CN" altLang="en-US" b="1" dirty="0">
                <a:solidFill>
                  <a:srgbClr val="C01920"/>
                </a:solidFill>
                <a:latin typeface="+mn-lt"/>
                <a:ea typeface="隶书" pitchFamily="49" charset="-122"/>
              </a:rPr>
              <a:t>类型基本相同，均占四个字节的内存单元，数据处理方法基本一样。 </a:t>
            </a:r>
          </a:p>
        </p:txBody>
      </p:sp>
      <p:sp>
        <p:nvSpPr>
          <p:cNvPr id="10" name="Text Box 34">
            <a:extLst>
              <a:ext uri="{FF2B5EF4-FFF2-40B4-BE49-F238E27FC236}">
                <a16:creationId xmlns:a16="http://schemas.microsoft.com/office/drawing/2014/main" id="{40B9DBAC-3FD4-413F-A6F7-02C41A909BB8}"/>
              </a:ext>
            </a:extLst>
          </p:cNvPr>
          <p:cNvSpPr txBox="1">
            <a:spLocks noChangeArrowheads="1"/>
          </p:cNvSpPr>
          <p:nvPr/>
        </p:nvSpPr>
        <p:spPr bwMode="auto">
          <a:xfrm>
            <a:off x="762764" y="1413595"/>
            <a:ext cx="6410236" cy="503237"/>
          </a:xfrm>
          <a:prstGeom prst="rect">
            <a:avLst/>
          </a:prstGeom>
          <a:ln w="38100">
            <a:noFill/>
            <a:miter lim="800000"/>
            <a:headEnd/>
            <a:tailEnd/>
          </a:ln>
          <a:effectLst/>
        </p:spPr>
        <p:txBody>
          <a:bodyPr/>
          <a:lstStyle/>
          <a:p>
            <a:pPr marL="342900" indent="-342900">
              <a:buClr>
                <a:srgbClr val="C01920"/>
              </a:buClr>
              <a:buFont typeface="Wingdings" panose="05000000000000000000" pitchFamily="2" charset="2"/>
              <a:buChar char="l"/>
            </a:pPr>
            <a:r>
              <a:rPr lang="zh-CN" altLang="en-US" b="1" dirty="0">
                <a:solidFill>
                  <a:srgbClr val="C01920"/>
                </a:solidFill>
                <a:latin typeface="楷体" panose="02010609060101010101" pitchFamily="49" charset="-122"/>
                <a:ea typeface="楷体" panose="02010609060101010101" pitchFamily="49" charset="-122"/>
              </a:rPr>
              <a:t>有符号长整型（</a:t>
            </a:r>
            <a:r>
              <a:rPr lang="en-US" altLang="zh-CN" b="1" dirty="0">
                <a:solidFill>
                  <a:srgbClr val="C01920"/>
                </a:solidFill>
                <a:latin typeface="楷体" panose="02010609060101010101" pitchFamily="49" charset="-122"/>
                <a:ea typeface="楷体" panose="02010609060101010101" pitchFamily="49" charset="-122"/>
              </a:rPr>
              <a:t>long int</a:t>
            </a:r>
            <a:r>
              <a:rPr lang="zh-CN" altLang="en-US" b="1" dirty="0">
                <a:solidFill>
                  <a:srgbClr val="C01920"/>
                </a:solidFill>
                <a:latin typeface="楷体" panose="02010609060101010101" pitchFamily="49" charset="-122"/>
                <a:ea typeface="楷体" panose="02010609060101010101" pitchFamily="49" charset="-122"/>
              </a:rPr>
              <a:t>或</a:t>
            </a:r>
            <a:r>
              <a:rPr lang="en-US" altLang="zh-CN" b="1" dirty="0">
                <a:solidFill>
                  <a:srgbClr val="C01920"/>
                </a:solidFill>
                <a:latin typeface="楷体" panose="02010609060101010101" pitchFamily="49" charset="-122"/>
                <a:ea typeface="楷体" panose="02010609060101010101" pitchFamily="49" charset="-122"/>
              </a:rPr>
              <a:t>long</a:t>
            </a:r>
            <a:r>
              <a:rPr lang="zh-CN" altLang="en-US" b="1" dirty="0">
                <a:solidFill>
                  <a:srgbClr val="C01920"/>
                </a:solidFill>
                <a:latin typeface="楷体" panose="02010609060101010101" pitchFamily="49" charset="-122"/>
                <a:ea typeface="楷体" panose="02010609060101010101" pitchFamily="49" charset="-122"/>
              </a:rPr>
              <a:t>）</a:t>
            </a:r>
          </a:p>
          <a:p>
            <a:pPr>
              <a:buClr>
                <a:srgbClr val="C01920"/>
              </a:buClr>
            </a:pPr>
            <a:r>
              <a:rPr lang="zh-CN" altLang="en-US" sz="2000" b="1" dirty="0">
                <a:solidFill>
                  <a:srgbClr val="C01920"/>
                </a:solidFill>
                <a:latin typeface="楷体" panose="02010609060101010101" pitchFamily="49" charset="-122"/>
                <a:ea typeface="楷体" panose="02010609060101010101" pitchFamily="49" charset="-122"/>
              </a:rPr>
              <a:t>   </a:t>
            </a:r>
          </a:p>
        </p:txBody>
      </p:sp>
      <p:sp>
        <p:nvSpPr>
          <p:cNvPr id="11" name="Rectangle 5">
            <a:extLst>
              <a:ext uri="{FF2B5EF4-FFF2-40B4-BE49-F238E27FC236}">
                <a16:creationId xmlns:a16="http://schemas.microsoft.com/office/drawing/2014/main" id="{A2CBBD51-D4DB-4913-B5F4-B54CF317883C}"/>
              </a:ext>
            </a:extLst>
          </p:cNvPr>
          <p:cNvSpPr>
            <a:spLocks noChangeArrowheads="1"/>
          </p:cNvSpPr>
          <p:nvPr/>
        </p:nvSpPr>
        <p:spPr bwMode="auto">
          <a:xfrm>
            <a:off x="762764" y="856064"/>
            <a:ext cx="2452916" cy="584775"/>
          </a:xfrm>
          <a:prstGeom prst="rect">
            <a:avLst/>
          </a:prstGeom>
          <a:noFill/>
          <a:ln w="9525">
            <a:noFill/>
            <a:miter lim="800000"/>
            <a:headEnd/>
            <a:tailEnd/>
          </a:ln>
          <a:effectLst/>
        </p:spPr>
        <p:txBody>
          <a:bodyPr wrap="none" anchor="ctr">
            <a:spAutoFit/>
          </a:bodyPr>
          <a:lstStyle/>
          <a:p>
            <a:r>
              <a:rPr lang="en-US" altLang="zh-CN" sz="3200" b="1" dirty="0">
                <a:solidFill>
                  <a:srgbClr val="C01920"/>
                </a:solidFill>
                <a:latin typeface="楷体" panose="02010609060101010101" pitchFamily="49" charset="-122"/>
                <a:ea typeface="楷体" panose="02010609060101010101" pitchFamily="49" charset="-122"/>
              </a:rPr>
              <a:t>3. </a:t>
            </a:r>
            <a:r>
              <a:rPr lang="zh-CN" altLang="en-US" sz="3200" b="1" dirty="0">
                <a:solidFill>
                  <a:srgbClr val="C01920"/>
                </a:solidFill>
                <a:latin typeface="楷体" panose="02010609060101010101" pitchFamily="49" charset="-122"/>
                <a:ea typeface="楷体" panose="02010609060101010101" pitchFamily="49" charset="-122"/>
              </a:rPr>
              <a:t>整型变量</a:t>
            </a:r>
          </a:p>
        </p:txBody>
      </p:sp>
      <p:sp>
        <p:nvSpPr>
          <p:cNvPr id="12" name="Rectangle 4">
            <a:extLst>
              <a:ext uri="{FF2B5EF4-FFF2-40B4-BE49-F238E27FC236}">
                <a16:creationId xmlns:a16="http://schemas.microsoft.com/office/drawing/2014/main" id="{D21B74C6-C0F3-4245-9FD7-B874073AAAC3}"/>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简单数据类型与表示范围</a:t>
            </a:r>
          </a:p>
        </p:txBody>
      </p:sp>
      <p:sp>
        <p:nvSpPr>
          <p:cNvPr id="13" name="Text Box 34">
            <a:extLst>
              <a:ext uri="{FF2B5EF4-FFF2-40B4-BE49-F238E27FC236}">
                <a16:creationId xmlns:a16="http://schemas.microsoft.com/office/drawing/2014/main" id="{6ABE9D0A-96EA-48AB-8284-C9DA0E1A6EAB}"/>
              </a:ext>
            </a:extLst>
          </p:cNvPr>
          <p:cNvSpPr txBox="1">
            <a:spLocks noChangeArrowheads="1"/>
          </p:cNvSpPr>
          <p:nvPr/>
        </p:nvSpPr>
        <p:spPr bwMode="auto">
          <a:xfrm>
            <a:off x="762764" y="3587532"/>
            <a:ext cx="8141548" cy="503237"/>
          </a:xfrm>
          <a:prstGeom prst="rect">
            <a:avLst/>
          </a:prstGeom>
          <a:ln w="38100">
            <a:noFill/>
            <a:miter lim="800000"/>
            <a:headEnd/>
            <a:tailEnd/>
          </a:ln>
          <a:effectLst/>
        </p:spPr>
        <p:txBody>
          <a:bodyPr/>
          <a:lstStyle/>
          <a:p>
            <a:pPr marL="342900" indent="-342900">
              <a:buClr>
                <a:srgbClr val="C01920"/>
              </a:buClr>
              <a:buFont typeface="Wingdings" panose="05000000000000000000" pitchFamily="2" charset="2"/>
              <a:buChar char="l"/>
            </a:pPr>
            <a:r>
              <a:rPr lang="zh-CN" altLang="en-US" b="1" dirty="0">
                <a:solidFill>
                  <a:srgbClr val="C01920"/>
                </a:solidFill>
                <a:latin typeface="楷体" panose="02010609060101010101" pitchFamily="49" charset="-122"/>
                <a:ea typeface="楷体" panose="02010609060101010101" pitchFamily="49" charset="-122"/>
              </a:rPr>
              <a:t>无符号长整型（</a:t>
            </a:r>
            <a:r>
              <a:rPr lang="en-US" altLang="zh-CN" b="1" dirty="0">
                <a:solidFill>
                  <a:srgbClr val="C01920"/>
                </a:solidFill>
                <a:latin typeface="楷体" panose="02010609060101010101" pitchFamily="49" charset="-122"/>
                <a:ea typeface="楷体" panose="02010609060101010101" pitchFamily="49" charset="-122"/>
              </a:rPr>
              <a:t>unsigned long int</a:t>
            </a:r>
            <a:r>
              <a:rPr lang="zh-CN" altLang="en-US" b="1" dirty="0">
                <a:solidFill>
                  <a:srgbClr val="C01920"/>
                </a:solidFill>
                <a:latin typeface="楷体" panose="02010609060101010101" pitchFamily="49" charset="-122"/>
                <a:ea typeface="楷体" panose="02010609060101010101" pitchFamily="49" charset="-122"/>
              </a:rPr>
              <a:t>或</a:t>
            </a:r>
            <a:r>
              <a:rPr lang="en-US" altLang="zh-CN" b="1" dirty="0">
                <a:solidFill>
                  <a:srgbClr val="C01920"/>
                </a:solidFill>
                <a:latin typeface="楷体" panose="02010609060101010101" pitchFamily="49" charset="-122"/>
                <a:ea typeface="楷体" panose="02010609060101010101" pitchFamily="49" charset="-122"/>
              </a:rPr>
              <a:t>unsigned long</a:t>
            </a:r>
            <a:r>
              <a:rPr lang="zh-CN" altLang="en-US" b="1" dirty="0">
                <a:solidFill>
                  <a:srgbClr val="C01920"/>
                </a:solidFill>
                <a:latin typeface="楷体" panose="02010609060101010101" pitchFamily="49" charset="-122"/>
                <a:ea typeface="楷体" panose="02010609060101010101" pitchFamily="49" charset="-122"/>
              </a:rPr>
              <a:t>）</a:t>
            </a:r>
          </a:p>
          <a:p>
            <a:pPr>
              <a:buClr>
                <a:srgbClr val="C01920"/>
              </a:buClr>
            </a:pPr>
            <a:r>
              <a:rPr lang="zh-CN" altLang="en-US" sz="2000" b="1" dirty="0">
                <a:solidFill>
                  <a:srgbClr val="C01920"/>
                </a:solidFill>
                <a:latin typeface="楷体" panose="02010609060101010101" pitchFamily="49" charset="-122"/>
                <a:ea typeface="楷体" panose="02010609060101010101" pitchFamily="49" charset="-122"/>
              </a:rPr>
              <a:t>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ox(in)">
                                      <p:cBhvr>
                                        <p:cTn id="12" dur="500"/>
                                        <p:tgtEl>
                                          <p:spTgt spid="10"/>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787462"/>
                                        </p:tgtEl>
                                        <p:attrNameLst>
                                          <p:attrName>style.visibility</p:attrName>
                                        </p:attrNameLst>
                                      </p:cBhvr>
                                      <p:to>
                                        <p:strVal val="visible"/>
                                      </p:to>
                                    </p:set>
                                    <p:animEffect transition="in" filter="box(out)">
                                      <p:cBhvr>
                                        <p:cTn id="17" dur="500"/>
                                        <p:tgtEl>
                                          <p:spTgt spid="787462"/>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ox(in)">
                                      <p:cBhvr>
                                        <p:cTn id="22" dur="500"/>
                                        <p:tgtEl>
                                          <p:spTgt spid="13"/>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787464"/>
                                        </p:tgtEl>
                                        <p:attrNameLst>
                                          <p:attrName>style.visibility</p:attrName>
                                        </p:attrNameLst>
                                      </p:cBhvr>
                                      <p:to>
                                        <p:strVal val="visible"/>
                                      </p:to>
                                    </p:set>
                                    <p:animEffect transition="in" filter="box(out)">
                                      <p:cBhvr>
                                        <p:cTn id="27" dur="500"/>
                                        <p:tgtEl>
                                          <p:spTgt spid="787464"/>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787465"/>
                                        </p:tgtEl>
                                        <p:attrNameLst>
                                          <p:attrName>style.visibility</p:attrName>
                                        </p:attrNameLst>
                                      </p:cBhvr>
                                      <p:to>
                                        <p:strVal val="visible"/>
                                      </p:to>
                                    </p:set>
                                    <p:animEffect transition="in" filter="box(in)">
                                      <p:cBhvr>
                                        <p:cTn id="32" dur="500"/>
                                        <p:tgtEl>
                                          <p:spTgt spid="787465"/>
                                        </p:tgtEl>
                                      </p:cBhvr>
                                    </p:animEffect>
                                  </p:childTnLst>
                                  <p:subTnLst>
                                    <p:set>
                                      <p:cBhvr override="childStyle">
                                        <p:cTn dur="1" fill="hold" display="0" masterRel="nextClick" afterEffect="1"/>
                                        <p:tgtEl>
                                          <p:spTgt spid="787465"/>
                                        </p:tgtEl>
                                        <p:attrNameLst>
                                          <p:attrName>style.visibility</p:attrName>
                                        </p:attrNameLst>
                                      </p:cBhvr>
                                      <p:to>
                                        <p:strVal val="hidden"/>
                                      </p:to>
                                    </p:set>
                                    <p:audio>
                                      <p:cMediaNode>
                                        <p:cTn display="0" masterRel="sameClick">
                                          <p:stCondLst>
                                            <p:cond evt="begin" delay="0">
                                              <p:tn val="3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7462" grpId="0" animBg="1"/>
      <p:bldP spid="787464" grpId="0" animBg="1"/>
      <p:bldP spid="787465" grpId="0" animBg="1"/>
      <p:bldP spid="10" grpId="0"/>
      <p:bldP spid="11" grpId="0"/>
      <p:bldP spid="13" grpId="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 name="Rectangle 4">
            <a:extLst>
              <a:ext uri="{FF2B5EF4-FFF2-40B4-BE49-F238E27FC236}">
                <a16:creationId xmlns:a16="http://schemas.microsoft.com/office/drawing/2014/main" id="{D74DC658-F210-4BB6-BC16-2B63360B8E16}"/>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简单数据类型与表示范围</a:t>
            </a:r>
          </a:p>
        </p:txBody>
      </p:sp>
      <p:sp>
        <p:nvSpPr>
          <p:cNvPr id="789514" name="Rectangle 10"/>
          <p:cNvSpPr>
            <a:spLocks noChangeArrowheads="1"/>
          </p:cNvSpPr>
          <p:nvPr/>
        </p:nvSpPr>
        <p:spPr bwMode="auto">
          <a:xfrm>
            <a:off x="1055440" y="493504"/>
            <a:ext cx="10369152" cy="6247864"/>
          </a:xfrm>
          <a:prstGeom prst="rect">
            <a:avLst/>
          </a:prstGeom>
          <a:gradFill>
            <a:gsLst>
              <a:gs pos="0">
                <a:srgbClr val="CFCFD1"/>
              </a:gs>
              <a:gs pos="100000">
                <a:schemeClr val="bg1">
                  <a:lumMod val="95000"/>
                </a:schemeClr>
              </a:gs>
            </a:gsLst>
            <a:lin ang="13500000" scaled="1"/>
          </a:gra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190500">
              <a:tabLst>
                <a:tab pos="800100" algn="l"/>
              </a:tabLst>
            </a:pPr>
            <a:r>
              <a:rPr lang="en-US" altLang="zh-CN" sz="2000" dirty="0">
                <a:solidFill>
                  <a:schemeClr val="accent2">
                    <a:lumMod val="50000"/>
                  </a:schemeClr>
                </a:solidFill>
                <a:effectLst>
                  <a:outerShdw blurRad="38100" dist="38100" dir="2700000" algn="tl">
                    <a:srgbClr val="FFFFFF"/>
                  </a:outerShdw>
                </a:effectLst>
              </a:rPr>
              <a:t>#include  &lt;</a:t>
            </a:r>
            <a:r>
              <a:rPr lang="en-US" altLang="zh-CN" sz="2000" dirty="0" err="1">
                <a:solidFill>
                  <a:schemeClr val="accent2">
                    <a:lumMod val="50000"/>
                  </a:schemeClr>
                </a:solidFill>
                <a:effectLst>
                  <a:outerShdw blurRad="38100" dist="38100" dir="2700000" algn="tl">
                    <a:srgbClr val="FFFFFF"/>
                  </a:outerShdw>
                </a:effectLst>
              </a:rPr>
              <a:t>stdio.h</a:t>
            </a:r>
            <a:r>
              <a:rPr lang="en-US" altLang="zh-CN" sz="2000" dirty="0">
                <a:solidFill>
                  <a:schemeClr val="accent2">
                    <a:lumMod val="50000"/>
                  </a:schemeClr>
                </a:solidFill>
                <a:effectLst>
                  <a:outerShdw blurRad="38100" dist="38100" dir="2700000" algn="tl">
                    <a:srgbClr val="FFFFFF"/>
                  </a:outerShdw>
                </a:effectLst>
              </a:rPr>
              <a:t>&gt;</a:t>
            </a:r>
            <a:endParaRPr lang="zh-CN" altLang="en-US" sz="2000" dirty="0">
              <a:solidFill>
                <a:schemeClr val="accent2">
                  <a:lumMod val="50000"/>
                </a:schemeClr>
              </a:solidFill>
              <a:effectLst>
                <a:outerShdw blurRad="38100" dist="38100" dir="2700000" algn="tl">
                  <a:srgbClr val="FFFFFF"/>
                </a:outerShdw>
              </a:effectLst>
            </a:endParaRPr>
          </a:p>
          <a:p>
            <a:pPr indent="190500">
              <a:tabLst>
                <a:tab pos="800100" algn="l"/>
              </a:tabLst>
            </a:pPr>
            <a:r>
              <a:rPr lang="en-US" altLang="zh-CN" sz="2000" dirty="0">
                <a:solidFill>
                  <a:schemeClr val="accent2">
                    <a:lumMod val="50000"/>
                  </a:schemeClr>
                </a:solidFill>
                <a:effectLst>
                  <a:outerShdw blurRad="38100" dist="38100" dir="2700000" algn="tl">
                    <a:srgbClr val="FFFFFF"/>
                  </a:outerShdw>
                </a:effectLst>
              </a:rPr>
              <a:t>#define   SUM   65535  </a:t>
            </a:r>
          </a:p>
          <a:p>
            <a:pPr indent="190500">
              <a:tabLst>
                <a:tab pos="800100" algn="l"/>
              </a:tabLst>
            </a:pPr>
            <a:r>
              <a:rPr lang="en-US" altLang="zh-CN" sz="2000" dirty="0">
                <a:solidFill>
                  <a:schemeClr val="accent2">
                    <a:lumMod val="50000"/>
                  </a:schemeClr>
                </a:solidFill>
                <a:effectLst>
                  <a:outerShdw blurRad="38100" dist="38100" dir="2700000" algn="tl">
                    <a:srgbClr val="FFFFFF"/>
                  </a:outerShdw>
                </a:effectLst>
              </a:rPr>
              <a:t>	</a:t>
            </a:r>
          </a:p>
          <a:p>
            <a:pPr indent="190500">
              <a:tabLst>
                <a:tab pos="800100" algn="l"/>
              </a:tabLst>
            </a:pPr>
            <a:r>
              <a:rPr lang="en-US" altLang="zh-CN" sz="2000" b="1" dirty="0" err="1">
                <a:solidFill>
                  <a:schemeClr val="accent2">
                    <a:lumMod val="50000"/>
                  </a:schemeClr>
                </a:solidFill>
                <a:effectLst>
                  <a:outerShdw blurRad="38100" dist="38100" dir="2700000" algn="tl">
                    <a:srgbClr val="FFFFFF"/>
                  </a:outerShdw>
                </a:effectLst>
              </a:rPr>
              <a:t>int</a:t>
            </a:r>
            <a:r>
              <a:rPr lang="en-US" altLang="zh-CN" sz="2000" b="1" dirty="0">
                <a:solidFill>
                  <a:schemeClr val="accent2">
                    <a:lumMod val="50000"/>
                  </a:schemeClr>
                </a:solidFill>
                <a:effectLst>
                  <a:outerShdw blurRad="38100" dist="38100" dir="2700000" algn="tl">
                    <a:srgbClr val="FFFFFF"/>
                  </a:outerShdw>
                </a:effectLst>
              </a:rPr>
              <a:t> main( )</a:t>
            </a:r>
          </a:p>
          <a:p>
            <a:pPr indent="190500">
              <a:tabLst>
                <a:tab pos="800100" algn="l"/>
              </a:tabLst>
            </a:pPr>
            <a:r>
              <a:rPr lang="en-US" altLang="zh-CN" sz="2000" dirty="0">
                <a:solidFill>
                  <a:schemeClr val="accent2">
                    <a:lumMod val="50000"/>
                  </a:schemeClr>
                </a:solidFill>
                <a:effectLst>
                  <a:outerShdw blurRad="38100" dist="38100" dir="2700000" algn="tl">
                    <a:srgbClr val="FFFFFF"/>
                  </a:outerShdw>
                </a:effectLst>
              </a:rPr>
              <a:t>{</a:t>
            </a:r>
          </a:p>
          <a:p>
            <a:pPr indent="190500">
              <a:tabLst>
                <a:tab pos="800100" algn="l"/>
              </a:tabLst>
            </a:pPr>
            <a:r>
              <a:rPr lang="en-US" altLang="zh-CN" sz="2000" dirty="0">
                <a:solidFill>
                  <a:schemeClr val="accent2">
                    <a:lumMod val="50000"/>
                  </a:schemeClr>
                </a:solidFill>
                <a:effectLst>
                  <a:outerShdw blurRad="38100" dist="38100" dir="2700000" algn="tl">
                    <a:srgbClr val="FFFFFF"/>
                  </a:outerShdw>
                </a:effectLst>
              </a:rPr>
              <a:t>   </a:t>
            </a:r>
            <a:r>
              <a:rPr lang="en-US" altLang="zh-CN" sz="2000" dirty="0" err="1">
                <a:solidFill>
                  <a:schemeClr val="accent2">
                    <a:lumMod val="50000"/>
                  </a:schemeClr>
                </a:solidFill>
                <a:effectLst>
                  <a:outerShdw blurRad="38100" dist="38100" dir="2700000" algn="tl">
                    <a:srgbClr val="FFFFFF"/>
                  </a:outerShdw>
                </a:effectLst>
              </a:rPr>
              <a:t>int</a:t>
            </a:r>
            <a:r>
              <a:rPr lang="en-US" altLang="zh-CN" sz="2000" dirty="0">
                <a:solidFill>
                  <a:schemeClr val="accent2">
                    <a:lumMod val="50000"/>
                  </a:schemeClr>
                </a:solidFill>
                <a:effectLst>
                  <a:outerShdw blurRad="38100" dist="38100" dir="2700000" algn="tl">
                    <a:srgbClr val="FFFFFF"/>
                  </a:outerShdw>
                </a:effectLst>
              </a:rPr>
              <a:t> a, b = 20;</a:t>
            </a:r>
          </a:p>
          <a:p>
            <a:pPr indent="190500">
              <a:tabLst>
                <a:tab pos="800100" algn="l"/>
              </a:tabLst>
            </a:pPr>
            <a:r>
              <a:rPr lang="en-US" altLang="zh-CN" sz="2000" dirty="0">
                <a:solidFill>
                  <a:schemeClr val="accent2">
                    <a:lumMod val="50000"/>
                  </a:schemeClr>
                </a:solidFill>
                <a:effectLst>
                  <a:outerShdw blurRad="38100" dist="38100" dir="2700000" algn="tl">
                    <a:srgbClr val="FFFFFF"/>
                  </a:outerShdw>
                </a:effectLst>
              </a:rPr>
              <a:t>   unsigned </a:t>
            </a:r>
            <a:r>
              <a:rPr lang="en-US" altLang="zh-CN" sz="2000" dirty="0" err="1">
                <a:solidFill>
                  <a:schemeClr val="accent2">
                    <a:lumMod val="50000"/>
                  </a:schemeClr>
                </a:solidFill>
                <a:effectLst>
                  <a:outerShdw blurRad="38100" dist="38100" dir="2700000" algn="tl">
                    <a:srgbClr val="FFFFFF"/>
                  </a:outerShdw>
                </a:effectLst>
              </a:rPr>
              <a:t>int</a:t>
            </a:r>
            <a:r>
              <a:rPr lang="en-US" altLang="zh-CN" sz="2000" dirty="0">
                <a:solidFill>
                  <a:schemeClr val="accent2">
                    <a:lumMod val="50000"/>
                  </a:schemeClr>
                </a:solidFill>
                <a:effectLst>
                  <a:outerShdw blurRad="38100" dist="38100" dir="2700000" algn="tl">
                    <a:srgbClr val="FFFFFF"/>
                  </a:outerShdw>
                </a:effectLst>
              </a:rPr>
              <a:t> c = 0xff;   </a:t>
            </a:r>
          </a:p>
          <a:p>
            <a:pPr indent="190500">
              <a:tabLst>
                <a:tab pos="800100" algn="l"/>
              </a:tabLst>
            </a:pPr>
            <a:r>
              <a:rPr lang="en-US" altLang="zh-CN" sz="2000" dirty="0">
                <a:solidFill>
                  <a:schemeClr val="accent2">
                    <a:lumMod val="50000"/>
                  </a:schemeClr>
                </a:solidFill>
                <a:effectLst>
                  <a:outerShdw blurRad="38100" dist="38100" dir="2700000" algn="tl">
                    <a:srgbClr val="FFFFFF"/>
                  </a:outerShdw>
                </a:effectLst>
              </a:rPr>
              <a:t>   short </a:t>
            </a:r>
            <a:r>
              <a:rPr lang="en-US" altLang="zh-CN" sz="2000" dirty="0" err="1">
                <a:solidFill>
                  <a:schemeClr val="accent2">
                    <a:lumMod val="50000"/>
                  </a:schemeClr>
                </a:solidFill>
                <a:effectLst>
                  <a:outerShdw blurRad="38100" dist="38100" dir="2700000" algn="tl">
                    <a:srgbClr val="FFFFFF"/>
                  </a:outerShdw>
                </a:effectLst>
              </a:rPr>
              <a:t>int</a:t>
            </a:r>
            <a:r>
              <a:rPr lang="en-US" altLang="zh-CN" sz="2000" dirty="0">
                <a:solidFill>
                  <a:schemeClr val="accent2">
                    <a:lumMod val="50000"/>
                  </a:schemeClr>
                </a:solidFill>
                <a:effectLst>
                  <a:outerShdw blurRad="38100" dist="38100" dir="2700000" algn="tl">
                    <a:srgbClr val="FFFFFF"/>
                  </a:outerShdw>
                </a:effectLst>
              </a:rPr>
              <a:t> d;              </a:t>
            </a:r>
          </a:p>
          <a:p>
            <a:pPr indent="190500">
              <a:tabLst>
                <a:tab pos="800100" algn="l"/>
              </a:tabLst>
            </a:pPr>
            <a:r>
              <a:rPr lang="en-US" altLang="zh-CN" sz="2000" dirty="0">
                <a:solidFill>
                  <a:schemeClr val="accent2">
                    <a:lumMod val="50000"/>
                  </a:schemeClr>
                </a:solidFill>
                <a:effectLst>
                  <a:outerShdw blurRad="38100" dist="38100" dir="2700000" algn="tl">
                    <a:srgbClr val="FFFFFF"/>
                  </a:outerShdw>
                </a:effectLst>
              </a:rPr>
              <a:t>   long e;                  </a:t>
            </a:r>
          </a:p>
          <a:p>
            <a:pPr indent="190500">
              <a:tabLst>
                <a:tab pos="800100" algn="l"/>
              </a:tabLst>
            </a:pPr>
            <a:r>
              <a:rPr lang="en-US" altLang="zh-CN" sz="2000" dirty="0">
                <a:solidFill>
                  <a:schemeClr val="accent2">
                    <a:lumMod val="50000"/>
                  </a:schemeClr>
                </a:solidFill>
                <a:effectLst>
                  <a:outerShdw blurRad="38100" dist="38100" dir="2700000" algn="tl">
                    <a:srgbClr val="FFFFFF"/>
                  </a:outerShdw>
                </a:effectLst>
              </a:rPr>
              <a:t>	</a:t>
            </a:r>
          </a:p>
          <a:p>
            <a:pPr indent="190500">
              <a:tabLst>
                <a:tab pos="800100" algn="l"/>
              </a:tabLst>
            </a:pPr>
            <a:r>
              <a:rPr lang="en-US" altLang="zh-CN" sz="2000" dirty="0">
                <a:solidFill>
                  <a:schemeClr val="accent2">
                    <a:lumMod val="50000"/>
                  </a:schemeClr>
                </a:solidFill>
                <a:effectLst>
                  <a:outerShdw blurRad="38100" dist="38100" dir="2700000" algn="tl">
                    <a:srgbClr val="FFFFFF"/>
                  </a:outerShdw>
                </a:effectLst>
              </a:rPr>
              <a:t>   a = SUM;                  </a:t>
            </a:r>
          </a:p>
          <a:p>
            <a:pPr indent="190500">
              <a:tabLst>
                <a:tab pos="800100" algn="l"/>
              </a:tabLst>
            </a:pPr>
            <a:r>
              <a:rPr lang="en-US" altLang="zh-CN" sz="2000" dirty="0">
                <a:solidFill>
                  <a:schemeClr val="accent2">
                    <a:lumMod val="50000"/>
                  </a:schemeClr>
                </a:solidFill>
                <a:effectLst>
                  <a:outerShdw blurRad="38100" dist="38100" dir="2700000" algn="tl">
                    <a:srgbClr val="FFFFFF"/>
                  </a:outerShdw>
                </a:effectLst>
              </a:rPr>
              <a:t>   d = SUM;</a:t>
            </a:r>
          </a:p>
          <a:p>
            <a:pPr indent="190500">
              <a:tabLst>
                <a:tab pos="800100" algn="l"/>
              </a:tabLst>
            </a:pPr>
            <a:r>
              <a:rPr lang="en-US" altLang="zh-CN" sz="2000" dirty="0">
                <a:solidFill>
                  <a:schemeClr val="accent2">
                    <a:lumMod val="50000"/>
                  </a:schemeClr>
                </a:solidFill>
                <a:effectLst>
                  <a:outerShdw blurRad="38100" dist="38100" dir="2700000" algn="tl">
                    <a:srgbClr val="FFFFFF"/>
                  </a:outerShdw>
                </a:effectLst>
              </a:rPr>
              <a:t>   e = 301; 	     </a:t>
            </a:r>
          </a:p>
          <a:p>
            <a:pPr indent="190500">
              <a:tabLst>
                <a:tab pos="800100" algn="l"/>
              </a:tabLst>
            </a:pPr>
            <a:r>
              <a:rPr lang="en-US" altLang="zh-CN" sz="2000" dirty="0">
                <a:solidFill>
                  <a:schemeClr val="accent2">
                    <a:lumMod val="50000"/>
                  </a:schemeClr>
                </a:solidFill>
                <a:effectLst>
                  <a:outerShdw blurRad="38100" dist="38100" dir="2700000" algn="tl">
                    <a:srgbClr val="FFFFFF"/>
                  </a:outerShdw>
                </a:effectLst>
              </a:rPr>
              <a:t>   </a:t>
            </a:r>
            <a:r>
              <a:rPr lang="en-US" altLang="zh-CN" sz="2000" dirty="0" err="1">
                <a:solidFill>
                  <a:schemeClr val="accent2">
                    <a:lumMod val="50000"/>
                  </a:schemeClr>
                </a:solidFill>
                <a:effectLst>
                  <a:outerShdw blurRad="38100" dist="38100" dir="2700000" algn="tl">
                    <a:srgbClr val="FFFFFF"/>
                  </a:outerShdw>
                </a:effectLst>
              </a:rPr>
              <a:t>printf</a:t>
            </a:r>
            <a:r>
              <a:rPr lang="en-US" altLang="zh-CN" sz="2000" dirty="0">
                <a:solidFill>
                  <a:schemeClr val="accent2">
                    <a:lumMod val="50000"/>
                  </a:schemeClr>
                </a:solidFill>
                <a:effectLst>
                  <a:outerShdw blurRad="38100" dist="38100" dir="2700000" algn="tl">
                    <a:srgbClr val="FFFFFF"/>
                  </a:outerShdw>
                </a:effectLst>
              </a:rPr>
              <a:t>("a = %d\n", a);</a:t>
            </a:r>
            <a:endParaRPr lang="zh-CN" altLang="en-US" sz="2000" dirty="0">
              <a:solidFill>
                <a:schemeClr val="accent2">
                  <a:lumMod val="50000"/>
                </a:schemeClr>
              </a:solidFill>
              <a:effectLst>
                <a:outerShdw blurRad="38100" dist="38100" dir="2700000" algn="tl">
                  <a:srgbClr val="FFFFFF"/>
                </a:outerShdw>
              </a:effectLst>
            </a:endParaRPr>
          </a:p>
          <a:p>
            <a:pPr indent="190500">
              <a:tabLst>
                <a:tab pos="800100" algn="l"/>
              </a:tabLst>
            </a:pPr>
            <a:r>
              <a:rPr lang="zh-CN" altLang="en-US" sz="2000" dirty="0">
                <a:solidFill>
                  <a:schemeClr val="accent2">
                    <a:lumMod val="50000"/>
                  </a:schemeClr>
                </a:solidFill>
                <a:effectLst>
                  <a:outerShdw blurRad="38100" dist="38100" dir="2700000" algn="tl">
                    <a:srgbClr val="FFFFFF"/>
                  </a:outerShdw>
                </a:effectLst>
              </a:rPr>
              <a:t>   </a:t>
            </a:r>
            <a:r>
              <a:rPr lang="en-US" altLang="zh-CN" sz="2000" dirty="0" err="1">
                <a:solidFill>
                  <a:schemeClr val="accent2">
                    <a:lumMod val="50000"/>
                  </a:schemeClr>
                </a:solidFill>
                <a:effectLst>
                  <a:outerShdw blurRad="38100" dist="38100" dir="2700000" algn="tl">
                    <a:srgbClr val="FFFFFF"/>
                  </a:outerShdw>
                </a:effectLst>
              </a:rPr>
              <a:t>printf</a:t>
            </a:r>
            <a:r>
              <a:rPr lang="en-US" altLang="zh-CN" sz="2000" dirty="0">
                <a:solidFill>
                  <a:schemeClr val="accent2">
                    <a:lumMod val="50000"/>
                  </a:schemeClr>
                </a:solidFill>
                <a:effectLst>
                  <a:outerShdw blurRad="38100" dist="38100" dir="2700000" algn="tl">
                    <a:srgbClr val="FFFFFF"/>
                  </a:outerShdw>
                </a:effectLst>
              </a:rPr>
              <a:t>("b = %d\n", b);     </a:t>
            </a:r>
            <a:endParaRPr lang="zh-CN" altLang="en-US" sz="2000" dirty="0">
              <a:solidFill>
                <a:schemeClr val="accent2">
                  <a:lumMod val="50000"/>
                </a:schemeClr>
              </a:solidFill>
              <a:effectLst>
                <a:outerShdw blurRad="38100" dist="38100" dir="2700000" algn="tl">
                  <a:srgbClr val="FFFFFF"/>
                </a:outerShdw>
              </a:effectLst>
            </a:endParaRPr>
          </a:p>
          <a:p>
            <a:pPr indent="190500">
              <a:tabLst>
                <a:tab pos="800100" algn="l"/>
              </a:tabLst>
            </a:pPr>
            <a:r>
              <a:rPr lang="zh-CN" altLang="en-US" sz="2000" dirty="0">
                <a:solidFill>
                  <a:schemeClr val="accent2">
                    <a:lumMod val="50000"/>
                  </a:schemeClr>
                </a:solidFill>
                <a:effectLst>
                  <a:outerShdw blurRad="38100" dist="38100" dir="2700000" algn="tl">
                    <a:srgbClr val="FFFFFF"/>
                  </a:outerShdw>
                </a:effectLst>
              </a:rPr>
              <a:t>   </a:t>
            </a:r>
            <a:r>
              <a:rPr lang="en-US" altLang="zh-CN" sz="2000" dirty="0" err="1">
                <a:solidFill>
                  <a:schemeClr val="accent2">
                    <a:lumMod val="50000"/>
                  </a:schemeClr>
                </a:solidFill>
                <a:effectLst>
                  <a:outerShdw blurRad="38100" dist="38100" dir="2700000" algn="tl">
                    <a:srgbClr val="FFFFFF"/>
                  </a:outerShdw>
                </a:effectLst>
              </a:rPr>
              <a:t>printf</a:t>
            </a:r>
            <a:r>
              <a:rPr lang="en-US" altLang="zh-CN" sz="2000" dirty="0">
                <a:solidFill>
                  <a:schemeClr val="accent2">
                    <a:lumMod val="50000"/>
                  </a:schemeClr>
                </a:solidFill>
                <a:effectLst>
                  <a:outerShdw blurRad="38100" dist="38100" dir="2700000" algn="tl">
                    <a:srgbClr val="FFFFFF"/>
                  </a:outerShdw>
                </a:effectLst>
              </a:rPr>
              <a:t>("c = %d\n", c);     </a:t>
            </a:r>
            <a:endParaRPr lang="zh-CN" altLang="en-US" sz="2000" dirty="0">
              <a:solidFill>
                <a:schemeClr val="accent2">
                  <a:lumMod val="50000"/>
                </a:schemeClr>
              </a:solidFill>
              <a:effectLst>
                <a:outerShdw blurRad="38100" dist="38100" dir="2700000" algn="tl">
                  <a:srgbClr val="FFFFFF"/>
                </a:outerShdw>
              </a:effectLst>
            </a:endParaRPr>
          </a:p>
          <a:p>
            <a:pPr indent="190500">
              <a:tabLst>
                <a:tab pos="800100" algn="l"/>
              </a:tabLst>
            </a:pPr>
            <a:r>
              <a:rPr lang="zh-CN" altLang="en-US" sz="2000" dirty="0">
                <a:solidFill>
                  <a:schemeClr val="accent2">
                    <a:lumMod val="50000"/>
                  </a:schemeClr>
                </a:solidFill>
                <a:effectLst>
                  <a:outerShdw blurRad="38100" dist="38100" dir="2700000" algn="tl">
                    <a:srgbClr val="FFFFFF"/>
                  </a:outerShdw>
                </a:effectLst>
              </a:rPr>
              <a:t>   </a:t>
            </a:r>
            <a:r>
              <a:rPr lang="en-US" altLang="zh-CN" sz="2000" dirty="0" err="1">
                <a:solidFill>
                  <a:schemeClr val="accent2">
                    <a:lumMod val="50000"/>
                  </a:schemeClr>
                </a:solidFill>
                <a:effectLst>
                  <a:outerShdw blurRad="38100" dist="38100" dir="2700000" algn="tl">
                    <a:srgbClr val="FFFFFF"/>
                  </a:outerShdw>
                </a:effectLst>
              </a:rPr>
              <a:t>printf</a:t>
            </a:r>
            <a:r>
              <a:rPr lang="en-US" altLang="zh-CN" sz="2000" dirty="0">
                <a:solidFill>
                  <a:schemeClr val="accent2">
                    <a:lumMod val="50000"/>
                  </a:schemeClr>
                </a:solidFill>
                <a:effectLst>
                  <a:outerShdw blurRad="38100" dist="38100" dir="2700000" algn="tl">
                    <a:srgbClr val="FFFFFF"/>
                  </a:outerShdw>
                </a:effectLst>
              </a:rPr>
              <a:t>("d = %d\n", d); </a:t>
            </a:r>
            <a:endParaRPr lang="zh-CN" altLang="en-US" sz="2000" dirty="0">
              <a:solidFill>
                <a:schemeClr val="accent2">
                  <a:lumMod val="50000"/>
                </a:schemeClr>
              </a:solidFill>
              <a:effectLst>
                <a:outerShdw blurRad="38100" dist="38100" dir="2700000" algn="tl">
                  <a:srgbClr val="FFFFFF"/>
                </a:outerShdw>
              </a:effectLst>
            </a:endParaRPr>
          </a:p>
          <a:p>
            <a:pPr indent="190500">
              <a:tabLst>
                <a:tab pos="800100" algn="l"/>
              </a:tabLst>
            </a:pPr>
            <a:r>
              <a:rPr lang="zh-CN" altLang="en-US" sz="2000" dirty="0">
                <a:solidFill>
                  <a:schemeClr val="accent2">
                    <a:lumMod val="50000"/>
                  </a:schemeClr>
                </a:solidFill>
                <a:effectLst>
                  <a:outerShdw blurRad="38100" dist="38100" dir="2700000" algn="tl">
                    <a:srgbClr val="FFFFFF"/>
                  </a:outerShdw>
                </a:effectLst>
              </a:rPr>
              <a:t>   </a:t>
            </a:r>
            <a:r>
              <a:rPr lang="en-US" altLang="zh-CN" sz="2000" dirty="0" err="1">
                <a:solidFill>
                  <a:schemeClr val="accent2">
                    <a:lumMod val="50000"/>
                  </a:schemeClr>
                </a:solidFill>
                <a:effectLst>
                  <a:outerShdw blurRad="38100" dist="38100" dir="2700000" algn="tl">
                    <a:srgbClr val="FFFFFF"/>
                  </a:outerShdw>
                </a:effectLst>
              </a:rPr>
              <a:t>printf</a:t>
            </a:r>
            <a:r>
              <a:rPr lang="en-US" altLang="zh-CN" sz="2000" dirty="0">
                <a:solidFill>
                  <a:schemeClr val="accent2">
                    <a:lumMod val="50000"/>
                  </a:schemeClr>
                </a:solidFill>
                <a:effectLst>
                  <a:outerShdw blurRad="38100" dist="38100" dir="2700000" algn="tl">
                    <a:srgbClr val="FFFFFF"/>
                  </a:outerShdw>
                </a:effectLst>
              </a:rPr>
              <a:t>("e = %d\n", e);     </a:t>
            </a:r>
            <a:endParaRPr lang="zh-CN" altLang="en-US" sz="2000" dirty="0">
              <a:solidFill>
                <a:schemeClr val="accent2">
                  <a:lumMod val="50000"/>
                </a:schemeClr>
              </a:solidFill>
              <a:effectLst>
                <a:outerShdw blurRad="38100" dist="38100" dir="2700000" algn="tl">
                  <a:srgbClr val="FFFFFF"/>
                </a:outerShdw>
              </a:effectLst>
            </a:endParaRPr>
          </a:p>
          <a:p>
            <a:pPr indent="190500">
              <a:tabLst>
                <a:tab pos="800100" algn="l"/>
              </a:tabLst>
            </a:pPr>
            <a:r>
              <a:rPr lang="zh-CN" altLang="en-US" sz="2000" dirty="0">
                <a:solidFill>
                  <a:schemeClr val="accent2">
                    <a:lumMod val="50000"/>
                  </a:schemeClr>
                </a:solidFill>
                <a:effectLst>
                  <a:outerShdw blurRad="38100" dist="38100" dir="2700000" algn="tl">
                    <a:srgbClr val="FFFFFF"/>
                  </a:outerShdw>
                </a:effectLst>
              </a:rPr>
              <a:t>   </a:t>
            </a:r>
            <a:r>
              <a:rPr lang="en-US" altLang="zh-CN" sz="2000" dirty="0">
                <a:solidFill>
                  <a:schemeClr val="accent2">
                    <a:lumMod val="50000"/>
                  </a:schemeClr>
                </a:solidFill>
                <a:effectLst>
                  <a:outerShdw blurRad="38100" dist="38100" dir="2700000" algn="tl">
                    <a:srgbClr val="FFFFFF"/>
                  </a:outerShdw>
                </a:effectLst>
              </a:rPr>
              <a:t>return 0;</a:t>
            </a:r>
          </a:p>
          <a:p>
            <a:pPr indent="190500">
              <a:tabLst>
                <a:tab pos="800100" algn="l"/>
              </a:tabLst>
            </a:pPr>
            <a:r>
              <a:rPr lang="en-US" altLang="zh-CN" sz="2000" dirty="0">
                <a:solidFill>
                  <a:schemeClr val="accent2">
                    <a:lumMod val="50000"/>
                  </a:schemeClr>
                </a:solidFill>
                <a:effectLst>
                  <a:outerShdw blurRad="38100" dist="38100" dir="2700000" algn="tl">
                    <a:srgbClr val="FFFFFF"/>
                  </a:outerShdw>
                </a:effectLst>
              </a:rPr>
              <a:t>}</a:t>
            </a:r>
          </a:p>
        </p:txBody>
      </p:sp>
      <p:sp>
        <p:nvSpPr>
          <p:cNvPr id="789529" name="Freeform 25"/>
          <p:cNvSpPr>
            <a:spLocks/>
          </p:cNvSpPr>
          <p:nvPr/>
        </p:nvSpPr>
        <p:spPr bwMode="auto">
          <a:xfrm>
            <a:off x="1127449" y="1933665"/>
            <a:ext cx="2952328" cy="1520825"/>
          </a:xfrm>
          <a:custGeom>
            <a:avLst/>
            <a:gdLst/>
            <a:ahLst/>
            <a:cxnLst>
              <a:cxn ang="0">
                <a:pos x="49" y="378"/>
              </a:cxn>
              <a:cxn ang="0">
                <a:pos x="115" y="230"/>
              </a:cxn>
              <a:cxn ang="0">
                <a:pos x="197" y="99"/>
              </a:cxn>
              <a:cxn ang="0">
                <a:pos x="320" y="49"/>
              </a:cxn>
              <a:cxn ang="0">
                <a:pos x="789" y="41"/>
              </a:cxn>
              <a:cxn ang="0">
                <a:pos x="1012" y="0"/>
              </a:cxn>
              <a:cxn ang="0">
                <a:pos x="1316" y="25"/>
              </a:cxn>
              <a:cxn ang="0">
                <a:pos x="1472" y="49"/>
              </a:cxn>
              <a:cxn ang="0">
                <a:pos x="1653" y="82"/>
              </a:cxn>
              <a:cxn ang="0">
                <a:pos x="1818" y="107"/>
              </a:cxn>
              <a:cxn ang="0">
                <a:pos x="1925" y="148"/>
              </a:cxn>
              <a:cxn ang="0">
                <a:pos x="2016" y="197"/>
              </a:cxn>
              <a:cxn ang="0">
                <a:pos x="2065" y="321"/>
              </a:cxn>
              <a:cxn ang="0">
                <a:pos x="1983" y="675"/>
              </a:cxn>
              <a:cxn ang="0">
                <a:pos x="1884" y="732"/>
              </a:cxn>
              <a:cxn ang="0">
                <a:pos x="1678" y="757"/>
              </a:cxn>
              <a:cxn ang="0">
                <a:pos x="1588" y="782"/>
              </a:cxn>
              <a:cxn ang="0">
                <a:pos x="1538" y="798"/>
              </a:cxn>
              <a:cxn ang="0">
                <a:pos x="1193" y="872"/>
              </a:cxn>
              <a:cxn ang="0">
                <a:pos x="148" y="848"/>
              </a:cxn>
              <a:cxn ang="0">
                <a:pos x="107" y="815"/>
              </a:cxn>
              <a:cxn ang="0">
                <a:pos x="74" y="765"/>
              </a:cxn>
              <a:cxn ang="0">
                <a:pos x="24" y="592"/>
              </a:cxn>
              <a:cxn ang="0">
                <a:pos x="65" y="329"/>
              </a:cxn>
              <a:cxn ang="0">
                <a:pos x="97" y="250"/>
              </a:cxn>
              <a:cxn ang="0">
                <a:pos x="49" y="378"/>
              </a:cxn>
            </a:cxnLst>
            <a:rect l="0" t="0" r="r" b="b"/>
            <a:pathLst>
              <a:path w="2082" h="958">
                <a:moveTo>
                  <a:pt x="49" y="378"/>
                </a:moveTo>
                <a:cubicBezTo>
                  <a:pt x="65" y="312"/>
                  <a:pt x="73" y="282"/>
                  <a:pt x="115" y="230"/>
                </a:cubicBezTo>
                <a:cubicBezTo>
                  <a:pt x="147" y="190"/>
                  <a:pt x="162" y="137"/>
                  <a:pt x="197" y="99"/>
                </a:cubicBezTo>
                <a:cubicBezTo>
                  <a:pt x="218" y="77"/>
                  <a:pt x="286" y="50"/>
                  <a:pt x="320" y="49"/>
                </a:cubicBezTo>
                <a:cubicBezTo>
                  <a:pt x="476" y="44"/>
                  <a:pt x="633" y="44"/>
                  <a:pt x="789" y="41"/>
                </a:cubicBezTo>
                <a:cubicBezTo>
                  <a:pt x="871" y="34"/>
                  <a:pt x="933" y="10"/>
                  <a:pt x="1012" y="0"/>
                </a:cubicBezTo>
                <a:cubicBezTo>
                  <a:pt x="1112" y="24"/>
                  <a:pt x="1216" y="2"/>
                  <a:pt x="1316" y="25"/>
                </a:cubicBezTo>
                <a:cubicBezTo>
                  <a:pt x="1367" y="37"/>
                  <a:pt x="1472" y="49"/>
                  <a:pt x="1472" y="49"/>
                </a:cubicBezTo>
                <a:cubicBezTo>
                  <a:pt x="1542" y="74"/>
                  <a:pt x="1572" y="76"/>
                  <a:pt x="1653" y="82"/>
                </a:cubicBezTo>
                <a:cubicBezTo>
                  <a:pt x="1708" y="91"/>
                  <a:pt x="1764" y="92"/>
                  <a:pt x="1818" y="107"/>
                </a:cubicBezTo>
                <a:cubicBezTo>
                  <a:pt x="1855" y="117"/>
                  <a:pt x="1888" y="136"/>
                  <a:pt x="1925" y="148"/>
                </a:cubicBezTo>
                <a:cubicBezTo>
                  <a:pt x="1958" y="159"/>
                  <a:pt x="1993" y="168"/>
                  <a:pt x="2016" y="197"/>
                </a:cubicBezTo>
                <a:cubicBezTo>
                  <a:pt x="2042" y="230"/>
                  <a:pt x="2052" y="281"/>
                  <a:pt x="2065" y="321"/>
                </a:cubicBezTo>
                <a:cubicBezTo>
                  <a:pt x="2059" y="504"/>
                  <a:pt x="2082" y="556"/>
                  <a:pt x="1983" y="675"/>
                </a:cubicBezTo>
                <a:cubicBezTo>
                  <a:pt x="1949" y="716"/>
                  <a:pt x="1940" y="721"/>
                  <a:pt x="1884" y="732"/>
                </a:cubicBezTo>
                <a:cubicBezTo>
                  <a:pt x="1794" y="778"/>
                  <a:pt x="1888" y="736"/>
                  <a:pt x="1678" y="757"/>
                </a:cubicBezTo>
                <a:cubicBezTo>
                  <a:pt x="1629" y="762"/>
                  <a:pt x="1623" y="770"/>
                  <a:pt x="1588" y="782"/>
                </a:cubicBezTo>
                <a:cubicBezTo>
                  <a:pt x="1571" y="788"/>
                  <a:pt x="1538" y="798"/>
                  <a:pt x="1538" y="798"/>
                </a:cubicBezTo>
                <a:cubicBezTo>
                  <a:pt x="1453" y="858"/>
                  <a:pt x="1288" y="867"/>
                  <a:pt x="1193" y="872"/>
                </a:cubicBezTo>
                <a:cubicBezTo>
                  <a:pt x="845" y="869"/>
                  <a:pt x="479" y="958"/>
                  <a:pt x="148" y="848"/>
                </a:cubicBezTo>
                <a:cubicBezTo>
                  <a:pt x="136" y="836"/>
                  <a:pt x="118" y="828"/>
                  <a:pt x="107" y="815"/>
                </a:cubicBezTo>
                <a:cubicBezTo>
                  <a:pt x="94" y="800"/>
                  <a:pt x="74" y="765"/>
                  <a:pt x="74" y="765"/>
                </a:cubicBezTo>
                <a:cubicBezTo>
                  <a:pt x="58" y="707"/>
                  <a:pt x="38" y="651"/>
                  <a:pt x="24" y="592"/>
                </a:cubicBezTo>
                <a:cubicBezTo>
                  <a:pt x="27" y="521"/>
                  <a:pt x="0" y="394"/>
                  <a:pt x="65" y="329"/>
                </a:cubicBezTo>
                <a:lnTo>
                  <a:pt x="97" y="250"/>
                </a:lnTo>
                <a:lnTo>
                  <a:pt x="49" y="378"/>
                </a:lnTo>
                <a:close/>
              </a:path>
            </a:pathLst>
          </a:custGeom>
          <a:noFill/>
          <a:ln w="34925">
            <a:solidFill>
              <a:srgbClr val="FF3300"/>
            </a:solidFill>
            <a:round/>
            <a:headEnd/>
            <a:tailEnd/>
          </a:ln>
          <a:effectLst>
            <a:outerShdw blurRad="50800" dist="38100" dir="2700000" algn="tl" rotWithShape="0">
              <a:prstClr val="black">
                <a:alpha val="40000"/>
              </a:prstClr>
            </a:outerShdw>
          </a:effectLst>
        </p:spPr>
        <p:txBody>
          <a:bodyPr/>
          <a:lstStyle/>
          <a:p>
            <a:endParaRPr lang="zh-CN" altLang="en-US"/>
          </a:p>
        </p:txBody>
      </p:sp>
      <p:sp>
        <p:nvSpPr>
          <p:cNvPr id="789530" name="AutoShape 26"/>
          <p:cNvSpPr>
            <a:spLocks noChangeArrowheads="1"/>
          </p:cNvSpPr>
          <p:nvPr/>
        </p:nvSpPr>
        <p:spPr bwMode="auto">
          <a:xfrm>
            <a:off x="3647728" y="1357600"/>
            <a:ext cx="1944216" cy="432048"/>
          </a:xfrm>
          <a:prstGeom prst="wedgeRoundRectCallout">
            <a:avLst>
              <a:gd name="adj1" fmla="val -81040"/>
              <a:gd name="adj2" fmla="val 176374"/>
              <a:gd name="adj3" fmla="val 16667"/>
            </a:avLst>
          </a:prstGeom>
          <a:gradFill flip="none" rotWithShape="1">
            <a:gsLst>
              <a:gs pos="0">
                <a:srgbClr val="CFCFD1"/>
              </a:gs>
              <a:gs pos="100000">
                <a:schemeClr val="bg1">
                  <a:lumMod val="95000"/>
                </a:schemeClr>
              </a:gs>
            </a:gsLst>
            <a:path path="circle">
              <a:fillToRect l="100000" b="100000"/>
            </a:path>
            <a:tileRect t="-100000" r="-100000"/>
          </a:gradFill>
          <a:ln w="254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a:solidFill>
                  <a:srgbClr val="C01920"/>
                </a:solidFill>
                <a:ea typeface="隶书" pitchFamily="49" charset="-122"/>
              </a:rPr>
              <a:t>变量定义部分</a:t>
            </a:r>
          </a:p>
        </p:txBody>
      </p:sp>
      <p:sp>
        <p:nvSpPr>
          <p:cNvPr id="789531" name="Freeform 27"/>
          <p:cNvSpPr>
            <a:spLocks/>
          </p:cNvSpPr>
          <p:nvPr/>
        </p:nvSpPr>
        <p:spPr bwMode="auto">
          <a:xfrm>
            <a:off x="1055441" y="3589848"/>
            <a:ext cx="2952328" cy="3024336"/>
          </a:xfrm>
          <a:custGeom>
            <a:avLst/>
            <a:gdLst/>
            <a:ahLst/>
            <a:cxnLst>
              <a:cxn ang="0">
                <a:pos x="332" y="44"/>
              </a:cxn>
              <a:cxn ang="0">
                <a:pos x="127" y="118"/>
              </a:cxn>
              <a:cxn ang="0">
                <a:pos x="85" y="192"/>
              </a:cxn>
              <a:cxn ang="0">
                <a:pos x="44" y="332"/>
              </a:cxn>
              <a:cxn ang="0">
                <a:pos x="135" y="1097"/>
              </a:cxn>
              <a:cxn ang="0">
                <a:pos x="192" y="1286"/>
              </a:cxn>
              <a:cxn ang="0">
                <a:pos x="201" y="1451"/>
              </a:cxn>
              <a:cxn ang="0">
                <a:pos x="719" y="1541"/>
              </a:cxn>
              <a:cxn ang="0">
                <a:pos x="2077" y="1541"/>
              </a:cxn>
              <a:cxn ang="0">
                <a:pos x="2159" y="1509"/>
              </a:cxn>
              <a:cxn ang="0">
                <a:pos x="2217" y="1451"/>
              </a:cxn>
              <a:cxn ang="0">
                <a:pos x="2233" y="1402"/>
              </a:cxn>
              <a:cxn ang="0">
                <a:pos x="2217" y="1015"/>
              </a:cxn>
              <a:cxn ang="0">
                <a:pos x="2208" y="694"/>
              </a:cxn>
              <a:cxn ang="0">
                <a:pos x="2192" y="661"/>
              </a:cxn>
              <a:cxn ang="0">
                <a:pos x="1970" y="357"/>
              </a:cxn>
              <a:cxn ang="0">
                <a:pos x="1813" y="250"/>
              </a:cxn>
              <a:cxn ang="0">
                <a:pos x="1715" y="184"/>
              </a:cxn>
              <a:cxn ang="0">
                <a:pos x="1377" y="44"/>
              </a:cxn>
              <a:cxn ang="0">
                <a:pos x="999" y="19"/>
              </a:cxn>
              <a:cxn ang="0">
                <a:pos x="332" y="27"/>
              </a:cxn>
              <a:cxn ang="0">
                <a:pos x="332" y="44"/>
              </a:cxn>
            </a:cxnLst>
            <a:rect l="0" t="0" r="r" b="b"/>
            <a:pathLst>
              <a:path w="2233" h="1658">
                <a:moveTo>
                  <a:pt x="332" y="44"/>
                </a:moveTo>
                <a:cubicBezTo>
                  <a:pt x="234" y="54"/>
                  <a:pt x="205" y="63"/>
                  <a:pt x="127" y="118"/>
                </a:cubicBezTo>
                <a:cubicBezTo>
                  <a:pt x="117" y="145"/>
                  <a:pt x="85" y="192"/>
                  <a:pt x="85" y="192"/>
                </a:cubicBezTo>
                <a:cubicBezTo>
                  <a:pt x="70" y="239"/>
                  <a:pt x="57" y="285"/>
                  <a:pt x="44" y="332"/>
                </a:cubicBezTo>
                <a:cubicBezTo>
                  <a:pt x="47" y="491"/>
                  <a:pt x="0" y="898"/>
                  <a:pt x="135" y="1097"/>
                </a:cubicBezTo>
                <a:cubicBezTo>
                  <a:pt x="151" y="1161"/>
                  <a:pt x="176" y="1222"/>
                  <a:pt x="192" y="1286"/>
                </a:cubicBezTo>
                <a:cubicBezTo>
                  <a:pt x="195" y="1341"/>
                  <a:pt x="195" y="1396"/>
                  <a:pt x="201" y="1451"/>
                </a:cubicBezTo>
                <a:cubicBezTo>
                  <a:pt x="225" y="1658"/>
                  <a:pt x="694" y="1541"/>
                  <a:pt x="719" y="1541"/>
                </a:cubicBezTo>
                <a:cubicBezTo>
                  <a:pt x="1273" y="1561"/>
                  <a:pt x="1165" y="1561"/>
                  <a:pt x="2077" y="1541"/>
                </a:cubicBezTo>
                <a:cubicBezTo>
                  <a:pt x="2106" y="1540"/>
                  <a:pt x="2159" y="1509"/>
                  <a:pt x="2159" y="1509"/>
                </a:cubicBezTo>
                <a:cubicBezTo>
                  <a:pt x="2213" y="1473"/>
                  <a:pt x="2203" y="1494"/>
                  <a:pt x="2217" y="1451"/>
                </a:cubicBezTo>
                <a:cubicBezTo>
                  <a:pt x="2222" y="1435"/>
                  <a:pt x="2233" y="1402"/>
                  <a:pt x="2233" y="1402"/>
                </a:cubicBezTo>
                <a:cubicBezTo>
                  <a:pt x="2220" y="1194"/>
                  <a:pt x="2225" y="1296"/>
                  <a:pt x="2217" y="1015"/>
                </a:cubicBezTo>
                <a:cubicBezTo>
                  <a:pt x="2214" y="908"/>
                  <a:pt x="2216" y="801"/>
                  <a:pt x="2208" y="694"/>
                </a:cubicBezTo>
                <a:cubicBezTo>
                  <a:pt x="2207" y="682"/>
                  <a:pt x="2196" y="672"/>
                  <a:pt x="2192" y="661"/>
                </a:cubicBezTo>
                <a:cubicBezTo>
                  <a:pt x="2143" y="526"/>
                  <a:pt x="2108" y="424"/>
                  <a:pt x="1970" y="357"/>
                </a:cubicBezTo>
                <a:cubicBezTo>
                  <a:pt x="1925" y="312"/>
                  <a:pt x="1856" y="295"/>
                  <a:pt x="1813" y="250"/>
                </a:cubicBezTo>
                <a:cubicBezTo>
                  <a:pt x="1785" y="220"/>
                  <a:pt x="1747" y="210"/>
                  <a:pt x="1715" y="184"/>
                </a:cubicBezTo>
                <a:cubicBezTo>
                  <a:pt x="1612" y="101"/>
                  <a:pt x="1507" y="65"/>
                  <a:pt x="1377" y="44"/>
                </a:cubicBezTo>
                <a:cubicBezTo>
                  <a:pt x="1246" y="0"/>
                  <a:pt x="1187" y="24"/>
                  <a:pt x="999" y="19"/>
                </a:cubicBezTo>
                <a:cubicBezTo>
                  <a:pt x="777" y="22"/>
                  <a:pt x="554" y="22"/>
                  <a:pt x="332" y="27"/>
                </a:cubicBezTo>
                <a:cubicBezTo>
                  <a:pt x="269" y="29"/>
                  <a:pt x="331" y="44"/>
                  <a:pt x="332" y="44"/>
                </a:cubicBezTo>
                <a:close/>
              </a:path>
            </a:pathLst>
          </a:custGeom>
          <a:noFill/>
          <a:ln w="34925">
            <a:solidFill>
              <a:srgbClr val="006600"/>
            </a:solidFill>
            <a:round/>
            <a:headEnd/>
            <a:tailEnd/>
          </a:ln>
          <a:effectLst>
            <a:outerShdw blurRad="50800" dist="38100" dir="2700000" algn="tl" rotWithShape="0">
              <a:prstClr val="black">
                <a:alpha val="40000"/>
              </a:prstClr>
            </a:outerShdw>
          </a:effectLst>
        </p:spPr>
        <p:txBody>
          <a:bodyPr/>
          <a:lstStyle/>
          <a:p>
            <a:endParaRPr lang="zh-CN" altLang="en-US"/>
          </a:p>
        </p:txBody>
      </p:sp>
      <p:sp>
        <p:nvSpPr>
          <p:cNvPr id="789532" name="AutoShape 28"/>
          <p:cNvSpPr>
            <a:spLocks noChangeArrowheads="1"/>
          </p:cNvSpPr>
          <p:nvPr/>
        </p:nvSpPr>
        <p:spPr bwMode="auto">
          <a:xfrm>
            <a:off x="3575720" y="3229809"/>
            <a:ext cx="1944216" cy="458787"/>
          </a:xfrm>
          <a:prstGeom prst="wedgeRoundRectCallout">
            <a:avLst>
              <a:gd name="adj1" fmla="val -80573"/>
              <a:gd name="adj2" fmla="val 181948"/>
              <a:gd name="adj3" fmla="val 16667"/>
            </a:avLst>
          </a:prstGeom>
          <a:gradFill flip="none" rotWithShape="1">
            <a:gsLst>
              <a:gs pos="0">
                <a:srgbClr val="CFCFD1"/>
              </a:gs>
              <a:gs pos="100000">
                <a:schemeClr val="bg1">
                  <a:lumMod val="95000"/>
                </a:schemeClr>
              </a:gs>
            </a:gsLst>
            <a:path path="circle">
              <a:fillToRect l="100000" b="100000"/>
            </a:path>
            <a:tileRect t="-100000" r="-100000"/>
          </a:gradFill>
          <a:ln w="254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a:solidFill>
                  <a:srgbClr val="C01920"/>
                </a:solidFill>
                <a:ea typeface="隶书" pitchFamily="49" charset="-122"/>
              </a:rPr>
              <a:t>语句执行部分</a:t>
            </a:r>
          </a:p>
        </p:txBody>
      </p:sp>
      <p:sp>
        <p:nvSpPr>
          <p:cNvPr id="25" name="Rectangle 11"/>
          <p:cNvSpPr>
            <a:spLocks noChangeArrowheads="1"/>
          </p:cNvSpPr>
          <p:nvPr/>
        </p:nvSpPr>
        <p:spPr bwMode="auto">
          <a:xfrm>
            <a:off x="4367809" y="527675"/>
            <a:ext cx="2263761" cy="338554"/>
          </a:xfrm>
          <a:prstGeom prst="rect">
            <a:avLst/>
          </a:prstGeom>
          <a:noFill/>
          <a:ln w="9525">
            <a:noFill/>
            <a:miter lim="800000"/>
            <a:headEnd/>
            <a:tailEnd/>
          </a:ln>
          <a:effectLst/>
        </p:spPr>
        <p:txBody>
          <a:bodyPr wrap="none" anchor="ctr">
            <a:spAutoFit/>
          </a:bodyPr>
          <a:lstStyle/>
          <a:p>
            <a:r>
              <a:rPr lang="en-US" altLang="zh-CN" sz="1600" b="1" dirty="0">
                <a:solidFill>
                  <a:schemeClr val="accent2">
                    <a:lumMod val="50000"/>
                  </a:schemeClr>
                </a:solidFill>
                <a:latin typeface="+mn-lt"/>
                <a:ea typeface="楷体" pitchFamily="49" charset="-122"/>
              </a:rPr>
              <a:t>//</a:t>
            </a:r>
            <a:r>
              <a:rPr lang="zh-CN" altLang="en-US" sz="1600" b="1" dirty="0">
                <a:solidFill>
                  <a:schemeClr val="accent2">
                    <a:lumMod val="50000"/>
                  </a:schemeClr>
                </a:solidFill>
                <a:latin typeface="+mn-lt"/>
                <a:ea typeface="楷体" pitchFamily="49" charset="-122"/>
              </a:rPr>
              <a:t>文件包含</a:t>
            </a:r>
            <a:r>
              <a:rPr lang="en-US" altLang="zh-CN" sz="1600" b="1" dirty="0">
                <a:solidFill>
                  <a:schemeClr val="accent2">
                    <a:lumMod val="50000"/>
                  </a:schemeClr>
                </a:solidFill>
                <a:latin typeface="+mn-lt"/>
                <a:ea typeface="楷体" pitchFamily="49" charset="-122"/>
              </a:rPr>
              <a:t>,</a:t>
            </a:r>
            <a:r>
              <a:rPr lang="zh-CN" altLang="en-US" sz="1600" b="1" dirty="0">
                <a:solidFill>
                  <a:schemeClr val="accent2">
                    <a:lumMod val="50000"/>
                  </a:schemeClr>
                </a:solidFill>
                <a:latin typeface="+mn-lt"/>
                <a:ea typeface="楷体" pitchFamily="49" charset="-122"/>
              </a:rPr>
              <a:t>头文件说明</a:t>
            </a:r>
            <a:r>
              <a:rPr lang="zh-CN" altLang="en-US" sz="1600" dirty="0">
                <a:solidFill>
                  <a:schemeClr val="accent2">
                    <a:lumMod val="50000"/>
                  </a:schemeClr>
                </a:solidFill>
                <a:latin typeface="+mn-lt"/>
                <a:ea typeface="楷体" pitchFamily="49" charset="-122"/>
              </a:rPr>
              <a:t> </a:t>
            </a:r>
          </a:p>
        </p:txBody>
      </p:sp>
      <p:sp>
        <p:nvSpPr>
          <p:cNvPr id="26" name="Rectangle 12"/>
          <p:cNvSpPr>
            <a:spLocks noChangeArrowheads="1"/>
          </p:cNvSpPr>
          <p:nvPr/>
        </p:nvSpPr>
        <p:spPr bwMode="auto">
          <a:xfrm>
            <a:off x="4367809" y="853544"/>
            <a:ext cx="3190297" cy="338554"/>
          </a:xfrm>
          <a:prstGeom prst="rect">
            <a:avLst/>
          </a:prstGeom>
          <a:noFill/>
          <a:ln w="9525">
            <a:noFill/>
            <a:miter lim="800000"/>
            <a:headEnd/>
            <a:tailEnd/>
          </a:ln>
          <a:effectLst/>
        </p:spPr>
        <p:txBody>
          <a:bodyPr wrap="none" anchor="ctr">
            <a:spAutoFit/>
          </a:bodyPr>
          <a:lstStyle/>
          <a:p>
            <a:r>
              <a:rPr lang="en-US" altLang="zh-CN" sz="1600" b="1" dirty="0">
                <a:solidFill>
                  <a:schemeClr val="accent2">
                    <a:lumMod val="50000"/>
                  </a:schemeClr>
                </a:solidFill>
                <a:latin typeface="+mn-lt"/>
                <a:ea typeface="楷体" pitchFamily="49" charset="-122"/>
              </a:rPr>
              <a:t>//</a:t>
            </a:r>
            <a:r>
              <a:rPr lang="zh-CN" altLang="en-US" sz="1600" b="1" dirty="0">
                <a:solidFill>
                  <a:schemeClr val="accent2">
                    <a:lumMod val="50000"/>
                  </a:schemeClr>
                </a:solidFill>
                <a:latin typeface="+mn-lt"/>
                <a:ea typeface="楷体" pitchFamily="49" charset="-122"/>
              </a:rPr>
              <a:t>定义符号常量</a:t>
            </a:r>
            <a:r>
              <a:rPr lang="en-US" altLang="zh-CN" sz="1600" b="1" dirty="0">
                <a:solidFill>
                  <a:schemeClr val="accent2">
                    <a:lumMod val="50000"/>
                  </a:schemeClr>
                </a:solidFill>
                <a:latin typeface="+mn-lt"/>
                <a:ea typeface="楷体" pitchFamily="49" charset="-122"/>
              </a:rPr>
              <a:t>SUM</a:t>
            </a:r>
            <a:r>
              <a:rPr lang="zh-CN" altLang="en-US" sz="1600" b="1" dirty="0">
                <a:solidFill>
                  <a:schemeClr val="accent2">
                    <a:lumMod val="50000"/>
                  </a:schemeClr>
                </a:solidFill>
                <a:latin typeface="+mn-lt"/>
                <a:ea typeface="楷体" pitchFamily="49" charset="-122"/>
              </a:rPr>
              <a:t>，值为</a:t>
            </a:r>
            <a:r>
              <a:rPr lang="en-US" altLang="zh-CN" sz="1600" b="1" dirty="0">
                <a:solidFill>
                  <a:schemeClr val="accent2">
                    <a:lumMod val="50000"/>
                  </a:schemeClr>
                </a:solidFill>
                <a:latin typeface="+mn-lt"/>
                <a:ea typeface="楷体" pitchFamily="49" charset="-122"/>
              </a:rPr>
              <a:t>65535</a:t>
            </a:r>
            <a:r>
              <a:rPr lang="en-US" altLang="zh-CN" sz="1600" dirty="0">
                <a:solidFill>
                  <a:schemeClr val="accent2">
                    <a:lumMod val="50000"/>
                  </a:schemeClr>
                </a:solidFill>
                <a:latin typeface="+mn-lt"/>
                <a:ea typeface="楷体" pitchFamily="49" charset="-122"/>
              </a:rPr>
              <a:t> </a:t>
            </a:r>
          </a:p>
        </p:txBody>
      </p:sp>
      <p:sp>
        <p:nvSpPr>
          <p:cNvPr id="27" name="Rectangle 14"/>
          <p:cNvSpPr>
            <a:spLocks noChangeArrowheads="1"/>
          </p:cNvSpPr>
          <p:nvPr/>
        </p:nvSpPr>
        <p:spPr bwMode="auto">
          <a:xfrm>
            <a:off x="4359528" y="2077680"/>
            <a:ext cx="3608680" cy="338554"/>
          </a:xfrm>
          <a:prstGeom prst="rect">
            <a:avLst/>
          </a:prstGeom>
          <a:noFill/>
          <a:ln w="9525">
            <a:noFill/>
            <a:miter lim="800000"/>
            <a:headEnd/>
            <a:tailEnd/>
          </a:ln>
          <a:effectLst/>
        </p:spPr>
        <p:txBody>
          <a:bodyPr wrap="none" anchor="ctr">
            <a:spAutoFit/>
          </a:bodyPr>
          <a:lstStyle/>
          <a:p>
            <a:r>
              <a:rPr lang="en-US" altLang="zh-CN" sz="1600" b="1" dirty="0">
                <a:solidFill>
                  <a:schemeClr val="accent2">
                    <a:lumMod val="50000"/>
                  </a:schemeClr>
                </a:solidFill>
                <a:latin typeface="+mn-lt"/>
                <a:ea typeface="楷体" pitchFamily="49" charset="-122"/>
              </a:rPr>
              <a:t>//</a:t>
            </a:r>
            <a:r>
              <a:rPr lang="zh-CN" altLang="en-US" sz="1600" b="1" dirty="0">
                <a:solidFill>
                  <a:schemeClr val="accent2">
                    <a:lumMod val="50000"/>
                  </a:schemeClr>
                </a:solidFill>
                <a:latin typeface="+mn-lt"/>
                <a:ea typeface="楷体" pitchFamily="49" charset="-122"/>
              </a:rPr>
              <a:t>定义两个</a:t>
            </a:r>
            <a:r>
              <a:rPr lang="en-US" altLang="zh-CN" sz="1600" b="1" dirty="0" err="1">
                <a:solidFill>
                  <a:schemeClr val="accent2">
                    <a:lumMod val="50000"/>
                  </a:schemeClr>
                </a:solidFill>
                <a:latin typeface="+mn-lt"/>
                <a:ea typeface="楷体" pitchFamily="49" charset="-122"/>
              </a:rPr>
              <a:t>int</a:t>
            </a:r>
            <a:r>
              <a:rPr lang="zh-CN" altLang="en-US" sz="1600" b="1" dirty="0">
                <a:solidFill>
                  <a:schemeClr val="accent2">
                    <a:lumMod val="50000"/>
                  </a:schemeClr>
                </a:solidFill>
                <a:latin typeface="+mn-lt"/>
                <a:ea typeface="楷体" pitchFamily="49" charset="-122"/>
              </a:rPr>
              <a:t>型变量</a:t>
            </a:r>
            <a:r>
              <a:rPr lang="en-US" altLang="zh-CN" sz="1600" b="1" dirty="0">
                <a:solidFill>
                  <a:schemeClr val="accent2">
                    <a:lumMod val="50000"/>
                  </a:schemeClr>
                </a:solidFill>
                <a:latin typeface="+mn-lt"/>
                <a:ea typeface="楷体" pitchFamily="49" charset="-122"/>
              </a:rPr>
              <a:t>a</a:t>
            </a:r>
            <a:r>
              <a:rPr lang="zh-CN" altLang="en-US" sz="1600" b="1" dirty="0">
                <a:solidFill>
                  <a:schemeClr val="accent2">
                    <a:lumMod val="50000"/>
                  </a:schemeClr>
                </a:solidFill>
                <a:latin typeface="+mn-lt"/>
                <a:ea typeface="楷体" pitchFamily="49" charset="-122"/>
              </a:rPr>
              <a:t>和</a:t>
            </a:r>
            <a:r>
              <a:rPr lang="en-US" altLang="zh-CN" sz="1600" b="1" dirty="0">
                <a:solidFill>
                  <a:schemeClr val="accent2">
                    <a:lumMod val="50000"/>
                  </a:schemeClr>
                </a:solidFill>
                <a:latin typeface="+mn-lt"/>
                <a:ea typeface="楷体" pitchFamily="49" charset="-122"/>
              </a:rPr>
              <a:t>b</a:t>
            </a:r>
            <a:r>
              <a:rPr lang="zh-CN" altLang="en-US" sz="1600" b="1" dirty="0">
                <a:solidFill>
                  <a:schemeClr val="accent2">
                    <a:lumMod val="50000"/>
                  </a:schemeClr>
                </a:solidFill>
                <a:latin typeface="+mn-lt"/>
                <a:ea typeface="楷体" pitchFamily="49" charset="-122"/>
              </a:rPr>
              <a:t>，</a:t>
            </a:r>
            <a:r>
              <a:rPr lang="en-US" altLang="zh-CN" sz="1600" b="1" dirty="0">
                <a:solidFill>
                  <a:schemeClr val="accent2">
                    <a:lumMod val="50000"/>
                  </a:schemeClr>
                </a:solidFill>
                <a:latin typeface="+mn-lt"/>
                <a:ea typeface="楷体" pitchFamily="49" charset="-122"/>
              </a:rPr>
              <a:t>b</a:t>
            </a:r>
            <a:r>
              <a:rPr lang="zh-CN" altLang="en-US" sz="1600" b="1" dirty="0">
                <a:solidFill>
                  <a:schemeClr val="accent2">
                    <a:lumMod val="50000"/>
                  </a:schemeClr>
                </a:solidFill>
                <a:latin typeface="+mn-lt"/>
                <a:ea typeface="楷体" pitchFamily="49" charset="-122"/>
              </a:rPr>
              <a:t>赋初值</a:t>
            </a:r>
            <a:r>
              <a:rPr lang="en-US" altLang="zh-CN" sz="1600" b="1" dirty="0">
                <a:solidFill>
                  <a:schemeClr val="accent2">
                    <a:lumMod val="50000"/>
                  </a:schemeClr>
                </a:solidFill>
                <a:latin typeface="+mn-lt"/>
                <a:ea typeface="楷体" pitchFamily="49" charset="-122"/>
              </a:rPr>
              <a:t>20</a:t>
            </a:r>
            <a:r>
              <a:rPr lang="en-US" altLang="zh-CN" sz="1600" dirty="0">
                <a:solidFill>
                  <a:schemeClr val="accent2">
                    <a:lumMod val="50000"/>
                  </a:schemeClr>
                </a:solidFill>
                <a:latin typeface="+mn-lt"/>
                <a:ea typeface="楷体" pitchFamily="49" charset="-122"/>
              </a:rPr>
              <a:t> </a:t>
            </a:r>
          </a:p>
        </p:txBody>
      </p:sp>
      <p:sp>
        <p:nvSpPr>
          <p:cNvPr id="28" name="Rectangle 15"/>
          <p:cNvSpPr>
            <a:spLocks noChangeArrowheads="1"/>
          </p:cNvSpPr>
          <p:nvPr/>
        </p:nvSpPr>
        <p:spPr bwMode="auto">
          <a:xfrm>
            <a:off x="4367808" y="2387198"/>
            <a:ext cx="3680816" cy="338554"/>
          </a:xfrm>
          <a:prstGeom prst="rect">
            <a:avLst/>
          </a:prstGeom>
          <a:noFill/>
          <a:ln w="9525">
            <a:noFill/>
            <a:miter lim="800000"/>
            <a:headEnd/>
            <a:tailEnd/>
          </a:ln>
          <a:effectLst/>
        </p:spPr>
        <p:txBody>
          <a:bodyPr wrap="none" anchor="ctr">
            <a:spAutoFit/>
          </a:bodyPr>
          <a:lstStyle/>
          <a:p>
            <a:r>
              <a:rPr lang="en-US" altLang="zh-CN" sz="1600" b="1" dirty="0">
                <a:solidFill>
                  <a:schemeClr val="accent2">
                    <a:lumMod val="50000"/>
                  </a:schemeClr>
                </a:solidFill>
                <a:latin typeface="+mn-lt"/>
                <a:ea typeface="楷体" pitchFamily="49" charset="-122"/>
              </a:rPr>
              <a:t>//</a:t>
            </a:r>
            <a:r>
              <a:rPr lang="zh-CN" altLang="en-US" sz="1600" b="1" dirty="0">
                <a:solidFill>
                  <a:schemeClr val="accent2">
                    <a:lumMod val="50000"/>
                  </a:schemeClr>
                </a:solidFill>
                <a:latin typeface="+mn-lt"/>
                <a:ea typeface="楷体" pitchFamily="49" charset="-122"/>
              </a:rPr>
              <a:t>定义无符号整型变量</a:t>
            </a:r>
            <a:r>
              <a:rPr lang="en-US" altLang="zh-CN" sz="1600" b="1" dirty="0">
                <a:solidFill>
                  <a:schemeClr val="accent2">
                    <a:lumMod val="50000"/>
                  </a:schemeClr>
                </a:solidFill>
                <a:latin typeface="+mn-lt"/>
                <a:ea typeface="楷体" pitchFamily="49" charset="-122"/>
              </a:rPr>
              <a:t>c</a:t>
            </a:r>
            <a:r>
              <a:rPr lang="zh-CN" altLang="en-US" sz="1600" b="1" dirty="0">
                <a:solidFill>
                  <a:schemeClr val="accent2">
                    <a:lumMod val="50000"/>
                  </a:schemeClr>
                </a:solidFill>
                <a:latin typeface="+mn-lt"/>
                <a:ea typeface="楷体" pitchFamily="49" charset="-122"/>
              </a:rPr>
              <a:t>，并赋初值</a:t>
            </a:r>
            <a:r>
              <a:rPr lang="en-US" altLang="zh-CN" sz="1600" b="1" dirty="0">
                <a:solidFill>
                  <a:schemeClr val="accent2">
                    <a:lumMod val="50000"/>
                  </a:schemeClr>
                </a:solidFill>
                <a:latin typeface="+mn-lt"/>
                <a:ea typeface="楷体" pitchFamily="49" charset="-122"/>
              </a:rPr>
              <a:t>0xff</a:t>
            </a:r>
            <a:r>
              <a:rPr lang="en-US" altLang="zh-CN" sz="1600" dirty="0">
                <a:solidFill>
                  <a:schemeClr val="accent2">
                    <a:lumMod val="50000"/>
                  </a:schemeClr>
                </a:solidFill>
                <a:latin typeface="+mn-lt"/>
                <a:ea typeface="楷体" pitchFamily="49" charset="-122"/>
              </a:rPr>
              <a:t> </a:t>
            </a:r>
          </a:p>
        </p:txBody>
      </p:sp>
      <p:sp>
        <p:nvSpPr>
          <p:cNvPr id="29" name="Rectangle 15"/>
          <p:cNvSpPr>
            <a:spLocks noChangeArrowheads="1"/>
          </p:cNvSpPr>
          <p:nvPr/>
        </p:nvSpPr>
        <p:spPr bwMode="auto">
          <a:xfrm>
            <a:off x="4355022" y="2702306"/>
            <a:ext cx="2533066" cy="338554"/>
          </a:xfrm>
          <a:prstGeom prst="rect">
            <a:avLst/>
          </a:prstGeom>
          <a:noFill/>
          <a:ln w="9525">
            <a:noFill/>
            <a:miter lim="800000"/>
            <a:headEnd/>
            <a:tailEnd/>
          </a:ln>
          <a:effectLst/>
        </p:spPr>
        <p:txBody>
          <a:bodyPr wrap="none" anchor="ctr">
            <a:spAutoFit/>
          </a:bodyPr>
          <a:lstStyle/>
          <a:p>
            <a:r>
              <a:rPr lang="en-US" altLang="zh-CN" sz="1600" b="1" dirty="0">
                <a:solidFill>
                  <a:schemeClr val="accent2">
                    <a:lumMod val="50000"/>
                  </a:schemeClr>
                </a:solidFill>
                <a:latin typeface="+mn-lt"/>
                <a:ea typeface="楷体" pitchFamily="49" charset="-122"/>
              </a:rPr>
              <a:t>//</a:t>
            </a:r>
            <a:r>
              <a:rPr lang="zh-CN" altLang="en-US" sz="1600" b="1" dirty="0">
                <a:solidFill>
                  <a:schemeClr val="accent2">
                    <a:lumMod val="50000"/>
                  </a:schemeClr>
                </a:solidFill>
                <a:latin typeface="+mn-lt"/>
                <a:ea typeface="楷体" pitchFamily="49" charset="-122"/>
              </a:rPr>
              <a:t>定义有符号短整型变量</a:t>
            </a:r>
            <a:r>
              <a:rPr lang="en-US" altLang="zh-CN" sz="1600" b="1" dirty="0">
                <a:solidFill>
                  <a:schemeClr val="accent2">
                    <a:lumMod val="50000"/>
                  </a:schemeClr>
                </a:solidFill>
                <a:latin typeface="+mn-lt"/>
                <a:ea typeface="楷体" pitchFamily="49" charset="-122"/>
              </a:rPr>
              <a:t>d</a:t>
            </a:r>
            <a:r>
              <a:rPr lang="en-US" altLang="zh-CN" sz="1600" dirty="0">
                <a:solidFill>
                  <a:schemeClr val="accent2">
                    <a:lumMod val="50000"/>
                  </a:schemeClr>
                </a:solidFill>
                <a:latin typeface="+mn-lt"/>
                <a:ea typeface="楷体" pitchFamily="49" charset="-122"/>
              </a:rPr>
              <a:t> </a:t>
            </a:r>
          </a:p>
        </p:txBody>
      </p:sp>
      <p:sp>
        <p:nvSpPr>
          <p:cNvPr id="30" name="Rectangle 15"/>
          <p:cNvSpPr>
            <a:spLocks noChangeArrowheads="1"/>
          </p:cNvSpPr>
          <p:nvPr/>
        </p:nvSpPr>
        <p:spPr bwMode="auto">
          <a:xfrm>
            <a:off x="4354018" y="3000101"/>
            <a:ext cx="2510624" cy="338554"/>
          </a:xfrm>
          <a:prstGeom prst="rect">
            <a:avLst/>
          </a:prstGeom>
          <a:noFill/>
          <a:ln w="9525">
            <a:noFill/>
            <a:miter lim="800000"/>
            <a:headEnd/>
            <a:tailEnd/>
          </a:ln>
          <a:effectLst/>
        </p:spPr>
        <p:txBody>
          <a:bodyPr wrap="none" anchor="ctr">
            <a:spAutoFit/>
          </a:bodyPr>
          <a:lstStyle/>
          <a:p>
            <a:r>
              <a:rPr lang="en-US" altLang="zh-CN" sz="1600" b="1" dirty="0">
                <a:solidFill>
                  <a:schemeClr val="accent2">
                    <a:lumMod val="50000"/>
                  </a:schemeClr>
                </a:solidFill>
                <a:latin typeface="+mn-lt"/>
                <a:ea typeface="楷体" pitchFamily="49" charset="-122"/>
              </a:rPr>
              <a:t>//</a:t>
            </a:r>
            <a:r>
              <a:rPr lang="zh-CN" altLang="en-US" sz="1600" b="1" dirty="0">
                <a:solidFill>
                  <a:schemeClr val="accent2">
                    <a:lumMod val="50000"/>
                  </a:schemeClr>
                </a:solidFill>
                <a:latin typeface="+mn-lt"/>
                <a:ea typeface="楷体" pitchFamily="49" charset="-122"/>
              </a:rPr>
              <a:t>定义有符号长整型变量</a:t>
            </a:r>
            <a:r>
              <a:rPr lang="en-US" altLang="zh-CN" sz="1600" b="1" dirty="0">
                <a:solidFill>
                  <a:schemeClr val="accent2">
                    <a:lumMod val="50000"/>
                  </a:schemeClr>
                </a:solidFill>
                <a:latin typeface="+mn-lt"/>
                <a:ea typeface="楷体" pitchFamily="49" charset="-122"/>
              </a:rPr>
              <a:t>e</a:t>
            </a:r>
            <a:r>
              <a:rPr lang="en-US" altLang="zh-CN" sz="1600" dirty="0">
                <a:solidFill>
                  <a:schemeClr val="accent2">
                    <a:lumMod val="50000"/>
                  </a:schemeClr>
                </a:solidFill>
                <a:latin typeface="+mn-lt"/>
                <a:ea typeface="楷体" pitchFamily="49" charset="-122"/>
              </a:rPr>
              <a:t> </a:t>
            </a:r>
          </a:p>
        </p:txBody>
      </p:sp>
      <p:sp>
        <p:nvSpPr>
          <p:cNvPr id="31" name="Rectangle 17"/>
          <p:cNvSpPr>
            <a:spLocks noChangeArrowheads="1"/>
          </p:cNvSpPr>
          <p:nvPr/>
        </p:nvSpPr>
        <p:spPr bwMode="auto">
          <a:xfrm>
            <a:off x="4247318" y="3568833"/>
            <a:ext cx="3720890" cy="369332"/>
          </a:xfrm>
          <a:prstGeom prst="rect">
            <a:avLst/>
          </a:prstGeom>
          <a:noFill/>
          <a:ln w="9525">
            <a:noFill/>
            <a:miter lim="800000"/>
            <a:headEnd/>
            <a:tailEnd/>
          </a:ln>
          <a:effectLst/>
        </p:spPr>
        <p:txBody>
          <a:bodyPr wrap="none" anchor="ctr">
            <a:spAutoFit/>
          </a:bodyPr>
          <a:lstStyle/>
          <a:p>
            <a:r>
              <a:rPr lang="en-US" altLang="zh-CN" sz="1800" dirty="0">
                <a:solidFill>
                  <a:schemeClr val="accent2">
                    <a:lumMod val="50000"/>
                  </a:schemeClr>
                </a:solidFill>
                <a:latin typeface="楷体_GB2312" pitchFamily="49" charset="-122"/>
                <a:ea typeface="楷体_GB2312" pitchFamily="49" charset="-122"/>
              </a:rPr>
              <a:t> </a:t>
            </a:r>
            <a:r>
              <a:rPr lang="en-US" altLang="zh-CN" sz="1600" b="1" dirty="0">
                <a:solidFill>
                  <a:schemeClr val="accent2">
                    <a:lumMod val="50000"/>
                  </a:schemeClr>
                </a:solidFill>
                <a:latin typeface="+mn-lt"/>
                <a:ea typeface="楷体" pitchFamily="49" charset="-122"/>
              </a:rPr>
              <a:t>//</a:t>
            </a:r>
            <a:r>
              <a:rPr lang="zh-CN" altLang="en-US" sz="1600" b="1" dirty="0">
                <a:solidFill>
                  <a:schemeClr val="accent2">
                    <a:lumMod val="50000"/>
                  </a:schemeClr>
                </a:solidFill>
                <a:latin typeface="+mn-lt"/>
                <a:ea typeface="楷体" pitchFamily="49" charset="-122"/>
              </a:rPr>
              <a:t>对</a:t>
            </a:r>
            <a:r>
              <a:rPr lang="en-US" altLang="zh-CN" sz="1600" b="1" dirty="0">
                <a:solidFill>
                  <a:schemeClr val="accent2">
                    <a:lumMod val="50000"/>
                  </a:schemeClr>
                </a:solidFill>
                <a:latin typeface="+mn-lt"/>
                <a:ea typeface="楷体" pitchFamily="49" charset="-122"/>
              </a:rPr>
              <a:t>a</a:t>
            </a:r>
            <a:r>
              <a:rPr lang="zh-CN" altLang="en-US" sz="1600" b="1" dirty="0">
                <a:solidFill>
                  <a:schemeClr val="accent2">
                    <a:lumMod val="50000"/>
                  </a:schemeClr>
                </a:solidFill>
                <a:latin typeface="+mn-lt"/>
                <a:ea typeface="楷体" pitchFamily="49" charset="-122"/>
              </a:rPr>
              <a:t>赋值为</a:t>
            </a:r>
            <a:r>
              <a:rPr lang="en-US" altLang="zh-CN" sz="1600" b="1" dirty="0">
                <a:solidFill>
                  <a:schemeClr val="accent2">
                    <a:lumMod val="50000"/>
                  </a:schemeClr>
                </a:solidFill>
                <a:latin typeface="+mn-lt"/>
                <a:ea typeface="楷体" pitchFamily="49" charset="-122"/>
              </a:rPr>
              <a:t>SUM</a:t>
            </a:r>
            <a:r>
              <a:rPr lang="zh-CN" altLang="en-US" sz="1600" b="1" dirty="0">
                <a:solidFill>
                  <a:schemeClr val="accent2">
                    <a:lumMod val="50000"/>
                  </a:schemeClr>
                </a:solidFill>
                <a:latin typeface="+mn-lt"/>
                <a:ea typeface="楷体" pitchFamily="49" charset="-122"/>
              </a:rPr>
              <a:t>，这时</a:t>
            </a:r>
            <a:r>
              <a:rPr lang="en-US" altLang="zh-CN" sz="1600" b="1" dirty="0">
                <a:solidFill>
                  <a:schemeClr val="accent2">
                    <a:lumMod val="50000"/>
                  </a:schemeClr>
                </a:solidFill>
                <a:latin typeface="+mn-lt"/>
                <a:ea typeface="楷体" pitchFamily="49" charset="-122"/>
              </a:rPr>
              <a:t>a</a:t>
            </a:r>
            <a:r>
              <a:rPr lang="zh-CN" altLang="en-US" sz="1600" b="1" dirty="0">
                <a:solidFill>
                  <a:schemeClr val="accent2">
                    <a:lumMod val="50000"/>
                  </a:schemeClr>
                </a:solidFill>
                <a:latin typeface="+mn-lt"/>
                <a:ea typeface="楷体" pitchFamily="49" charset="-122"/>
              </a:rPr>
              <a:t>的值是</a:t>
            </a:r>
            <a:r>
              <a:rPr lang="en-US" altLang="zh-CN" sz="1600" b="1" dirty="0">
                <a:solidFill>
                  <a:schemeClr val="accent2">
                    <a:lumMod val="50000"/>
                  </a:schemeClr>
                </a:solidFill>
                <a:latin typeface="+mn-lt"/>
                <a:ea typeface="楷体" pitchFamily="49" charset="-122"/>
              </a:rPr>
              <a:t>65535</a:t>
            </a:r>
            <a:r>
              <a:rPr lang="en-US" altLang="zh-CN" sz="1600" dirty="0">
                <a:solidFill>
                  <a:schemeClr val="accent2">
                    <a:lumMod val="50000"/>
                  </a:schemeClr>
                </a:solidFill>
                <a:latin typeface="+mn-lt"/>
                <a:ea typeface="楷体" pitchFamily="49" charset="-122"/>
              </a:rPr>
              <a:t> </a:t>
            </a:r>
          </a:p>
        </p:txBody>
      </p:sp>
      <p:sp>
        <p:nvSpPr>
          <p:cNvPr id="32" name="Rectangle 17"/>
          <p:cNvSpPr>
            <a:spLocks noChangeArrowheads="1"/>
          </p:cNvSpPr>
          <p:nvPr/>
        </p:nvSpPr>
        <p:spPr bwMode="auto">
          <a:xfrm>
            <a:off x="4247318" y="3866157"/>
            <a:ext cx="3720890" cy="369332"/>
          </a:xfrm>
          <a:prstGeom prst="rect">
            <a:avLst/>
          </a:prstGeom>
          <a:noFill/>
          <a:ln w="9525">
            <a:noFill/>
            <a:miter lim="800000"/>
            <a:headEnd/>
            <a:tailEnd/>
          </a:ln>
          <a:effectLst/>
        </p:spPr>
        <p:txBody>
          <a:bodyPr wrap="none" anchor="ctr">
            <a:spAutoFit/>
          </a:bodyPr>
          <a:lstStyle/>
          <a:p>
            <a:r>
              <a:rPr lang="en-US" altLang="zh-CN" sz="1800" dirty="0">
                <a:solidFill>
                  <a:schemeClr val="accent2">
                    <a:lumMod val="50000"/>
                  </a:schemeClr>
                </a:solidFill>
                <a:latin typeface="楷体_GB2312" pitchFamily="49" charset="-122"/>
                <a:ea typeface="楷体_GB2312" pitchFamily="49" charset="-122"/>
              </a:rPr>
              <a:t> </a:t>
            </a:r>
            <a:r>
              <a:rPr lang="en-US" altLang="zh-CN" sz="1600" b="1" dirty="0">
                <a:solidFill>
                  <a:schemeClr val="accent2">
                    <a:lumMod val="50000"/>
                  </a:schemeClr>
                </a:solidFill>
                <a:latin typeface="+mn-lt"/>
                <a:ea typeface="楷体" pitchFamily="49" charset="-122"/>
              </a:rPr>
              <a:t>//</a:t>
            </a:r>
            <a:r>
              <a:rPr lang="zh-CN" altLang="en-US" sz="1600" b="1" dirty="0">
                <a:solidFill>
                  <a:schemeClr val="accent2">
                    <a:lumMod val="50000"/>
                  </a:schemeClr>
                </a:solidFill>
                <a:latin typeface="+mn-lt"/>
                <a:ea typeface="楷体" pitchFamily="49" charset="-122"/>
              </a:rPr>
              <a:t>对</a:t>
            </a:r>
            <a:r>
              <a:rPr lang="en-US" altLang="zh-CN" sz="1600" b="1" dirty="0">
                <a:solidFill>
                  <a:schemeClr val="accent2">
                    <a:lumMod val="50000"/>
                  </a:schemeClr>
                </a:solidFill>
                <a:latin typeface="+mn-lt"/>
                <a:ea typeface="楷体" pitchFamily="49" charset="-122"/>
              </a:rPr>
              <a:t>d</a:t>
            </a:r>
            <a:r>
              <a:rPr lang="zh-CN" altLang="en-US" sz="1600" b="1" dirty="0">
                <a:solidFill>
                  <a:schemeClr val="accent2">
                    <a:lumMod val="50000"/>
                  </a:schemeClr>
                </a:solidFill>
                <a:latin typeface="+mn-lt"/>
                <a:ea typeface="楷体" pitchFamily="49" charset="-122"/>
              </a:rPr>
              <a:t>赋值为</a:t>
            </a:r>
            <a:r>
              <a:rPr lang="en-US" altLang="zh-CN" sz="1600" b="1" dirty="0">
                <a:solidFill>
                  <a:schemeClr val="accent2">
                    <a:lumMod val="50000"/>
                  </a:schemeClr>
                </a:solidFill>
                <a:latin typeface="+mn-lt"/>
                <a:ea typeface="楷体" pitchFamily="49" charset="-122"/>
              </a:rPr>
              <a:t>SUM</a:t>
            </a:r>
            <a:r>
              <a:rPr lang="zh-CN" altLang="en-US" sz="1600" b="1" dirty="0">
                <a:solidFill>
                  <a:schemeClr val="accent2">
                    <a:lumMod val="50000"/>
                  </a:schemeClr>
                </a:solidFill>
                <a:latin typeface="+mn-lt"/>
                <a:ea typeface="楷体" pitchFamily="49" charset="-122"/>
              </a:rPr>
              <a:t>，这时</a:t>
            </a:r>
            <a:r>
              <a:rPr lang="en-US" altLang="zh-CN" sz="1600" b="1" dirty="0">
                <a:solidFill>
                  <a:schemeClr val="accent2">
                    <a:lumMod val="50000"/>
                  </a:schemeClr>
                </a:solidFill>
                <a:latin typeface="+mn-lt"/>
                <a:ea typeface="楷体" pitchFamily="49" charset="-122"/>
              </a:rPr>
              <a:t>d</a:t>
            </a:r>
            <a:r>
              <a:rPr lang="zh-CN" altLang="en-US" sz="1600" b="1" dirty="0">
                <a:solidFill>
                  <a:schemeClr val="accent2">
                    <a:lumMod val="50000"/>
                  </a:schemeClr>
                </a:solidFill>
                <a:latin typeface="+mn-lt"/>
                <a:ea typeface="楷体" pitchFamily="49" charset="-122"/>
              </a:rPr>
              <a:t>的值是</a:t>
            </a:r>
            <a:r>
              <a:rPr lang="en-US" altLang="zh-CN" sz="1600" b="1" dirty="0">
                <a:solidFill>
                  <a:schemeClr val="accent2">
                    <a:lumMod val="50000"/>
                  </a:schemeClr>
                </a:solidFill>
                <a:latin typeface="+mn-lt"/>
                <a:ea typeface="楷体" pitchFamily="49" charset="-122"/>
              </a:rPr>
              <a:t>65535</a:t>
            </a:r>
            <a:r>
              <a:rPr lang="en-US" altLang="zh-CN" sz="1600" dirty="0">
                <a:solidFill>
                  <a:schemeClr val="accent2">
                    <a:lumMod val="50000"/>
                  </a:schemeClr>
                </a:solidFill>
                <a:latin typeface="+mn-lt"/>
                <a:ea typeface="楷体" pitchFamily="49" charset="-122"/>
              </a:rPr>
              <a:t> </a:t>
            </a:r>
          </a:p>
        </p:txBody>
      </p:sp>
      <p:sp>
        <p:nvSpPr>
          <p:cNvPr id="33" name="Rectangle 17"/>
          <p:cNvSpPr>
            <a:spLocks noChangeArrowheads="1"/>
          </p:cNvSpPr>
          <p:nvPr/>
        </p:nvSpPr>
        <p:spPr bwMode="auto">
          <a:xfrm>
            <a:off x="4247238" y="4156620"/>
            <a:ext cx="1693092" cy="369332"/>
          </a:xfrm>
          <a:prstGeom prst="rect">
            <a:avLst/>
          </a:prstGeom>
          <a:noFill/>
          <a:ln w="9525">
            <a:noFill/>
            <a:miter lim="800000"/>
            <a:headEnd/>
            <a:tailEnd/>
          </a:ln>
          <a:effectLst/>
        </p:spPr>
        <p:txBody>
          <a:bodyPr wrap="none" anchor="ctr">
            <a:spAutoFit/>
          </a:bodyPr>
          <a:lstStyle/>
          <a:p>
            <a:r>
              <a:rPr lang="en-US" altLang="zh-CN" sz="1800" dirty="0">
                <a:solidFill>
                  <a:schemeClr val="accent2">
                    <a:lumMod val="50000"/>
                  </a:schemeClr>
                </a:solidFill>
                <a:latin typeface="楷体_GB2312" pitchFamily="49" charset="-122"/>
                <a:ea typeface="楷体_GB2312" pitchFamily="49" charset="-122"/>
              </a:rPr>
              <a:t> </a:t>
            </a:r>
            <a:r>
              <a:rPr lang="en-US" altLang="zh-CN" sz="1600" b="1" dirty="0">
                <a:solidFill>
                  <a:schemeClr val="accent2">
                    <a:lumMod val="50000"/>
                  </a:schemeClr>
                </a:solidFill>
                <a:latin typeface="+mn-lt"/>
                <a:ea typeface="楷体" pitchFamily="49" charset="-122"/>
              </a:rPr>
              <a:t>//</a:t>
            </a:r>
            <a:r>
              <a:rPr lang="zh-CN" altLang="en-US" sz="1600" b="1" dirty="0">
                <a:solidFill>
                  <a:schemeClr val="accent2">
                    <a:lumMod val="50000"/>
                  </a:schemeClr>
                </a:solidFill>
                <a:latin typeface="+mn-lt"/>
                <a:ea typeface="楷体" pitchFamily="49" charset="-122"/>
              </a:rPr>
              <a:t>对</a:t>
            </a:r>
            <a:r>
              <a:rPr lang="en-US" altLang="zh-CN" sz="1600" b="1" dirty="0">
                <a:solidFill>
                  <a:schemeClr val="accent2">
                    <a:lumMod val="50000"/>
                  </a:schemeClr>
                </a:solidFill>
                <a:latin typeface="+mn-lt"/>
                <a:ea typeface="楷体" pitchFamily="49" charset="-122"/>
              </a:rPr>
              <a:t>e</a:t>
            </a:r>
            <a:r>
              <a:rPr lang="zh-CN" altLang="en-US" sz="1600" b="1" dirty="0">
                <a:solidFill>
                  <a:schemeClr val="accent2">
                    <a:lumMod val="50000"/>
                  </a:schemeClr>
                </a:solidFill>
                <a:latin typeface="+mn-lt"/>
                <a:ea typeface="楷体" pitchFamily="49" charset="-122"/>
              </a:rPr>
              <a:t>赋值为</a:t>
            </a:r>
            <a:r>
              <a:rPr lang="en-US" altLang="zh-CN" sz="1600" b="1" dirty="0">
                <a:solidFill>
                  <a:schemeClr val="accent2">
                    <a:lumMod val="50000"/>
                  </a:schemeClr>
                </a:solidFill>
                <a:latin typeface="+mn-lt"/>
                <a:ea typeface="楷体" pitchFamily="49" charset="-122"/>
              </a:rPr>
              <a:t>301</a:t>
            </a:r>
            <a:r>
              <a:rPr lang="en-US" altLang="zh-CN" sz="1600" dirty="0">
                <a:solidFill>
                  <a:schemeClr val="accent2">
                    <a:lumMod val="50000"/>
                  </a:schemeClr>
                </a:solidFill>
                <a:latin typeface="+mn-lt"/>
                <a:ea typeface="楷体" pitchFamily="49" charset="-122"/>
              </a:rPr>
              <a:t> </a:t>
            </a:r>
          </a:p>
        </p:txBody>
      </p:sp>
      <p:sp>
        <p:nvSpPr>
          <p:cNvPr id="34" name="Rectangle 19"/>
          <p:cNvSpPr>
            <a:spLocks noChangeArrowheads="1"/>
          </p:cNvSpPr>
          <p:nvPr/>
        </p:nvSpPr>
        <p:spPr bwMode="auto">
          <a:xfrm>
            <a:off x="4353830" y="4525952"/>
            <a:ext cx="4118435" cy="338554"/>
          </a:xfrm>
          <a:prstGeom prst="rect">
            <a:avLst/>
          </a:prstGeom>
          <a:noFill/>
          <a:ln w="9525">
            <a:noFill/>
            <a:miter lim="800000"/>
            <a:headEnd/>
            <a:tailEnd/>
          </a:ln>
          <a:effectLst/>
        </p:spPr>
        <p:txBody>
          <a:bodyPr wrap="none" anchor="ctr">
            <a:spAutoFit/>
          </a:bodyPr>
          <a:lstStyle/>
          <a:p>
            <a:r>
              <a:rPr lang="en-US" altLang="zh-CN" sz="1600" b="1" dirty="0">
                <a:solidFill>
                  <a:schemeClr val="accent2">
                    <a:lumMod val="50000"/>
                  </a:schemeClr>
                </a:solidFill>
                <a:latin typeface="+mn-lt"/>
                <a:ea typeface="楷体" pitchFamily="49" charset="-122"/>
              </a:rPr>
              <a:t>//</a:t>
            </a:r>
            <a:r>
              <a:rPr lang="zh-CN" altLang="en-US" sz="1600" b="1" dirty="0">
                <a:solidFill>
                  <a:schemeClr val="accent2">
                    <a:lumMod val="50000"/>
                  </a:schemeClr>
                </a:solidFill>
                <a:latin typeface="+mn-lt"/>
                <a:ea typeface="楷体" pitchFamily="49" charset="-122"/>
              </a:rPr>
              <a:t>以有符号十进制形式（</a:t>
            </a:r>
            <a:r>
              <a:rPr lang="en-US" altLang="zh-CN" sz="1600" b="1" dirty="0">
                <a:solidFill>
                  <a:schemeClr val="accent2">
                    <a:lumMod val="50000"/>
                  </a:schemeClr>
                </a:solidFill>
                <a:latin typeface="+mn-lt"/>
                <a:ea typeface="楷体" pitchFamily="49" charset="-122"/>
              </a:rPr>
              <a:t>"%d"</a:t>
            </a:r>
            <a:r>
              <a:rPr lang="zh-CN" altLang="en-US" sz="1600" b="1" dirty="0">
                <a:solidFill>
                  <a:schemeClr val="accent2">
                    <a:lumMod val="50000"/>
                  </a:schemeClr>
                </a:solidFill>
                <a:latin typeface="+mn-lt"/>
                <a:ea typeface="楷体" pitchFamily="49" charset="-122"/>
              </a:rPr>
              <a:t>）显示</a:t>
            </a:r>
            <a:r>
              <a:rPr lang="en-US" altLang="zh-CN" sz="1600" b="1" dirty="0">
                <a:solidFill>
                  <a:schemeClr val="accent2">
                    <a:lumMod val="50000"/>
                  </a:schemeClr>
                </a:solidFill>
                <a:latin typeface="+mn-lt"/>
                <a:ea typeface="楷体" pitchFamily="49" charset="-122"/>
              </a:rPr>
              <a:t>a</a:t>
            </a:r>
            <a:r>
              <a:rPr lang="zh-CN" altLang="en-US" sz="1600" b="1" dirty="0">
                <a:solidFill>
                  <a:schemeClr val="accent2">
                    <a:lumMod val="50000"/>
                  </a:schemeClr>
                </a:solidFill>
                <a:latin typeface="+mn-lt"/>
                <a:ea typeface="楷体" pitchFamily="49" charset="-122"/>
              </a:rPr>
              <a:t>的值</a:t>
            </a:r>
            <a:r>
              <a:rPr lang="zh-CN" altLang="en-US" sz="1600" dirty="0">
                <a:solidFill>
                  <a:schemeClr val="accent2">
                    <a:lumMod val="50000"/>
                  </a:schemeClr>
                </a:solidFill>
                <a:latin typeface="+mn-lt"/>
                <a:ea typeface="楷体" pitchFamily="49" charset="-122"/>
              </a:rPr>
              <a:t> </a:t>
            </a:r>
          </a:p>
        </p:txBody>
      </p:sp>
      <p:sp>
        <p:nvSpPr>
          <p:cNvPr id="35" name="Rectangle 19"/>
          <p:cNvSpPr>
            <a:spLocks noChangeArrowheads="1"/>
          </p:cNvSpPr>
          <p:nvPr/>
        </p:nvSpPr>
        <p:spPr bwMode="auto">
          <a:xfrm>
            <a:off x="4353830" y="4835470"/>
            <a:ext cx="4118435" cy="338554"/>
          </a:xfrm>
          <a:prstGeom prst="rect">
            <a:avLst/>
          </a:prstGeom>
          <a:noFill/>
          <a:ln w="9525">
            <a:noFill/>
            <a:miter lim="800000"/>
            <a:headEnd/>
            <a:tailEnd/>
          </a:ln>
          <a:effectLst/>
        </p:spPr>
        <p:txBody>
          <a:bodyPr wrap="none" anchor="ctr">
            <a:spAutoFit/>
          </a:bodyPr>
          <a:lstStyle/>
          <a:p>
            <a:r>
              <a:rPr lang="en-US" altLang="zh-CN" sz="1600" b="1" dirty="0">
                <a:solidFill>
                  <a:schemeClr val="accent2">
                    <a:lumMod val="50000"/>
                  </a:schemeClr>
                </a:solidFill>
                <a:latin typeface="+mn-lt"/>
                <a:ea typeface="楷体" pitchFamily="49" charset="-122"/>
              </a:rPr>
              <a:t>//</a:t>
            </a:r>
            <a:r>
              <a:rPr lang="zh-CN" altLang="en-US" sz="1600" b="1" dirty="0">
                <a:solidFill>
                  <a:schemeClr val="accent2">
                    <a:lumMod val="50000"/>
                  </a:schemeClr>
                </a:solidFill>
                <a:latin typeface="+mn-lt"/>
                <a:ea typeface="楷体" pitchFamily="49" charset="-122"/>
              </a:rPr>
              <a:t>以有符号十进制形式（</a:t>
            </a:r>
            <a:r>
              <a:rPr lang="en-US" altLang="zh-CN" sz="1600" b="1" dirty="0">
                <a:solidFill>
                  <a:schemeClr val="accent2">
                    <a:lumMod val="50000"/>
                  </a:schemeClr>
                </a:solidFill>
                <a:latin typeface="+mn-lt"/>
                <a:ea typeface="楷体" pitchFamily="49" charset="-122"/>
              </a:rPr>
              <a:t>"%d"</a:t>
            </a:r>
            <a:r>
              <a:rPr lang="zh-CN" altLang="en-US" sz="1600" b="1" dirty="0">
                <a:solidFill>
                  <a:schemeClr val="accent2">
                    <a:lumMod val="50000"/>
                  </a:schemeClr>
                </a:solidFill>
                <a:latin typeface="+mn-lt"/>
                <a:ea typeface="楷体" pitchFamily="49" charset="-122"/>
              </a:rPr>
              <a:t>）显示</a:t>
            </a:r>
            <a:r>
              <a:rPr lang="en-US" altLang="zh-CN" sz="1600" b="1" dirty="0">
                <a:solidFill>
                  <a:schemeClr val="accent2">
                    <a:lumMod val="50000"/>
                  </a:schemeClr>
                </a:solidFill>
                <a:latin typeface="+mn-lt"/>
                <a:ea typeface="楷体" pitchFamily="49" charset="-122"/>
              </a:rPr>
              <a:t>b</a:t>
            </a:r>
            <a:r>
              <a:rPr lang="zh-CN" altLang="en-US" sz="1600" b="1" dirty="0">
                <a:solidFill>
                  <a:schemeClr val="accent2">
                    <a:lumMod val="50000"/>
                  </a:schemeClr>
                </a:solidFill>
                <a:latin typeface="+mn-lt"/>
                <a:ea typeface="楷体" pitchFamily="49" charset="-122"/>
              </a:rPr>
              <a:t>的值</a:t>
            </a:r>
            <a:r>
              <a:rPr lang="zh-CN" altLang="en-US" sz="1600" dirty="0">
                <a:solidFill>
                  <a:schemeClr val="accent2">
                    <a:lumMod val="50000"/>
                  </a:schemeClr>
                </a:solidFill>
                <a:latin typeface="+mn-lt"/>
                <a:ea typeface="楷体" pitchFamily="49" charset="-122"/>
              </a:rPr>
              <a:t> </a:t>
            </a:r>
          </a:p>
        </p:txBody>
      </p:sp>
      <p:sp>
        <p:nvSpPr>
          <p:cNvPr id="36" name="Rectangle 19"/>
          <p:cNvSpPr>
            <a:spLocks noChangeArrowheads="1"/>
          </p:cNvSpPr>
          <p:nvPr/>
        </p:nvSpPr>
        <p:spPr bwMode="auto">
          <a:xfrm>
            <a:off x="4353830" y="5125462"/>
            <a:ext cx="4118435" cy="338554"/>
          </a:xfrm>
          <a:prstGeom prst="rect">
            <a:avLst/>
          </a:prstGeom>
          <a:noFill/>
          <a:ln w="9525">
            <a:noFill/>
            <a:miter lim="800000"/>
            <a:headEnd/>
            <a:tailEnd/>
          </a:ln>
          <a:effectLst/>
        </p:spPr>
        <p:txBody>
          <a:bodyPr wrap="none" anchor="ctr">
            <a:spAutoFit/>
          </a:bodyPr>
          <a:lstStyle/>
          <a:p>
            <a:r>
              <a:rPr lang="en-US" altLang="zh-CN" sz="1600" b="1" dirty="0">
                <a:solidFill>
                  <a:schemeClr val="accent2">
                    <a:lumMod val="50000"/>
                  </a:schemeClr>
                </a:solidFill>
                <a:latin typeface="+mn-lt"/>
                <a:ea typeface="楷体" pitchFamily="49" charset="-122"/>
              </a:rPr>
              <a:t>//</a:t>
            </a:r>
            <a:r>
              <a:rPr lang="zh-CN" altLang="en-US" sz="1600" b="1" dirty="0">
                <a:solidFill>
                  <a:schemeClr val="accent2">
                    <a:lumMod val="50000"/>
                  </a:schemeClr>
                </a:solidFill>
                <a:latin typeface="+mn-lt"/>
                <a:ea typeface="楷体" pitchFamily="49" charset="-122"/>
              </a:rPr>
              <a:t>以有符号十进制形式（</a:t>
            </a:r>
            <a:r>
              <a:rPr lang="en-US" altLang="zh-CN" sz="1600" b="1" dirty="0">
                <a:solidFill>
                  <a:schemeClr val="accent2">
                    <a:lumMod val="50000"/>
                  </a:schemeClr>
                </a:solidFill>
                <a:latin typeface="+mn-lt"/>
                <a:ea typeface="楷体" pitchFamily="49" charset="-122"/>
              </a:rPr>
              <a:t>"%d"</a:t>
            </a:r>
            <a:r>
              <a:rPr lang="zh-CN" altLang="en-US" sz="1600" b="1" dirty="0">
                <a:solidFill>
                  <a:schemeClr val="accent2">
                    <a:lumMod val="50000"/>
                  </a:schemeClr>
                </a:solidFill>
                <a:latin typeface="+mn-lt"/>
                <a:ea typeface="楷体" pitchFamily="49" charset="-122"/>
              </a:rPr>
              <a:t>）显示</a:t>
            </a:r>
            <a:r>
              <a:rPr lang="en-US" altLang="zh-CN" sz="1600" b="1" dirty="0">
                <a:solidFill>
                  <a:schemeClr val="accent2">
                    <a:lumMod val="50000"/>
                  </a:schemeClr>
                </a:solidFill>
                <a:latin typeface="+mn-lt"/>
                <a:ea typeface="楷体" pitchFamily="49" charset="-122"/>
              </a:rPr>
              <a:t>c</a:t>
            </a:r>
            <a:r>
              <a:rPr lang="zh-CN" altLang="en-US" sz="1600" b="1" dirty="0">
                <a:solidFill>
                  <a:schemeClr val="accent2">
                    <a:lumMod val="50000"/>
                  </a:schemeClr>
                </a:solidFill>
                <a:latin typeface="+mn-lt"/>
                <a:ea typeface="楷体" pitchFamily="49" charset="-122"/>
              </a:rPr>
              <a:t>的值</a:t>
            </a:r>
            <a:r>
              <a:rPr lang="zh-CN" altLang="en-US" sz="1600" dirty="0">
                <a:solidFill>
                  <a:schemeClr val="accent2">
                    <a:lumMod val="50000"/>
                  </a:schemeClr>
                </a:solidFill>
                <a:latin typeface="+mn-lt"/>
                <a:ea typeface="楷体" pitchFamily="49" charset="-122"/>
              </a:rPr>
              <a:t> </a:t>
            </a:r>
          </a:p>
        </p:txBody>
      </p:sp>
      <p:sp>
        <p:nvSpPr>
          <p:cNvPr id="37" name="Rectangle 19"/>
          <p:cNvSpPr>
            <a:spLocks noChangeArrowheads="1"/>
          </p:cNvSpPr>
          <p:nvPr/>
        </p:nvSpPr>
        <p:spPr bwMode="auto">
          <a:xfrm>
            <a:off x="4353830" y="5436940"/>
            <a:ext cx="4118435" cy="338554"/>
          </a:xfrm>
          <a:prstGeom prst="rect">
            <a:avLst/>
          </a:prstGeom>
          <a:noFill/>
          <a:ln w="9525">
            <a:noFill/>
            <a:miter lim="800000"/>
            <a:headEnd/>
            <a:tailEnd/>
          </a:ln>
          <a:effectLst/>
        </p:spPr>
        <p:txBody>
          <a:bodyPr wrap="none" anchor="ctr">
            <a:spAutoFit/>
          </a:bodyPr>
          <a:lstStyle/>
          <a:p>
            <a:r>
              <a:rPr lang="en-US" altLang="zh-CN" sz="1600" b="1" dirty="0">
                <a:solidFill>
                  <a:schemeClr val="accent2">
                    <a:lumMod val="50000"/>
                  </a:schemeClr>
                </a:solidFill>
                <a:latin typeface="+mn-lt"/>
                <a:ea typeface="楷体" pitchFamily="49" charset="-122"/>
              </a:rPr>
              <a:t>//</a:t>
            </a:r>
            <a:r>
              <a:rPr lang="zh-CN" altLang="en-US" sz="1600" b="1" dirty="0">
                <a:solidFill>
                  <a:schemeClr val="accent2">
                    <a:lumMod val="50000"/>
                  </a:schemeClr>
                </a:solidFill>
                <a:latin typeface="+mn-lt"/>
                <a:ea typeface="楷体" pitchFamily="49" charset="-122"/>
              </a:rPr>
              <a:t>以有符号十进制形式（</a:t>
            </a:r>
            <a:r>
              <a:rPr lang="en-US" altLang="zh-CN" sz="1600" b="1" dirty="0">
                <a:solidFill>
                  <a:schemeClr val="accent2">
                    <a:lumMod val="50000"/>
                  </a:schemeClr>
                </a:solidFill>
                <a:latin typeface="+mn-lt"/>
                <a:ea typeface="楷体" pitchFamily="49" charset="-122"/>
              </a:rPr>
              <a:t>"%d"</a:t>
            </a:r>
            <a:r>
              <a:rPr lang="zh-CN" altLang="en-US" sz="1600" b="1" dirty="0">
                <a:solidFill>
                  <a:schemeClr val="accent2">
                    <a:lumMod val="50000"/>
                  </a:schemeClr>
                </a:solidFill>
                <a:latin typeface="+mn-lt"/>
                <a:ea typeface="楷体" pitchFamily="49" charset="-122"/>
              </a:rPr>
              <a:t>）显示</a:t>
            </a:r>
            <a:r>
              <a:rPr lang="en-US" altLang="zh-CN" sz="1600" b="1" dirty="0">
                <a:solidFill>
                  <a:schemeClr val="accent2">
                    <a:lumMod val="50000"/>
                  </a:schemeClr>
                </a:solidFill>
                <a:latin typeface="+mn-lt"/>
                <a:ea typeface="楷体" pitchFamily="49" charset="-122"/>
              </a:rPr>
              <a:t>d</a:t>
            </a:r>
            <a:r>
              <a:rPr lang="zh-CN" altLang="en-US" sz="1600" b="1" dirty="0">
                <a:solidFill>
                  <a:schemeClr val="accent2">
                    <a:lumMod val="50000"/>
                  </a:schemeClr>
                </a:solidFill>
                <a:latin typeface="+mn-lt"/>
                <a:ea typeface="楷体" pitchFamily="49" charset="-122"/>
              </a:rPr>
              <a:t>的值</a:t>
            </a:r>
            <a:r>
              <a:rPr lang="zh-CN" altLang="en-US" sz="1600" dirty="0">
                <a:solidFill>
                  <a:schemeClr val="accent2">
                    <a:lumMod val="50000"/>
                  </a:schemeClr>
                </a:solidFill>
                <a:latin typeface="+mn-lt"/>
                <a:ea typeface="楷体" pitchFamily="49" charset="-122"/>
              </a:rPr>
              <a:t> </a:t>
            </a:r>
          </a:p>
        </p:txBody>
      </p:sp>
      <p:sp>
        <p:nvSpPr>
          <p:cNvPr id="38" name="Rectangle 19"/>
          <p:cNvSpPr>
            <a:spLocks noChangeArrowheads="1"/>
          </p:cNvSpPr>
          <p:nvPr/>
        </p:nvSpPr>
        <p:spPr bwMode="auto">
          <a:xfrm>
            <a:off x="4353830" y="5750088"/>
            <a:ext cx="4118435" cy="338554"/>
          </a:xfrm>
          <a:prstGeom prst="rect">
            <a:avLst/>
          </a:prstGeom>
          <a:noFill/>
          <a:ln w="9525">
            <a:noFill/>
            <a:miter lim="800000"/>
            <a:headEnd/>
            <a:tailEnd/>
          </a:ln>
          <a:effectLst/>
        </p:spPr>
        <p:txBody>
          <a:bodyPr wrap="none" anchor="ctr">
            <a:spAutoFit/>
          </a:bodyPr>
          <a:lstStyle/>
          <a:p>
            <a:r>
              <a:rPr lang="en-US" altLang="zh-CN" sz="1600" b="1" dirty="0">
                <a:solidFill>
                  <a:schemeClr val="accent2">
                    <a:lumMod val="50000"/>
                  </a:schemeClr>
                </a:solidFill>
                <a:latin typeface="+mn-lt"/>
                <a:ea typeface="楷体" pitchFamily="49" charset="-122"/>
              </a:rPr>
              <a:t>//</a:t>
            </a:r>
            <a:r>
              <a:rPr lang="zh-CN" altLang="en-US" sz="1600" b="1" dirty="0">
                <a:solidFill>
                  <a:schemeClr val="accent2">
                    <a:lumMod val="50000"/>
                  </a:schemeClr>
                </a:solidFill>
                <a:latin typeface="+mn-lt"/>
                <a:ea typeface="楷体" pitchFamily="49" charset="-122"/>
              </a:rPr>
              <a:t>以有符号十进制形式（</a:t>
            </a:r>
            <a:r>
              <a:rPr lang="en-US" altLang="zh-CN" sz="1600" b="1" dirty="0">
                <a:solidFill>
                  <a:schemeClr val="accent2">
                    <a:lumMod val="50000"/>
                  </a:schemeClr>
                </a:solidFill>
                <a:latin typeface="+mn-lt"/>
                <a:ea typeface="楷体" pitchFamily="49" charset="-122"/>
              </a:rPr>
              <a:t>"%d"</a:t>
            </a:r>
            <a:r>
              <a:rPr lang="zh-CN" altLang="en-US" sz="1600" b="1" dirty="0">
                <a:solidFill>
                  <a:schemeClr val="accent2">
                    <a:lumMod val="50000"/>
                  </a:schemeClr>
                </a:solidFill>
                <a:latin typeface="+mn-lt"/>
                <a:ea typeface="楷体" pitchFamily="49" charset="-122"/>
              </a:rPr>
              <a:t>）显示</a:t>
            </a:r>
            <a:r>
              <a:rPr lang="en-US" altLang="zh-CN" sz="1600" b="1" dirty="0">
                <a:solidFill>
                  <a:schemeClr val="accent2">
                    <a:lumMod val="50000"/>
                  </a:schemeClr>
                </a:solidFill>
                <a:latin typeface="+mn-lt"/>
                <a:ea typeface="楷体" pitchFamily="49" charset="-122"/>
              </a:rPr>
              <a:t>d</a:t>
            </a:r>
            <a:r>
              <a:rPr lang="zh-CN" altLang="en-US" sz="1600" b="1" dirty="0">
                <a:solidFill>
                  <a:schemeClr val="accent2">
                    <a:lumMod val="50000"/>
                  </a:schemeClr>
                </a:solidFill>
                <a:latin typeface="+mn-lt"/>
                <a:ea typeface="楷体" pitchFamily="49" charset="-122"/>
              </a:rPr>
              <a:t>的值</a:t>
            </a:r>
            <a:r>
              <a:rPr lang="zh-CN" altLang="en-US" sz="1600" dirty="0">
                <a:solidFill>
                  <a:schemeClr val="accent2">
                    <a:lumMod val="50000"/>
                  </a:schemeClr>
                </a:solidFill>
                <a:latin typeface="+mn-lt"/>
                <a:ea typeface="楷体" pitchFamily="49" charset="-122"/>
              </a:rPr>
              <a:t> </a:t>
            </a:r>
          </a:p>
        </p:txBody>
      </p:sp>
      <p:sp>
        <p:nvSpPr>
          <p:cNvPr id="39" name="Rectangle 19"/>
          <p:cNvSpPr>
            <a:spLocks noChangeArrowheads="1"/>
          </p:cNvSpPr>
          <p:nvPr/>
        </p:nvSpPr>
        <p:spPr bwMode="auto">
          <a:xfrm>
            <a:off x="4362120" y="6046213"/>
            <a:ext cx="1229824" cy="338554"/>
          </a:xfrm>
          <a:prstGeom prst="rect">
            <a:avLst/>
          </a:prstGeom>
          <a:noFill/>
          <a:ln w="9525">
            <a:noFill/>
            <a:miter lim="800000"/>
            <a:headEnd/>
            <a:tailEnd/>
          </a:ln>
          <a:effectLst/>
        </p:spPr>
        <p:txBody>
          <a:bodyPr wrap="none" anchor="ctr">
            <a:spAutoFit/>
          </a:bodyPr>
          <a:lstStyle/>
          <a:p>
            <a:r>
              <a:rPr lang="en-US" altLang="zh-CN" sz="1600" b="1" dirty="0">
                <a:solidFill>
                  <a:schemeClr val="accent2">
                    <a:lumMod val="50000"/>
                  </a:schemeClr>
                </a:solidFill>
                <a:latin typeface="+mn-lt"/>
                <a:ea typeface="楷体" pitchFamily="49" charset="-122"/>
              </a:rPr>
              <a:t>//</a:t>
            </a:r>
            <a:r>
              <a:rPr lang="zh-CN" altLang="en-US" sz="1600" b="1" dirty="0">
                <a:solidFill>
                  <a:schemeClr val="accent2">
                    <a:lumMod val="50000"/>
                  </a:schemeClr>
                </a:solidFill>
                <a:latin typeface="+mn-lt"/>
                <a:ea typeface="楷体" pitchFamily="49" charset="-122"/>
              </a:rPr>
              <a:t>返回整数</a:t>
            </a:r>
            <a:r>
              <a:rPr lang="en-US" altLang="zh-CN" sz="1600" b="1" dirty="0">
                <a:solidFill>
                  <a:schemeClr val="accent2">
                    <a:lumMod val="50000"/>
                  </a:schemeClr>
                </a:solidFill>
                <a:latin typeface="+mn-lt"/>
                <a:ea typeface="楷体" pitchFamily="49" charset="-122"/>
              </a:rPr>
              <a:t>0</a:t>
            </a:r>
            <a:endParaRPr lang="zh-CN" altLang="en-US" sz="1600" dirty="0">
              <a:solidFill>
                <a:schemeClr val="accent2">
                  <a:lumMod val="50000"/>
                </a:schemeClr>
              </a:solidFill>
              <a:latin typeface="+mn-lt"/>
              <a:ea typeface="楷体" pitchFamily="49" charset="-122"/>
            </a:endParaRPr>
          </a:p>
        </p:txBody>
      </p:sp>
      <p:sp>
        <p:nvSpPr>
          <p:cNvPr id="789536" name="Text Box 32"/>
          <p:cNvSpPr txBox="1">
            <a:spLocks noChangeArrowheads="1"/>
          </p:cNvSpPr>
          <p:nvPr/>
        </p:nvSpPr>
        <p:spPr bwMode="auto">
          <a:xfrm>
            <a:off x="8545115" y="2653744"/>
            <a:ext cx="3311525" cy="1944216"/>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just"/>
            <a:r>
              <a:rPr lang="zh-CN" altLang="en-US" sz="2000" b="1" u="sng" dirty="0">
                <a:solidFill>
                  <a:srgbClr val="C01920"/>
                </a:solidFill>
                <a:latin typeface="+mn-lt"/>
                <a:ea typeface="隶书" pitchFamily="49" charset="-122"/>
              </a:rPr>
              <a:t>运行结果：</a:t>
            </a:r>
            <a:endParaRPr lang="zh-CN" altLang="en-US" sz="2000" b="1" dirty="0">
              <a:solidFill>
                <a:srgbClr val="C01920"/>
              </a:solidFill>
              <a:latin typeface="+mn-lt"/>
              <a:ea typeface="隶书" pitchFamily="49" charset="-122"/>
            </a:endParaRPr>
          </a:p>
          <a:p>
            <a:pPr algn="just"/>
            <a:r>
              <a:rPr lang="zh-CN" altLang="en-US" sz="2000" b="1" dirty="0"/>
              <a:t>    </a:t>
            </a:r>
            <a:r>
              <a:rPr lang="en-US" altLang="zh-CN" sz="2000" b="1" dirty="0">
                <a:solidFill>
                  <a:srgbClr val="C01920"/>
                </a:solidFill>
              </a:rPr>
              <a:t>a = 65535</a:t>
            </a:r>
          </a:p>
          <a:p>
            <a:pPr algn="just"/>
            <a:r>
              <a:rPr lang="en-US" altLang="zh-CN" sz="2000" b="1" dirty="0">
                <a:effectLst>
                  <a:outerShdw blurRad="38100" dist="38100" dir="2700000" algn="tl">
                    <a:srgbClr val="FFFFFF"/>
                  </a:outerShdw>
                </a:effectLst>
              </a:rPr>
              <a:t>    b = 20</a:t>
            </a:r>
          </a:p>
          <a:p>
            <a:pPr algn="just"/>
            <a:r>
              <a:rPr lang="en-US" altLang="zh-CN" sz="2000" b="1" dirty="0">
                <a:effectLst>
                  <a:outerShdw blurRad="38100" dist="38100" dir="2700000" algn="tl">
                    <a:srgbClr val="FFFFFF"/>
                  </a:outerShdw>
                </a:effectLst>
              </a:rPr>
              <a:t>    c = 255</a:t>
            </a:r>
          </a:p>
          <a:p>
            <a:pPr algn="just"/>
            <a:r>
              <a:rPr lang="en-US" altLang="zh-CN" sz="2000" b="1" dirty="0">
                <a:effectLst>
                  <a:outerShdw blurRad="38100" dist="38100" dir="2700000" algn="tl">
                    <a:srgbClr val="FFFFFF"/>
                  </a:outerShdw>
                </a:effectLst>
              </a:rPr>
              <a:t>    d = -1</a:t>
            </a:r>
          </a:p>
          <a:p>
            <a:pPr algn="just"/>
            <a:r>
              <a:rPr lang="en-US" altLang="zh-CN" sz="2000" b="1" dirty="0">
                <a:effectLst>
                  <a:outerShdw blurRad="38100" dist="38100" dir="2700000" algn="tl">
                    <a:srgbClr val="FFFFFF"/>
                  </a:outerShdw>
                </a:effectLst>
              </a:rPr>
              <a:t>    e = 301</a:t>
            </a:r>
          </a:p>
        </p:txBody>
      </p:sp>
      <p:sp>
        <p:nvSpPr>
          <p:cNvPr id="40" name="AutoShape 33"/>
          <p:cNvSpPr>
            <a:spLocks noChangeArrowheads="1"/>
          </p:cNvSpPr>
          <p:nvPr/>
        </p:nvSpPr>
        <p:spPr bwMode="auto">
          <a:xfrm>
            <a:off x="7825034" y="5174024"/>
            <a:ext cx="4000500" cy="1368152"/>
          </a:xfrm>
          <a:prstGeom prst="wedgeRoundRectCallout">
            <a:avLst>
              <a:gd name="adj1" fmla="val -10654"/>
              <a:gd name="adj2" fmla="val -122608"/>
              <a:gd name="adj3" fmla="val 16667"/>
            </a:avLst>
          </a:prstGeom>
          <a:gradFill>
            <a:gsLst>
              <a:gs pos="0">
                <a:srgbClr val="CFCFD1"/>
              </a:gs>
              <a:gs pos="100000">
                <a:schemeClr val="bg1">
                  <a:lumMod val="95000"/>
                </a:schemeClr>
              </a:gs>
            </a:gsLst>
            <a:path path="circle">
              <a:fillToRect l="100000" b="100000"/>
            </a:path>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prst="slope"/>
          </a:sp3d>
        </p:spPr>
        <p:txBody>
          <a:bodyPr/>
          <a:lstStyle/>
          <a:p>
            <a:pPr algn="just"/>
            <a:r>
              <a:rPr lang="en-US" altLang="zh-CN" sz="1800" b="1" dirty="0">
                <a:solidFill>
                  <a:srgbClr val="0000FF"/>
                </a:solidFill>
                <a:effectLst>
                  <a:outerShdw blurRad="50800" dist="38100" algn="l" rotWithShape="0">
                    <a:prstClr val="black">
                      <a:alpha val="40000"/>
                    </a:prstClr>
                  </a:outerShdw>
                </a:effectLst>
                <a:latin typeface="+mn-lt"/>
                <a:ea typeface="楷体" pitchFamily="49" charset="-122"/>
              </a:rPr>
              <a:t>      </a:t>
            </a:r>
            <a:r>
              <a:rPr lang="zh-CN" altLang="zh-CN" sz="1800" b="1" dirty="0">
                <a:latin typeface="+mn-lt"/>
                <a:ea typeface="楷体" pitchFamily="49" charset="-122"/>
              </a:rPr>
              <a:t>对于</a:t>
            </a:r>
            <a:r>
              <a:rPr lang="en-US" altLang="zh-CN" sz="1800" b="1" dirty="0">
                <a:latin typeface="+mn-lt"/>
                <a:ea typeface="楷体" pitchFamily="49" charset="-122"/>
              </a:rPr>
              <a:t>16</a:t>
            </a:r>
            <a:r>
              <a:rPr lang="zh-CN" altLang="zh-CN" sz="1800" b="1" dirty="0">
                <a:latin typeface="+mn-lt"/>
                <a:ea typeface="楷体" pitchFamily="49" charset="-122"/>
              </a:rPr>
              <a:t>位的有符号短整型变量</a:t>
            </a:r>
            <a:r>
              <a:rPr lang="en-US" altLang="zh-CN" sz="1800" b="1" dirty="0">
                <a:latin typeface="+mn-lt"/>
                <a:ea typeface="楷体" pitchFamily="49" charset="-122"/>
              </a:rPr>
              <a:t>d</a:t>
            </a:r>
            <a:r>
              <a:rPr lang="zh-CN" altLang="zh-CN" sz="1800" b="1" dirty="0">
                <a:latin typeface="+mn-lt"/>
                <a:ea typeface="楷体" pitchFamily="49" charset="-122"/>
              </a:rPr>
              <a:t>来说，因</a:t>
            </a:r>
            <a:r>
              <a:rPr lang="en-US" altLang="zh-CN" sz="1800" b="1" dirty="0">
                <a:latin typeface="+mn-lt"/>
                <a:ea typeface="楷体" pitchFamily="49" charset="-122"/>
              </a:rPr>
              <a:t>65535</a:t>
            </a:r>
            <a:r>
              <a:rPr lang="zh-CN" altLang="zh-CN" sz="1800" b="1" dirty="0">
                <a:latin typeface="+mn-lt"/>
                <a:ea typeface="楷体" pitchFamily="49" charset="-122"/>
              </a:rPr>
              <a:t>在内存中的形式为</a:t>
            </a:r>
            <a:r>
              <a:rPr lang="en-US" altLang="zh-CN" sz="1800" b="1" dirty="0">
                <a:latin typeface="+mn-lt"/>
                <a:ea typeface="楷体" pitchFamily="49" charset="-122"/>
              </a:rPr>
              <a:t>1111111111111111</a:t>
            </a:r>
            <a:r>
              <a:rPr lang="zh-CN" altLang="zh-CN" sz="1800" b="1" dirty="0">
                <a:latin typeface="+mn-lt"/>
                <a:ea typeface="楷体" pitchFamily="49" charset="-122"/>
              </a:rPr>
              <a:t>，最高位为</a:t>
            </a:r>
            <a:r>
              <a:rPr lang="en-US" altLang="zh-CN" sz="1800" b="1" dirty="0">
                <a:latin typeface="+mn-lt"/>
                <a:ea typeface="楷体" pitchFamily="49" charset="-122"/>
              </a:rPr>
              <a:t>1</a:t>
            </a:r>
            <a:r>
              <a:rPr lang="zh-CN" altLang="zh-CN" sz="1800" b="1" dirty="0">
                <a:latin typeface="+mn-lt"/>
                <a:ea typeface="楷体" pitchFamily="49" charset="-122"/>
              </a:rPr>
              <a:t>表示负，则其所对应的十进制数就为</a:t>
            </a:r>
            <a:r>
              <a:rPr lang="en-US" altLang="zh-CN" sz="1800" b="1" dirty="0">
                <a:latin typeface="+mn-lt"/>
                <a:ea typeface="楷体" pitchFamily="49" charset="-122"/>
              </a:rPr>
              <a:t>-1</a:t>
            </a:r>
            <a:r>
              <a:rPr lang="zh-CN" altLang="zh-CN" sz="1800" b="1" dirty="0">
                <a:latin typeface="+mn-lt"/>
                <a:ea typeface="楷体" pitchFamily="49" charset="-122"/>
              </a:rPr>
              <a:t>。</a:t>
            </a:r>
          </a:p>
        </p:txBody>
      </p:sp>
      <p:sp>
        <p:nvSpPr>
          <p:cNvPr id="2" name="文本框 1">
            <a:extLst>
              <a:ext uri="{FF2B5EF4-FFF2-40B4-BE49-F238E27FC236}">
                <a16:creationId xmlns:a16="http://schemas.microsoft.com/office/drawing/2014/main" id="{899D65C6-0AD5-4D3D-B8CF-D43739CBE4C4}"/>
              </a:ext>
            </a:extLst>
          </p:cNvPr>
          <p:cNvSpPr txBox="1"/>
          <p:nvPr/>
        </p:nvSpPr>
        <p:spPr>
          <a:xfrm>
            <a:off x="295871" y="1387385"/>
            <a:ext cx="615553" cy="4140050"/>
          </a:xfrm>
          <a:prstGeom prst="rect">
            <a:avLst/>
          </a:prstGeom>
          <a:noFill/>
        </p:spPr>
        <p:txBody>
          <a:bodyPr vert="eaVert" wrap="square" rtlCol="0">
            <a:spAutoFit/>
          </a:bodyPr>
          <a:lstStyle/>
          <a:p>
            <a:pPr>
              <a:buFont typeface="Wingdings" pitchFamily="2" charset="2"/>
              <a:buNone/>
            </a:pPr>
            <a:r>
              <a:rPr lang="zh-CN" altLang="en-US" sz="2800" b="1" dirty="0">
                <a:solidFill>
                  <a:srgbClr val="C00000"/>
                </a:solidFill>
                <a:latin typeface="楷体" panose="02010609060101010101" pitchFamily="49" charset="-122"/>
                <a:ea typeface="楷体" panose="02010609060101010101" pitchFamily="49" charset="-122"/>
              </a:rPr>
              <a:t>例：各种整型变量的定义</a:t>
            </a:r>
            <a:endParaRPr lang="zh-CN" altLang="en-US" b="1" dirty="0">
              <a:solidFill>
                <a:srgbClr val="C00000"/>
              </a:solidFill>
              <a:latin typeface="楷体" panose="02010609060101010101" pitchFamily="49" charset="-122"/>
              <a:ea typeface="楷体" panose="02010609060101010101" pitchFamily="49" charset="-122"/>
            </a:endParaRP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89514"/>
                                        </p:tgtEl>
                                        <p:attrNameLst>
                                          <p:attrName>style.visibility</p:attrName>
                                        </p:attrNameLst>
                                      </p:cBhvr>
                                      <p:to>
                                        <p:strVal val="visible"/>
                                      </p:to>
                                    </p:set>
                                    <p:animEffect transition="in" filter="blinds(horizontal)">
                                      <p:cBhvr>
                                        <p:cTn id="7" dur="500"/>
                                        <p:tgtEl>
                                          <p:spTgt spid="789514"/>
                                        </p:tgtEl>
                                      </p:cBhvr>
                                    </p:animEffect>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additive="base">
                                        <p:cTn id="12" dur="500" fill="hold"/>
                                        <p:tgtEl>
                                          <p:spTgt spid="25"/>
                                        </p:tgtEl>
                                        <p:attrNameLst>
                                          <p:attrName>ppt_x</p:attrName>
                                        </p:attrNameLst>
                                      </p:cBhvr>
                                      <p:tavLst>
                                        <p:tav tm="0">
                                          <p:val>
                                            <p:strVal val="1+#ppt_w/2"/>
                                          </p:val>
                                        </p:tav>
                                        <p:tav tm="100000">
                                          <p:val>
                                            <p:strVal val="#ppt_x"/>
                                          </p:val>
                                        </p:tav>
                                      </p:tavLst>
                                    </p:anim>
                                    <p:anim calcmode="lin" valueType="num">
                                      <p:cBhvr additive="base">
                                        <p:cTn id="13" dur="500" fill="hold"/>
                                        <p:tgtEl>
                                          <p:spTgt spid="2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5" name="laser.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26"/>
                                        </p:tgtEl>
                                        <p:attrNameLst>
                                          <p:attrName>style.visibility</p:attrName>
                                        </p:attrNameLst>
                                      </p:cBhvr>
                                      <p:to>
                                        <p:strVal val="visible"/>
                                      </p:to>
                                    </p:set>
                                    <p:anim calcmode="lin" valueType="num">
                                      <p:cBhvr additive="base">
                                        <p:cTn id="18" dur="500" fill="hold"/>
                                        <p:tgtEl>
                                          <p:spTgt spid="26"/>
                                        </p:tgtEl>
                                        <p:attrNameLst>
                                          <p:attrName>ppt_x</p:attrName>
                                        </p:attrNameLst>
                                      </p:cBhvr>
                                      <p:tavLst>
                                        <p:tav tm="0">
                                          <p:val>
                                            <p:strVal val="1+#ppt_w/2"/>
                                          </p:val>
                                        </p:tav>
                                        <p:tav tm="100000">
                                          <p:val>
                                            <p:strVal val="#ppt_x"/>
                                          </p:val>
                                        </p:tav>
                                      </p:tavLst>
                                    </p:anim>
                                    <p:anim calcmode="lin" valueType="num">
                                      <p:cBhvr additive="base">
                                        <p:cTn id="19" dur="500" fill="hold"/>
                                        <p:tgtEl>
                                          <p:spTgt spid="2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5" name="laser.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27"/>
                                        </p:tgtEl>
                                        <p:attrNameLst>
                                          <p:attrName>style.visibility</p:attrName>
                                        </p:attrNameLst>
                                      </p:cBhvr>
                                      <p:to>
                                        <p:strVal val="visible"/>
                                      </p:to>
                                    </p:set>
                                    <p:anim calcmode="lin" valueType="num">
                                      <p:cBhvr additive="base">
                                        <p:cTn id="24" dur="500" fill="hold"/>
                                        <p:tgtEl>
                                          <p:spTgt spid="27"/>
                                        </p:tgtEl>
                                        <p:attrNameLst>
                                          <p:attrName>ppt_x</p:attrName>
                                        </p:attrNameLst>
                                      </p:cBhvr>
                                      <p:tavLst>
                                        <p:tav tm="0">
                                          <p:val>
                                            <p:strVal val="1+#ppt_w/2"/>
                                          </p:val>
                                        </p:tav>
                                        <p:tav tm="100000">
                                          <p:val>
                                            <p:strVal val="#ppt_x"/>
                                          </p:val>
                                        </p:tav>
                                      </p:tavLst>
                                    </p:anim>
                                    <p:anim calcmode="lin" valueType="num">
                                      <p:cBhvr additive="base">
                                        <p:cTn id="25" dur="500" fill="hold"/>
                                        <p:tgtEl>
                                          <p:spTgt spid="2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5" name="laser.wav"/>
                                        </p:tgtEl>
                                      </p:cMediaNode>
                                    </p:audio>
                                  </p:sub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28"/>
                                        </p:tgtEl>
                                        <p:attrNameLst>
                                          <p:attrName>style.visibility</p:attrName>
                                        </p:attrNameLst>
                                      </p:cBhvr>
                                      <p:to>
                                        <p:strVal val="visible"/>
                                      </p:to>
                                    </p:set>
                                    <p:anim calcmode="lin" valueType="num">
                                      <p:cBhvr additive="base">
                                        <p:cTn id="30" dur="500" fill="hold"/>
                                        <p:tgtEl>
                                          <p:spTgt spid="28"/>
                                        </p:tgtEl>
                                        <p:attrNameLst>
                                          <p:attrName>ppt_x</p:attrName>
                                        </p:attrNameLst>
                                      </p:cBhvr>
                                      <p:tavLst>
                                        <p:tav tm="0">
                                          <p:val>
                                            <p:strVal val="1+#ppt_w/2"/>
                                          </p:val>
                                        </p:tav>
                                        <p:tav tm="100000">
                                          <p:val>
                                            <p:strVal val="#ppt_x"/>
                                          </p:val>
                                        </p:tav>
                                      </p:tavLst>
                                    </p:anim>
                                    <p:anim calcmode="lin" valueType="num">
                                      <p:cBhvr additive="base">
                                        <p:cTn id="31" dur="500" fill="hold"/>
                                        <p:tgtEl>
                                          <p:spTgt spid="2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8"/>
                                            </p:cond>
                                          </p:stCondLst>
                                          <p:endCondLst>
                                            <p:cond evt="onStopAudio" delay="0">
                                              <p:tgtEl>
                                                <p:sldTgt/>
                                              </p:tgtEl>
                                            </p:cond>
                                          </p:endCondLst>
                                        </p:cTn>
                                        <p:tgtEl>
                                          <p:sndTgt r:embed="rId5" name="laser.wav"/>
                                        </p:tgtEl>
                                      </p:cMediaNode>
                                    </p:audio>
                                  </p:subTnLst>
                                </p:cTn>
                              </p:par>
                            </p:childTnLst>
                          </p:cTn>
                        </p:par>
                      </p:childTnLst>
                    </p:cTn>
                  </p:par>
                  <p:par>
                    <p:cTn id="32" fill="hold">
                      <p:stCondLst>
                        <p:cond delay="indefinite"/>
                      </p:stCondLst>
                      <p:childTnLst>
                        <p:par>
                          <p:cTn id="33" fill="hold">
                            <p:stCondLst>
                              <p:cond delay="0"/>
                            </p:stCondLst>
                            <p:childTnLst>
                              <p:par>
                                <p:cTn id="34" presetID="2" presetClass="entr" presetSubtype="2" fill="hold" grpId="0" nodeType="clickEffect">
                                  <p:stCondLst>
                                    <p:cond delay="0"/>
                                  </p:stCondLst>
                                  <p:childTnLst>
                                    <p:set>
                                      <p:cBhvr>
                                        <p:cTn id="35" dur="1" fill="hold">
                                          <p:stCondLst>
                                            <p:cond delay="0"/>
                                          </p:stCondLst>
                                        </p:cTn>
                                        <p:tgtEl>
                                          <p:spTgt spid="29"/>
                                        </p:tgtEl>
                                        <p:attrNameLst>
                                          <p:attrName>style.visibility</p:attrName>
                                        </p:attrNameLst>
                                      </p:cBhvr>
                                      <p:to>
                                        <p:strVal val="visible"/>
                                      </p:to>
                                    </p:set>
                                    <p:anim calcmode="lin" valueType="num">
                                      <p:cBhvr additive="base">
                                        <p:cTn id="36" dur="500" fill="hold"/>
                                        <p:tgtEl>
                                          <p:spTgt spid="29"/>
                                        </p:tgtEl>
                                        <p:attrNameLst>
                                          <p:attrName>ppt_x</p:attrName>
                                        </p:attrNameLst>
                                      </p:cBhvr>
                                      <p:tavLst>
                                        <p:tav tm="0">
                                          <p:val>
                                            <p:strVal val="1+#ppt_w/2"/>
                                          </p:val>
                                        </p:tav>
                                        <p:tav tm="100000">
                                          <p:val>
                                            <p:strVal val="#ppt_x"/>
                                          </p:val>
                                        </p:tav>
                                      </p:tavLst>
                                    </p:anim>
                                    <p:anim calcmode="lin" valueType="num">
                                      <p:cBhvr additive="base">
                                        <p:cTn id="37" dur="500" fill="hold"/>
                                        <p:tgtEl>
                                          <p:spTgt spid="2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4"/>
                                            </p:cond>
                                          </p:stCondLst>
                                          <p:endCondLst>
                                            <p:cond evt="onStopAudio" delay="0">
                                              <p:tgtEl>
                                                <p:sldTgt/>
                                              </p:tgtEl>
                                            </p:cond>
                                          </p:endCondLst>
                                        </p:cTn>
                                        <p:tgtEl>
                                          <p:sndTgt r:embed="rId5" name="laser.wav"/>
                                        </p:tgtEl>
                                      </p:cMediaNode>
                                    </p:audio>
                                  </p:subTnLst>
                                </p:cTn>
                              </p:par>
                            </p:childTnLst>
                          </p:cTn>
                        </p:par>
                      </p:childTnLst>
                    </p:cTn>
                  </p:par>
                  <p:par>
                    <p:cTn id="38" fill="hold">
                      <p:stCondLst>
                        <p:cond delay="indefinite"/>
                      </p:stCondLst>
                      <p:childTnLst>
                        <p:par>
                          <p:cTn id="39" fill="hold">
                            <p:stCondLst>
                              <p:cond delay="0"/>
                            </p:stCondLst>
                            <p:childTnLst>
                              <p:par>
                                <p:cTn id="40" presetID="2" presetClass="entr" presetSubtype="2" fill="hold" grpId="0" nodeType="clickEffect">
                                  <p:stCondLst>
                                    <p:cond delay="0"/>
                                  </p:stCondLst>
                                  <p:childTnLst>
                                    <p:set>
                                      <p:cBhvr>
                                        <p:cTn id="41" dur="1" fill="hold">
                                          <p:stCondLst>
                                            <p:cond delay="0"/>
                                          </p:stCondLst>
                                        </p:cTn>
                                        <p:tgtEl>
                                          <p:spTgt spid="30"/>
                                        </p:tgtEl>
                                        <p:attrNameLst>
                                          <p:attrName>style.visibility</p:attrName>
                                        </p:attrNameLst>
                                      </p:cBhvr>
                                      <p:to>
                                        <p:strVal val="visible"/>
                                      </p:to>
                                    </p:set>
                                    <p:anim calcmode="lin" valueType="num">
                                      <p:cBhvr additive="base">
                                        <p:cTn id="42" dur="500" fill="hold"/>
                                        <p:tgtEl>
                                          <p:spTgt spid="30"/>
                                        </p:tgtEl>
                                        <p:attrNameLst>
                                          <p:attrName>ppt_x</p:attrName>
                                        </p:attrNameLst>
                                      </p:cBhvr>
                                      <p:tavLst>
                                        <p:tav tm="0">
                                          <p:val>
                                            <p:strVal val="1+#ppt_w/2"/>
                                          </p:val>
                                        </p:tav>
                                        <p:tav tm="100000">
                                          <p:val>
                                            <p:strVal val="#ppt_x"/>
                                          </p:val>
                                        </p:tav>
                                      </p:tavLst>
                                    </p:anim>
                                    <p:anim calcmode="lin" valueType="num">
                                      <p:cBhvr additive="base">
                                        <p:cTn id="43" dur="500" fill="hold"/>
                                        <p:tgtEl>
                                          <p:spTgt spid="3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0"/>
                                            </p:cond>
                                          </p:stCondLst>
                                          <p:endCondLst>
                                            <p:cond evt="onStopAudio" delay="0">
                                              <p:tgtEl>
                                                <p:sldTgt/>
                                              </p:tgtEl>
                                            </p:cond>
                                          </p:endCondLst>
                                        </p:cTn>
                                        <p:tgtEl>
                                          <p:sndTgt r:embed="rId5" name="laser.wav"/>
                                        </p:tgtEl>
                                      </p:cMediaNode>
                                    </p:audio>
                                  </p:subTnLst>
                                </p:cTn>
                              </p:par>
                            </p:childTnLst>
                          </p:cTn>
                        </p:par>
                      </p:childTnLst>
                    </p:cTn>
                  </p:par>
                  <p:par>
                    <p:cTn id="44" fill="hold">
                      <p:stCondLst>
                        <p:cond delay="indefinite"/>
                      </p:stCondLst>
                      <p:childTnLst>
                        <p:par>
                          <p:cTn id="45" fill="hold">
                            <p:stCondLst>
                              <p:cond delay="0"/>
                            </p:stCondLst>
                            <p:childTnLst>
                              <p:par>
                                <p:cTn id="46" presetID="2" presetClass="entr" presetSubtype="2" fill="hold" grpId="0" nodeType="clickEffect">
                                  <p:stCondLst>
                                    <p:cond delay="0"/>
                                  </p:stCondLst>
                                  <p:childTnLst>
                                    <p:set>
                                      <p:cBhvr>
                                        <p:cTn id="47" dur="1" fill="hold">
                                          <p:stCondLst>
                                            <p:cond delay="0"/>
                                          </p:stCondLst>
                                        </p:cTn>
                                        <p:tgtEl>
                                          <p:spTgt spid="31"/>
                                        </p:tgtEl>
                                        <p:attrNameLst>
                                          <p:attrName>style.visibility</p:attrName>
                                        </p:attrNameLst>
                                      </p:cBhvr>
                                      <p:to>
                                        <p:strVal val="visible"/>
                                      </p:to>
                                    </p:set>
                                    <p:anim calcmode="lin" valueType="num">
                                      <p:cBhvr additive="base">
                                        <p:cTn id="48" dur="500" fill="hold"/>
                                        <p:tgtEl>
                                          <p:spTgt spid="31"/>
                                        </p:tgtEl>
                                        <p:attrNameLst>
                                          <p:attrName>ppt_x</p:attrName>
                                        </p:attrNameLst>
                                      </p:cBhvr>
                                      <p:tavLst>
                                        <p:tav tm="0">
                                          <p:val>
                                            <p:strVal val="1+#ppt_w/2"/>
                                          </p:val>
                                        </p:tav>
                                        <p:tav tm="100000">
                                          <p:val>
                                            <p:strVal val="#ppt_x"/>
                                          </p:val>
                                        </p:tav>
                                      </p:tavLst>
                                    </p:anim>
                                    <p:anim calcmode="lin" valueType="num">
                                      <p:cBhvr additive="base">
                                        <p:cTn id="49" dur="500" fill="hold"/>
                                        <p:tgtEl>
                                          <p:spTgt spid="3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6"/>
                                            </p:cond>
                                          </p:stCondLst>
                                          <p:endCondLst>
                                            <p:cond evt="onStopAudio" delay="0">
                                              <p:tgtEl>
                                                <p:sldTgt/>
                                              </p:tgtEl>
                                            </p:cond>
                                          </p:endCondLst>
                                        </p:cTn>
                                        <p:tgtEl>
                                          <p:sndTgt r:embed="rId5" name="laser.wav"/>
                                        </p:tgtEl>
                                      </p:cMediaNode>
                                    </p:audio>
                                  </p:subTnLst>
                                </p:cTn>
                              </p:par>
                            </p:childTnLst>
                          </p:cTn>
                        </p:par>
                      </p:childTnLst>
                    </p:cTn>
                  </p:par>
                  <p:par>
                    <p:cTn id="50" fill="hold">
                      <p:stCondLst>
                        <p:cond delay="indefinite"/>
                      </p:stCondLst>
                      <p:childTnLst>
                        <p:par>
                          <p:cTn id="51" fill="hold">
                            <p:stCondLst>
                              <p:cond delay="0"/>
                            </p:stCondLst>
                            <p:childTnLst>
                              <p:par>
                                <p:cTn id="52" presetID="2" presetClass="entr" presetSubtype="2" fill="hold" grpId="0" nodeType="clickEffect">
                                  <p:stCondLst>
                                    <p:cond delay="0"/>
                                  </p:stCondLst>
                                  <p:childTnLst>
                                    <p:set>
                                      <p:cBhvr>
                                        <p:cTn id="53" dur="1" fill="hold">
                                          <p:stCondLst>
                                            <p:cond delay="0"/>
                                          </p:stCondLst>
                                        </p:cTn>
                                        <p:tgtEl>
                                          <p:spTgt spid="32"/>
                                        </p:tgtEl>
                                        <p:attrNameLst>
                                          <p:attrName>style.visibility</p:attrName>
                                        </p:attrNameLst>
                                      </p:cBhvr>
                                      <p:to>
                                        <p:strVal val="visible"/>
                                      </p:to>
                                    </p:set>
                                    <p:anim calcmode="lin" valueType="num">
                                      <p:cBhvr additive="base">
                                        <p:cTn id="54" dur="500" fill="hold"/>
                                        <p:tgtEl>
                                          <p:spTgt spid="32"/>
                                        </p:tgtEl>
                                        <p:attrNameLst>
                                          <p:attrName>ppt_x</p:attrName>
                                        </p:attrNameLst>
                                      </p:cBhvr>
                                      <p:tavLst>
                                        <p:tav tm="0">
                                          <p:val>
                                            <p:strVal val="1+#ppt_w/2"/>
                                          </p:val>
                                        </p:tav>
                                        <p:tav tm="100000">
                                          <p:val>
                                            <p:strVal val="#ppt_x"/>
                                          </p:val>
                                        </p:tav>
                                      </p:tavLst>
                                    </p:anim>
                                    <p:anim calcmode="lin" valueType="num">
                                      <p:cBhvr additive="base">
                                        <p:cTn id="55" dur="500" fill="hold"/>
                                        <p:tgtEl>
                                          <p:spTgt spid="3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2"/>
                                            </p:cond>
                                          </p:stCondLst>
                                          <p:endCondLst>
                                            <p:cond evt="onStopAudio" delay="0">
                                              <p:tgtEl>
                                                <p:sldTgt/>
                                              </p:tgtEl>
                                            </p:cond>
                                          </p:endCondLst>
                                        </p:cTn>
                                        <p:tgtEl>
                                          <p:sndTgt r:embed="rId5" name="laser.wav"/>
                                        </p:tgtEl>
                                      </p:cMediaNode>
                                    </p:audio>
                                  </p:subTnLst>
                                </p:cTn>
                              </p:par>
                            </p:childTnLst>
                          </p:cTn>
                        </p:par>
                      </p:childTnLst>
                    </p:cTn>
                  </p:par>
                  <p:par>
                    <p:cTn id="56" fill="hold">
                      <p:stCondLst>
                        <p:cond delay="indefinite"/>
                      </p:stCondLst>
                      <p:childTnLst>
                        <p:par>
                          <p:cTn id="57" fill="hold">
                            <p:stCondLst>
                              <p:cond delay="0"/>
                            </p:stCondLst>
                            <p:childTnLst>
                              <p:par>
                                <p:cTn id="58" presetID="2" presetClass="entr" presetSubtype="2" fill="hold" grpId="0" nodeType="clickEffect">
                                  <p:stCondLst>
                                    <p:cond delay="0"/>
                                  </p:stCondLst>
                                  <p:childTnLst>
                                    <p:set>
                                      <p:cBhvr>
                                        <p:cTn id="59" dur="1" fill="hold">
                                          <p:stCondLst>
                                            <p:cond delay="0"/>
                                          </p:stCondLst>
                                        </p:cTn>
                                        <p:tgtEl>
                                          <p:spTgt spid="33"/>
                                        </p:tgtEl>
                                        <p:attrNameLst>
                                          <p:attrName>style.visibility</p:attrName>
                                        </p:attrNameLst>
                                      </p:cBhvr>
                                      <p:to>
                                        <p:strVal val="visible"/>
                                      </p:to>
                                    </p:set>
                                    <p:anim calcmode="lin" valueType="num">
                                      <p:cBhvr additive="base">
                                        <p:cTn id="60" dur="500" fill="hold"/>
                                        <p:tgtEl>
                                          <p:spTgt spid="33"/>
                                        </p:tgtEl>
                                        <p:attrNameLst>
                                          <p:attrName>ppt_x</p:attrName>
                                        </p:attrNameLst>
                                      </p:cBhvr>
                                      <p:tavLst>
                                        <p:tav tm="0">
                                          <p:val>
                                            <p:strVal val="1+#ppt_w/2"/>
                                          </p:val>
                                        </p:tav>
                                        <p:tav tm="100000">
                                          <p:val>
                                            <p:strVal val="#ppt_x"/>
                                          </p:val>
                                        </p:tav>
                                      </p:tavLst>
                                    </p:anim>
                                    <p:anim calcmode="lin" valueType="num">
                                      <p:cBhvr additive="base">
                                        <p:cTn id="61" dur="500" fill="hold"/>
                                        <p:tgtEl>
                                          <p:spTgt spid="3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8"/>
                                            </p:cond>
                                          </p:stCondLst>
                                          <p:endCondLst>
                                            <p:cond evt="onStopAudio" delay="0">
                                              <p:tgtEl>
                                                <p:sldTgt/>
                                              </p:tgtEl>
                                            </p:cond>
                                          </p:endCondLst>
                                        </p:cTn>
                                        <p:tgtEl>
                                          <p:sndTgt r:embed="rId5" name="laser.wav"/>
                                        </p:tgtEl>
                                      </p:cMediaNode>
                                    </p:audio>
                                  </p:subTnLst>
                                </p:cTn>
                              </p:par>
                            </p:childTnLst>
                          </p:cTn>
                        </p:par>
                      </p:childTnLst>
                    </p:cTn>
                  </p:par>
                  <p:par>
                    <p:cTn id="62" fill="hold">
                      <p:stCondLst>
                        <p:cond delay="indefinite"/>
                      </p:stCondLst>
                      <p:childTnLst>
                        <p:par>
                          <p:cTn id="63" fill="hold">
                            <p:stCondLst>
                              <p:cond delay="0"/>
                            </p:stCondLst>
                            <p:childTnLst>
                              <p:par>
                                <p:cTn id="64" presetID="2" presetClass="entr" presetSubtype="2" fill="hold" grpId="0" nodeType="clickEffect">
                                  <p:stCondLst>
                                    <p:cond delay="0"/>
                                  </p:stCondLst>
                                  <p:childTnLst>
                                    <p:set>
                                      <p:cBhvr>
                                        <p:cTn id="65" dur="1" fill="hold">
                                          <p:stCondLst>
                                            <p:cond delay="0"/>
                                          </p:stCondLst>
                                        </p:cTn>
                                        <p:tgtEl>
                                          <p:spTgt spid="34"/>
                                        </p:tgtEl>
                                        <p:attrNameLst>
                                          <p:attrName>style.visibility</p:attrName>
                                        </p:attrNameLst>
                                      </p:cBhvr>
                                      <p:to>
                                        <p:strVal val="visible"/>
                                      </p:to>
                                    </p:set>
                                    <p:anim calcmode="lin" valueType="num">
                                      <p:cBhvr additive="base">
                                        <p:cTn id="66" dur="500" fill="hold"/>
                                        <p:tgtEl>
                                          <p:spTgt spid="34"/>
                                        </p:tgtEl>
                                        <p:attrNameLst>
                                          <p:attrName>ppt_x</p:attrName>
                                        </p:attrNameLst>
                                      </p:cBhvr>
                                      <p:tavLst>
                                        <p:tav tm="0">
                                          <p:val>
                                            <p:strVal val="1+#ppt_w/2"/>
                                          </p:val>
                                        </p:tav>
                                        <p:tav tm="100000">
                                          <p:val>
                                            <p:strVal val="#ppt_x"/>
                                          </p:val>
                                        </p:tav>
                                      </p:tavLst>
                                    </p:anim>
                                    <p:anim calcmode="lin" valueType="num">
                                      <p:cBhvr additive="base">
                                        <p:cTn id="67" dur="500" fill="hold"/>
                                        <p:tgtEl>
                                          <p:spTgt spid="3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4"/>
                                            </p:cond>
                                          </p:stCondLst>
                                          <p:endCondLst>
                                            <p:cond evt="onStopAudio" delay="0">
                                              <p:tgtEl>
                                                <p:sldTgt/>
                                              </p:tgtEl>
                                            </p:cond>
                                          </p:endCondLst>
                                        </p:cTn>
                                        <p:tgtEl>
                                          <p:sndTgt r:embed="rId5" name="laser.wav"/>
                                        </p:tgtEl>
                                      </p:cMediaNode>
                                    </p:audio>
                                  </p:subTnLst>
                                </p:cTn>
                              </p:par>
                            </p:childTnLst>
                          </p:cTn>
                        </p:par>
                      </p:childTnLst>
                    </p:cTn>
                  </p:par>
                  <p:par>
                    <p:cTn id="68" fill="hold">
                      <p:stCondLst>
                        <p:cond delay="indefinite"/>
                      </p:stCondLst>
                      <p:childTnLst>
                        <p:par>
                          <p:cTn id="69" fill="hold">
                            <p:stCondLst>
                              <p:cond delay="0"/>
                            </p:stCondLst>
                            <p:childTnLst>
                              <p:par>
                                <p:cTn id="70" presetID="2" presetClass="entr" presetSubtype="2" fill="hold" grpId="0" nodeType="clickEffect">
                                  <p:stCondLst>
                                    <p:cond delay="0"/>
                                  </p:stCondLst>
                                  <p:childTnLst>
                                    <p:set>
                                      <p:cBhvr>
                                        <p:cTn id="71" dur="1" fill="hold">
                                          <p:stCondLst>
                                            <p:cond delay="0"/>
                                          </p:stCondLst>
                                        </p:cTn>
                                        <p:tgtEl>
                                          <p:spTgt spid="35"/>
                                        </p:tgtEl>
                                        <p:attrNameLst>
                                          <p:attrName>style.visibility</p:attrName>
                                        </p:attrNameLst>
                                      </p:cBhvr>
                                      <p:to>
                                        <p:strVal val="visible"/>
                                      </p:to>
                                    </p:set>
                                    <p:anim calcmode="lin" valueType="num">
                                      <p:cBhvr additive="base">
                                        <p:cTn id="72" dur="500" fill="hold"/>
                                        <p:tgtEl>
                                          <p:spTgt spid="35"/>
                                        </p:tgtEl>
                                        <p:attrNameLst>
                                          <p:attrName>ppt_x</p:attrName>
                                        </p:attrNameLst>
                                      </p:cBhvr>
                                      <p:tavLst>
                                        <p:tav tm="0">
                                          <p:val>
                                            <p:strVal val="1+#ppt_w/2"/>
                                          </p:val>
                                        </p:tav>
                                        <p:tav tm="100000">
                                          <p:val>
                                            <p:strVal val="#ppt_x"/>
                                          </p:val>
                                        </p:tav>
                                      </p:tavLst>
                                    </p:anim>
                                    <p:anim calcmode="lin" valueType="num">
                                      <p:cBhvr additive="base">
                                        <p:cTn id="73" dur="500" fill="hold"/>
                                        <p:tgtEl>
                                          <p:spTgt spid="3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0"/>
                                            </p:cond>
                                          </p:stCondLst>
                                          <p:endCondLst>
                                            <p:cond evt="onStopAudio" delay="0">
                                              <p:tgtEl>
                                                <p:sldTgt/>
                                              </p:tgtEl>
                                            </p:cond>
                                          </p:endCondLst>
                                        </p:cTn>
                                        <p:tgtEl>
                                          <p:sndTgt r:embed="rId5" name="laser.wav"/>
                                        </p:tgtEl>
                                      </p:cMediaNode>
                                    </p:audio>
                                  </p:subTnLst>
                                </p:cTn>
                              </p:par>
                            </p:childTnLst>
                          </p:cTn>
                        </p:par>
                      </p:childTnLst>
                    </p:cTn>
                  </p:par>
                  <p:par>
                    <p:cTn id="74" fill="hold">
                      <p:stCondLst>
                        <p:cond delay="indefinite"/>
                      </p:stCondLst>
                      <p:childTnLst>
                        <p:par>
                          <p:cTn id="75" fill="hold">
                            <p:stCondLst>
                              <p:cond delay="0"/>
                            </p:stCondLst>
                            <p:childTnLst>
                              <p:par>
                                <p:cTn id="76" presetID="2" presetClass="entr" presetSubtype="2" fill="hold" grpId="0" nodeType="clickEffect">
                                  <p:stCondLst>
                                    <p:cond delay="0"/>
                                  </p:stCondLst>
                                  <p:childTnLst>
                                    <p:set>
                                      <p:cBhvr>
                                        <p:cTn id="77" dur="1" fill="hold">
                                          <p:stCondLst>
                                            <p:cond delay="0"/>
                                          </p:stCondLst>
                                        </p:cTn>
                                        <p:tgtEl>
                                          <p:spTgt spid="36"/>
                                        </p:tgtEl>
                                        <p:attrNameLst>
                                          <p:attrName>style.visibility</p:attrName>
                                        </p:attrNameLst>
                                      </p:cBhvr>
                                      <p:to>
                                        <p:strVal val="visible"/>
                                      </p:to>
                                    </p:set>
                                    <p:anim calcmode="lin" valueType="num">
                                      <p:cBhvr additive="base">
                                        <p:cTn id="78" dur="500" fill="hold"/>
                                        <p:tgtEl>
                                          <p:spTgt spid="36"/>
                                        </p:tgtEl>
                                        <p:attrNameLst>
                                          <p:attrName>ppt_x</p:attrName>
                                        </p:attrNameLst>
                                      </p:cBhvr>
                                      <p:tavLst>
                                        <p:tav tm="0">
                                          <p:val>
                                            <p:strVal val="1+#ppt_w/2"/>
                                          </p:val>
                                        </p:tav>
                                        <p:tav tm="100000">
                                          <p:val>
                                            <p:strVal val="#ppt_x"/>
                                          </p:val>
                                        </p:tav>
                                      </p:tavLst>
                                    </p:anim>
                                    <p:anim calcmode="lin" valueType="num">
                                      <p:cBhvr additive="base">
                                        <p:cTn id="79" dur="500" fill="hold"/>
                                        <p:tgtEl>
                                          <p:spTgt spid="3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6"/>
                                            </p:cond>
                                          </p:stCondLst>
                                          <p:endCondLst>
                                            <p:cond evt="onStopAudio" delay="0">
                                              <p:tgtEl>
                                                <p:sldTgt/>
                                              </p:tgtEl>
                                            </p:cond>
                                          </p:endCondLst>
                                        </p:cTn>
                                        <p:tgtEl>
                                          <p:sndTgt r:embed="rId5" name="laser.wav"/>
                                        </p:tgtEl>
                                      </p:cMediaNode>
                                    </p:audio>
                                  </p:subTnLst>
                                </p:cTn>
                              </p:par>
                            </p:childTnLst>
                          </p:cTn>
                        </p:par>
                      </p:childTnLst>
                    </p:cTn>
                  </p:par>
                  <p:par>
                    <p:cTn id="80" fill="hold">
                      <p:stCondLst>
                        <p:cond delay="indefinite"/>
                      </p:stCondLst>
                      <p:childTnLst>
                        <p:par>
                          <p:cTn id="81" fill="hold">
                            <p:stCondLst>
                              <p:cond delay="0"/>
                            </p:stCondLst>
                            <p:childTnLst>
                              <p:par>
                                <p:cTn id="82" presetID="2" presetClass="entr" presetSubtype="2" fill="hold" grpId="0" nodeType="clickEffect">
                                  <p:stCondLst>
                                    <p:cond delay="0"/>
                                  </p:stCondLst>
                                  <p:childTnLst>
                                    <p:set>
                                      <p:cBhvr>
                                        <p:cTn id="83" dur="1" fill="hold">
                                          <p:stCondLst>
                                            <p:cond delay="0"/>
                                          </p:stCondLst>
                                        </p:cTn>
                                        <p:tgtEl>
                                          <p:spTgt spid="37"/>
                                        </p:tgtEl>
                                        <p:attrNameLst>
                                          <p:attrName>style.visibility</p:attrName>
                                        </p:attrNameLst>
                                      </p:cBhvr>
                                      <p:to>
                                        <p:strVal val="visible"/>
                                      </p:to>
                                    </p:set>
                                    <p:anim calcmode="lin" valueType="num">
                                      <p:cBhvr additive="base">
                                        <p:cTn id="84" dur="500" fill="hold"/>
                                        <p:tgtEl>
                                          <p:spTgt spid="37"/>
                                        </p:tgtEl>
                                        <p:attrNameLst>
                                          <p:attrName>ppt_x</p:attrName>
                                        </p:attrNameLst>
                                      </p:cBhvr>
                                      <p:tavLst>
                                        <p:tav tm="0">
                                          <p:val>
                                            <p:strVal val="1+#ppt_w/2"/>
                                          </p:val>
                                        </p:tav>
                                        <p:tav tm="100000">
                                          <p:val>
                                            <p:strVal val="#ppt_x"/>
                                          </p:val>
                                        </p:tav>
                                      </p:tavLst>
                                    </p:anim>
                                    <p:anim calcmode="lin" valueType="num">
                                      <p:cBhvr additive="base">
                                        <p:cTn id="85" dur="500" fill="hold"/>
                                        <p:tgtEl>
                                          <p:spTgt spid="3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82"/>
                                            </p:cond>
                                          </p:stCondLst>
                                          <p:endCondLst>
                                            <p:cond evt="onStopAudio" delay="0">
                                              <p:tgtEl>
                                                <p:sldTgt/>
                                              </p:tgtEl>
                                            </p:cond>
                                          </p:endCondLst>
                                        </p:cTn>
                                        <p:tgtEl>
                                          <p:sndTgt r:embed="rId5" name="laser.wav"/>
                                        </p:tgtEl>
                                      </p:cMediaNode>
                                    </p:audio>
                                  </p:subTnLst>
                                </p:cTn>
                              </p:par>
                            </p:childTnLst>
                          </p:cTn>
                        </p:par>
                      </p:childTnLst>
                    </p:cTn>
                  </p:par>
                  <p:par>
                    <p:cTn id="86" fill="hold">
                      <p:stCondLst>
                        <p:cond delay="indefinite"/>
                      </p:stCondLst>
                      <p:childTnLst>
                        <p:par>
                          <p:cTn id="87" fill="hold">
                            <p:stCondLst>
                              <p:cond delay="0"/>
                            </p:stCondLst>
                            <p:childTnLst>
                              <p:par>
                                <p:cTn id="88" presetID="2" presetClass="entr" presetSubtype="2" fill="hold" grpId="0" nodeType="clickEffect">
                                  <p:stCondLst>
                                    <p:cond delay="0"/>
                                  </p:stCondLst>
                                  <p:childTnLst>
                                    <p:set>
                                      <p:cBhvr>
                                        <p:cTn id="89" dur="1" fill="hold">
                                          <p:stCondLst>
                                            <p:cond delay="0"/>
                                          </p:stCondLst>
                                        </p:cTn>
                                        <p:tgtEl>
                                          <p:spTgt spid="38"/>
                                        </p:tgtEl>
                                        <p:attrNameLst>
                                          <p:attrName>style.visibility</p:attrName>
                                        </p:attrNameLst>
                                      </p:cBhvr>
                                      <p:to>
                                        <p:strVal val="visible"/>
                                      </p:to>
                                    </p:set>
                                    <p:anim calcmode="lin" valueType="num">
                                      <p:cBhvr additive="base">
                                        <p:cTn id="90" dur="500" fill="hold"/>
                                        <p:tgtEl>
                                          <p:spTgt spid="38"/>
                                        </p:tgtEl>
                                        <p:attrNameLst>
                                          <p:attrName>ppt_x</p:attrName>
                                        </p:attrNameLst>
                                      </p:cBhvr>
                                      <p:tavLst>
                                        <p:tav tm="0">
                                          <p:val>
                                            <p:strVal val="1+#ppt_w/2"/>
                                          </p:val>
                                        </p:tav>
                                        <p:tav tm="100000">
                                          <p:val>
                                            <p:strVal val="#ppt_x"/>
                                          </p:val>
                                        </p:tav>
                                      </p:tavLst>
                                    </p:anim>
                                    <p:anim calcmode="lin" valueType="num">
                                      <p:cBhvr additive="base">
                                        <p:cTn id="91" dur="500" fill="hold"/>
                                        <p:tgtEl>
                                          <p:spTgt spid="3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88"/>
                                            </p:cond>
                                          </p:stCondLst>
                                          <p:endCondLst>
                                            <p:cond evt="onStopAudio" delay="0">
                                              <p:tgtEl>
                                                <p:sldTgt/>
                                              </p:tgtEl>
                                            </p:cond>
                                          </p:endCondLst>
                                        </p:cTn>
                                        <p:tgtEl>
                                          <p:sndTgt r:embed="rId5" name="laser.wav"/>
                                        </p:tgtEl>
                                      </p:cMediaNode>
                                    </p:audio>
                                  </p:subTnLst>
                                </p:cTn>
                              </p:par>
                            </p:childTnLst>
                          </p:cTn>
                        </p:par>
                      </p:childTnLst>
                    </p:cTn>
                  </p:par>
                  <p:par>
                    <p:cTn id="92" fill="hold">
                      <p:stCondLst>
                        <p:cond delay="indefinite"/>
                      </p:stCondLst>
                      <p:childTnLst>
                        <p:par>
                          <p:cTn id="93" fill="hold">
                            <p:stCondLst>
                              <p:cond delay="0"/>
                            </p:stCondLst>
                            <p:childTnLst>
                              <p:par>
                                <p:cTn id="94" presetID="2" presetClass="entr" presetSubtype="2" fill="hold" grpId="0" nodeType="clickEffect">
                                  <p:stCondLst>
                                    <p:cond delay="0"/>
                                  </p:stCondLst>
                                  <p:childTnLst>
                                    <p:set>
                                      <p:cBhvr>
                                        <p:cTn id="95" dur="1" fill="hold">
                                          <p:stCondLst>
                                            <p:cond delay="0"/>
                                          </p:stCondLst>
                                        </p:cTn>
                                        <p:tgtEl>
                                          <p:spTgt spid="39"/>
                                        </p:tgtEl>
                                        <p:attrNameLst>
                                          <p:attrName>style.visibility</p:attrName>
                                        </p:attrNameLst>
                                      </p:cBhvr>
                                      <p:to>
                                        <p:strVal val="visible"/>
                                      </p:to>
                                    </p:set>
                                    <p:anim calcmode="lin" valueType="num">
                                      <p:cBhvr additive="base">
                                        <p:cTn id="96" dur="500" fill="hold"/>
                                        <p:tgtEl>
                                          <p:spTgt spid="39"/>
                                        </p:tgtEl>
                                        <p:attrNameLst>
                                          <p:attrName>ppt_x</p:attrName>
                                        </p:attrNameLst>
                                      </p:cBhvr>
                                      <p:tavLst>
                                        <p:tav tm="0">
                                          <p:val>
                                            <p:strVal val="1+#ppt_w/2"/>
                                          </p:val>
                                        </p:tav>
                                        <p:tav tm="100000">
                                          <p:val>
                                            <p:strVal val="#ppt_x"/>
                                          </p:val>
                                        </p:tav>
                                      </p:tavLst>
                                    </p:anim>
                                    <p:anim calcmode="lin" valueType="num">
                                      <p:cBhvr additive="base">
                                        <p:cTn id="97" dur="500" fill="hold"/>
                                        <p:tgtEl>
                                          <p:spTgt spid="3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4"/>
                                            </p:cond>
                                          </p:stCondLst>
                                          <p:endCondLst>
                                            <p:cond evt="onStopAudio" delay="0">
                                              <p:tgtEl>
                                                <p:sldTgt/>
                                              </p:tgtEl>
                                            </p:cond>
                                          </p:endCondLst>
                                        </p:cTn>
                                        <p:tgtEl>
                                          <p:sndTgt r:embed="rId5" name="laser.wav"/>
                                        </p:tgtEl>
                                      </p:cMediaNode>
                                    </p:audio>
                                  </p:subTnLst>
                                </p:cTn>
                              </p:par>
                            </p:childTnLst>
                          </p:cTn>
                        </p:par>
                      </p:childTnLst>
                    </p:cTn>
                  </p:par>
                  <p:par>
                    <p:cTn id="98" fill="hold">
                      <p:stCondLst>
                        <p:cond delay="indefinite"/>
                      </p:stCondLst>
                      <p:childTnLst>
                        <p:par>
                          <p:cTn id="99" fill="hold">
                            <p:stCondLst>
                              <p:cond delay="0"/>
                            </p:stCondLst>
                            <p:childTnLst>
                              <p:par>
                                <p:cTn id="100" presetID="18" presetClass="entr" presetSubtype="12" fill="hold" grpId="0" nodeType="clickEffect">
                                  <p:stCondLst>
                                    <p:cond delay="0"/>
                                  </p:stCondLst>
                                  <p:childTnLst>
                                    <p:set>
                                      <p:cBhvr>
                                        <p:cTn id="101" dur="1" fill="hold">
                                          <p:stCondLst>
                                            <p:cond delay="0"/>
                                          </p:stCondLst>
                                        </p:cTn>
                                        <p:tgtEl>
                                          <p:spTgt spid="789529"/>
                                        </p:tgtEl>
                                        <p:attrNameLst>
                                          <p:attrName>style.visibility</p:attrName>
                                        </p:attrNameLst>
                                      </p:cBhvr>
                                      <p:to>
                                        <p:strVal val="visible"/>
                                      </p:to>
                                    </p:set>
                                    <p:animEffect transition="in" filter="strips(downLeft)">
                                      <p:cBhvr>
                                        <p:cTn id="102" dur="500"/>
                                        <p:tgtEl>
                                          <p:spTgt spid="789529"/>
                                        </p:tgtEl>
                                      </p:cBhvr>
                                    </p:animEffect>
                                  </p:childTnLst>
                                  <p:subTnLst>
                                    <p:audio>
                                      <p:cMediaNode>
                                        <p:cTn display="0" masterRel="sameClick">
                                          <p:stCondLst>
                                            <p:cond evt="begin" delay="0">
                                              <p:tn val="100"/>
                                            </p:cond>
                                          </p:stCondLst>
                                          <p:endCondLst>
                                            <p:cond evt="onStopAudio" delay="0">
                                              <p:tgtEl>
                                                <p:sldTgt/>
                                              </p:tgtEl>
                                            </p:cond>
                                          </p:endCondLst>
                                        </p:cTn>
                                        <p:tgtEl>
                                          <p:sndTgt r:embed="rId3" name="camera.wav"/>
                                        </p:tgtEl>
                                      </p:cMediaNode>
                                    </p:audio>
                                  </p:subTnLst>
                                </p:cTn>
                              </p:par>
                            </p:childTnLst>
                          </p:cTn>
                        </p:par>
                        <p:par>
                          <p:cTn id="103" fill="hold">
                            <p:stCondLst>
                              <p:cond delay="500"/>
                            </p:stCondLst>
                            <p:childTnLst>
                              <p:par>
                                <p:cTn id="104" presetID="18" presetClass="entr" presetSubtype="6" fill="hold" grpId="0" nodeType="afterEffect">
                                  <p:stCondLst>
                                    <p:cond delay="0"/>
                                  </p:stCondLst>
                                  <p:childTnLst>
                                    <p:set>
                                      <p:cBhvr>
                                        <p:cTn id="105" dur="1" fill="hold">
                                          <p:stCondLst>
                                            <p:cond delay="0"/>
                                          </p:stCondLst>
                                        </p:cTn>
                                        <p:tgtEl>
                                          <p:spTgt spid="789530"/>
                                        </p:tgtEl>
                                        <p:attrNameLst>
                                          <p:attrName>style.visibility</p:attrName>
                                        </p:attrNameLst>
                                      </p:cBhvr>
                                      <p:to>
                                        <p:strVal val="visible"/>
                                      </p:to>
                                    </p:set>
                                    <p:animEffect transition="in" filter="strips(downRight)">
                                      <p:cBhvr>
                                        <p:cTn id="106" dur="500"/>
                                        <p:tgtEl>
                                          <p:spTgt spid="789530"/>
                                        </p:tgtEl>
                                      </p:cBhvr>
                                    </p:animEffect>
                                  </p:childTnLst>
                                  <p:subTnLst>
                                    <p:audio>
                                      <p:cMediaNode>
                                        <p:cTn display="0" masterRel="sameClick">
                                          <p:stCondLst>
                                            <p:cond evt="begin" delay="0">
                                              <p:tn val="104"/>
                                            </p:cond>
                                          </p:stCondLst>
                                          <p:endCondLst>
                                            <p:cond evt="onStopAudio" delay="0">
                                              <p:tgtEl>
                                                <p:sldTgt/>
                                              </p:tgtEl>
                                            </p:cond>
                                          </p:endCondLst>
                                        </p:cTn>
                                        <p:tgtEl>
                                          <p:sndTgt r:embed="rId3" name="camera.wav"/>
                                        </p:tgtEl>
                                      </p:cMediaNode>
                                    </p:audio>
                                  </p:subTnLst>
                                </p:cTn>
                              </p:par>
                            </p:childTnLst>
                          </p:cTn>
                        </p:par>
                      </p:childTnLst>
                    </p:cTn>
                  </p:par>
                  <p:par>
                    <p:cTn id="107" fill="hold">
                      <p:stCondLst>
                        <p:cond delay="indefinite"/>
                      </p:stCondLst>
                      <p:childTnLst>
                        <p:par>
                          <p:cTn id="108" fill="hold">
                            <p:stCondLst>
                              <p:cond delay="0"/>
                            </p:stCondLst>
                            <p:childTnLst>
                              <p:par>
                                <p:cTn id="109" presetID="18" presetClass="entr" presetSubtype="12" fill="hold" grpId="0" nodeType="clickEffect">
                                  <p:stCondLst>
                                    <p:cond delay="0"/>
                                  </p:stCondLst>
                                  <p:childTnLst>
                                    <p:set>
                                      <p:cBhvr>
                                        <p:cTn id="110" dur="1" fill="hold">
                                          <p:stCondLst>
                                            <p:cond delay="0"/>
                                          </p:stCondLst>
                                        </p:cTn>
                                        <p:tgtEl>
                                          <p:spTgt spid="789531"/>
                                        </p:tgtEl>
                                        <p:attrNameLst>
                                          <p:attrName>style.visibility</p:attrName>
                                        </p:attrNameLst>
                                      </p:cBhvr>
                                      <p:to>
                                        <p:strVal val="visible"/>
                                      </p:to>
                                    </p:set>
                                    <p:animEffect transition="in" filter="strips(downLeft)">
                                      <p:cBhvr>
                                        <p:cTn id="111" dur="500"/>
                                        <p:tgtEl>
                                          <p:spTgt spid="789531"/>
                                        </p:tgtEl>
                                      </p:cBhvr>
                                    </p:animEffect>
                                  </p:childTnLst>
                                  <p:subTnLst>
                                    <p:audio>
                                      <p:cMediaNode>
                                        <p:cTn display="0" masterRel="sameClick">
                                          <p:stCondLst>
                                            <p:cond evt="begin" delay="0">
                                              <p:tn val="109"/>
                                            </p:cond>
                                          </p:stCondLst>
                                          <p:endCondLst>
                                            <p:cond evt="onStopAudio" delay="0">
                                              <p:tgtEl>
                                                <p:sldTgt/>
                                              </p:tgtEl>
                                            </p:cond>
                                          </p:endCondLst>
                                        </p:cTn>
                                        <p:tgtEl>
                                          <p:sndTgt r:embed="rId3" name="camera.wav"/>
                                        </p:tgtEl>
                                      </p:cMediaNode>
                                    </p:audio>
                                  </p:subTnLst>
                                </p:cTn>
                              </p:par>
                            </p:childTnLst>
                          </p:cTn>
                        </p:par>
                        <p:par>
                          <p:cTn id="112" fill="hold">
                            <p:stCondLst>
                              <p:cond delay="500"/>
                            </p:stCondLst>
                            <p:childTnLst>
                              <p:par>
                                <p:cTn id="113" presetID="18" presetClass="entr" presetSubtype="6" fill="hold" grpId="0" nodeType="afterEffect">
                                  <p:stCondLst>
                                    <p:cond delay="0"/>
                                  </p:stCondLst>
                                  <p:childTnLst>
                                    <p:set>
                                      <p:cBhvr>
                                        <p:cTn id="114" dur="1" fill="hold">
                                          <p:stCondLst>
                                            <p:cond delay="0"/>
                                          </p:stCondLst>
                                        </p:cTn>
                                        <p:tgtEl>
                                          <p:spTgt spid="789532"/>
                                        </p:tgtEl>
                                        <p:attrNameLst>
                                          <p:attrName>style.visibility</p:attrName>
                                        </p:attrNameLst>
                                      </p:cBhvr>
                                      <p:to>
                                        <p:strVal val="visible"/>
                                      </p:to>
                                    </p:set>
                                    <p:animEffect transition="in" filter="strips(downRight)">
                                      <p:cBhvr>
                                        <p:cTn id="115" dur="500"/>
                                        <p:tgtEl>
                                          <p:spTgt spid="789532"/>
                                        </p:tgtEl>
                                      </p:cBhvr>
                                    </p:animEffect>
                                  </p:childTnLst>
                                  <p:subTnLst>
                                    <p:audio>
                                      <p:cMediaNode>
                                        <p:cTn display="0" masterRel="sameClick">
                                          <p:stCondLst>
                                            <p:cond evt="begin" delay="0">
                                              <p:tn val="113"/>
                                            </p:cond>
                                          </p:stCondLst>
                                          <p:endCondLst>
                                            <p:cond evt="onStopAudio" delay="0">
                                              <p:tgtEl>
                                                <p:sldTgt/>
                                              </p:tgtEl>
                                            </p:cond>
                                          </p:endCondLst>
                                        </p:cTn>
                                        <p:tgtEl>
                                          <p:sndTgt r:embed="rId3" name="camera.wav"/>
                                        </p:tgtEl>
                                      </p:cMediaNode>
                                    </p:audio>
                                  </p:subTnLst>
                                </p:cTn>
                              </p:par>
                            </p:childTnLst>
                          </p:cTn>
                        </p:par>
                      </p:childTnLst>
                    </p:cTn>
                  </p:par>
                  <p:par>
                    <p:cTn id="116" fill="hold">
                      <p:stCondLst>
                        <p:cond delay="indefinite"/>
                      </p:stCondLst>
                      <p:childTnLst>
                        <p:par>
                          <p:cTn id="117" fill="hold">
                            <p:stCondLst>
                              <p:cond delay="0"/>
                            </p:stCondLst>
                            <p:childTnLst>
                              <p:par>
                                <p:cTn id="118" presetID="4" presetClass="entr" presetSubtype="32" fill="hold" grpId="0" nodeType="clickEffect">
                                  <p:stCondLst>
                                    <p:cond delay="0"/>
                                  </p:stCondLst>
                                  <p:childTnLst>
                                    <p:set>
                                      <p:cBhvr>
                                        <p:cTn id="119" dur="1" fill="hold">
                                          <p:stCondLst>
                                            <p:cond delay="0"/>
                                          </p:stCondLst>
                                        </p:cTn>
                                        <p:tgtEl>
                                          <p:spTgt spid="789536"/>
                                        </p:tgtEl>
                                        <p:attrNameLst>
                                          <p:attrName>style.visibility</p:attrName>
                                        </p:attrNameLst>
                                      </p:cBhvr>
                                      <p:to>
                                        <p:strVal val="visible"/>
                                      </p:to>
                                    </p:set>
                                    <p:animEffect transition="in" filter="box(out)">
                                      <p:cBhvr>
                                        <p:cTn id="120" dur="500"/>
                                        <p:tgtEl>
                                          <p:spTgt spid="789536"/>
                                        </p:tgtEl>
                                      </p:cBhvr>
                                    </p:animEffect>
                                  </p:childTnLst>
                                  <p:subTnLst>
                                    <p:audio>
                                      <p:cMediaNode>
                                        <p:cTn display="0" masterRel="sameClick">
                                          <p:stCondLst>
                                            <p:cond evt="begin" delay="0">
                                              <p:tn val="118"/>
                                            </p:cond>
                                          </p:stCondLst>
                                          <p:endCondLst>
                                            <p:cond evt="onStopAudio" delay="0">
                                              <p:tgtEl>
                                                <p:sldTgt/>
                                              </p:tgtEl>
                                            </p:cond>
                                          </p:endCondLst>
                                        </p:cTn>
                                        <p:tgtEl>
                                          <p:sndTgt r:embed="rId4" name="chimes.wav"/>
                                        </p:tgtEl>
                                      </p:cMediaNode>
                                    </p:audio>
                                  </p:subTnLst>
                                </p:cTn>
                              </p:par>
                            </p:childTnLst>
                          </p:cTn>
                        </p:par>
                      </p:childTnLst>
                    </p:cTn>
                  </p:par>
                  <p:par>
                    <p:cTn id="121" fill="hold">
                      <p:stCondLst>
                        <p:cond delay="indefinite"/>
                      </p:stCondLst>
                      <p:childTnLst>
                        <p:par>
                          <p:cTn id="122" fill="hold">
                            <p:stCondLst>
                              <p:cond delay="0"/>
                            </p:stCondLst>
                            <p:childTnLst>
                              <p:par>
                                <p:cTn id="123" presetID="18" presetClass="entr" presetSubtype="12" fill="hold" grpId="0" nodeType="clickEffect">
                                  <p:stCondLst>
                                    <p:cond delay="0"/>
                                  </p:stCondLst>
                                  <p:childTnLst>
                                    <p:set>
                                      <p:cBhvr>
                                        <p:cTn id="124" dur="1" fill="hold">
                                          <p:stCondLst>
                                            <p:cond delay="0"/>
                                          </p:stCondLst>
                                        </p:cTn>
                                        <p:tgtEl>
                                          <p:spTgt spid="40"/>
                                        </p:tgtEl>
                                        <p:attrNameLst>
                                          <p:attrName>style.visibility</p:attrName>
                                        </p:attrNameLst>
                                      </p:cBhvr>
                                      <p:to>
                                        <p:strVal val="visible"/>
                                      </p:to>
                                    </p:set>
                                    <p:animEffect transition="in" filter="strips(downLeft)">
                                      <p:cBhvr>
                                        <p:cTn id="125" dur="500"/>
                                        <p:tgtEl>
                                          <p:spTgt spid="40"/>
                                        </p:tgtEl>
                                      </p:cBhvr>
                                    </p:animEffect>
                                  </p:childTnLst>
                                  <p:subTnLst>
                                    <p:audio>
                                      <p:cMediaNode>
                                        <p:cTn display="0" masterRel="sameClick">
                                          <p:stCondLst>
                                            <p:cond evt="begin" delay="0">
                                              <p:tn val="123"/>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9514" grpId="0" animBg="1"/>
      <p:bldP spid="789529" grpId="0" animBg="1"/>
      <p:bldP spid="789530" grpId="0" animBg="1"/>
      <p:bldP spid="789531" grpId="0" animBg="1"/>
      <p:bldP spid="789532" grpId="0" animBg="1"/>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789536" grpId="0" animBg="1"/>
      <p:bldP spid="4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1587" name="Rectangle 35"/>
          <p:cNvSpPr>
            <a:spLocks noChangeArrowheads="1"/>
          </p:cNvSpPr>
          <p:nvPr/>
        </p:nvSpPr>
        <p:spPr bwMode="auto">
          <a:xfrm>
            <a:off x="833039" y="1602677"/>
            <a:ext cx="10226525" cy="4985788"/>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marL="342900" indent="-342900">
              <a:lnSpc>
                <a:spcPts val="3500"/>
              </a:lnSpc>
              <a:buFont typeface="Wingdings" panose="05000000000000000000" pitchFamily="2" charset="2"/>
              <a:buChar char="u"/>
              <a:tabLst>
                <a:tab pos="-1600200" algn="l"/>
              </a:tabLst>
            </a:pPr>
            <a:r>
              <a:rPr lang="zh-CN" altLang="zh-CN" b="1" spc="50" dirty="0">
                <a:ln w="13500">
                  <a:solidFill>
                    <a:schemeClr val="accent1">
                      <a:shade val="2500"/>
                      <a:alpha val="6500"/>
                    </a:schemeClr>
                  </a:solidFill>
                  <a:prstDash val="solid"/>
                </a:ln>
                <a:solidFill>
                  <a:srgbClr val="C00000"/>
                </a:solidFill>
                <a:ea typeface="楷体" pitchFamily="49" charset="-122"/>
              </a:rPr>
              <a:t>根据整型常量的值来决定整型常量的类型</a:t>
            </a:r>
            <a:r>
              <a:rPr lang="zh-CN" altLang="en-US" b="1" spc="50" dirty="0">
                <a:ln w="13500">
                  <a:solidFill>
                    <a:schemeClr val="accent1">
                      <a:shade val="2500"/>
                      <a:alpha val="6500"/>
                    </a:schemeClr>
                  </a:solidFill>
                  <a:prstDash val="solid"/>
                </a:ln>
                <a:solidFill>
                  <a:srgbClr val="C00000"/>
                </a:solidFill>
                <a:ea typeface="楷体" pitchFamily="49" charset="-122"/>
              </a:rPr>
              <a:t>。</a:t>
            </a:r>
            <a:r>
              <a:rPr lang="zh-CN" altLang="zh-CN" b="1" spc="50" dirty="0">
                <a:ln w="13500">
                  <a:solidFill>
                    <a:schemeClr val="accent1">
                      <a:shade val="2500"/>
                      <a:alpha val="6500"/>
                    </a:schemeClr>
                  </a:solidFill>
                  <a:prstDash val="solid"/>
                </a:ln>
                <a:ea typeface="楷体" pitchFamily="49" charset="-122"/>
              </a:rPr>
              <a:t>在</a:t>
            </a:r>
            <a:r>
              <a:rPr lang="en-US" altLang="zh-CN" b="1" spc="50" dirty="0">
                <a:ln w="13500">
                  <a:solidFill>
                    <a:schemeClr val="accent1">
                      <a:shade val="2500"/>
                      <a:alpha val="6500"/>
                    </a:schemeClr>
                  </a:solidFill>
                  <a:prstDash val="solid"/>
                </a:ln>
                <a:ea typeface="楷体" pitchFamily="49" charset="-122"/>
              </a:rPr>
              <a:t>VC6.0</a:t>
            </a:r>
            <a:r>
              <a:rPr lang="zh-CN" altLang="zh-CN" b="1" spc="50" dirty="0">
                <a:ln w="13500">
                  <a:solidFill>
                    <a:schemeClr val="accent1">
                      <a:shade val="2500"/>
                      <a:alpha val="6500"/>
                    </a:schemeClr>
                  </a:solidFill>
                  <a:prstDash val="solid"/>
                </a:ln>
                <a:ea typeface="楷体" pitchFamily="49" charset="-122"/>
              </a:rPr>
              <a:t>、</a:t>
            </a:r>
            <a:r>
              <a:rPr lang="en-US" altLang="zh-CN" b="1" spc="50" dirty="0">
                <a:ln w="13500">
                  <a:solidFill>
                    <a:schemeClr val="accent1">
                      <a:shade val="2500"/>
                      <a:alpha val="6500"/>
                    </a:schemeClr>
                  </a:solidFill>
                  <a:prstDash val="solid"/>
                </a:ln>
                <a:ea typeface="楷体" pitchFamily="49" charset="-122"/>
              </a:rPr>
              <a:t>VC2010</a:t>
            </a:r>
            <a:r>
              <a:rPr lang="zh-CN" altLang="zh-CN" b="1" spc="50" dirty="0">
                <a:ln w="13500">
                  <a:solidFill>
                    <a:schemeClr val="accent1">
                      <a:shade val="2500"/>
                      <a:alpha val="6500"/>
                    </a:schemeClr>
                  </a:solidFill>
                  <a:prstDash val="solid"/>
                </a:ln>
                <a:ea typeface="楷体" pitchFamily="49" charset="-122"/>
              </a:rPr>
              <a:t>或</a:t>
            </a:r>
            <a:r>
              <a:rPr lang="en-US" altLang="zh-CN" b="1" spc="50" dirty="0">
                <a:ln w="13500">
                  <a:solidFill>
                    <a:schemeClr val="accent1">
                      <a:shade val="2500"/>
                      <a:alpha val="6500"/>
                    </a:schemeClr>
                  </a:solidFill>
                  <a:prstDash val="solid"/>
                </a:ln>
                <a:ea typeface="楷体" pitchFamily="49" charset="-122"/>
              </a:rPr>
              <a:t>CB17.12</a:t>
            </a:r>
            <a:r>
              <a:rPr lang="zh-CN" altLang="zh-CN" b="1" spc="50" dirty="0">
                <a:ln w="13500">
                  <a:solidFill>
                    <a:schemeClr val="accent1">
                      <a:shade val="2500"/>
                      <a:alpha val="6500"/>
                    </a:schemeClr>
                  </a:solidFill>
                  <a:prstDash val="solid"/>
                </a:ln>
                <a:ea typeface="楷体" pitchFamily="49" charset="-122"/>
              </a:rPr>
              <a:t>下，整型常量</a:t>
            </a:r>
            <a:r>
              <a:rPr lang="en-US" altLang="zh-CN" b="1" spc="50" dirty="0">
                <a:ln w="13500">
                  <a:solidFill>
                    <a:schemeClr val="accent1">
                      <a:shade val="2500"/>
                      <a:alpha val="6500"/>
                    </a:schemeClr>
                  </a:solidFill>
                  <a:prstDash val="solid"/>
                </a:ln>
                <a:ea typeface="楷体" pitchFamily="49" charset="-122"/>
              </a:rPr>
              <a:t>C</a:t>
            </a:r>
            <a:r>
              <a:rPr lang="zh-CN" altLang="zh-CN" b="1" spc="50" dirty="0">
                <a:ln w="13500">
                  <a:solidFill>
                    <a:schemeClr val="accent1">
                      <a:shade val="2500"/>
                      <a:alpha val="6500"/>
                    </a:schemeClr>
                  </a:solidFill>
                  <a:prstDash val="solid"/>
                </a:ln>
                <a:ea typeface="楷体" pitchFamily="49" charset="-122"/>
              </a:rPr>
              <a:t>语言认为它是</a:t>
            </a:r>
            <a:r>
              <a:rPr lang="en-US" altLang="zh-CN" b="1" spc="50" dirty="0" err="1">
                <a:ln w="13500">
                  <a:solidFill>
                    <a:schemeClr val="accent1">
                      <a:shade val="2500"/>
                      <a:alpha val="6500"/>
                    </a:schemeClr>
                  </a:solidFill>
                  <a:prstDash val="solid"/>
                </a:ln>
                <a:solidFill>
                  <a:srgbClr val="002060"/>
                </a:solidFill>
                <a:ea typeface="楷体" pitchFamily="49" charset="-122"/>
              </a:rPr>
              <a:t>int</a:t>
            </a:r>
            <a:r>
              <a:rPr lang="zh-CN" altLang="zh-CN" b="1" spc="50" dirty="0">
                <a:ln w="13500">
                  <a:solidFill>
                    <a:schemeClr val="accent1">
                      <a:shade val="2500"/>
                      <a:alpha val="6500"/>
                    </a:schemeClr>
                  </a:solidFill>
                  <a:prstDash val="solid"/>
                </a:ln>
                <a:solidFill>
                  <a:srgbClr val="002060"/>
                </a:solidFill>
                <a:ea typeface="楷体" pitchFamily="49" charset="-122"/>
              </a:rPr>
              <a:t>型常量</a:t>
            </a:r>
            <a:r>
              <a:rPr lang="zh-CN" altLang="en-US" b="1" spc="50" dirty="0">
                <a:ln w="13500">
                  <a:solidFill>
                    <a:schemeClr val="accent1">
                      <a:shade val="2500"/>
                      <a:alpha val="6500"/>
                    </a:schemeClr>
                  </a:solidFill>
                  <a:prstDash val="solid"/>
                </a:ln>
                <a:ea typeface="楷体" pitchFamily="49" charset="-122"/>
              </a:rPr>
              <a:t>。</a:t>
            </a:r>
            <a:endParaRPr lang="en-US" altLang="zh-CN" b="1" spc="50" dirty="0">
              <a:ln w="13500">
                <a:solidFill>
                  <a:schemeClr val="accent1">
                    <a:shade val="2500"/>
                    <a:alpha val="6500"/>
                  </a:schemeClr>
                </a:solidFill>
                <a:prstDash val="solid"/>
              </a:ln>
              <a:ea typeface="楷体" pitchFamily="49" charset="-122"/>
            </a:endParaRPr>
          </a:p>
          <a:p>
            <a:pPr marL="342900" indent="-342900">
              <a:lnSpc>
                <a:spcPts val="3500"/>
              </a:lnSpc>
              <a:buFont typeface="Wingdings" panose="05000000000000000000" pitchFamily="2" charset="2"/>
              <a:buChar char="u"/>
              <a:tabLst>
                <a:tab pos="-1600200" algn="l"/>
              </a:tabLst>
            </a:pPr>
            <a:endParaRPr lang="en-US" altLang="zh-CN" b="1" spc="50" dirty="0">
              <a:ln w="13500">
                <a:solidFill>
                  <a:schemeClr val="accent1">
                    <a:shade val="2500"/>
                    <a:alpha val="6500"/>
                  </a:schemeClr>
                </a:solidFill>
                <a:prstDash val="solid"/>
              </a:ln>
              <a:ea typeface="楷体" pitchFamily="49" charset="-122"/>
            </a:endParaRPr>
          </a:p>
          <a:p>
            <a:pPr marL="342900" indent="-342900">
              <a:lnSpc>
                <a:spcPts val="3500"/>
              </a:lnSpc>
              <a:buFont typeface="Wingdings" panose="05000000000000000000" pitchFamily="2" charset="2"/>
              <a:buChar char="u"/>
              <a:tabLst>
                <a:tab pos="-1600200" algn="l"/>
              </a:tabLst>
            </a:pPr>
            <a:r>
              <a:rPr lang="zh-CN" altLang="en-US" b="1" spc="50" dirty="0">
                <a:ln w="13500">
                  <a:solidFill>
                    <a:schemeClr val="accent1">
                      <a:shade val="2500"/>
                      <a:alpha val="6500"/>
                    </a:schemeClr>
                  </a:solidFill>
                  <a:prstDash val="solid"/>
                </a:ln>
                <a:solidFill>
                  <a:srgbClr val="C00000"/>
                </a:solidFill>
                <a:ea typeface="楷体" pitchFamily="49" charset="-122"/>
              </a:rPr>
              <a:t>整型常量后加字母</a:t>
            </a:r>
            <a:r>
              <a:rPr lang="en-US" altLang="zh-CN" b="1" spc="50" dirty="0">
                <a:ln w="13500">
                  <a:solidFill>
                    <a:schemeClr val="accent1">
                      <a:shade val="2500"/>
                      <a:alpha val="6500"/>
                    </a:schemeClr>
                  </a:solidFill>
                  <a:prstDash val="solid"/>
                </a:ln>
                <a:solidFill>
                  <a:srgbClr val="C00000"/>
                </a:solidFill>
                <a:ea typeface="楷体" pitchFamily="49" charset="-122"/>
              </a:rPr>
              <a:t>l</a:t>
            </a:r>
            <a:r>
              <a:rPr lang="zh-CN" altLang="en-US" b="1" spc="50" dirty="0">
                <a:ln w="13500">
                  <a:solidFill>
                    <a:schemeClr val="accent1">
                      <a:shade val="2500"/>
                      <a:alpha val="6500"/>
                    </a:schemeClr>
                  </a:solidFill>
                  <a:prstDash val="solid"/>
                </a:ln>
                <a:solidFill>
                  <a:srgbClr val="C00000"/>
                </a:solidFill>
                <a:ea typeface="楷体" pitchFamily="49" charset="-122"/>
              </a:rPr>
              <a:t>或</a:t>
            </a:r>
            <a:r>
              <a:rPr lang="en-US" altLang="zh-CN" b="1" spc="50" dirty="0">
                <a:ln w="13500">
                  <a:solidFill>
                    <a:schemeClr val="accent1">
                      <a:shade val="2500"/>
                      <a:alpha val="6500"/>
                    </a:schemeClr>
                  </a:solidFill>
                  <a:prstDash val="solid"/>
                </a:ln>
                <a:solidFill>
                  <a:srgbClr val="C00000"/>
                </a:solidFill>
                <a:ea typeface="楷体" pitchFamily="49" charset="-122"/>
              </a:rPr>
              <a:t>L</a:t>
            </a:r>
            <a:r>
              <a:rPr lang="zh-CN" altLang="en-US" b="1" spc="50" dirty="0">
                <a:ln w="13500">
                  <a:solidFill>
                    <a:schemeClr val="accent1">
                      <a:shade val="2500"/>
                      <a:alpha val="6500"/>
                    </a:schemeClr>
                  </a:solidFill>
                  <a:prstDash val="solid"/>
                </a:ln>
                <a:solidFill>
                  <a:srgbClr val="C00000"/>
                </a:solidFill>
                <a:ea typeface="楷体" pitchFamily="49" charset="-122"/>
              </a:rPr>
              <a:t>，认为它是</a:t>
            </a:r>
            <a:r>
              <a:rPr lang="en-US" altLang="zh-CN" b="1" spc="50" dirty="0">
                <a:ln w="13500">
                  <a:solidFill>
                    <a:schemeClr val="accent1">
                      <a:shade val="2500"/>
                      <a:alpha val="6500"/>
                    </a:schemeClr>
                  </a:solidFill>
                  <a:prstDash val="solid"/>
                </a:ln>
                <a:solidFill>
                  <a:srgbClr val="C00000"/>
                </a:solidFill>
                <a:ea typeface="楷体" pitchFamily="49" charset="-122"/>
              </a:rPr>
              <a:t>long </a:t>
            </a:r>
            <a:r>
              <a:rPr lang="en-US" altLang="zh-CN" b="1" spc="50" dirty="0" err="1">
                <a:ln w="13500">
                  <a:solidFill>
                    <a:schemeClr val="accent1">
                      <a:shade val="2500"/>
                      <a:alpha val="6500"/>
                    </a:schemeClr>
                  </a:solidFill>
                  <a:prstDash val="solid"/>
                </a:ln>
                <a:solidFill>
                  <a:srgbClr val="C00000"/>
                </a:solidFill>
                <a:ea typeface="楷体" pitchFamily="49" charset="-122"/>
              </a:rPr>
              <a:t>int</a:t>
            </a:r>
            <a:r>
              <a:rPr lang="en-US" altLang="zh-CN" b="1" spc="50" dirty="0">
                <a:ln w="13500">
                  <a:solidFill>
                    <a:schemeClr val="accent1">
                      <a:shade val="2500"/>
                      <a:alpha val="6500"/>
                    </a:schemeClr>
                  </a:solidFill>
                  <a:prstDash val="solid"/>
                </a:ln>
                <a:solidFill>
                  <a:srgbClr val="C00000"/>
                </a:solidFill>
                <a:ea typeface="楷体" pitchFamily="49" charset="-122"/>
              </a:rPr>
              <a:t> </a:t>
            </a:r>
            <a:r>
              <a:rPr lang="zh-CN" altLang="en-US" b="1" spc="50" dirty="0">
                <a:ln w="13500">
                  <a:solidFill>
                    <a:schemeClr val="accent1">
                      <a:shade val="2500"/>
                      <a:alpha val="6500"/>
                    </a:schemeClr>
                  </a:solidFill>
                  <a:prstDash val="solid"/>
                </a:ln>
                <a:solidFill>
                  <a:srgbClr val="C00000"/>
                </a:solidFill>
                <a:ea typeface="楷体" pitchFamily="49" charset="-122"/>
              </a:rPr>
              <a:t>型常量。</a:t>
            </a:r>
            <a:r>
              <a:rPr lang="zh-CN" altLang="en-US" b="1" spc="50" dirty="0">
                <a:ln w="13500">
                  <a:solidFill>
                    <a:schemeClr val="accent1">
                      <a:shade val="2500"/>
                      <a:alpha val="6500"/>
                    </a:schemeClr>
                  </a:solidFill>
                  <a:prstDash val="solid"/>
                </a:ln>
                <a:ea typeface="楷体" pitchFamily="49" charset="-122"/>
              </a:rPr>
              <a:t>比如</a:t>
            </a:r>
            <a:r>
              <a:rPr lang="en-US" altLang="zh-CN" b="1" spc="50" dirty="0">
                <a:ln w="13500">
                  <a:solidFill>
                    <a:schemeClr val="accent1">
                      <a:shade val="2500"/>
                      <a:alpha val="6500"/>
                    </a:schemeClr>
                  </a:solidFill>
                  <a:prstDash val="solid"/>
                </a:ln>
                <a:ea typeface="楷体" pitchFamily="49" charset="-122"/>
              </a:rPr>
              <a:t>123L</a:t>
            </a:r>
            <a:r>
              <a:rPr lang="zh-CN" altLang="en-US" b="1" spc="50" dirty="0">
                <a:ln w="13500">
                  <a:solidFill>
                    <a:schemeClr val="accent1">
                      <a:shade val="2500"/>
                      <a:alpha val="6500"/>
                    </a:schemeClr>
                  </a:solidFill>
                  <a:prstDash val="solid"/>
                </a:ln>
                <a:ea typeface="楷体" pitchFamily="49" charset="-122"/>
              </a:rPr>
              <a:t>、</a:t>
            </a:r>
            <a:r>
              <a:rPr lang="en-US" altLang="zh-CN" b="1" spc="50" dirty="0">
                <a:ln w="13500">
                  <a:solidFill>
                    <a:schemeClr val="accent1">
                      <a:shade val="2500"/>
                      <a:alpha val="6500"/>
                    </a:schemeClr>
                  </a:solidFill>
                  <a:prstDash val="solid"/>
                </a:ln>
                <a:ea typeface="楷体" pitchFamily="49" charset="-122"/>
              </a:rPr>
              <a:t>45l</a:t>
            </a:r>
            <a:r>
              <a:rPr lang="zh-CN" altLang="en-US" b="1" spc="50" dirty="0">
                <a:ln w="13500">
                  <a:solidFill>
                    <a:schemeClr val="accent1">
                      <a:shade val="2500"/>
                      <a:alpha val="6500"/>
                    </a:schemeClr>
                  </a:solidFill>
                  <a:prstDash val="solid"/>
                </a:ln>
                <a:ea typeface="楷体" pitchFamily="49" charset="-122"/>
              </a:rPr>
              <a:t>、</a:t>
            </a:r>
            <a:r>
              <a:rPr lang="en-US" altLang="zh-CN" b="1" spc="50" dirty="0">
                <a:ln w="13500">
                  <a:solidFill>
                    <a:schemeClr val="accent1">
                      <a:shade val="2500"/>
                      <a:alpha val="6500"/>
                    </a:schemeClr>
                  </a:solidFill>
                  <a:prstDash val="solid"/>
                </a:ln>
                <a:ea typeface="楷体" pitchFamily="49" charset="-122"/>
              </a:rPr>
              <a:t>0XAFL</a:t>
            </a:r>
            <a:r>
              <a:rPr lang="zh-CN" altLang="en-US" b="1" spc="50" dirty="0">
                <a:ln w="13500">
                  <a:solidFill>
                    <a:schemeClr val="accent1">
                      <a:shade val="2500"/>
                      <a:alpha val="6500"/>
                    </a:schemeClr>
                  </a:solidFill>
                  <a:prstDash val="solid"/>
                </a:ln>
                <a:ea typeface="楷体" pitchFamily="49" charset="-122"/>
              </a:rPr>
              <a:t>。</a:t>
            </a:r>
            <a:endParaRPr lang="en-US" altLang="zh-CN" b="1" spc="50" dirty="0">
              <a:ln w="13500">
                <a:solidFill>
                  <a:schemeClr val="accent1">
                    <a:shade val="2500"/>
                    <a:alpha val="6500"/>
                  </a:schemeClr>
                </a:solidFill>
                <a:prstDash val="solid"/>
              </a:ln>
              <a:ea typeface="楷体" pitchFamily="49" charset="-122"/>
            </a:endParaRPr>
          </a:p>
          <a:p>
            <a:pPr marL="342900" indent="-342900">
              <a:lnSpc>
                <a:spcPts val="3500"/>
              </a:lnSpc>
              <a:buFont typeface="Wingdings" panose="05000000000000000000" pitchFamily="2" charset="2"/>
              <a:buChar char="u"/>
              <a:tabLst>
                <a:tab pos="-1600200" algn="l"/>
              </a:tabLst>
            </a:pPr>
            <a:endParaRPr lang="en-US" altLang="zh-CN" b="1" spc="50" dirty="0">
              <a:ln w="13500">
                <a:solidFill>
                  <a:schemeClr val="accent1">
                    <a:shade val="2500"/>
                    <a:alpha val="6500"/>
                  </a:schemeClr>
                </a:solidFill>
                <a:prstDash val="solid"/>
              </a:ln>
              <a:ea typeface="楷体" pitchFamily="49" charset="-122"/>
            </a:endParaRPr>
          </a:p>
          <a:p>
            <a:pPr marL="342900" indent="-342900">
              <a:lnSpc>
                <a:spcPts val="3500"/>
              </a:lnSpc>
              <a:buFont typeface="Wingdings" panose="05000000000000000000" pitchFamily="2" charset="2"/>
              <a:buChar char="u"/>
              <a:tabLst>
                <a:tab pos="-1600200" algn="l"/>
              </a:tabLst>
            </a:pPr>
            <a:r>
              <a:rPr lang="zh-CN" altLang="en-US" b="1" spc="50" dirty="0">
                <a:ln w="13500">
                  <a:solidFill>
                    <a:schemeClr val="accent1">
                      <a:shade val="2500"/>
                      <a:alpha val="6500"/>
                    </a:schemeClr>
                  </a:solidFill>
                  <a:prstDash val="solid"/>
                </a:ln>
                <a:solidFill>
                  <a:srgbClr val="C00000"/>
                </a:solidFill>
                <a:ea typeface="楷体" pitchFamily="49" charset="-122"/>
              </a:rPr>
              <a:t>无符号数也可用后缀表示，整型常数的无符号数的后缀为</a:t>
            </a:r>
            <a:r>
              <a:rPr lang="en-US" altLang="zh-CN" b="1" spc="50" dirty="0">
                <a:ln w="13500">
                  <a:solidFill>
                    <a:schemeClr val="accent1">
                      <a:shade val="2500"/>
                      <a:alpha val="6500"/>
                    </a:schemeClr>
                  </a:solidFill>
                  <a:prstDash val="solid"/>
                </a:ln>
                <a:solidFill>
                  <a:srgbClr val="C00000"/>
                </a:solidFill>
                <a:ea typeface="楷体" pitchFamily="49" charset="-122"/>
              </a:rPr>
              <a:t>U</a:t>
            </a:r>
            <a:r>
              <a:rPr lang="zh-CN" altLang="en-US" b="1" spc="50" dirty="0">
                <a:ln w="13500">
                  <a:solidFill>
                    <a:schemeClr val="accent1">
                      <a:shade val="2500"/>
                      <a:alpha val="6500"/>
                    </a:schemeClr>
                  </a:solidFill>
                  <a:prstDash val="solid"/>
                </a:ln>
                <a:solidFill>
                  <a:srgbClr val="C00000"/>
                </a:solidFill>
                <a:ea typeface="楷体" pitchFamily="49" charset="-122"/>
              </a:rPr>
              <a:t>或</a:t>
            </a:r>
            <a:r>
              <a:rPr lang="en-US" altLang="zh-CN" b="1" spc="50" dirty="0">
                <a:ln w="13500">
                  <a:solidFill>
                    <a:schemeClr val="accent1">
                      <a:shade val="2500"/>
                      <a:alpha val="6500"/>
                    </a:schemeClr>
                  </a:solidFill>
                  <a:prstDash val="solid"/>
                </a:ln>
                <a:solidFill>
                  <a:srgbClr val="C00000"/>
                </a:solidFill>
                <a:ea typeface="楷体" pitchFamily="49" charset="-122"/>
              </a:rPr>
              <a:t>u</a:t>
            </a:r>
            <a:r>
              <a:rPr lang="zh-CN" altLang="en-US" b="1" spc="50" dirty="0">
                <a:ln w="13500">
                  <a:solidFill>
                    <a:schemeClr val="accent1">
                      <a:shade val="2500"/>
                      <a:alpha val="6500"/>
                    </a:schemeClr>
                  </a:solidFill>
                  <a:prstDash val="solid"/>
                </a:ln>
                <a:solidFill>
                  <a:srgbClr val="C00000"/>
                </a:solidFill>
                <a:ea typeface="楷体" pitchFamily="49" charset="-122"/>
              </a:rPr>
              <a:t>。</a:t>
            </a:r>
            <a:r>
              <a:rPr lang="zh-CN" altLang="en-US" b="1" spc="50" dirty="0">
                <a:ln w="13500">
                  <a:solidFill>
                    <a:schemeClr val="accent1">
                      <a:shade val="2500"/>
                      <a:alpha val="6500"/>
                    </a:schemeClr>
                  </a:solidFill>
                  <a:prstDash val="solid"/>
                </a:ln>
                <a:ea typeface="楷体" pitchFamily="49" charset="-122"/>
              </a:rPr>
              <a:t>例如：</a:t>
            </a:r>
            <a:r>
              <a:rPr lang="en-US" altLang="zh-CN" b="1" spc="50" dirty="0">
                <a:ln w="13500">
                  <a:solidFill>
                    <a:schemeClr val="accent1">
                      <a:shade val="2500"/>
                      <a:alpha val="6500"/>
                    </a:schemeClr>
                  </a:solidFill>
                  <a:prstDash val="solid"/>
                </a:ln>
                <a:ea typeface="楷体" pitchFamily="49" charset="-122"/>
              </a:rPr>
              <a:t>358u</a:t>
            </a:r>
            <a:r>
              <a:rPr lang="zh-CN" altLang="en-US" b="1" spc="50" dirty="0">
                <a:ln w="13500">
                  <a:solidFill>
                    <a:schemeClr val="accent1">
                      <a:shade val="2500"/>
                      <a:alpha val="6500"/>
                    </a:schemeClr>
                  </a:solidFill>
                  <a:prstDash val="solid"/>
                </a:ln>
                <a:ea typeface="楷体" pitchFamily="49" charset="-122"/>
              </a:rPr>
              <a:t>， </a:t>
            </a:r>
            <a:r>
              <a:rPr lang="en-US" altLang="zh-CN" b="1" spc="50" dirty="0">
                <a:ln w="13500">
                  <a:solidFill>
                    <a:schemeClr val="accent1">
                      <a:shade val="2500"/>
                      <a:alpha val="6500"/>
                    </a:schemeClr>
                  </a:solidFill>
                  <a:prstDash val="solid"/>
                </a:ln>
                <a:ea typeface="楷体" pitchFamily="49" charset="-122"/>
              </a:rPr>
              <a:t>0x38Au</a:t>
            </a:r>
            <a:r>
              <a:rPr lang="zh-CN" altLang="en-US" b="1" spc="50" dirty="0">
                <a:ln w="13500">
                  <a:solidFill>
                    <a:schemeClr val="accent1">
                      <a:shade val="2500"/>
                      <a:alpha val="6500"/>
                    </a:schemeClr>
                  </a:solidFill>
                  <a:prstDash val="solid"/>
                </a:ln>
                <a:ea typeface="楷体" pitchFamily="49" charset="-122"/>
              </a:rPr>
              <a:t>，</a:t>
            </a:r>
            <a:r>
              <a:rPr lang="en-US" altLang="zh-CN" b="1" spc="50" dirty="0">
                <a:ln w="13500">
                  <a:solidFill>
                    <a:schemeClr val="accent1">
                      <a:shade val="2500"/>
                      <a:alpha val="6500"/>
                    </a:schemeClr>
                  </a:solidFill>
                  <a:prstDash val="solid"/>
                </a:ln>
                <a:ea typeface="楷体" pitchFamily="49" charset="-122"/>
              </a:rPr>
              <a:t>235Lu </a:t>
            </a:r>
            <a:r>
              <a:rPr lang="zh-CN" altLang="en-US" b="1" spc="50" dirty="0">
                <a:ln w="13500">
                  <a:solidFill>
                    <a:schemeClr val="accent1">
                      <a:shade val="2500"/>
                      <a:alpha val="6500"/>
                    </a:schemeClr>
                  </a:solidFill>
                  <a:prstDash val="solid"/>
                </a:ln>
                <a:ea typeface="楷体" pitchFamily="49" charset="-122"/>
              </a:rPr>
              <a:t>均为无符号数。</a:t>
            </a:r>
            <a:endParaRPr lang="en-US" altLang="zh-CN" b="1" spc="50" dirty="0">
              <a:ln w="13500">
                <a:solidFill>
                  <a:schemeClr val="accent1">
                    <a:shade val="2500"/>
                    <a:alpha val="6500"/>
                  </a:schemeClr>
                </a:solidFill>
                <a:prstDash val="solid"/>
              </a:ln>
              <a:ea typeface="楷体" pitchFamily="49" charset="-122"/>
            </a:endParaRPr>
          </a:p>
          <a:p>
            <a:pPr marL="342900" indent="-342900">
              <a:lnSpc>
                <a:spcPts val="3500"/>
              </a:lnSpc>
              <a:buFont typeface="Wingdings" panose="05000000000000000000" pitchFamily="2" charset="2"/>
              <a:buChar char="u"/>
              <a:tabLst>
                <a:tab pos="-1600200" algn="l"/>
              </a:tabLst>
            </a:pPr>
            <a:endParaRPr lang="en-US" altLang="zh-CN" b="1" spc="50" dirty="0">
              <a:ln w="13500">
                <a:solidFill>
                  <a:schemeClr val="accent1">
                    <a:shade val="2500"/>
                    <a:alpha val="6500"/>
                  </a:schemeClr>
                </a:solidFill>
                <a:prstDash val="solid"/>
              </a:ln>
              <a:ea typeface="楷体" pitchFamily="49" charset="-122"/>
            </a:endParaRPr>
          </a:p>
          <a:p>
            <a:pPr marL="342900" indent="-342900">
              <a:lnSpc>
                <a:spcPts val="3500"/>
              </a:lnSpc>
              <a:buFont typeface="Wingdings" panose="05000000000000000000" pitchFamily="2" charset="2"/>
              <a:buChar char="u"/>
              <a:tabLst>
                <a:tab pos="-1600200" algn="l"/>
              </a:tabLst>
            </a:pPr>
            <a:r>
              <a:rPr lang="zh-CN" altLang="en-US" b="1" spc="50" dirty="0">
                <a:ln w="13500">
                  <a:solidFill>
                    <a:schemeClr val="accent1">
                      <a:shade val="2500"/>
                      <a:alpha val="6500"/>
                    </a:schemeClr>
                  </a:solidFill>
                  <a:prstDash val="solid"/>
                </a:ln>
                <a:solidFill>
                  <a:srgbClr val="C00000"/>
                </a:solidFill>
                <a:ea typeface="楷体" pitchFamily="49" charset="-122"/>
              </a:rPr>
              <a:t>前缀、后缀可同时使用以表示各种类型的数。</a:t>
            </a:r>
            <a:r>
              <a:rPr lang="zh-CN" altLang="en-US" b="1" spc="50" dirty="0">
                <a:ln w="13500">
                  <a:solidFill>
                    <a:schemeClr val="accent1">
                      <a:shade val="2500"/>
                      <a:alpha val="6500"/>
                    </a:schemeClr>
                  </a:solidFill>
                  <a:prstDash val="solid"/>
                </a:ln>
                <a:ea typeface="楷体" pitchFamily="49" charset="-122"/>
              </a:rPr>
              <a:t>如</a:t>
            </a:r>
            <a:r>
              <a:rPr lang="en-US" altLang="zh-CN" b="1" spc="50" dirty="0">
                <a:ln w="13500">
                  <a:solidFill>
                    <a:schemeClr val="accent1">
                      <a:shade val="2500"/>
                      <a:alpha val="6500"/>
                    </a:schemeClr>
                  </a:solidFill>
                  <a:prstDash val="solid"/>
                </a:ln>
                <a:ea typeface="楷体" pitchFamily="49" charset="-122"/>
              </a:rPr>
              <a:t>0XA5Lu</a:t>
            </a:r>
            <a:r>
              <a:rPr lang="zh-CN" altLang="en-US" b="1" spc="50" dirty="0">
                <a:ln w="13500">
                  <a:solidFill>
                    <a:schemeClr val="accent1">
                      <a:shade val="2500"/>
                      <a:alpha val="6500"/>
                    </a:schemeClr>
                  </a:solidFill>
                  <a:prstDash val="solid"/>
                </a:ln>
                <a:ea typeface="楷体" pitchFamily="49" charset="-122"/>
              </a:rPr>
              <a:t>表示十六进制无符号长整数</a:t>
            </a:r>
            <a:r>
              <a:rPr lang="en-US" altLang="zh-CN" b="1" spc="50" dirty="0">
                <a:ln w="13500">
                  <a:solidFill>
                    <a:schemeClr val="accent1">
                      <a:shade val="2500"/>
                      <a:alpha val="6500"/>
                    </a:schemeClr>
                  </a:solidFill>
                  <a:prstDash val="solid"/>
                </a:ln>
                <a:ea typeface="楷体" pitchFamily="49" charset="-122"/>
              </a:rPr>
              <a:t>A5</a:t>
            </a:r>
            <a:r>
              <a:rPr lang="zh-CN" altLang="en-US" b="1" spc="50" dirty="0">
                <a:ln w="13500">
                  <a:solidFill>
                    <a:schemeClr val="accent1">
                      <a:shade val="2500"/>
                      <a:alpha val="6500"/>
                    </a:schemeClr>
                  </a:solidFill>
                  <a:prstDash val="solid"/>
                </a:ln>
                <a:ea typeface="楷体" pitchFamily="49" charset="-122"/>
              </a:rPr>
              <a:t>，其十进制为</a:t>
            </a:r>
            <a:r>
              <a:rPr lang="en-US" altLang="zh-CN" b="1" spc="50" dirty="0">
                <a:ln w="13500">
                  <a:solidFill>
                    <a:schemeClr val="accent1">
                      <a:shade val="2500"/>
                      <a:alpha val="6500"/>
                    </a:schemeClr>
                  </a:solidFill>
                  <a:prstDash val="solid"/>
                </a:ln>
                <a:ea typeface="楷体" pitchFamily="49" charset="-122"/>
              </a:rPr>
              <a:t>165</a:t>
            </a:r>
            <a:r>
              <a:rPr lang="zh-CN" altLang="en-US" b="1" spc="50" dirty="0">
                <a:ln w="13500">
                  <a:solidFill>
                    <a:schemeClr val="accent1">
                      <a:shade val="2500"/>
                      <a:alpha val="6500"/>
                    </a:schemeClr>
                  </a:solidFill>
                  <a:prstDash val="solid"/>
                </a:ln>
                <a:ea typeface="楷体" pitchFamily="49" charset="-122"/>
              </a:rPr>
              <a:t>。 </a:t>
            </a:r>
          </a:p>
        </p:txBody>
      </p:sp>
      <p:sp>
        <p:nvSpPr>
          <p:cNvPr id="7" name="Rectangle 5">
            <a:extLst>
              <a:ext uri="{FF2B5EF4-FFF2-40B4-BE49-F238E27FC236}">
                <a16:creationId xmlns:a16="http://schemas.microsoft.com/office/drawing/2014/main" id="{995A5A4A-0732-497A-BF37-0ED8C4377DF8}"/>
              </a:ext>
            </a:extLst>
          </p:cNvPr>
          <p:cNvSpPr>
            <a:spLocks noChangeArrowheads="1"/>
          </p:cNvSpPr>
          <p:nvPr/>
        </p:nvSpPr>
        <p:spPr bwMode="auto">
          <a:xfrm>
            <a:off x="762764" y="856064"/>
            <a:ext cx="3688830" cy="584775"/>
          </a:xfrm>
          <a:prstGeom prst="rect">
            <a:avLst/>
          </a:prstGeom>
          <a:noFill/>
          <a:ln w="9525">
            <a:noFill/>
            <a:miter lim="800000"/>
            <a:headEnd/>
            <a:tailEnd/>
          </a:ln>
          <a:effectLst/>
        </p:spPr>
        <p:txBody>
          <a:bodyPr wrap="none" anchor="ctr">
            <a:spAutoFit/>
          </a:bodyPr>
          <a:lstStyle/>
          <a:p>
            <a:r>
              <a:rPr lang="en-US" altLang="zh-CN" sz="3200" b="1" dirty="0">
                <a:solidFill>
                  <a:srgbClr val="C01920"/>
                </a:solidFill>
                <a:latin typeface="楷体" panose="02010609060101010101" pitchFamily="49" charset="-122"/>
                <a:ea typeface="楷体" panose="02010609060101010101" pitchFamily="49" charset="-122"/>
              </a:rPr>
              <a:t>4. </a:t>
            </a:r>
            <a:r>
              <a:rPr lang="zh-CN" altLang="en-US" sz="3200" b="1" dirty="0">
                <a:solidFill>
                  <a:srgbClr val="C01920"/>
                </a:solidFill>
                <a:latin typeface="楷体" panose="02010609060101010101" pitchFamily="49" charset="-122"/>
                <a:ea typeface="楷体" panose="02010609060101010101" pitchFamily="49" charset="-122"/>
              </a:rPr>
              <a:t>整数常量的分类</a:t>
            </a:r>
          </a:p>
        </p:txBody>
      </p:sp>
      <p:sp>
        <p:nvSpPr>
          <p:cNvPr id="8" name="Rectangle 4">
            <a:extLst>
              <a:ext uri="{FF2B5EF4-FFF2-40B4-BE49-F238E27FC236}">
                <a16:creationId xmlns:a16="http://schemas.microsoft.com/office/drawing/2014/main" id="{D29A4CCC-6136-4C08-9939-20704F543EC3}"/>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简单数据类型与表示范围</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91587">
                                            <p:txEl>
                                              <p:pRg st="0" end="0"/>
                                            </p:txEl>
                                          </p:spTgt>
                                        </p:tgtEl>
                                        <p:attrNameLst>
                                          <p:attrName>style.visibility</p:attrName>
                                        </p:attrNameLst>
                                      </p:cBhvr>
                                      <p:to>
                                        <p:strVal val="visible"/>
                                      </p:to>
                                    </p:set>
                                    <p:animEffect transition="in" filter="blinds(horizontal)">
                                      <p:cBhvr>
                                        <p:cTn id="12" dur="500"/>
                                        <p:tgtEl>
                                          <p:spTgt spid="791587">
                                            <p:txEl>
                                              <p:pRg st="0" end="0"/>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91587">
                                            <p:txEl>
                                              <p:pRg st="2" end="2"/>
                                            </p:txEl>
                                          </p:spTgt>
                                        </p:tgtEl>
                                        <p:attrNameLst>
                                          <p:attrName>style.visibility</p:attrName>
                                        </p:attrNameLst>
                                      </p:cBhvr>
                                      <p:to>
                                        <p:strVal val="visible"/>
                                      </p:to>
                                    </p:set>
                                    <p:animEffect transition="in" filter="blinds(horizontal)">
                                      <p:cBhvr>
                                        <p:cTn id="17" dur="500"/>
                                        <p:tgtEl>
                                          <p:spTgt spid="791587">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91587">
                                            <p:txEl>
                                              <p:pRg st="4" end="4"/>
                                            </p:txEl>
                                          </p:spTgt>
                                        </p:tgtEl>
                                        <p:attrNameLst>
                                          <p:attrName>style.visibility</p:attrName>
                                        </p:attrNameLst>
                                      </p:cBhvr>
                                      <p:to>
                                        <p:strVal val="visible"/>
                                      </p:to>
                                    </p:set>
                                    <p:animEffect transition="in" filter="blinds(horizontal)">
                                      <p:cBhvr>
                                        <p:cTn id="22" dur="500"/>
                                        <p:tgtEl>
                                          <p:spTgt spid="791587">
                                            <p:txEl>
                                              <p:pRg st="4" end="4"/>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91587">
                                            <p:txEl>
                                              <p:pRg st="6" end="6"/>
                                            </p:txEl>
                                          </p:spTgt>
                                        </p:tgtEl>
                                        <p:attrNameLst>
                                          <p:attrName>style.visibility</p:attrName>
                                        </p:attrNameLst>
                                      </p:cBhvr>
                                      <p:to>
                                        <p:strVal val="visible"/>
                                      </p:to>
                                    </p:set>
                                    <p:animEffect transition="in" filter="blinds(horizontal)">
                                      <p:cBhvr>
                                        <p:cTn id="27" dur="500"/>
                                        <p:tgtEl>
                                          <p:spTgt spid="791587">
                                            <p:txEl>
                                              <p:pRg st="6" end="6"/>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3607" name="Rectangle 7"/>
          <p:cNvSpPr>
            <a:spLocks noChangeArrowheads="1"/>
          </p:cNvSpPr>
          <p:nvPr/>
        </p:nvSpPr>
        <p:spPr bwMode="auto">
          <a:xfrm>
            <a:off x="959613" y="1268760"/>
            <a:ext cx="4824413" cy="457200"/>
          </a:xfrm>
          <a:prstGeom prst="rect">
            <a:avLst/>
          </a:prstGeom>
          <a:noFill/>
          <a:ln w="9525">
            <a:noFill/>
            <a:miter lim="800000"/>
            <a:headEnd/>
            <a:tailEnd/>
          </a:ln>
          <a:effectLst/>
        </p:spPr>
        <p:txBody>
          <a:bodyPr anchor="ctr">
            <a:spAutoFit/>
          </a:bodyPr>
          <a:lstStyle/>
          <a:p>
            <a:pPr marL="457200" indent="-457200">
              <a:buClr>
                <a:srgbClr val="C01920"/>
              </a:buClr>
              <a:buFont typeface="Wingdings" pitchFamily="2" charset="2"/>
              <a:buChar char="Ø"/>
              <a:tabLst>
                <a:tab pos="495300" algn="l"/>
              </a:tabLst>
            </a:pPr>
            <a:r>
              <a:rPr lang="zh-CN" altLang="en-US" b="1" dirty="0">
                <a:solidFill>
                  <a:srgbClr val="C01920"/>
                </a:solidFill>
                <a:latin typeface="+mn-lt"/>
                <a:ea typeface="楷体" pitchFamily="49" charset="-122"/>
              </a:rPr>
              <a:t>实型常量（实数或浮点数）    </a:t>
            </a:r>
          </a:p>
        </p:txBody>
      </p:sp>
      <p:sp>
        <p:nvSpPr>
          <p:cNvPr id="793608" name="Rectangle 8"/>
          <p:cNvSpPr>
            <a:spLocks noChangeArrowheads="1"/>
          </p:cNvSpPr>
          <p:nvPr/>
        </p:nvSpPr>
        <p:spPr bwMode="auto">
          <a:xfrm>
            <a:off x="1463992" y="1634035"/>
            <a:ext cx="10392648" cy="1688219"/>
          </a:xfrm>
          <a:prstGeom prst="rect">
            <a:avLst/>
          </a:prstGeom>
          <a:noFill/>
          <a:ln w="9525">
            <a:noFill/>
            <a:miter lim="800000"/>
            <a:headEnd/>
            <a:tailEnd/>
          </a:ln>
          <a:effectLst/>
        </p:spPr>
        <p:txBody>
          <a:bodyPr wrap="square" anchor="ctr">
            <a:spAutoFit/>
          </a:bodyPr>
          <a:lstStyle/>
          <a:p>
            <a:pPr>
              <a:lnSpc>
                <a:spcPts val="3200"/>
              </a:lnSpc>
              <a:buFont typeface="Wingdings" pitchFamily="2" charset="2"/>
              <a:buChar char="l"/>
              <a:tabLst>
                <a:tab pos="571500" algn="l"/>
              </a:tabLst>
            </a:pPr>
            <a:r>
              <a:rPr lang="en-US" altLang="zh-CN" sz="2000" b="1" dirty="0">
                <a:solidFill>
                  <a:srgbClr val="002060"/>
                </a:solidFill>
                <a:effectLst>
                  <a:outerShdw blurRad="38100" dist="38100" dir="2700000" algn="tl">
                    <a:srgbClr val="FFFFFF"/>
                  </a:outerShdw>
                </a:effectLst>
                <a:latin typeface="+mn-lt"/>
                <a:ea typeface="楷体" pitchFamily="49" charset="-122"/>
              </a:rPr>
              <a:t> </a:t>
            </a:r>
            <a:r>
              <a:rPr lang="zh-CN" altLang="en-US" sz="2000" b="1" dirty="0">
                <a:solidFill>
                  <a:srgbClr val="002060"/>
                </a:solidFill>
                <a:effectLst>
                  <a:outerShdw blurRad="38100" dist="38100" dir="2700000" algn="tl">
                    <a:srgbClr val="FFFFFF"/>
                  </a:outerShdw>
                </a:effectLst>
                <a:latin typeface="+mn-lt"/>
                <a:ea typeface="楷体" pitchFamily="49" charset="-122"/>
              </a:rPr>
              <a:t>十进制小数形式：</a:t>
            </a:r>
            <a:r>
              <a:rPr lang="zh-CN" altLang="en-US" sz="2000" b="1" dirty="0">
                <a:effectLst>
                  <a:outerShdw blurRad="38100" dist="38100" dir="2700000" algn="tl">
                    <a:srgbClr val="FFFFFF"/>
                  </a:outerShdw>
                </a:effectLst>
                <a:latin typeface="+mn-lt"/>
                <a:ea typeface="楷体" pitchFamily="49" charset="-122"/>
              </a:rPr>
              <a:t>由数字</a:t>
            </a:r>
            <a:r>
              <a:rPr lang="en-US" altLang="zh-CN" sz="2000" b="1" dirty="0">
                <a:effectLst>
                  <a:outerShdw blurRad="38100" dist="38100" dir="2700000" algn="tl">
                    <a:srgbClr val="FFFFFF"/>
                  </a:outerShdw>
                </a:effectLst>
                <a:latin typeface="+mn-lt"/>
                <a:ea typeface="楷体" pitchFamily="49" charset="-122"/>
              </a:rPr>
              <a:t>0</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9</a:t>
            </a:r>
            <a:r>
              <a:rPr lang="zh-CN" altLang="en-US" sz="2000" b="1" dirty="0">
                <a:effectLst>
                  <a:outerShdw blurRad="38100" dist="38100" dir="2700000" algn="tl">
                    <a:srgbClr val="FFFFFF"/>
                  </a:outerShdw>
                </a:effectLst>
                <a:latin typeface="+mn-lt"/>
                <a:ea typeface="楷体" pitchFamily="49" charset="-122"/>
              </a:rPr>
              <a:t>和小数点组成</a:t>
            </a:r>
            <a:r>
              <a:rPr lang="zh-CN" altLang="en-US" sz="2000" dirty="0">
                <a:latin typeface="+mn-lt"/>
                <a:ea typeface="楷体" pitchFamily="49" charset="-122"/>
              </a:rPr>
              <a:t> </a:t>
            </a:r>
            <a:r>
              <a:rPr lang="en-US" altLang="zh-CN" sz="2000" dirty="0">
                <a:solidFill>
                  <a:srgbClr val="C01920"/>
                </a:solidFill>
                <a:latin typeface="+mn-lt"/>
                <a:ea typeface="楷体" pitchFamily="49" charset="-122"/>
              </a:rPr>
              <a:t>. </a:t>
            </a:r>
            <a:r>
              <a:rPr lang="zh-CN" altLang="en-US" sz="2000" b="1" dirty="0">
                <a:solidFill>
                  <a:srgbClr val="C01920"/>
                </a:solidFill>
                <a:latin typeface="+mn-lt"/>
                <a:ea typeface="楷体" pitchFamily="49" charset="-122"/>
              </a:rPr>
              <a:t>如：</a:t>
            </a:r>
            <a:r>
              <a:rPr lang="en-US" altLang="zh-CN" sz="2000" b="1" dirty="0">
                <a:solidFill>
                  <a:srgbClr val="C01920"/>
                </a:solidFill>
                <a:latin typeface="+mn-lt"/>
                <a:ea typeface="楷体" pitchFamily="49" charset="-122"/>
              </a:rPr>
              <a:t>0.0</a:t>
            </a:r>
            <a:r>
              <a:rPr lang="zh-CN" altLang="en-US" sz="2000" b="1" dirty="0">
                <a:solidFill>
                  <a:srgbClr val="C01920"/>
                </a:solidFill>
                <a:latin typeface="+mn-lt"/>
                <a:ea typeface="楷体" pitchFamily="49" charset="-122"/>
              </a:rPr>
              <a:t>，</a:t>
            </a:r>
            <a:r>
              <a:rPr lang="en-US" altLang="zh-CN" sz="2000" b="1" dirty="0">
                <a:solidFill>
                  <a:srgbClr val="C01920"/>
                </a:solidFill>
                <a:latin typeface="+mn-lt"/>
                <a:ea typeface="楷体" pitchFamily="49" charset="-122"/>
              </a:rPr>
              <a:t>5.6</a:t>
            </a:r>
            <a:r>
              <a:rPr lang="zh-CN" altLang="en-US" sz="2000" b="1" dirty="0">
                <a:solidFill>
                  <a:srgbClr val="C01920"/>
                </a:solidFill>
                <a:latin typeface="+mn-lt"/>
                <a:ea typeface="楷体" pitchFamily="49" charset="-122"/>
              </a:rPr>
              <a:t>，</a:t>
            </a:r>
            <a:r>
              <a:rPr lang="en-US" altLang="zh-CN" sz="2000" b="1" dirty="0">
                <a:solidFill>
                  <a:srgbClr val="C01920"/>
                </a:solidFill>
                <a:latin typeface="+mn-lt"/>
                <a:ea typeface="楷体" pitchFamily="49" charset="-122"/>
              </a:rPr>
              <a:t>-5.</a:t>
            </a:r>
          </a:p>
          <a:p>
            <a:pPr>
              <a:lnSpc>
                <a:spcPts val="3200"/>
              </a:lnSpc>
              <a:buFont typeface="Wingdings" pitchFamily="2" charset="2"/>
              <a:buChar char="l"/>
              <a:tabLst>
                <a:tab pos="571500" algn="l"/>
              </a:tabLst>
            </a:pPr>
            <a:r>
              <a:rPr lang="zh-CN" altLang="en-US" sz="2000" b="1" dirty="0">
                <a:solidFill>
                  <a:srgbClr val="002060"/>
                </a:solidFill>
                <a:effectLst>
                  <a:outerShdw blurRad="38100" dist="38100" dir="2700000" algn="tl">
                    <a:srgbClr val="FFFFFF"/>
                  </a:outerShdw>
                </a:effectLst>
                <a:latin typeface="+mn-lt"/>
                <a:ea typeface="楷体" pitchFamily="49" charset="-122"/>
              </a:rPr>
              <a:t> 指数形式：</a:t>
            </a:r>
            <a:r>
              <a:rPr lang="zh-CN" altLang="en-US" sz="2000" b="1" dirty="0">
                <a:effectLst>
                  <a:outerShdw blurRad="38100" dist="38100" dir="2700000" algn="tl">
                    <a:srgbClr val="FFFFFF"/>
                  </a:outerShdw>
                </a:effectLst>
                <a:latin typeface="+mn-lt"/>
                <a:ea typeface="楷体" pitchFamily="49" charset="-122"/>
              </a:rPr>
              <a:t>由十进制数，加阶码标志</a:t>
            </a:r>
            <a:r>
              <a:rPr lang="en-US" altLang="zh-CN" sz="2000" b="1" dirty="0">
                <a:effectLst>
                  <a:outerShdw blurRad="38100" dist="38100" dir="2700000" algn="tl">
                    <a:srgbClr val="FFFFFF"/>
                  </a:outerShdw>
                </a:effectLst>
                <a:latin typeface="+mn-lt"/>
                <a:ea typeface="楷体" pitchFamily="49" charset="-122"/>
              </a:rPr>
              <a:t>e</a:t>
            </a:r>
            <a:r>
              <a:rPr lang="zh-CN" altLang="en-US" sz="2000" b="1" dirty="0">
                <a:effectLst>
                  <a:outerShdw blurRad="38100" dist="38100" dir="2700000" algn="tl">
                    <a:srgbClr val="FFFFFF"/>
                  </a:outerShdw>
                </a:effectLst>
                <a:latin typeface="+mn-lt"/>
                <a:ea typeface="楷体" pitchFamily="49" charset="-122"/>
              </a:rPr>
              <a:t>或</a:t>
            </a:r>
            <a:r>
              <a:rPr lang="en-US" altLang="zh-CN" sz="2000" b="1" dirty="0">
                <a:effectLst>
                  <a:outerShdw blurRad="38100" dist="38100" dir="2700000" algn="tl">
                    <a:srgbClr val="FFFFFF"/>
                  </a:outerShdw>
                </a:effectLst>
                <a:latin typeface="+mn-lt"/>
                <a:ea typeface="楷体" pitchFamily="49" charset="-122"/>
              </a:rPr>
              <a:t>E</a:t>
            </a:r>
            <a:r>
              <a:rPr lang="zh-CN" altLang="en-US" sz="2000" b="1" dirty="0">
                <a:effectLst>
                  <a:outerShdw blurRad="38100" dist="38100" dir="2700000" algn="tl">
                    <a:srgbClr val="FFFFFF"/>
                  </a:outerShdw>
                </a:effectLst>
                <a:latin typeface="+mn-lt"/>
                <a:ea typeface="楷体" pitchFamily="49" charset="-122"/>
              </a:rPr>
              <a:t>以及阶码（只能为整数，可以带符号）组成。</a:t>
            </a:r>
            <a:endParaRPr lang="en-US" altLang="zh-CN" sz="2000" b="1" dirty="0">
              <a:effectLst>
                <a:outerShdw blurRad="38100" dist="38100" dir="2700000" algn="tl">
                  <a:srgbClr val="FFFFFF"/>
                </a:outerShdw>
              </a:effectLst>
              <a:latin typeface="+mn-lt"/>
              <a:ea typeface="楷体" pitchFamily="49" charset="-122"/>
            </a:endParaRPr>
          </a:p>
          <a:p>
            <a:pPr>
              <a:lnSpc>
                <a:spcPts val="3200"/>
              </a:lnSpc>
              <a:tabLst>
                <a:tab pos="571500" algn="l"/>
              </a:tabLst>
            </a:pPr>
            <a:r>
              <a:rPr lang="en-US" altLang="zh-CN" sz="2000" b="1" dirty="0">
                <a:solidFill>
                  <a:srgbClr val="C01920"/>
                </a:solidFill>
                <a:latin typeface="+mn-lt"/>
                <a:ea typeface="楷体" pitchFamily="49" charset="-122"/>
              </a:rPr>
              <a:t>    </a:t>
            </a:r>
            <a:r>
              <a:rPr lang="zh-CN" altLang="en-US" sz="2000" b="1" dirty="0">
                <a:solidFill>
                  <a:srgbClr val="C01920"/>
                </a:solidFill>
                <a:latin typeface="+mn-lt"/>
                <a:ea typeface="楷体" pitchFamily="49" charset="-122"/>
              </a:rPr>
              <a:t>其一般形式为：</a:t>
            </a:r>
            <a:r>
              <a:rPr lang="en-US" altLang="zh-CN" sz="2000" b="1" dirty="0" err="1">
                <a:solidFill>
                  <a:srgbClr val="C01920"/>
                </a:solidFill>
                <a:latin typeface="+mn-lt"/>
                <a:ea typeface="楷体" pitchFamily="49" charset="-122"/>
              </a:rPr>
              <a:t>aEn</a:t>
            </a:r>
            <a:r>
              <a:rPr lang="en-US" altLang="zh-CN" sz="2000" b="1" dirty="0">
                <a:solidFill>
                  <a:srgbClr val="C01920"/>
                </a:solidFill>
                <a:latin typeface="+mn-lt"/>
                <a:ea typeface="楷体" pitchFamily="49" charset="-122"/>
              </a:rPr>
              <a:t>   </a:t>
            </a:r>
          </a:p>
          <a:p>
            <a:pPr>
              <a:lnSpc>
                <a:spcPts val="3200"/>
              </a:lnSpc>
              <a:tabLst>
                <a:tab pos="571500" algn="l"/>
              </a:tabLst>
            </a:pPr>
            <a:r>
              <a:rPr lang="en-US" altLang="zh-CN" sz="2000" b="1" dirty="0">
                <a:solidFill>
                  <a:srgbClr val="CC3300"/>
                </a:solidFill>
                <a:effectLst>
                  <a:outerShdw blurRad="38100" dist="38100" dir="2700000" algn="tl">
                    <a:srgbClr val="000000"/>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其中：</a:t>
            </a:r>
            <a:r>
              <a:rPr lang="en-US" altLang="zh-CN" sz="2000" b="1" dirty="0">
                <a:effectLst>
                  <a:outerShdw blurRad="38100" dist="38100" dir="2700000" algn="tl">
                    <a:srgbClr val="FFFFFF"/>
                  </a:outerShdw>
                </a:effectLst>
                <a:latin typeface="+mn-lt"/>
                <a:ea typeface="楷体" pitchFamily="49" charset="-122"/>
              </a:rPr>
              <a:t>a</a:t>
            </a:r>
            <a:r>
              <a:rPr lang="zh-CN" altLang="en-US" sz="2000" b="1" dirty="0">
                <a:effectLst>
                  <a:outerShdw blurRad="38100" dist="38100" dir="2700000" algn="tl">
                    <a:srgbClr val="FFFFFF"/>
                  </a:outerShdw>
                </a:effectLst>
                <a:latin typeface="+mn-lt"/>
                <a:ea typeface="楷体" pitchFamily="49" charset="-122"/>
              </a:rPr>
              <a:t>为十进制数，</a:t>
            </a:r>
            <a:r>
              <a:rPr lang="en-US" altLang="zh-CN" sz="2000" b="1" dirty="0">
                <a:effectLst>
                  <a:outerShdw blurRad="38100" dist="38100" dir="2700000" algn="tl">
                    <a:srgbClr val="FFFFFF"/>
                  </a:outerShdw>
                </a:effectLst>
                <a:latin typeface="+mn-lt"/>
                <a:ea typeface="楷体" pitchFamily="49" charset="-122"/>
              </a:rPr>
              <a:t>n</a:t>
            </a:r>
            <a:r>
              <a:rPr lang="zh-CN" altLang="en-US" sz="2000" b="1" dirty="0">
                <a:effectLst>
                  <a:outerShdw blurRad="38100" dist="38100" dir="2700000" algn="tl">
                    <a:srgbClr val="FFFFFF"/>
                  </a:outerShdw>
                </a:effectLst>
                <a:latin typeface="+mn-lt"/>
                <a:ea typeface="楷体" pitchFamily="49" charset="-122"/>
              </a:rPr>
              <a:t>为十进制整数，都不可缺少。其可表示为</a:t>
            </a:r>
            <a:r>
              <a:rPr lang="en-US" altLang="zh-CN" sz="2000" b="1" dirty="0">
                <a:effectLst>
                  <a:outerShdw blurRad="38100" dist="38100" dir="2700000" algn="tl">
                    <a:srgbClr val="FFFFFF"/>
                  </a:outerShdw>
                </a:effectLst>
                <a:latin typeface="+mn-lt"/>
                <a:ea typeface="楷体" pitchFamily="49" charset="-122"/>
              </a:rPr>
              <a:t>a×10</a:t>
            </a:r>
            <a:r>
              <a:rPr lang="en-US" altLang="zh-CN" sz="2000" b="1" baseline="30000" dirty="0">
                <a:effectLst>
                  <a:outerShdw blurRad="38100" dist="38100" dir="2700000" algn="tl">
                    <a:srgbClr val="FFFFFF"/>
                  </a:outerShdw>
                </a:effectLst>
                <a:latin typeface="+mn-lt"/>
                <a:ea typeface="楷体" pitchFamily="49" charset="-122"/>
              </a:rPr>
              <a:t>n</a:t>
            </a:r>
          </a:p>
        </p:txBody>
      </p:sp>
      <p:sp>
        <p:nvSpPr>
          <p:cNvPr id="793623" name="Rectangle 23"/>
          <p:cNvSpPr>
            <a:spLocks noChangeArrowheads="1"/>
          </p:cNvSpPr>
          <p:nvPr/>
        </p:nvSpPr>
        <p:spPr bwMode="auto">
          <a:xfrm>
            <a:off x="2879136" y="3260837"/>
            <a:ext cx="7848872" cy="707886"/>
          </a:xfrm>
          <a:prstGeom prst="rect">
            <a:avLst/>
          </a:prstGeom>
          <a:gradFill flip="none" rotWithShape="1">
            <a:gsLst>
              <a:gs pos="0">
                <a:srgbClr val="FFFFFF">
                  <a:shade val="30000"/>
                  <a:satMod val="115000"/>
                </a:srgbClr>
              </a:gs>
              <a:gs pos="50000">
                <a:srgbClr val="FFFFFF">
                  <a:shade val="67500"/>
                  <a:satMod val="115000"/>
                </a:srgbClr>
              </a:gs>
              <a:gs pos="100000">
                <a:srgbClr val="FFFFFF">
                  <a:shade val="100000"/>
                  <a:satMod val="115000"/>
                </a:srgbClr>
              </a:gs>
            </a:gsLst>
            <a:path path="circle">
              <a:fillToRect l="100000" b="100000"/>
            </a:path>
            <a:tileRect t="-100000" r="-100000"/>
          </a:gradFill>
          <a:ln w="34925">
            <a:solidFill>
              <a:schemeClr val="accent1">
                <a:lumMod val="50000"/>
              </a:schemeClr>
            </a:solidFill>
            <a:miter lim="800000"/>
            <a:headEnd/>
            <a:tailEnd/>
          </a:ln>
          <a:effectLst>
            <a:outerShdw blurRad="107950" dist="12700" dir="5400000" algn="ctr">
              <a:srgbClr val="000000"/>
            </a:outerShdw>
          </a:effectLst>
          <a:scene3d>
            <a:camera prst="orthographicFront"/>
            <a:lightRig rig="threePt" dir="t"/>
          </a:scene3d>
          <a:sp3d>
            <a:bevelT w="114300" prst="hardEdge"/>
          </a:sp3d>
        </p:spPr>
        <p:txBody>
          <a:bodyPr wrap="square" anchor="ctr">
            <a:spAutoFit/>
          </a:bodyPr>
          <a:lstStyle/>
          <a:p>
            <a:r>
              <a:rPr lang="zh-CN" altLang="en-US" sz="2000" b="1" dirty="0">
                <a:solidFill>
                  <a:srgbClr val="C01920"/>
                </a:solidFill>
                <a:latin typeface="+mn-lt"/>
                <a:ea typeface="楷体" pitchFamily="49" charset="-122"/>
              </a:rPr>
              <a:t>合法的实数表示：</a:t>
            </a:r>
          </a:p>
          <a:p>
            <a:r>
              <a:rPr lang="zh-CN" altLang="en-US" sz="2000" b="1" dirty="0">
                <a:effectLst>
                  <a:outerShdw blurRad="38100" dist="38100" dir="2700000" algn="tl">
                    <a:srgbClr val="C0C0C0"/>
                  </a:outerShdw>
                </a:effectLst>
                <a:latin typeface="+mn-lt"/>
                <a:ea typeface="楷体" pitchFamily="49" charset="-122"/>
              </a:rPr>
              <a:t>   </a:t>
            </a:r>
            <a:r>
              <a:rPr lang="en-US" altLang="zh-CN" sz="2000" b="1" dirty="0">
                <a:effectLst>
                  <a:outerShdw blurRad="38100" dist="38100" dir="2700000" algn="tl">
                    <a:srgbClr val="C0C0C0"/>
                  </a:outerShdw>
                </a:effectLst>
                <a:latin typeface="+mn-lt"/>
                <a:ea typeface="楷体" pitchFamily="49" charset="-122"/>
              </a:rPr>
              <a:t>2.1E5 </a:t>
            </a:r>
            <a:r>
              <a:rPr lang="zh-CN" altLang="en-US" sz="2000" b="1" dirty="0">
                <a:effectLst>
                  <a:outerShdw blurRad="38100" dist="38100" dir="2700000" algn="tl">
                    <a:srgbClr val="C0C0C0"/>
                  </a:outerShdw>
                </a:effectLst>
                <a:latin typeface="+mn-lt"/>
                <a:ea typeface="楷体" pitchFamily="49" charset="-122"/>
              </a:rPr>
              <a:t>表示</a:t>
            </a:r>
            <a:r>
              <a:rPr lang="en-US" altLang="zh-CN" sz="2000" b="1" dirty="0">
                <a:effectLst>
                  <a:outerShdw blurRad="38100" dist="38100" dir="2700000" algn="tl">
                    <a:srgbClr val="C0C0C0"/>
                  </a:outerShdw>
                </a:effectLst>
                <a:latin typeface="+mn-lt"/>
                <a:ea typeface="楷体" pitchFamily="49" charset="-122"/>
              </a:rPr>
              <a:t>2.1×10</a:t>
            </a:r>
            <a:r>
              <a:rPr lang="en-US" altLang="zh-CN" sz="2000" b="1" baseline="30000" dirty="0">
                <a:effectLst>
                  <a:outerShdw blurRad="38100" dist="38100" dir="2700000" algn="tl">
                    <a:srgbClr val="C0C0C0"/>
                  </a:outerShdw>
                </a:effectLst>
                <a:latin typeface="+mn-lt"/>
                <a:ea typeface="楷体" pitchFamily="49" charset="-122"/>
              </a:rPr>
              <a:t>5</a:t>
            </a:r>
            <a:r>
              <a:rPr lang="zh-CN" altLang="en-US" sz="2000" b="1" dirty="0">
                <a:effectLst>
                  <a:outerShdw blurRad="38100" dist="38100" dir="2700000" algn="tl">
                    <a:srgbClr val="C0C0C0"/>
                  </a:outerShdw>
                </a:effectLst>
                <a:latin typeface="+mn-lt"/>
                <a:ea typeface="楷体" pitchFamily="49" charset="-122"/>
              </a:rPr>
              <a:t>，</a:t>
            </a:r>
            <a:r>
              <a:rPr lang="en-US" altLang="zh-CN" sz="2000" b="1" dirty="0">
                <a:effectLst>
                  <a:outerShdw blurRad="38100" dist="38100" dir="2700000" algn="tl">
                    <a:srgbClr val="C0C0C0"/>
                  </a:outerShdw>
                </a:effectLst>
                <a:latin typeface="+mn-lt"/>
                <a:ea typeface="楷体" pitchFamily="49" charset="-122"/>
              </a:rPr>
              <a:t>3.7E-2 </a:t>
            </a:r>
            <a:r>
              <a:rPr lang="zh-CN" altLang="en-US" sz="2000" b="1" dirty="0">
                <a:effectLst>
                  <a:outerShdw blurRad="38100" dist="38100" dir="2700000" algn="tl">
                    <a:srgbClr val="C0C0C0"/>
                  </a:outerShdw>
                </a:effectLst>
                <a:latin typeface="+mn-lt"/>
                <a:ea typeface="楷体" pitchFamily="49" charset="-122"/>
              </a:rPr>
              <a:t>表示</a:t>
            </a:r>
            <a:r>
              <a:rPr lang="en-US" altLang="zh-CN" sz="2000" b="1" dirty="0">
                <a:effectLst>
                  <a:outerShdw blurRad="38100" dist="38100" dir="2700000" algn="tl">
                    <a:srgbClr val="C0C0C0"/>
                  </a:outerShdw>
                </a:effectLst>
                <a:latin typeface="+mn-lt"/>
                <a:ea typeface="楷体" pitchFamily="49" charset="-122"/>
              </a:rPr>
              <a:t>3.7×10</a:t>
            </a:r>
            <a:r>
              <a:rPr lang="en-US" altLang="zh-CN" sz="2000" b="1" baseline="30000" dirty="0">
                <a:effectLst>
                  <a:outerShdw blurRad="38100" dist="38100" dir="2700000" algn="tl">
                    <a:srgbClr val="C0C0C0"/>
                  </a:outerShdw>
                </a:effectLst>
                <a:latin typeface="+mn-lt"/>
                <a:ea typeface="楷体" pitchFamily="49" charset="-122"/>
              </a:rPr>
              <a:t>-2</a:t>
            </a:r>
            <a:r>
              <a:rPr lang="zh-CN" altLang="en-US" sz="2000" b="1" dirty="0">
                <a:effectLst>
                  <a:outerShdw blurRad="38100" dist="38100" dir="2700000" algn="tl">
                    <a:srgbClr val="C0C0C0"/>
                  </a:outerShdw>
                </a:effectLst>
                <a:latin typeface="+mn-lt"/>
                <a:ea typeface="楷体" pitchFamily="49" charset="-122"/>
              </a:rPr>
              <a:t>。</a:t>
            </a:r>
            <a:r>
              <a:rPr lang="zh-CN" altLang="en-US" sz="2000" dirty="0">
                <a:latin typeface="+mn-lt"/>
                <a:ea typeface="楷体" pitchFamily="49" charset="-122"/>
              </a:rPr>
              <a:t> </a:t>
            </a:r>
          </a:p>
        </p:txBody>
      </p:sp>
      <p:sp>
        <p:nvSpPr>
          <p:cNvPr id="793627" name="Rectangle 27"/>
          <p:cNvSpPr>
            <a:spLocks noChangeArrowheads="1"/>
          </p:cNvSpPr>
          <p:nvPr/>
        </p:nvSpPr>
        <p:spPr bwMode="auto">
          <a:xfrm>
            <a:off x="972267" y="3425955"/>
            <a:ext cx="4824412" cy="457200"/>
          </a:xfrm>
          <a:prstGeom prst="rect">
            <a:avLst/>
          </a:prstGeom>
          <a:noFill/>
          <a:ln w="9525">
            <a:noFill/>
            <a:miter lim="800000"/>
            <a:headEnd/>
            <a:tailEnd/>
          </a:ln>
          <a:effectLst/>
        </p:spPr>
        <p:txBody>
          <a:bodyPr anchor="ctr">
            <a:spAutoFit/>
          </a:bodyPr>
          <a:lstStyle/>
          <a:p>
            <a:pPr marL="457200" indent="-457200">
              <a:buClr>
                <a:srgbClr val="C01920"/>
              </a:buClr>
              <a:buFont typeface="Wingdings" pitchFamily="2" charset="2"/>
              <a:buChar char="Ø"/>
              <a:tabLst>
                <a:tab pos="495300" algn="l"/>
              </a:tabLst>
            </a:pPr>
            <a:r>
              <a:rPr lang="zh-CN" altLang="en-US" b="1" dirty="0">
                <a:solidFill>
                  <a:srgbClr val="C01920"/>
                </a:solidFill>
                <a:latin typeface="+mn-lt"/>
                <a:ea typeface="楷体" pitchFamily="49" charset="-122"/>
              </a:rPr>
              <a:t>实型变量    </a:t>
            </a:r>
          </a:p>
        </p:txBody>
      </p:sp>
      <p:sp>
        <p:nvSpPr>
          <p:cNvPr id="793628" name="Rectangle 28"/>
          <p:cNvSpPr>
            <a:spLocks noChangeArrowheads="1"/>
          </p:cNvSpPr>
          <p:nvPr/>
        </p:nvSpPr>
        <p:spPr bwMode="auto">
          <a:xfrm>
            <a:off x="1497806" y="3922216"/>
            <a:ext cx="8918673" cy="2512034"/>
          </a:xfrm>
          <a:prstGeom prst="rect">
            <a:avLst/>
          </a:prstGeom>
          <a:noFill/>
          <a:ln w="9525">
            <a:noFill/>
            <a:miter lim="800000"/>
            <a:headEnd/>
            <a:tailEnd/>
          </a:ln>
          <a:effectLst/>
        </p:spPr>
        <p:txBody>
          <a:bodyPr wrap="square" anchor="ctr">
            <a:spAutoFit/>
          </a:bodyPr>
          <a:lstStyle/>
          <a:p>
            <a:pPr>
              <a:lnSpc>
                <a:spcPts val="3200"/>
              </a:lnSpc>
              <a:buFont typeface="Wingdings" pitchFamily="2" charset="2"/>
              <a:buChar char="l"/>
              <a:tabLst>
                <a:tab pos="571500" algn="l"/>
              </a:tabLst>
            </a:pPr>
            <a:r>
              <a:rPr lang="en-US" altLang="zh-CN" sz="2000" b="1" dirty="0">
                <a:solidFill>
                  <a:srgbClr val="002060"/>
                </a:solidFill>
                <a:effectLst>
                  <a:outerShdw blurRad="38100" dist="38100" dir="2700000" algn="tl">
                    <a:srgbClr val="FFFFFF"/>
                  </a:outerShdw>
                </a:effectLst>
                <a:latin typeface="+mn-lt"/>
                <a:ea typeface="楷体" pitchFamily="49" charset="-122"/>
              </a:rPr>
              <a:t> </a:t>
            </a:r>
            <a:r>
              <a:rPr lang="zh-CN" altLang="en-US" sz="2000" b="1" dirty="0">
                <a:solidFill>
                  <a:srgbClr val="002060"/>
                </a:solidFill>
                <a:effectLst>
                  <a:outerShdw blurRad="38100" dist="38100" dir="2700000" algn="tl">
                    <a:srgbClr val="FFFFFF"/>
                  </a:outerShdw>
                </a:effectLst>
                <a:latin typeface="+mn-lt"/>
                <a:ea typeface="楷体" pitchFamily="49" charset="-122"/>
              </a:rPr>
              <a:t>单精度实型（</a:t>
            </a:r>
            <a:r>
              <a:rPr lang="en-US" altLang="zh-CN" sz="2000" b="1" dirty="0">
                <a:solidFill>
                  <a:srgbClr val="002060"/>
                </a:solidFill>
                <a:effectLst>
                  <a:outerShdw blurRad="38100" dist="38100" dir="2700000" algn="tl">
                    <a:srgbClr val="000000"/>
                  </a:outerShdw>
                </a:effectLst>
                <a:latin typeface="+mn-lt"/>
                <a:ea typeface="楷体" pitchFamily="49" charset="-122"/>
              </a:rPr>
              <a:t>float</a:t>
            </a:r>
            <a:r>
              <a:rPr lang="zh-CN" altLang="en-US" sz="2000" b="1" dirty="0">
                <a:solidFill>
                  <a:srgbClr val="002060"/>
                </a:solidFill>
                <a:effectLst>
                  <a:outerShdw blurRad="38100" dist="38100" dir="2700000" algn="tl">
                    <a:srgbClr val="FFFFFF"/>
                  </a:outerShdw>
                </a:effectLst>
                <a:latin typeface="+mn-lt"/>
                <a:ea typeface="楷体" pitchFamily="49" charset="-122"/>
              </a:rPr>
              <a:t>）</a:t>
            </a:r>
          </a:p>
          <a:p>
            <a:pPr>
              <a:lnSpc>
                <a:spcPts val="3200"/>
              </a:lnSpc>
              <a:tabLst>
                <a:tab pos="571500" algn="l"/>
              </a:tabLst>
            </a:pPr>
            <a:r>
              <a:rPr lang="zh-CN" altLang="en-US" sz="2000" b="1" dirty="0">
                <a:effectLst>
                  <a:outerShdw blurRad="38100" dist="38100" dir="2700000" algn="tl">
                    <a:srgbClr val="FFFFFF"/>
                  </a:outerShdw>
                </a:effectLst>
                <a:latin typeface="+mn-lt"/>
                <a:ea typeface="楷体" pitchFamily="49" charset="-122"/>
              </a:rPr>
              <a:t>     </a:t>
            </a:r>
            <a:r>
              <a:rPr lang="en-US" altLang="zh-CN" sz="2000" b="1" dirty="0">
                <a:effectLst>
                  <a:outerShdw blurRad="38100" dist="38100" dir="2700000" algn="tl">
                    <a:srgbClr val="FFFFFF"/>
                  </a:outerShdw>
                </a:effectLst>
                <a:latin typeface="+mn-lt"/>
                <a:ea typeface="楷体" pitchFamily="49" charset="-122"/>
              </a:rPr>
              <a:t>float f = 3.14, g;</a:t>
            </a:r>
            <a:r>
              <a:rPr lang="en-US" altLang="zh-CN" sz="2000" b="1" dirty="0">
                <a:solidFill>
                  <a:srgbClr val="FF3300"/>
                </a:solidFill>
                <a:effectLst>
                  <a:outerShdw blurRad="38100" dist="38100" dir="2700000" algn="tl">
                    <a:srgbClr val="000000"/>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这种定义的变量在内存中</a:t>
            </a:r>
            <a:r>
              <a:rPr lang="zh-CN" altLang="en-US" sz="2000" b="1" dirty="0">
                <a:solidFill>
                  <a:srgbClr val="C00000"/>
                </a:solidFill>
                <a:effectLst>
                  <a:outerShdw blurRad="38100" dist="38100" dir="2700000" algn="tl">
                    <a:srgbClr val="FFFFFF"/>
                  </a:outerShdw>
                </a:effectLst>
                <a:latin typeface="+mn-lt"/>
                <a:ea typeface="楷体" pitchFamily="49" charset="-122"/>
              </a:rPr>
              <a:t>占</a:t>
            </a:r>
            <a:r>
              <a:rPr lang="en-US" altLang="zh-CN" sz="2000" b="1" dirty="0">
                <a:solidFill>
                  <a:srgbClr val="C00000"/>
                </a:solidFill>
                <a:effectLst>
                  <a:outerShdw blurRad="38100" dist="38100" dir="2700000" algn="tl">
                    <a:srgbClr val="FFFFFF"/>
                  </a:outerShdw>
                </a:effectLst>
                <a:latin typeface="+mn-lt"/>
                <a:ea typeface="楷体" pitchFamily="49" charset="-122"/>
              </a:rPr>
              <a:t>4</a:t>
            </a:r>
            <a:r>
              <a:rPr lang="zh-CN" altLang="en-US" sz="2000" b="1" dirty="0">
                <a:solidFill>
                  <a:srgbClr val="C00000"/>
                </a:solidFill>
                <a:effectLst>
                  <a:outerShdw blurRad="38100" dist="38100" dir="2700000" algn="tl">
                    <a:srgbClr val="FFFFFF"/>
                  </a:outerShdw>
                </a:effectLst>
                <a:latin typeface="+mn-lt"/>
                <a:ea typeface="楷体" pitchFamily="49" charset="-122"/>
              </a:rPr>
              <a:t>个字节（</a:t>
            </a:r>
            <a:r>
              <a:rPr lang="en-US" altLang="zh-CN" sz="2000" b="1" dirty="0">
                <a:solidFill>
                  <a:srgbClr val="C00000"/>
                </a:solidFill>
                <a:effectLst>
                  <a:outerShdw blurRad="38100" dist="38100" dir="2700000" algn="tl">
                    <a:srgbClr val="FFFFFF"/>
                  </a:outerShdw>
                </a:effectLst>
                <a:latin typeface="+mn-lt"/>
                <a:ea typeface="楷体" pitchFamily="49" charset="-122"/>
              </a:rPr>
              <a:t>32</a:t>
            </a:r>
            <a:r>
              <a:rPr lang="zh-CN" altLang="en-US" sz="2000" b="1" dirty="0">
                <a:solidFill>
                  <a:srgbClr val="C00000"/>
                </a:solidFill>
                <a:effectLst>
                  <a:outerShdw blurRad="38100" dist="38100" dir="2700000" algn="tl">
                    <a:srgbClr val="FFFFFF"/>
                  </a:outerShdw>
                </a:effectLst>
                <a:latin typeface="+mn-lt"/>
                <a:ea typeface="楷体" pitchFamily="49" charset="-122"/>
              </a:rPr>
              <a:t>位）</a:t>
            </a:r>
            <a:r>
              <a:rPr lang="zh-CN" altLang="en-US" sz="2000" b="1" dirty="0">
                <a:effectLst>
                  <a:outerShdw blurRad="38100" dist="38100" dir="2700000" algn="tl">
                    <a:srgbClr val="FFFFFF"/>
                  </a:outerShdw>
                </a:effectLst>
                <a:latin typeface="+mn-lt"/>
                <a:ea typeface="楷体" pitchFamily="49" charset="-122"/>
              </a:rPr>
              <a:t>的存储单元。</a:t>
            </a:r>
          </a:p>
          <a:p>
            <a:pPr>
              <a:lnSpc>
                <a:spcPts val="3200"/>
              </a:lnSpc>
              <a:buFont typeface="Wingdings" pitchFamily="2" charset="2"/>
              <a:buChar char="l"/>
              <a:tabLst>
                <a:tab pos="571500" algn="l"/>
              </a:tabLst>
            </a:pPr>
            <a:r>
              <a:rPr lang="zh-CN" altLang="en-US" sz="2000" b="1" dirty="0">
                <a:solidFill>
                  <a:srgbClr val="002060"/>
                </a:solidFill>
                <a:effectLst>
                  <a:outerShdw blurRad="38100" dist="38100" dir="2700000" algn="tl">
                    <a:srgbClr val="FFFFFF"/>
                  </a:outerShdw>
                </a:effectLst>
                <a:latin typeface="+mn-lt"/>
                <a:ea typeface="楷体" pitchFamily="49" charset="-122"/>
              </a:rPr>
              <a:t> 双精度实型（</a:t>
            </a:r>
            <a:r>
              <a:rPr lang="en-US" altLang="zh-CN" sz="2000" b="1" dirty="0">
                <a:solidFill>
                  <a:srgbClr val="002060"/>
                </a:solidFill>
                <a:effectLst>
                  <a:outerShdw blurRad="38100" dist="38100" dir="2700000" algn="tl">
                    <a:srgbClr val="000000"/>
                  </a:outerShdw>
                </a:effectLst>
                <a:latin typeface="+mn-lt"/>
                <a:ea typeface="楷体" pitchFamily="49" charset="-122"/>
              </a:rPr>
              <a:t>double</a:t>
            </a:r>
            <a:r>
              <a:rPr lang="zh-CN" altLang="en-US" sz="2000" b="1" dirty="0">
                <a:solidFill>
                  <a:srgbClr val="002060"/>
                </a:solidFill>
                <a:effectLst>
                  <a:outerShdw blurRad="38100" dist="38100" dir="2700000" algn="tl">
                    <a:srgbClr val="FFFFFF"/>
                  </a:outerShdw>
                </a:effectLst>
                <a:latin typeface="+mn-lt"/>
                <a:ea typeface="楷体" pitchFamily="49" charset="-122"/>
              </a:rPr>
              <a:t>）</a:t>
            </a:r>
          </a:p>
          <a:p>
            <a:pPr>
              <a:lnSpc>
                <a:spcPts val="3200"/>
              </a:lnSpc>
              <a:tabLst>
                <a:tab pos="571500" algn="l"/>
              </a:tabLst>
            </a:pPr>
            <a:r>
              <a:rPr lang="zh-CN" altLang="en-US" sz="2000" b="1" dirty="0">
                <a:effectLst>
                  <a:outerShdw blurRad="38100" dist="38100" dir="2700000" algn="tl">
                    <a:srgbClr val="FFFFFF"/>
                  </a:outerShdw>
                </a:effectLst>
                <a:latin typeface="+mn-lt"/>
                <a:ea typeface="楷体" pitchFamily="49" charset="-122"/>
              </a:rPr>
              <a:t>     </a:t>
            </a:r>
            <a:r>
              <a:rPr lang="en-US" altLang="zh-CN" sz="2000" b="1" dirty="0">
                <a:effectLst>
                  <a:outerShdw blurRad="38100" dist="38100" dir="2700000" algn="tl">
                    <a:srgbClr val="FFFFFF"/>
                  </a:outerShdw>
                </a:effectLst>
                <a:latin typeface="+mn-lt"/>
                <a:ea typeface="楷体" pitchFamily="49" charset="-122"/>
              </a:rPr>
              <a:t>double x, y;  </a:t>
            </a:r>
            <a:r>
              <a:rPr lang="zh-CN" altLang="en-US" sz="2000" b="1" dirty="0">
                <a:effectLst>
                  <a:outerShdw blurRad="38100" dist="38100" dir="2700000" algn="tl">
                    <a:srgbClr val="FFFFFF"/>
                  </a:outerShdw>
                </a:effectLst>
                <a:latin typeface="+mn-lt"/>
                <a:ea typeface="楷体" pitchFamily="49" charset="-122"/>
              </a:rPr>
              <a:t>这种定义的变量在内存中</a:t>
            </a:r>
            <a:r>
              <a:rPr lang="zh-CN" altLang="en-US" sz="2000" b="1" dirty="0">
                <a:solidFill>
                  <a:srgbClr val="C00000"/>
                </a:solidFill>
                <a:effectLst>
                  <a:outerShdw blurRad="38100" dist="38100" dir="2700000" algn="tl">
                    <a:srgbClr val="FFFFFF"/>
                  </a:outerShdw>
                </a:effectLst>
                <a:latin typeface="+mn-lt"/>
                <a:ea typeface="楷体" pitchFamily="49" charset="-122"/>
              </a:rPr>
              <a:t>占</a:t>
            </a:r>
            <a:r>
              <a:rPr lang="en-US" altLang="zh-CN" sz="2000" b="1" dirty="0">
                <a:solidFill>
                  <a:srgbClr val="C00000"/>
                </a:solidFill>
                <a:effectLst>
                  <a:outerShdw blurRad="38100" dist="38100" dir="2700000" algn="tl">
                    <a:srgbClr val="FFFFFF"/>
                  </a:outerShdw>
                </a:effectLst>
                <a:latin typeface="+mn-lt"/>
                <a:ea typeface="楷体" pitchFamily="49" charset="-122"/>
              </a:rPr>
              <a:t>8</a:t>
            </a:r>
            <a:r>
              <a:rPr lang="zh-CN" altLang="en-US" sz="2000" b="1" dirty="0">
                <a:solidFill>
                  <a:srgbClr val="C00000"/>
                </a:solidFill>
                <a:effectLst>
                  <a:outerShdw blurRad="38100" dist="38100" dir="2700000" algn="tl">
                    <a:srgbClr val="FFFFFF"/>
                  </a:outerShdw>
                </a:effectLst>
                <a:latin typeface="+mn-lt"/>
                <a:ea typeface="楷体" pitchFamily="49" charset="-122"/>
              </a:rPr>
              <a:t>个字节（</a:t>
            </a:r>
            <a:r>
              <a:rPr lang="en-US" altLang="zh-CN" sz="2000" b="1" dirty="0">
                <a:solidFill>
                  <a:srgbClr val="C00000"/>
                </a:solidFill>
                <a:effectLst>
                  <a:outerShdw blurRad="38100" dist="38100" dir="2700000" algn="tl">
                    <a:srgbClr val="FFFFFF"/>
                  </a:outerShdw>
                </a:effectLst>
                <a:latin typeface="+mn-lt"/>
                <a:ea typeface="楷体" pitchFamily="49" charset="-122"/>
              </a:rPr>
              <a:t>64</a:t>
            </a:r>
            <a:r>
              <a:rPr lang="zh-CN" altLang="en-US" sz="2000" b="1" dirty="0">
                <a:solidFill>
                  <a:srgbClr val="C00000"/>
                </a:solidFill>
                <a:effectLst>
                  <a:outerShdw blurRad="38100" dist="38100" dir="2700000" algn="tl">
                    <a:srgbClr val="FFFFFF"/>
                  </a:outerShdw>
                </a:effectLst>
                <a:latin typeface="+mn-lt"/>
                <a:ea typeface="楷体" pitchFamily="49" charset="-122"/>
              </a:rPr>
              <a:t>位）</a:t>
            </a:r>
            <a:r>
              <a:rPr lang="zh-CN" altLang="en-US" sz="2000" b="1" dirty="0">
                <a:effectLst>
                  <a:outerShdw blurRad="38100" dist="38100" dir="2700000" algn="tl">
                    <a:srgbClr val="FFFFFF"/>
                  </a:outerShdw>
                </a:effectLst>
                <a:latin typeface="+mn-lt"/>
                <a:ea typeface="楷体" pitchFamily="49" charset="-122"/>
              </a:rPr>
              <a:t>的存储单元。</a:t>
            </a:r>
            <a:r>
              <a:rPr lang="zh-CN" altLang="en-US" sz="2000" b="1" dirty="0">
                <a:solidFill>
                  <a:srgbClr val="FF3300"/>
                </a:solidFill>
                <a:effectLst>
                  <a:outerShdw blurRad="38100" dist="38100" dir="2700000" algn="tl">
                    <a:srgbClr val="000000"/>
                  </a:outerShdw>
                </a:effectLst>
                <a:latin typeface="+mn-lt"/>
                <a:ea typeface="楷体" pitchFamily="49" charset="-122"/>
              </a:rPr>
              <a:t> </a:t>
            </a:r>
          </a:p>
          <a:p>
            <a:pPr>
              <a:lnSpc>
                <a:spcPts val="3200"/>
              </a:lnSpc>
              <a:buFont typeface="Wingdings" pitchFamily="2" charset="2"/>
              <a:buChar char="l"/>
              <a:tabLst>
                <a:tab pos="571500" algn="l"/>
              </a:tabLst>
            </a:pPr>
            <a:r>
              <a:rPr lang="zh-CN" altLang="en-US" sz="2000" b="1" dirty="0">
                <a:solidFill>
                  <a:srgbClr val="002060"/>
                </a:solidFill>
                <a:effectLst>
                  <a:outerShdw blurRad="38100" dist="38100" dir="2700000" algn="tl">
                    <a:srgbClr val="FFFFFF"/>
                  </a:outerShdw>
                </a:effectLst>
                <a:latin typeface="+mn-lt"/>
                <a:ea typeface="楷体" pitchFamily="49" charset="-122"/>
              </a:rPr>
              <a:t> 长双精度实型（</a:t>
            </a:r>
            <a:r>
              <a:rPr lang="en-US" altLang="zh-CN" sz="2000" b="1" dirty="0">
                <a:solidFill>
                  <a:srgbClr val="002060"/>
                </a:solidFill>
                <a:effectLst>
                  <a:outerShdw blurRad="38100" dist="38100" dir="2700000" algn="tl">
                    <a:srgbClr val="000000"/>
                  </a:outerShdw>
                </a:effectLst>
                <a:latin typeface="+mn-lt"/>
                <a:ea typeface="楷体" pitchFamily="49" charset="-122"/>
              </a:rPr>
              <a:t>long double</a:t>
            </a:r>
            <a:r>
              <a:rPr lang="zh-CN" altLang="en-US" sz="2000" b="1" dirty="0">
                <a:solidFill>
                  <a:srgbClr val="002060"/>
                </a:solidFill>
                <a:effectLst>
                  <a:outerShdw blurRad="38100" dist="38100" dir="2700000" algn="tl">
                    <a:srgbClr val="FFFFFF"/>
                  </a:outerShdw>
                </a:effectLst>
                <a:latin typeface="+mn-lt"/>
                <a:ea typeface="楷体" pitchFamily="49" charset="-122"/>
              </a:rPr>
              <a:t>）</a:t>
            </a:r>
          </a:p>
          <a:p>
            <a:pPr>
              <a:lnSpc>
                <a:spcPts val="3200"/>
              </a:lnSpc>
              <a:tabLst>
                <a:tab pos="571500" algn="l"/>
              </a:tabLst>
            </a:pPr>
            <a:r>
              <a:rPr lang="zh-CN" altLang="en-US" sz="2000" b="1" dirty="0">
                <a:effectLst>
                  <a:outerShdw blurRad="38100" dist="38100" dir="2700000" algn="tl">
                    <a:srgbClr val="FFFFFF"/>
                  </a:outerShdw>
                </a:effectLst>
                <a:latin typeface="+mn-lt"/>
                <a:ea typeface="楷体" pitchFamily="49" charset="-122"/>
              </a:rPr>
              <a:t>     </a:t>
            </a:r>
            <a:r>
              <a:rPr lang="en-US" altLang="zh-CN" sz="2000" b="1" dirty="0">
                <a:effectLst>
                  <a:outerShdw blurRad="38100" dist="38100" dir="2700000" algn="tl">
                    <a:srgbClr val="FFFFFF"/>
                  </a:outerShdw>
                </a:effectLst>
                <a:latin typeface="+mn-lt"/>
                <a:ea typeface="楷体" pitchFamily="49" charset="-122"/>
              </a:rPr>
              <a:t>long double x, y;</a:t>
            </a:r>
          </a:p>
        </p:txBody>
      </p:sp>
      <p:sp>
        <p:nvSpPr>
          <p:cNvPr id="793625" name="Rectangle 25"/>
          <p:cNvSpPr>
            <a:spLocks noChangeArrowheads="1"/>
          </p:cNvSpPr>
          <p:nvPr/>
        </p:nvSpPr>
        <p:spPr bwMode="auto">
          <a:xfrm>
            <a:off x="2847484" y="3231718"/>
            <a:ext cx="7880524" cy="1015663"/>
          </a:xfrm>
          <a:prstGeom prst="rect">
            <a:avLst/>
          </a:prstGeom>
          <a:gradFill flip="none" rotWithShape="1">
            <a:gsLst>
              <a:gs pos="0">
                <a:srgbClr val="FFFFFF">
                  <a:shade val="30000"/>
                  <a:satMod val="115000"/>
                </a:srgbClr>
              </a:gs>
              <a:gs pos="50000">
                <a:srgbClr val="FFFFFF">
                  <a:shade val="67500"/>
                  <a:satMod val="115000"/>
                </a:srgbClr>
              </a:gs>
              <a:gs pos="100000">
                <a:srgbClr val="FFFFFF">
                  <a:shade val="100000"/>
                  <a:satMod val="115000"/>
                </a:srgbClr>
              </a:gs>
            </a:gsLst>
            <a:path path="circle">
              <a:fillToRect l="100000" b="100000"/>
            </a:path>
            <a:tileRect t="-100000" r="-100000"/>
          </a:gradFill>
          <a:ln w="38100">
            <a:solidFill>
              <a:srgbClr val="0066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square" anchor="ctr">
            <a:spAutoFit/>
          </a:bodyPr>
          <a:lstStyle/>
          <a:p>
            <a:r>
              <a:rPr lang="zh-CN" altLang="en-US" sz="2000" b="1" dirty="0">
                <a:solidFill>
                  <a:srgbClr val="C01920"/>
                </a:solidFill>
                <a:latin typeface="+mn-lt"/>
                <a:ea typeface="楷体" pitchFamily="49" charset="-122"/>
              </a:rPr>
              <a:t>非法的实数表示：</a:t>
            </a:r>
          </a:p>
          <a:p>
            <a:r>
              <a:rPr lang="zh-CN" altLang="en-US" sz="2000" b="1" dirty="0">
                <a:effectLst>
                  <a:outerShdw blurRad="38100" dist="38100" dir="2700000" algn="tl">
                    <a:srgbClr val="C0C0C0"/>
                  </a:outerShdw>
                </a:effectLst>
                <a:latin typeface="+mn-lt"/>
                <a:ea typeface="楷体" pitchFamily="49" charset="-122"/>
              </a:rPr>
              <a:t>    </a:t>
            </a:r>
            <a:r>
              <a:rPr lang="en-US" altLang="zh-CN" sz="2000" b="1" dirty="0">
                <a:effectLst>
                  <a:outerShdw blurRad="38100" dist="38100" dir="2700000" algn="tl">
                    <a:srgbClr val="C0C0C0"/>
                  </a:outerShdw>
                </a:effectLst>
                <a:latin typeface="+mn-lt"/>
                <a:ea typeface="楷体" pitchFamily="49" charset="-122"/>
              </a:rPr>
              <a:t>345</a:t>
            </a:r>
            <a:r>
              <a:rPr lang="en-US" altLang="zh-CN" sz="2000" b="1" dirty="0">
                <a:solidFill>
                  <a:srgbClr val="002060"/>
                </a:solidFill>
                <a:effectLst>
                  <a:outerShdw blurRad="38100" dist="38100" dir="2700000" algn="tl">
                    <a:srgbClr val="C0C0C0"/>
                  </a:outerShdw>
                </a:effectLst>
                <a:latin typeface="+mn-lt"/>
                <a:ea typeface="楷体" pitchFamily="49" charset="-122"/>
              </a:rPr>
              <a:t>(</a:t>
            </a:r>
            <a:r>
              <a:rPr lang="zh-CN" altLang="en-US" sz="2000" b="1" dirty="0">
                <a:solidFill>
                  <a:srgbClr val="002060"/>
                </a:solidFill>
                <a:effectLst>
                  <a:outerShdw blurRad="38100" dist="38100" dir="2700000" algn="tl">
                    <a:srgbClr val="C0C0C0"/>
                  </a:outerShdw>
                </a:effectLst>
                <a:latin typeface="+mn-lt"/>
                <a:ea typeface="楷体" pitchFamily="49" charset="-122"/>
              </a:rPr>
              <a:t>无小数点）</a:t>
            </a:r>
            <a:r>
              <a:rPr lang="zh-CN" altLang="en-US" sz="2000" dirty="0">
                <a:solidFill>
                  <a:srgbClr val="002060"/>
                </a:solidFill>
                <a:latin typeface="+mn-lt"/>
                <a:ea typeface="楷体" pitchFamily="49" charset="-122"/>
              </a:rPr>
              <a:t> </a:t>
            </a:r>
            <a:r>
              <a:rPr lang="zh-CN" altLang="en-US" sz="2000" b="1" dirty="0">
                <a:effectLst>
                  <a:outerShdw blurRad="38100" dist="38100" dir="2700000" algn="tl">
                    <a:srgbClr val="C0C0C0"/>
                  </a:outerShdw>
                </a:effectLst>
                <a:latin typeface="+mn-lt"/>
                <a:ea typeface="楷体" pitchFamily="49" charset="-122"/>
              </a:rPr>
              <a:t>，</a:t>
            </a:r>
            <a:r>
              <a:rPr lang="en-US" altLang="zh-CN" sz="2000" b="1" dirty="0">
                <a:effectLst>
                  <a:outerShdw blurRad="38100" dist="38100" dir="2700000" algn="tl">
                    <a:srgbClr val="C0C0C0"/>
                  </a:outerShdw>
                </a:effectLst>
                <a:latin typeface="+mn-lt"/>
                <a:ea typeface="楷体" pitchFamily="49" charset="-122"/>
              </a:rPr>
              <a:t>E7</a:t>
            </a:r>
            <a:r>
              <a:rPr lang="en-US" altLang="zh-CN" sz="2000" b="1" dirty="0">
                <a:solidFill>
                  <a:srgbClr val="002060"/>
                </a:solidFill>
                <a:effectLst>
                  <a:outerShdw blurRad="38100" dist="38100" dir="2700000" algn="tl">
                    <a:srgbClr val="C0C0C0"/>
                  </a:outerShdw>
                </a:effectLst>
                <a:latin typeface="+mn-lt"/>
                <a:ea typeface="楷体" pitchFamily="49" charset="-122"/>
              </a:rPr>
              <a:t>(</a:t>
            </a:r>
            <a:r>
              <a:rPr lang="zh-CN" altLang="en-US" sz="2000" b="1" dirty="0">
                <a:solidFill>
                  <a:srgbClr val="002060"/>
                </a:solidFill>
                <a:effectLst>
                  <a:outerShdw blurRad="38100" dist="38100" dir="2700000" algn="tl">
                    <a:srgbClr val="C0C0C0"/>
                  </a:outerShdw>
                </a:effectLst>
                <a:latin typeface="+mn-lt"/>
                <a:ea typeface="楷体" pitchFamily="49" charset="-122"/>
              </a:rPr>
              <a:t>阶码标志</a:t>
            </a:r>
            <a:r>
              <a:rPr lang="en-US" altLang="zh-CN" sz="2000" b="1" dirty="0">
                <a:solidFill>
                  <a:srgbClr val="002060"/>
                </a:solidFill>
                <a:effectLst>
                  <a:outerShdw blurRad="38100" dist="38100" dir="2700000" algn="tl">
                    <a:srgbClr val="C0C0C0"/>
                  </a:outerShdw>
                </a:effectLst>
                <a:latin typeface="+mn-lt"/>
                <a:ea typeface="楷体" pitchFamily="49" charset="-122"/>
              </a:rPr>
              <a:t>E</a:t>
            </a:r>
            <a:r>
              <a:rPr lang="zh-CN" altLang="en-US" sz="2000" b="1" dirty="0">
                <a:solidFill>
                  <a:srgbClr val="002060"/>
                </a:solidFill>
                <a:effectLst>
                  <a:outerShdw blurRad="38100" dist="38100" dir="2700000" algn="tl">
                    <a:srgbClr val="C0C0C0"/>
                  </a:outerShdw>
                </a:effectLst>
                <a:latin typeface="+mn-lt"/>
                <a:ea typeface="楷体" pitchFamily="49" charset="-122"/>
              </a:rPr>
              <a:t>之前无数字</a:t>
            </a:r>
            <a:r>
              <a:rPr lang="en-US" altLang="zh-CN" sz="2000" b="1" dirty="0">
                <a:solidFill>
                  <a:srgbClr val="002060"/>
                </a:solidFill>
                <a:effectLst>
                  <a:outerShdw blurRad="38100" dist="38100" dir="2700000" algn="tl">
                    <a:srgbClr val="C0C0C0"/>
                  </a:outerShdw>
                </a:effectLst>
                <a:latin typeface="+mn-lt"/>
                <a:ea typeface="楷体" pitchFamily="49" charset="-122"/>
              </a:rPr>
              <a:t>)</a:t>
            </a:r>
            <a:r>
              <a:rPr lang="en-US" altLang="zh-CN" sz="2000" dirty="0">
                <a:solidFill>
                  <a:srgbClr val="002060"/>
                </a:solidFill>
                <a:latin typeface="+mn-lt"/>
                <a:ea typeface="楷体" pitchFamily="49" charset="-122"/>
              </a:rPr>
              <a:t> </a:t>
            </a:r>
            <a:r>
              <a:rPr lang="zh-CN" altLang="en-US" sz="2000" b="1" dirty="0">
                <a:effectLst>
                  <a:outerShdw blurRad="38100" dist="38100" dir="2700000" algn="tl">
                    <a:srgbClr val="C0C0C0"/>
                  </a:outerShdw>
                </a:effectLst>
                <a:latin typeface="+mn-lt"/>
                <a:ea typeface="楷体" pitchFamily="49" charset="-122"/>
              </a:rPr>
              <a:t>，</a:t>
            </a:r>
          </a:p>
          <a:p>
            <a:r>
              <a:rPr lang="zh-CN" altLang="en-US" sz="2000" b="1" dirty="0">
                <a:effectLst>
                  <a:outerShdw blurRad="38100" dist="38100" dir="2700000" algn="tl">
                    <a:srgbClr val="C0C0C0"/>
                  </a:outerShdw>
                </a:effectLst>
                <a:latin typeface="+mn-lt"/>
                <a:ea typeface="楷体" pitchFamily="49" charset="-122"/>
              </a:rPr>
              <a:t>    </a:t>
            </a:r>
            <a:r>
              <a:rPr lang="en-US" altLang="zh-CN" sz="2000" b="1" dirty="0">
                <a:effectLst>
                  <a:outerShdw blurRad="38100" dist="38100" dir="2700000" algn="tl">
                    <a:srgbClr val="C0C0C0"/>
                  </a:outerShdw>
                </a:effectLst>
                <a:latin typeface="+mn-lt"/>
                <a:ea typeface="楷体" pitchFamily="49" charset="-122"/>
              </a:rPr>
              <a:t>-5</a:t>
            </a:r>
            <a:r>
              <a:rPr lang="en-US" altLang="zh-CN" sz="2000" b="1" dirty="0">
                <a:solidFill>
                  <a:srgbClr val="002060"/>
                </a:solidFill>
                <a:effectLst>
                  <a:outerShdw blurRad="38100" dist="38100" dir="2700000" algn="tl">
                    <a:srgbClr val="C0C0C0"/>
                  </a:outerShdw>
                </a:effectLst>
                <a:latin typeface="+mn-lt"/>
                <a:ea typeface="楷体" pitchFamily="49" charset="-122"/>
              </a:rPr>
              <a:t>(</a:t>
            </a:r>
            <a:r>
              <a:rPr lang="zh-CN" altLang="en-US" sz="2000" b="1" dirty="0">
                <a:solidFill>
                  <a:srgbClr val="002060"/>
                </a:solidFill>
                <a:effectLst>
                  <a:outerShdw blurRad="38100" dist="38100" dir="2700000" algn="tl">
                    <a:srgbClr val="C0C0C0"/>
                  </a:outerShdw>
                </a:effectLst>
                <a:latin typeface="+mn-lt"/>
                <a:ea typeface="楷体" pitchFamily="49" charset="-122"/>
              </a:rPr>
              <a:t>无阶码标志</a:t>
            </a:r>
            <a:r>
              <a:rPr lang="en-US" altLang="zh-CN" sz="2000" b="1" dirty="0">
                <a:solidFill>
                  <a:srgbClr val="002060"/>
                </a:solidFill>
                <a:effectLst>
                  <a:outerShdw blurRad="38100" dist="38100" dir="2700000" algn="tl">
                    <a:srgbClr val="C0C0C0"/>
                  </a:outerShdw>
                </a:effectLst>
                <a:latin typeface="+mn-lt"/>
                <a:ea typeface="楷体" pitchFamily="49" charset="-122"/>
              </a:rPr>
              <a:t>)</a:t>
            </a:r>
            <a:r>
              <a:rPr lang="en-US" altLang="zh-CN" sz="2000" dirty="0">
                <a:solidFill>
                  <a:srgbClr val="002060"/>
                </a:solidFill>
                <a:latin typeface="+mn-lt"/>
                <a:ea typeface="楷体" pitchFamily="49" charset="-122"/>
              </a:rPr>
              <a:t> </a:t>
            </a:r>
            <a:r>
              <a:rPr lang="zh-CN" altLang="en-US" sz="2000" b="1" dirty="0">
                <a:effectLst>
                  <a:outerShdw blurRad="38100" dist="38100" dir="2700000" algn="tl">
                    <a:srgbClr val="C0C0C0"/>
                  </a:outerShdw>
                </a:effectLst>
                <a:latin typeface="+mn-lt"/>
                <a:ea typeface="楷体" pitchFamily="49" charset="-122"/>
              </a:rPr>
              <a:t>，</a:t>
            </a:r>
            <a:r>
              <a:rPr lang="en-US" altLang="zh-CN" sz="2000" b="1" dirty="0">
                <a:effectLst>
                  <a:outerShdw blurRad="38100" dist="38100" dir="2700000" algn="tl">
                    <a:srgbClr val="C0C0C0"/>
                  </a:outerShdw>
                </a:effectLst>
                <a:latin typeface="+mn-lt"/>
                <a:ea typeface="楷体" pitchFamily="49" charset="-122"/>
              </a:rPr>
              <a:t>50.-E3</a:t>
            </a:r>
            <a:r>
              <a:rPr lang="en-US" altLang="zh-CN" sz="2000" b="1" dirty="0">
                <a:solidFill>
                  <a:srgbClr val="002060"/>
                </a:solidFill>
                <a:effectLst>
                  <a:outerShdw blurRad="38100" dist="38100" dir="2700000" algn="tl">
                    <a:srgbClr val="C0C0C0"/>
                  </a:outerShdw>
                </a:effectLst>
                <a:latin typeface="+mn-lt"/>
                <a:ea typeface="楷体" pitchFamily="49" charset="-122"/>
              </a:rPr>
              <a:t>(</a:t>
            </a:r>
            <a:r>
              <a:rPr lang="zh-CN" altLang="en-US" sz="2000" b="1" dirty="0">
                <a:solidFill>
                  <a:srgbClr val="002060"/>
                </a:solidFill>
                <a:effectLst>
                  <a:outerShdw blurRad="38100" dist="38100" dir="2700000" algn="tl">
                    <a:srgbClr val="C0C0C0"/>
                  </a:outerShdw>
                </a:effectLst>
                <a:latin typeface="+mn-lt"/>
                <a:ea typeface="楷体" pitchFamily="49" charset="-122"/>
              </a:rPr>
              <a:t>负号位置不对</a:t>
            </a:r>
            <a:r>
              <a:rPr lang="en-US" altLang="zh-CN" sz="2000" b="1" dirty="0">
                <a:solidFill>
                  <a:srgbClr val="002060"/>
                </a:solidFill>
                <a:effectLst>
                  <a:outerShdw blurRad="38100" dist="38100" dir="2700000" algn="tl">
                    <a:srgbClr val="C0C0C0"/>
                  </a:outerShdw>
                </a:effectLst>
                <a:latin typeface="+mn-lt"/>
                <a:ea typeface="楷体" pitchFamily="49" charset="-122"/>
              </a:rPr>
              <a:t>)</a:t>
            </a:r>
            <a:r>
              <a:rPr lang="en-US" altLang="zh-CN" sz="2000" dirty="0">
                <a:solidFill>
                  <a:srgbClr val="002060"/>
                </a:solidFill>
                <a:latin typeface="+mn-lt"/>
                <a:ea typeface="楷体" pitchFamily="49" charset="-122"/>
              </a:rPr>
              <a:t>  </a:t>
            </a:r>
          </a:p>
        </p:txBody>
      </p:sp>
      <p:sp>
        <p:nvSpPr>
          <p:cNvPr id="13" name="Rectangle 5">
            <a:extLst>
              <a:ext uri="{FF2B5EF4-FFF2-40B4-BE49-F238E27FC236}">
                <a16:creationId xmlns:a16="http://schemas.microsoft.com/office/drawing/2014/main" id="{ED4C5AE3-9278-497F-8435-9D544DF821EE}"/>
              </a:ext>
            </a:extLst>
          </p:cNvPr>
          <p:cNvSpPr>
            <a:spLocks noChangeArrowheads="1"/>
          </p:cNvSpPr>
          <p:nvPr/>
        </p:nvSpPr>
        <p:spPr bwMode="auto">
          <a:xfrm>
            <a:off x="762764" y="764704"/>
            <a:ext cx="2659702" cy="584775"/>
          </a:xfrm>
          <a:prstGeom prst="rect">
            <a:avLst/>
          </a:prstGeom>
          <a:noFill/>
          <a:ln w="9525">
            <a:noFill/>
            <a:miter lim="800000"/>
            <a:headEnd/>
            <a:tailEnd/>
          </a:ln>
          <a:effectLst/>
        </p:spPr>
        <p:txBody>
          <a:bodyPr wrap="none" anchor="ctr">
            <a:spAutoFit/>
          </a:bodyPr>
          <a:lstStyle/>
          <a:p>
            <a:r>
              <a:rPr lang="en-US" altLang="zh-CN" sz="3200" b="1" dirty="0">
                <a:solidFill>
                  <a:srgbClr val="C01920"/>
                </a:solidFill>
                <a:latin typeface="楷体" panose="02010609060101010101" pitchFamily="49" charset="-122"/>
                <a:ea typeface="楷体" panose="02010609060101010101" pitchFamily="49" charset="-122"/>
              </a:rPr>
              <a:t>5. </a:t>
            </a:r>
            <a:r>
              <a:rPr lang="zh-CN" altLang="en-US" sz="3200" b="1" dirty="0">
                <a:solidFill>
                  <a:srgbClr val="C01920"/>
                </a:solidFill>
                <a:latin typeface="楷体" panose="02010609060101010101" pitchFamily="49" charset="-122"/>
                <a:ea typeface="楷体" panose="02010609060101010101" pitchFamily="49" charset="-122"/>
              </a:rPr>
              <a:t>实型数据 </a:t>
            </a:r>
          </a:p>
        </p:txBody>
      </p:sp>
      <p:sp>
        <p:nvSpPr>
          <p:cNvPr id="14" name="Rectangle 4">
            <a:extLst>
              <a:ext uri="{FF2B5EF4-FFF2-40B4-BE49-F238E27FC236}">
                <a16:creationId xmlns:a16="http://schemas.microsoft.com/office/drawing/2014/main" id="{C06499A2-9CFD-431D-8B22-FA63C0344AF1}"/>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简单数据类型与表示范围</a:t>
            </a:r>
          </a:p>
        </p:txBody>
      </p:sp>
      <p:sp>
        <p:nvSpPr>
          <p:cNvPr id="2" name="文本框 1">
            <a:extLst>
              <a:ext uri="{FF2B5EF4-FFF2-40B4-BE49-F238E27FC236}">
                <a16:creationId xmlns:a16="http://schemas.microsoft.com/office/drawing/2014/main" id="{EF73A49F-E0B7-4D3B-9161-C23BB16A4B38}"/>
              </a:ext>
            </a:extLst>
          </p:cNvPr>
          <p:cNvSpPr txBox="1"/>
          <p:nvPr/>
        </p:nvSpPr>
        <p:spPr>
          <a:xfrm>
            <a:off x="5159895" y="5580701"/>
            <a:ext cx="5256583" cy="1015663"/>
          </a:xfrm>
          <a:prstGeom prst="rect">
            <a:avLst/>
          </a:prstGeom>
          <a:noFill/>
        </p:spPr>
        <p:txBody>
          <a:bodyPr wrap="square" rtlCol="0">
            <a:spAutoFit/>
          </a:bodyPr>
          <a:lstStyle/>
          <a:p>
            <a:pPr marL="342900" indent="-342900">
              <a:buClr>
                <a:srgbClr val="002060"/>
              </a:buClr>
              <a:buFont typeface="Wingdings" panose="05000000000000000000" pitchFamily="2" charset="2"/>
              <a:buChar char="Ø"/>
            </a:pPr>
            <a:r>
              <a:rPr lang="en-US" altLang="zh-CN" sz="2000" b="1" dirty="0">
                <a:latin typeface="+mn-lt"/>
                <a:ea typeface="楷体" pitchFamily="49" charset="-122"/>
              </a:rPr>
              <a:t> </a:t>
            </a:r>
            <a:r>
              <a:rPr lang="zh-CN" altLang="en-US" sz="2000" b="1" dirty="0">
                <a:latin typeface="+mn-lt"/>
                <a:ea typeface="楷体" pitchFamily="49" charset="-122"/>
              </a:rPr>
              <a:t>在</a:t>
            </a:r>
            <a:r>
              <a:rPr lang="en-US" altLang="zh-CN" sz="2000" b="1" dirty="0">
                <a:latin typeface="+mn-lt"/>
                <a:ea typeface="楷体" pitchFamily="49" charset="-122"/>
              </a:rPr>
              <a:t>VC6.0</a:t>
            </a:r>
            <a:r>
              <a:rPr lang="zh-CN" altLang="en-US" sz="2000" b="1" dirty="0">
                <a:latin typeface="+mn-lt"/>
                <a:ea typeface="楷体" pitchFamily="49" charset="-122"/>
              </a:rPr>
              <a:t>、</a:t>
            </a:r>
            <a:r>
              <a:rPr lang="en-US" altLang="zh-CN" sz="2000" b="1" dirty="0">
                <a:latin typeface="+mn-lt"/>
                <a:ea typeface="楷体" pitchFamily="49" charset="-122"/>
              </a:rPr>
              <a:t>VC2010</a:t>
            </a:r>
            <a:r>
              <a:rPr lang="zh-CN" altLang="en-US" sz="2000" b="1" dirty="0">
                <a:latin typeface="+mn-lt"/>
                <a:ea typeface="楷体" pitchFamily="49" charset="-122"/>
              </a:rPr>
              <a:t>下，这种定义的变量在内存中</a:t>
            </a:r>
            <a:r>
              <a:rPr lang="zh-CN" altLang="en-US" sz="2000" b="1" dirty="0">
                <a:solidFill>
                  <a:srgbClr val="C00000"/>
                </a:solidFill>
                <a:latin typeface="+mn-lt"/>
                <a:ea typeface="楷体" pitchFamily="49" charset="-122"/>
              </a:rPr>
              <a:t>占</a:t>
            </a:r>
            <a:r>
              <a:rPr lang="en-US" altLang="zh-CN" sz="2000" b="1" dirty="0">
                <a:solidFill>
                  <a:srgbClr val="C00000"/>
                </a:solidFill>
                <a:latin typeface="+mn-lt"/>
                <a:ea typeface="楷体" pitchFamily="49" charset="-122"/>
              </a:rPr>
              <a:t>8</a:t>
            </a:r>
            <a:r>
              <a:rPr lang="zh-CN" altLang="en-US" sz="2000" b="1" dirty="0">
                <a:solidFill>
                  <a:srgbClr val="C00000"/>
                </a:solidFill>
                <a:latin typeface="+mn-lt"/>
                <a:ea typeface="楷体" pitchFamily="49" charset="-122"/>
              </a:rPr>
              <a:t>个字节（</a:t>
            </a:r>
            <a:r>
              <a:rPr lang="en-US" altLang="zh-CN" sz="2000" b="1" dirty="0">
                <a:solidFill>
                  <a:srgbClr val="C00000"/>
                </a:solidFill>
                <a:latin typeface="+mn-lt"/>
                <a:ea typeface="楷体" pitchFamily="49" charset="-122"/>
              </a:rPr>
              <a:t>64</a:t>
            </a:r>
            <a:r>
              <a:rPr lang="zh-CN" altLang="en-US" sz="2000" b="1" dirty="0">
                <a:solidFill>
                  <a:srgbClr val="C00000"/>
                </a:solidFill>
                <a:latin typeface="+mn-lt"/>
                <a:ea typeface="楷体" pitchFamily="49" charset="-122"/>
              </a:rPr>
              <a:t>位）</a:t>
            </a:r>
            <a:r>
              <a:rPr lang="zh-CN" altLang="en-US" sz="2000" b="1" dirty="0">
                <a:latin typeface="+mn-lt"/>
                <a:ea typeface="楷体" pitchFamily="49" charset="-122"/>
              </a:rPr>
              <a:t>的存储单元；</a:t>
            </a:r>
            <a:endParaRPr lang="en-US" altLang="zh-CN" sz="2000" b="1" dirty="0">
              <a:latin typeface="+mn-lt"/>
              <a:ea typeface="楷体" pitchFamily="49" charset="-122"/>
            </a:endParaRPr>
          </a:p>
          <a:p>
            <a:pPr marL="342900" indent="-342900">
              <a:buClr>
                <a:srgbClr val="002060"/>
              </a:buClr>
              <a:buFont typeface="Wingdings" panose="05000000000000000000" pitchFamily="2" charset="2"/>
              <a:buChar char="Ø"/>
            </a:pPr>
            <a:r>
              <a:rPr lang="zh-CN" altLang="en-US" sz="2000" b="1" dirty="0">
                <a:latin typeface="+mn-lt"/>
                <a:ea typeface="楷体" pitchFamily="49" charset="-122"/>
              </a:rPr>
              <a:t>在</a:t>
            </a:r>
            <a:r>
              <a:rPr lang="en-US" altLang="zh-CN" sz="2000" b="1" dirty="0">
                <a:latin typeface="+mn-lt"/>
                <a:ea typeface="楷体" pitchFamily="49" charset="-122"/>
              </a:rPr>
              <a:t>CB17.12</a:t>
            </a:r>
            <a:r>
              <a:rPr lang="zh-CN" altLang="en-US" sz="2000" b="1" dirty="0">
                <a:latin typeface="+mn-lt"/>
                <a:ea typeface="楷体" pitchFamily="49" charset="-122"/>
              </a:rPr>
              <a:t>下则</a:t>
            </a:r>
            <a:r>
              <a:rPr lang="zh-CN" altLang="en-US" sz="2000" b="1" dirty="0">
                <a:solidFill>
                  <a:srgbClr val="C00000"/>
                </a:solidFill>
                <a:latin typeface="+mn-lt"/>
                <a:ea typeface="楷体" pitchFamily="49" charset="-122"/>
              </a:rPr>
              <a:t>占</a:t>
            </a:r>
            <a:r>
              <a:rPr lang="en-US" altLang="zh-CN" sz="2000" b="1" dirty="0">
                <a:solidFill>
                  <a:srgbClr val="C00000"/>
                </a:solidFill>
                <a:latin typeface="+mn-lt"/>
                <a:ea typeface="楷体" pitchFamily="49" charset="-122"/>
              </a:rPr>
              <a:t>12</a:t>
            </a:r>
            <a:r>
              <a:rPr lang="zh-CN" altLang="en-US" sz="2000" b="1" dirty="0">
                <a:solidFill>
                  <a:srgbClr val="C00000"/>
                </a:solidFill>
                <a:latin typeface="+mn-lt"/>
                <a:ea typeface="楷体" pitchFamily="49" charset="-122"/>
              </a:rPr>
              <a:t>个字节（</a:t>
            </a:r>
            <a:r>
              <a:rPr lang="en-US" altLang="zh-CN" sz="2000" b="1" dirty="0">
                <a:solidFill>
                  <a:srgbClr val="C00000"/>
                </a:solidFill>
                <a:latin typeface="+mn-lt"/>
                <a:ea typeface="楷体" pitchFamily="49" charset="-122"/>
              </a:rPr>
              <a:t>96</a:t>
            </a:r>
            <a:r>
              <a:rPr lang="zh-CN" altLang="en-US" sz="2000" b="1" dirty="0">
                <a:solidFill>
                  <a:srgbClr val="C00000"/>
                </a:solidFill>
                <a:latin typeface="+mn-lt"/>
                <a:ea typeface="楷体" pitchFamily="49" charset="-122"/>
              </a:rPr>
              <a:t>位）</a:t>
            </a:r>
            <a:r>
              <a:rPr lang="zh-CN" altLang="en-US" sz="2000" b="1" dirty="0">
                <a:latin typeface="+mn-lt"/>
                <a:ea typeface="楷体" pitchFamily="49" charset="-122"/>
              </a:rPr>
              <a:t>。</a:t>
            </a:r>
            <a:r>
              <a:rPr lang="zh-CN" altLang="en-US" sz="2000" b="1" dirty="0">
                <a:solidFill>
                  <a:srgbClr val="FF3300"/>
                </a:solidFill>
                <a:latin typeface="+mn-lt"/>
                <a:ea typeface="楷体" pitchFamily="49" charset="-122"/>
              </a:rPr>
              <a:t> </a:t>
            </a:r>
            <a:endParaRPr lang="zh-CN" altLang="en-US" sz="2000" dirty="0"/>
          </a:p>
        </p:txBody>
      </p:sp>
      <p:sp>
        <p:nvSpPr>
          <p:cNvPr id="793629" name="Text Box 29"/>
          <p:cNvSpPr txBox="1">
            <a:spLocks noChangeArrowheads="1"/>
          </p:cNvSpPr>
          <p:nvPr/>
        </p:nvSpPr>
        <p:spPr bwMode="auto">
          <a:xfrm>
            <a:off x="1750982" y="4341269"/>
            <a:ext cx="8066087" cy="1952625"/>
          </a:xfrm>
          <a:prstGeom prst="rect">
            <a:avLst/>
          </a:prstGeom>
          <a:gradFill rotWithShape="1">
            <a:gsLst>
              <a:gs pos="0">
                <a:srgbClr val="CFCFD1"/>
              </a:gs>
              <a:gs pos="100000">
                <a:schemeClr val="bg1">
                  <a:lumMod val="95000"/>
                </a:schemeClr>
              </a:gs>
            </a:gsLst>
            <a:lin ang="5400000" scaled="1"/>
          </a:gra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lstStyle/>
          <a:p>
            <a:r>
              <a:rPr lang="zh-CN" altLang="en-US" b="1" dirty="0">
                <a:solidFill>
                  <a:srgbClr val="002060"/>
                </a:solidFill>
                <a:latin typeface="隶书" pitchFamily="49" charset="-122"/>
                <a:ea typeface="隶书" pitchFamily="49" charset="-122"/>
              </a:rPr>
              <a:t>注意：</a:t>
            </a:r>
          </a:p>
          <a:p>
            <a:pPr>
              <a:buFont typeface="Wingdings" pitchFamily="2" charset="2"/>
              <a:buChar char="Ø"/>
            </a:pPr>
            <a:r>
              <a:rPr lang="zh-CN" altLang="en-US" b="1" dirty="0">
                <a:solidFill>
                  <a:srgbClr val="C01920"/>
                </a:solidFill>
                <a:latin typeface="隶书" pitchFamily="49" charset="-122"/>
                <a:ea typeface="隶书" pitchFamily="49" charset="-122"/>
              </a:rPr>
              <a:t>三种实数类型中，其精度是</a:t>
            </a:r>
          </a:p>
          <a:p>
            <a:pPr>
              <a:buFont typeface="Wingdings" pitchFamily="2" charset="2"/>
              <a:buNone/>
            </a:pPr>
            <a:r>
              <a:rPr lang="zh-CN" altLang="en-US" b="1" dirty="0">
                <a:solidFill>
                  <a:srgbClr val="C01920"/>
                </a:solidFill>
                <a:latin typeface="隶书" pitchFamily="49" charset="-122"/>
                <a:ea typeface="隶书" pitchFamily="49" charset="-122"/>
              </a:rPr>
              <a:t>     </a:t>
            </a:r>
            <a:r>
              <a:rPr lang="en-US" altLang="zh-CN" b="1" dirty="0">
                <a:solidFill>
                  <a:srgbClr val="C01920"/>
                </a:solidFill>
                <a:ea typeface="隶书" pitchFamily="49" charset="-122"/>
              </a:rPr>
              <a:t>float &lt; double </a:t>
            </a:r>
            <a:r>
              <a:rPr lang="en-US" altLang="en-US" b="1" dirty="0">
                <a:solidFill>
                  <a:srgbClr val="C01920"/>
                </a:solidFill>
              </a:rPr>
              <a:t>≦</a:t>
            </a:r>
            <a:r>
              <a:rPr lang="en-US" altLang="zh-CN" b="1" dirty="0">
                <a:solidFill>
                  <a:srgbClr val="C01920"/>
                </a:solidFill>
                <a:ea typeface="隶书" pitchFamily="49" charset="-122"/>
              </a:rPr>
              <a:t> long double</a:t>
            </a:r>
            <a:r>
              <a:rPr lang="zh-CN" altLang="en-US" b="1" dirty="0">
                <a:solidFill>
                  <a:srgbClr val="C01920"/>
                </a:solidFill>
                <a:ea typeface="隶书" pitchFamily="49" charset="-122"/>
              </a:rPr>
              <a:t>；</a:t>
            </a:r>
          </a:p>
          <a:p>
            <a:pPr>
              <a:buFont typeface="Wingdings" pitchFamily="2" charset="2"/>
              <a:buChar char="Ø"/>
            </a:pPr>
            <a:r>
              <a:rPr lang="en-US" altLang="zh-CN" b="1" dirty="0">
                <a:solidFill>
                  <a:srgbClr val="C01920"/>
                </a:solidFill>
                <a:ea typeface="隶书" pitchFamily="49" charset="-122"/>
              </a:rPr>
              <a:t>long float</a:t>
            </a:r>
            <a:r>
              <a:rPr lang="zh-CN" altLang="en-US" b="1" dirty="0">
                <a:solidFill>
                  <a:srgbClr val="C01920"/>
                </a:solidFill>
                <a:latin typeface="隶书" pitchFamily="49" charset="-122"/>
                <a:ea typeface="隶书" pitchFamily="49" charset="-122"/>
              </a:rPr>
              <a:t>实际上就是</a:t>
            </a:r>
            <a:r>
              <a:rPr lang="en-US" altLang="zh-CN" b="1" dirty="0">
                <a:solidFill>
                  <a:srgbClr val="C01920"/>
                </a:solidFill>
                <a:ea typeface="隶书" pitchFamily="49" charset="-122"/>
              </a:rPr>
              <a:t>double</a:t>
            </a:r>
            <a:r>
              <a:rPr lang="en-US" altLang="zh-CN" b="1" dirty="0">
                <a:solidFill>
                  <a:srgbClr val="C01920"/>
                </a:solidFill>
                <a:latin typeface="隶书" pitchFamily="49" charset="-122"/>
                <a:ea typeface="隶书" pitchFamily="49" charset="-122"/>
              </a:rPr>
              <a:t>,</a:t>
            </a:r>
            <a:r>
              <a:rPr lang="zh-CN" altLang="en-US" b="1" dirty="0">
                <a:solidFill>
                  <a:srgbClr val="C01920"/>
                </a:solidFill>
                <a:latin typeface="隶书" pitchFamily="49" charset="-122"/>
                <a:ea typeface="隶书" pitchFamily="49" charset="-122"/>
              </a:rPr>
              <a:t>因此，没有</a:t>
            </a:r>
            <a:r>
              <a:rPr lang="en-US" altLang="zh-CN" b="1" dirty="0">
                <a:solidFill>
                  <a:srgbClr val="C01920"/>
                </a:solidFill>
                <a:ea typeface="隶书" pitchFamily="49" charset="-122"/>
              </a:rPr>
              <a:t>long float</a:t>
            </a:r>
            <a:r>
              <a:rPr lang="zh-CN" altLang="en-US" b="1" dirty="0">
                <a:solidFill>
                  <a:srgbClr val="C01920"/>
                </a:solidFill>
                <a:latin typeface="隶书" pitchFamily="49" charset="-122"/>
                <a:ea typeface="隶书" pitchFamily="49" charset="-122"/>
              </a:rPr>
              <a:t>类型；</a:t>
            </a:r>
          </a:p>
          <a:p>
            <a:pPr>
              <a:buFont typeface="Wingdings" pitchFamily="2" charset="2"/>
              <a:buChar char="Ø"/>
            </a:pPr>
            <a:r>
              <a:rPr lang="zh-CN" altLang="en-US" b="1" dirty="0">
                <a:solidFill>
                  <a:srgbClr val="C01920"/>
                </a:solidFill>
                <a:latin typeface="隶书" pitchFamily="49" charset="-122"/>
                <a:ea typeface="隶书" pitchFamily="49" charset="-122"/>
              </a:rPr>
              <a:t>所有的实型常量按照</a:t>
            </a:r>
            <a:r>
              <a:rPr lang="en-US" altLang="zh-CN" b="1" dirty="0">
                <a:solidFill>
                  <a:srgbClr val="C01920"/>
                </a:solidFill>
                <a:ea typeface="隶书" pitchFamily="49" charset="-122"/>
              </a:rPr>
              <a:t>double</a:t>
            </a:r>
            <a:r>
              <a:rPr lang="zh-CN" altLang="en-US" b="1" dirty="0">
                <a:solidFill>
                  <a:srgbClr val="C01920"/>
                </a:solidFill>
                <a:latin typeface="隶书" pitchFamily="49" charset="-122"/>
                <a:ea typeface="隶书" pitchFamily="49" charset="-122"/>
              </a:rPr>
              <a:t>类型处理。</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793607"/>
                                        </p:tgtEl>
                                        <p:attrNameLst>
                                          <p:attrName>style.visibility</p:attrName>
                                        </p:attrNameLst>
                                      </p:cBhvr>
                                      <p:to>
                                        <p:strVal val="visible"/>
                                      </p:to>
                                    </p:set>
                                    <p:anim calcmode="lin" valueType="num">
                                      <p:cBhvr additive="base">
                                        <p:cTn id="12" dur="500" fill="hold"/>
                                        <p:tgtEl>
                                          <p:spTgt spid="793607"/>
                                        </p:tgtEl>
                                        <p:attrNameLst>
                                          <p:attrName>ppt_x</p:attrName>
                                        </p:attrNameLst>
                                      </p:cBhvr>
                                      <p:tavLst>
                                        <p:tav tm="0">
                                          <p:val>
                                            <p:strVal val="0-#ppt_w/2"/>
                                          </p:val>
                                        </p:tav>
                                        <p:tav tm="100000">
                                          <p:val>
                                            <p:strVal val="#ppt_x"/>
                                          </p:val>
                                        </p:tav>
                                      </p:tavLst>
                                    </p:anim>
                                    <p:anim calcmode="lin" valueType="num">
                                      <p:cBhvr additive="base">
                                        <p:cTn id="13" dur="500" fill="hold"/>
                                        <p:tgtEl>
                                          <p:spTgt spid="79360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793608">
                                            <p:txEl>
                                              <p:pRg st="0" end="0"/>
                                            </p:txEl>
                                          </p:spTgt>
                                        </p:tgtEl>
                                        <p:attrNameLst>
                                          <p:attrName>style.visibility</p:attrName>
                                        </p:attrNameLst>
                                      </p:cBhvr>
                                      <p:to>
                                        <p:strVal val="visible"/>
                                      </p:to>
                                    </p:set>
                                    <p:anim calcmode="lin" valueType="num">
                                      <p:cBhvr additive="base">
                                        <p:cTn id="18" dur="500" fill="hold"/>
                                        <p:tgtEl>
                                          <p:spTgt spid="793608">
                                            <p:txEl>
                                              <p:pRg st="0" end="0"/>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79360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793608">
                                            <p:txEl>
                                              <p:pRg st="1" end="1"/>
                                            </p:txEl>
                                          </p:spTgt>
                                        </p:tgtEl>
                                        <p:attrNameLst>
                                          <p:attrName>style.visibility</p:attrName>
                                        </p:attrNameLst>
                                      </p:cBhvr>
                                      <p:to>
                                        <p:strVal val="visible"/>
                                      </p:to>
                                    </p:set>
                                    <p:anim calcmode="lin" valueType="num">
                                      <p:cBhvr additive="base">
                                        <p:cTn id="24" dur="500" fill="hold"/>
                                        <p:tgtEl>
                                          <p:spTgt spid="793608">
                                            <p:txEl>
                                              <p:pRg st="1" end="1"/>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793608">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793608">
                                            <p:txEl>
                                              <p:pRg st="2" end="2"/>
                                            </p:txEl>
                                          </p:spTgt>
                                        </p:tgtEl>
                                        <p:attrNameLst>
                                          <p:attrName>style.visibility</p:attrName>
                                        </p:attrNameLst>
                                      </p:cBhvr>
                                      <p:to>
                                        <p:strVal val="visible"/>
                                      </p:to>
                                    </p:set>
                                    <p:anim calcmode="lin" valueType="num">
                                      <p:cBhvr additive="base">
                                        <p:cTn id="30" dur="500" fill="hold"/>
                                        <p:tgtEl>
                                          <p:spTgt spid="793608">
                                            <p:txEl>
                                              <p:pRg st="2" end="2"/>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793608">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childTnLst>
                          </p:cTn>
                        </p:par>
                      </p:childTnLst>
                    </p:cTn>
                  </p:par>
                  <p:par>
                    <p:cTn id="32" fill="hold">
                      <p:stCondLst>
                        <p:cond delay="indefinite"/>
                      </p:stCondLst>
                      <p:childTnLst>
                        <p:par>
                          <p:cTn id="33" fill="hold">
                            <p:stCondLst>
                              <p:cond delay="0"/>
                            </p:stCondLst>
                            <p:childTnLst>
                              <p:par>
                                <p:cTn id="34" presetID="2" presetClass="entr" presetSubtype="8" fill="hold" nodeType="clickEffect">
                                  <p:stCondLst>
                                    <p:cond delay="0"/>
                                  </p:stCondLst>
                                  <p:childTnLst>
                                    <p:set>
                                      <p:cBhvr>
                                        <p:cTn id="35" dur="1" fill="hold">
                                          <p:stCondLst>
                                            <p:cond delay="0"/>
                                          </p:stCondLst>
                                        </p:cTn>
                                        <p:tgtEl>
                                          <p:spTgt spid="793608">
                                            <p:txEl>
                                              <p:pRg st="3" end="3"/>
                                            </p:txEl>
                                          </p:spTgt>
                                        </p:tgtEl>
                                        <p:attrNameLst>
                                          <p:attrName>style.visibility</p:attrName>
                                        </p:attrNameLst>
                                      </p:cBhvr>
                                      <p:to>
                                        <p:strVal val="visible"/>
                                      </p:to>
                                    </p:set>
                                    <p:anim calcmode="lin" valueType="num">
                                      <p:cBhvr additive="base">
                                        <p:cTn id="36" dur="500" fill="hold"/>
                                        <p:tgtEl>
                                          <p:spTgt spid="793608">
                                            <p:txEl>
                                              <p:pRg st="3" end="3"/>
                                            </p:txEl>
                                          </p:spTgt>
                                        </p:tgtEl>
                                        <p:attrNameLst>
                                          <p:attrName>ppt_x</p:attrName>
                                        </p:attrNameLst>
                                      </p:cBhvr>
                                      <p:tavLst>
                                        <p:tav tm="0">
                                          <p:val>
                                            <p:strVal val="0-#ppt_w/2"/>
                                          </p:val>
                                        </p:tav>
                                        <p:tav tm="100000">
                                          <p:val>
                                            <p:strVal val="#ppt_x"/>
                                          </p:val>
                                        </p:tav>
                                      </p:tavLst>
                                    </p:anim>
                                    <p:anim calcmode="lin" valueType="num">
                                      <p:cBhvr additive="base">
                                        <p:cTn id="37" dur="500" fill="hold"/>
                                        <p:tgtEl>
                                          <p:spTgt spid="793608">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793623"/>
                                        </p:tgtEl>
                                        <p:attrNameLst>
                                          <p:attrName>style.visibility</p:attrName>
                                        </p:attrNameLst>
                                      </p:cBhvr>
                                      <p:to>
                                        <p:strVal val="visible"/>
                                      </p:to>
                                    </p:set>
                                    <p:animEffect transition="in" filter="box(out)">
                                      <p:cBhvr>
                                        <p:cTn id="42" dur="500"/>
                                        <p:tgtEl>
                                          <p:spTgt spid="793623"/>
                                        </p:tgtEl>
                                      </p:cBhvr>
                                    </p:animEffect>
                                  </p:childTnLst>
                                  <p:subTnLst>
                                    <p:set>
                                      <p:cBhvr override="childStyle">
                                        <p:cTn dur="1" fill="hold" display="0" masterRel="nextClick" afterEffect="1"/>
                                        <p:tgtEl>
                                          <p:spTgt spid="793623"/>
                                        </p:tgtEl>
                                        <p:attrNameLst>
                                          <p:attrName>style.visibility</p:attrName>
                                        </p:attrNameLst>
                                      </p:cBhvr>
                                      <p:to>
                                        <p:strVal val="hidden"/>
                                      </p:to>
                                    </p:set>
                                    <p:audio>
                                      <p:cMediaNode>
                                        <p:cTn display="0" masterRel="sameClick">
                                          <p:stCondLst>
                                            <p:cond evt="begin" delay="0">
                                              <p:tn val="40"/>
                                            </p:cond>
                                          </p:stCondLst>
                                          <p:endCondLst>
                                            <p:cond evt="onStopAudio" delay="0">
                                              <p:tgtEl>
                                                <p:sldTgt/>
                                              </p:tgtEl>
                                            </p:cond>
                                          </p:endCondLst>
                                        </p:cTn>
                                        <p:tgtEl>
                                          <p:sndTgt r:embed="rId4" name="chimes.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793625"/>
                                        </p:tgtEl>
                                        <p:attrNameLst>
                                          <p:attrName>style.visibility</p:attrName>
                                        </p:attrNameLst>
                                      </p:cBhvr>
                                      <p:to>
                                        <p:strVal val="visible"/>
                                      </p:to>
                                    </p:set>
                                    <p:animEffect transition="in" filter="box(out)">
                                      <p:cBhvr>
                                        <p:cTn id="47" dur="500"/>
                                        <p:tgtEl>
                                          <p:spTgt spid="793625"/>
                                        </p:tgtEl>
                                      </p:cBhvr>
                                    </p:animEffect>
                                  </p:childTnLst>
                                  <p:subTnLst>
                                    <p:set>
                                      <p:cBhvr override="childStyle">
                                        <p:cTn dur="1" fill="hold" display="0" masterRel="nextClick" afterEffect="1"/>
                                        <p:tgtEl>
                                          <p:spTgt spid="793625"/>
                                        </p:tgtEl>
                                        <p:attrNameLst>
                                          <p:attrName>style.visibility</p:attrName>
                                        </p:attrNameLst>
                                      </p:cBhvr>
                                      <p:to>
                                        <p:strVal val="hidden"/>
                                      </p:to>
                                    </p:set>
                                    <p:audio>
                                      <p:cMediaNode>
                                        <p:cTn display="0" masterRel="sameClick">
                                          <p:stCondLst>
                                            <p:cond evt="begin" delay="0">
                                              <p:tn val="45"/>
                                            </p:cond>
                                          </p:stCondLst>
                                          <p:endCondLst>
                                            <p:cond evt="onStopAudio" delay="0">
                                              <p:tgtEl>
                                                <p:sldTgt/>
                                              </p:tgtEl>
                                            </p:cond>
                                          </p:endCondLst>
                                        </p:cTn>
                                        <p:tgtEl>
                                          <p:sndTgt r:embed="rId4" name="chimes.wav"/>
                                        </p:tgtEl>
                                      </p:cMediaNode>
                                    </p:audio>
                                  </p:subTnLst>
                                </p:cTn>
                              </p:par>
                            </p:childTnLst>
                          </p:cTn>
                        </p:par>
                      </p:childTnLst>
                    </p:cTn>
                  </p:par>
                  <p:par>
                    <p:cTn id="48" fill="hold">
                      <p:stCondLst>
                        <p:cond delay="indefinite"/>
                      </p:stCondLst>
                      <p:childTnLst>
                        <p:par>
                          <p:cTn id="49" fill="hold">
                            <p:stCondLst>
                              <p:cond delay="0"/>
                            </p:stCondLst>
                            <p:childTnLst>
                              <p:par>
                                <p:cTn id="50" presetID="2" presetClass="entr" presetSubtype="8" fill="hold" grpId="0" nodeType="clickEffect">
                                  <p:stCondLst>
                                    <p:cond delay="0"/>
                                  </p:stCondLst>
                                  <p:childTnLst>
                                    <p:set>
                                      <p:cBhvr>
                                        <p:cTn id="51" dur="1" fill="hold">
                                          <p:stCondLst>
                                            <p:cond delay="0"/>
                                          </p:stCondLst>
                                        </p:cTn>
                                        <p:tgtEl>
                                          <p:spTgt spid="793627"/>
                                        </p:tgtEl>
                                        <p:attrNameLst>
                                          <p:attrName>style.visibility</p:attrName>
                                        </p:attrNameLst>
                                      </p:cBhvr>
                                      <p:to>
                                        <p:strVal val="visible"/>
                                      </p:to>
                                    </p:set>
                                    <p:anim calcmode="lin" valueType="num">
                                      <p:cBhvr additive="base">
                                        <p:cTn id="52" dur="500" fill="hold"/>
                                        <p:tgtEl>
                                          <p:spTgt spid="793627"/>
                                        </p:tgtEl>
                                        <p:attrNameLst>
                                          <p:attrName>ppt_x</p:attrName>
                                        </p:attrNameLst>
                                      </p:cBhvr>
                                      <p:tavLst>
                                        <p:tav tm="0">
                                          <p:val>
                                            <p:strVal val="0-#ppt_w/2"/>
                                          </p:val>
                                        </p:tav>
                                        <p:tav tm="100000">
                                          <p:val>
                                            <p:strVal val="#ppt_x"/>
                                          </p:val>
                                        </p:tav>
                                      </p:tavLst>
                                    </p:anim>
                                    <p:anim calcmode="lin" valueType="num">
                                      <p:cBhvr additive="base">
                                        <p:cTn id="53" dur="500" fill="hold"/>
                                        <p:tgtEl>
                                          <p:spTgt spid="79362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childTnLst>
                    </p:cTn>
                  </p:par>
                  <p:par>
                    <p:cTn id="54" fill="hold">
                      <p:stCondLst>
                        <p:cond delay="indefinite"/>
                      </p:stCondLst>
                      <p:childTnLst>
                        <p:par>
                          <p:cTn id="55" fill="hold">
                            <p:stCondLst>
                              <p:cond delay="0"/>
                            </p:stCondLst>
                            <p:childTnLst>
                              <p:par>
                                <p:cTn id="56" presetID="2" presetClass="entr" presetSubtype="8" fill="hold" grpId="0" nodeType="clickEffect">
                                  <p:stCondLst>
                                    <p:cond delay="0"/>
                                  </p:stCondLst>
                                  <p:childTnLst>
                                    <p:set>
                                      <p:cBhvr>
                                        <p:cTn id="57" dur="1" fill="hold">
                                          <p:stCondLst>
                                            <p:cond delay="0"/>
                                          </p:stCondLst>
                                        </p:cTn>
                                        <p:tgtEl>
                                          <p:spTgt spid="793628">
                                            <p:txEl>
                                              <p:pRg st="0" end="0"/>
                                            </p:txEl>
                                          </p:spTgt>
                                        </p:tgtEl>
                                        <p:attrNameLst>
                                          <p:attrName>style.visibility</p:attrName>
                                        </p:attrNameLst>
                                      </p:cBhvr>
                                      <p:to>
                                        <p:strVal val="visible"/>
                                      </p:to>
                                    </p:set>
                                    <p:anim calcmode="lin" valueType="num">
                                      <p:cBhvr additive="base">
                                        <p:cTn id="58" dur="500" fill="hold"/>
                                        <p:tgtEl>
                                          <p:spTgt spid="793628">
                                            <p:txEl>
                                              <p:pRg st="0" end="0"/>
                                            </p:txEl>
                                          </p:spTgt>
                                        </p:tgtEl>
                                        <p:attrNameLst>
                                          <p:attrName>ppt_x</p:attrName>
                                        </p:attrNameLst>
                                      </p:cBhvr>
                                      <p:tavLst>
                                        <p:tav tm="0">
                                          <p:val>
                                            <p:strVal val="0-#ppt_w/2"/>
                                          </p:val>
                                        </p:tav>
                                        <p:tav tm="100000">
                                          <p:val>
                                            <p:strVal val="#ppt_x"/>
                                          </p:val>
                                        </p:tav>
                                      </p:tavLst>
                                    </p:anim>
                                    <p:anim calcmode="lin" valueType="num">
                                      <p:cBhvr additive="base">
                                        <p:cTn id="59" dur="500" fill="hold"/>
                                        <p:tgtEl>
                                          <p:spTgt spid="79362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6"/>
                                            </p:cond>
                                          </p:stCondLst>
                                          <p:endCondLst>
                                            <p:cond evt="onStopAudio" delay="0">
                                              <p:tgtEl>
                                                <p:sldTgt/>
                                              </p:tgtEl>
                                            </p:cond>
                                          </p:endCondLst>
                                        </p:cTn>
                                        <p:tgtEl>
                                          <p:sndTgt r:embed="rId3" name="CAMERA.WAV"/>
                                        </p:tgtEl>
                                      </p:cMediaNode>
                                    </p:audio>
                                  </p:subTnLst>
                                </p:cTn>
                              </p:par>
                              <p:par>
                                <p:cTn id="60" presetID="2" presetClass="entr" presetSubtype="8" fill="hold" grpId="0" nodeType="withEffect">
                                  <p:stCondLst>
                                    <p:cond delay="0"/>
                                  </p:stCondLst>
                                  <p:childTnLst>
                                    <p:set>
                                      <p:cBhvr>
                                        <p:cTn id="61" dur="1" fill="hold">
                                          <p:stCondLst>
                                            <p:cond delay="0"/>
                                          </p:stCondLst>
                                        </p:cTn>
                                        <p:tgtEl>
                                          <p:spTgt spid="793628">
                                            <p:txEl>
                                              <p:pRg st="1" end="1"/>
                                            </p:txEl>
                                          </p:spTgt>
                                        </p:tgtEl>
                                        <p:attrNameLst>
                                          <p:attrName>style.visibility</p:attrName>
                                        </p:attrNameLst>
                                      </p:cBhvr>
                                      <p:to>
                                        <p:strVal val="visible"/>
                                      </p:to>
                                    </p:set>
                                    <p:anim calcmode="lin" valueType="num">
                                      <p:cBhvr additive="base">
                                        <p:cTn id="62" dur="500" fill="hold"/>
                                        <p:tgtEl>
                                          <p:spTgt spid="793628">
                                            <p:txEl>
                                              <p:pRg st="1" end="1"/>
                                            </p:txEl>
                                          </p:spTgt>
                                        </p:tgtEl>
                                        <p:attrNameLst>
                                          <p:attrName>ppt_x</p:attrName>
                                        </p:attrNameLst>
                                      </p:cBhvr>
                                      <p:tavLst>
                                        <p:tav tm="0">
                                          <p:val>
                                            <p:strVal val="0-#ppt_w/2"/>
                                          </p:val>
                                        </p:tav>
                                        <p:tav tm="100000">
                                          <p:val>
                                            <p:strVal val="#ppt_x"/>
                                          </p:val>
                                        </p:tav>
                                      </p:tavLst>
                                    </p:anim>
                                    <p:anim calcmode="lin" valueType="num">
                                      <p:cBhvr additive="base">
                                        <p:cTn id="63" dur="500" fill="hold"/>
                                        <p:tgtEl>
                                          <p:spTgt spid="793628">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0"/>
                                            </p:cond>
                                          </p:stCondLst>
                                          <p:endCondLst>
                                            <p:cond evt="onStopAudio" delay="0">
                                              <p:tgtEl>
                                                <p:sldTgt/>
                                              </p:tgtEl>
                                            </p:cond>
                                          </p:endCondLst>
                                        </p:cTn>
                                        <p:tgtEl>
                                          <p:sndTgt r:embed="rId3" name="CAMERA.WAV"/>
                                        </p:tgtEl>
                                      </p:cMediaNode>
                                    </p:audio>
                                  </p:subTnLst>
                                </p:cTn>
                              </p:par>
                            </p:childTnLst>
                          </p:cTn>
                        </p:par>
                      </p:childTnLst>
                    </p:cTn>
                  </p:par>
                  <p:par>
                    <p:cTn id="64" fill="hold">
                      <p:stCondLst>
                        <p:cond delay="indefinite"/>
                      </p:stCondLst>
                      <p:childTnLst>
                        <p:par>
                          <p:cTn id="65" fill="hold">
                            <p:stCondLst>
                              <p:cond delay="0"/>
                            </p:stCondLst>
                            <p:childTnLst>
                              <p:par>
                                <p:cTn id="66" presetID="2" presetClass="entr" presetSubtype="8" fill="hold" nodeType="clickEffect">
                                  <p:stCondLst>
                                    <p:cond delay="0"/>
                                  </p:stCondLst>
                                  <p:childTnLst>
                                    <p:set>
                                      <p:cBhvr>
                                        <p:cTn id="67" dur="1" fill="hold">
                                          <p:stCondLst>
                                            <p:cond delay="0"/>
                                          </p:stCondLst>
                                        </p:cTn>
                                        <p:tgtEl>
                                          <p:spTgt spid="793628">
                                            <p:txEl>
                                              <p:pRg st="2" end="2"/>
                                            </p:txEl>
                                          </p:spTgt>
                                        </p:tgtEl>
                                        <p:attrNameLst>
                                          <p:attrName>style.visibility</p:attrName>
                                        </p:attrNameLst>
                                      </p:cBhvr>
                                      <p:to>
                                        <p:strVal val="visible"/>
                                      </p:to>
                                    </p:set>
                                    <p:anim calcmode="lin" valueType="num">
                                      <p:cBhvr additive="base">
                                        <p:cTn id="68" dur="500" fill="hold"/>
                                        <p:tgtEl>
                                          <p:spTgt spid="793628">
                                            <p:txEl>
                                              <p:pRg st="2" end="2"/>
                                            </p:txEl>
                                          </p:spTgt>
                                        </p:tgtEl>
                                        <p:attrNameLst>
                                          <p:attrName>ppt_x</p:attrName>
                                        </p:attrNameLst>
                                      </p:cBhvr>
                                      <p:tavLst>
                                        <p:tav tm="0">
                                          <p:val>
                                            <p:strVal val="0-#ppt_w/2"/>
                                          </p:val>
                                        </p:tav>
                                        <p:tav tm="100000">
                                          <p:val>
                                            <p:strVal val="#ppt_x"/>
                                          </p:val>
                                        </p:tav>
                                      </p:tavLst>
                                    </p:anim>
                                    <p:anim calcmode="lin" valueType="num">
                                      <p:cBhvr additive="base">
                                        <p:cTn id="69" dur="500" fill="hold"/>
                                        <p:tgtEl>
                                          <p:spTgt spid="793628">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6"/>
                                            </p:cond>
                                          </p:stCondLst>
                                          <p:endCondLst>
                                            <p:cond evt="onStopAudio" delay="0">
                                              <p:tgtEl>
                                                <p:sldTgt/>
                                              </p:tgtEl>
                                            </p:cond>
                                          </p:endCondLst>
                                        </p:cTn>
                                        <p:tgtEl>
                                          <p:sndTgt r:embed="rId3" name="camera.wav"/>
                                        </p:tgtEl>
                                      </p:cMediaNode>
                                    </p:audio>
                                  </p:subTnLst>
                                </p:cTn>
                              </p:par>
                              <p:par>
                                <p:cTn id="70" presetID="2" presetClass="entr" presetSubtype="8" fill="hold" nodeType="withEffect">
                                  <p:stCondLst>
                                    <p:cond delay="0"/>
                                  </p:stCondLst>
                                  <p:childTnLst>
                                    <p:set>
                                      <p:cBhvr>
                                        <p:cTn id="71" dur="1" fill="hold">
                                          <p:stCondLst>
                                            <p:cond delay="0"/>
                                          </p:stCondLst>
                                        </p:cTn>
                                        <p:tgtEl>
                                          <p:spTgt spid="793628">
                                            <p:txEl>
                                              <p:pRg st="3" end="3"/>
                                            </p:txEl>
                                          </p:spTgt>
                                        </p:tgtEl>
                                        <p:attrNameLst>
                                          <p:attrName>style.visibility</p:attrName>
                                        </p:attrNameLst>
                                      </p:cBhvr>
                                      <p:to>
                                        <p:strVal val="visible"/>
                                      </p:to>
                                    </p:set>
                                    <p:anim calcmode="lin" valueType="num">
                                      <p:cBhvr additive="base">
                                        <p:cTn id="72" dur="500" fill="hold"/>
                                        <p:tgtEl>
                                          <p:spTgt spid="793628">
                                            <p:txEl>
                                              <p:pRg st="3" end="3"/>
                                            </p:txEl>
                                          </p:spTgt>
                                        </p:tgtEl>
                                        <p:attrNameLst>
                                          <p:attrName>ppt_x</p:attrName>
                                        </p:attrNameLst>
                                      </p:cBhvr>
                                      <p:tavLst>
                                        <p:tav tm="0">
                                          <p:val>
                                            <p:strVal val="0-#ppt_w/2"/>
                                          </p:val>
                                        </p:tav>
                                        <p:tav tm="100000">
                                          <p:val>
                                            <p:strVal val="#ppt_x"/>
                                          </p:val>
                                        </p:tav>
                                      </p:tavLst>
                                    </p:anim>
                                    <p:anim calcmode="lin" valueType="num">
                                      <p:cBhvr additive="base">
                                        <p:cTn id="73" dur="500" fill="hold"/>
                                        <p:tgtEl>
                                          <p:spTgt spid="793628">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0"/>
                                            </p:cond>
                                          </p:stCondLst>
                                          <p:endCondLst>
                                            <p:cond evt="onStopAudio" delay="0">
                                              <p:tgtEl>
                                                <p:sldTgt/>
                                              </p:tgtEl>
                                            </p:cond>
                                          </p:endCondLst>
                                        </p:cTn>
                                        <p:tgtEl>
                                          <p:sndTgt r:embed="rId3" name="camera.wav"/>
                                        </p:tgtEl>
                                      </p:cMediaNode>
                                    </p:audio>
                                  </p:subTnLst>
                                </p:cTn>
                              </p:par>
                            </p:childTnLst>
                          </p:cTn>
                        </p:par>
                      </p:childTnLst>
                    </p:cTn>
                  </p:par>
                  <p:par>
                    <p:cTn id="74" fill="hold">
                      <p:stCondLst>
                        <p:cond delay="indefinite"/>
                      </p:stCondLst>
                      <p:childTnLst>
                        <p:par>
                          <p:cTn id="75" fill="hold">
                            <p:stCondLst>
                              <p:cond delay="0"/>
                            </p:stCondLst>
                            <p:childTnLst>
                              <p:par>
                                <p:cTn id="76" presetID="2" presetClass="entr" presetSubtype="8" fill="hold" nodeType="clickEffect">
                                  <p:stCondLst>
                                    <p:cond delay="0"/>
                                  </p:stCondLst>
                                  <p:childTnLst>
                                    <p:set>
                                      <p:cBhvr>
                                        <p:cTn id="77" dur="1" fill="hold">
                                          <p:stCondLst>
                                            <p:cond delay="0"/>
                                          </p:stCondLst>
                                        </p:cTn>
                                        <p:tgtEl>
                                          <p:spTgt spid="793628">
                                            <p:txEl>
                                              <p:pRg st="4" end="4"/>
                                            </p:txEl>
                                          </p:spTgt>
                                        </p:tgtEl>
                                        <p:attrNameLst>
                                          <p:attrName>style.visibility</p:attrName>
                                        </p:attrNameLst>
                                      </p:cBhvr>
                                      <p:to>
                                        <p:strVal val="visible"/>
                                      </p:to>
                                    </p:set>
                                    <p:anim calcmode="lin" valueType="num">
                                      <p:cBhvr additive="base">
                                        <p:cTn id="78" dur="500" fill="hold"/>
                                        <p:tgtEl>
                                          <p:spTgt spid="793628">
                                            <p:txEl>
                                              <p:pRg st="4" end="4"/>
                                            </p:txEl>
                                          </p:spTgt>
                                        </p:tgtEl>
                                        <p:attrNameLst>
                                          <p:attrName>ppt_x</p:attrName>
                                        </p:attrNameLst>
                                      </p:cBhvr>
                                      <p:tavLst>
                                        <p:tav tm="0">
                                          <p:val>
                                            <p:strVal val="0-#ppt_w/2"/>
                                          </p:val>
                                        </p:tav>
                                        <p:tav tm="100000">
                                          <p:val>
                                            <p:strVal val="#ppt_x"/>
                                          </p:val>
                                        </p:tav>
                                      </p:tavLst>
                                    </p:anim>
                                    <p:anim calcmode="lin" valueType="num">
                                      <p:cBhvr additive="base">
                                        <p:cTn id="79" dur="500" fill="hold"/>
                                        <p:tgtEl>
                                          <p:spTgt spid="793628">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6"/>
                                            </p:cond>
                                          </p:stCondLst>
                                          <p:endCondLst>
                                            <p:cond evt="onStopAudio" delay="0">
                                              <p:tgtEl>
                                                <p:sldTgt/>
                                              </p:tgtEl>
                                            </p:cond>
                                          </p:endCondLst>
                                        </p:cTn>
                                        <p:tgtEl>
                                          <p:sndTgt r:embed="rId3" name="camera.wav"/>
                                        </p:tgtEl>
                                      </p:cMediaNode>
                                    </p:audio>
                                  </p:subTnLst>
                                </p:cTn>
                              </p:par>
                              <p:par>
                                <p:cTn id="80" presetID="2" presetClass="entr" presetSubtype="8" fill="hold" nodeType="withEffect">
                                  <p:stCondLst>
                                    <p:cond delay="0"/>
                                  </p:stCondLst>
                                  <p:childTnLst>
                                    <p:set>
                                      <p:cBhvr>
                                        <p:cTn id="81" dur="1" fill="hold">
                                          <p:stCondLst>
                                            <p:cond delay="0"/>
                                          </p:stCondLst>
                                        </p:cTn>
                                        <p:tgtEl>
                                          <p:spTgt spid="793628">
                                            <p:txEl>
                                              <p:pRg st="5" end="5"/>
                                            </p:txEl>
                                          </p:spTgt>
                                        </p:tgtEl>
                                        <p:attrNameLst>
                                          <p:attrName>style.visibility</p:attrName>
                                        </p:attrNameLst>
                                      </p:cBhvr>
                                      <p:to>
                                        <p:strVal val="visible"/>
                                      </p:to>
                                    </p:set>
                                    <p:anim calcmode="lin" valueType="num">
                                      <p:cBhvr additive="base">
                                        <p:cTn id="82" dur="500" fill="hold"/>
                                        <p:tgtEl>
                                          <p:spTgt spid="793628">
                                            <p:txEl>
                                              <p:pRg st="5" end="5"/>
                                            </p:txEl>
                                          </p:spTgt>
                                        </p:tgtEl>
                                        <p:attrNameLst>
                                          <p:attrName>ppt_x</p:attrName>
                                        </p:attrNameLst>
                                      </p:cBhvr>
                                      <p:tavLst>
                                        <p:tav tm="0">
                                          <p:val>
                                            <p:strVal val="0-#ppt_w/2"/>
                                          </p:val>
                                        </p:tav>
                                        <p:tav tm="100000">
                                          <p:val>
                                            <p:strVal val="#ppt_x"/>
                                          </p:val>
                                        </p:tav>
                                      </p:tavLst>
                                    </p:anim>
                                    <p:anim calcmode="lin" valueType="num">
                                      <p:cBhvr additive="base">
                                        <p:cTn id="83" dur="500" fill="hold"/>
                                        <p:tgtEl>
                                          <p:spTgt spid="793628">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80"/>
                                            </p:cond>
                                          </p:stCondLst>
                                          <p:endCondLst>
                                            <p:cond evt="onStopAudio" delay="0">
                                              <p:tgtEl>
                                                <p:sldTgt/>
                                              </p:tgtEl>
                                            </p:cond>
                                          </p:endCondLst>
                                        </p:cTn>
                                        <p:tgtEl>
                                          <p:sndTgt r:embed="rId3" name="camera.wav"/>
                                        </p:tgtEl>
                                      </p:cMediaNode>
                                    </p:audio>
                                  </p:subTnLst>
                                </p:cTn>
                              </p:par>
                              <p:par>
                                <p:cTn id="84" presetID="2" presetClass="entr" presetSubtype="3" fill="hold" grpId="0" nodeType="withEffect">
                                  <p:stCondLst>
                                    <p:cond delay="0"/>
                                  </p:stCondLst>
                                  <p:childTnLst>
                                    <p:set>
                                      <p:cBhvr>
                                        <p:cTn id="85" dur="1" fill="hold">
                                          <p:stCondLst>
                                            <p:cond delay="0"/>
                                          </p:stCondLst>
                                        </p:cTn>
                                        <p:tgtEl>
                                          <p:spTgt spid="2"/>
                                        </p:tgtEl>
                                        <p:attrNameLst>
                                          <p:attrName>style.visibility</p:attrName>
                                        </p:attrNameLst>
                                      </p:cBhvr>
                                      <p:to>
                                        <p:strVal val="visible"/>
                                      </p:to>
                                    </p:set>
                                    <p:anim calcmode="lin" valueType="num">
                                      <p:cBhvr additive="base">
                                        <p:cTn id="86" dur="500" fill="hold"/>
                                        <p:tgtEl>
                                          <p:spTgt spid="2"/>
                                        </p:tgtEl>
                                        <p:attrNameLst>
                                          <p:attrName>ppt_x</p:attrName>
                                        </p:attrNameLst>
                                      </p:cBhvr>
                                      <p:tavLst>
                                        <p:tav tm="0">
                                          <p:val>
                                            <p:strVal val="1+#ppt_w/2"/>
                                          </p:val>
                                        </p:tav>
                                        <p:tav tm="100000">
                                          <p:val>
                                            <p:strVal val="#ppt_x"/>
                                          </p:val>
                                        </p:tav>
                                      </p:tavLst>
                                    </p:anim>
                                    <p:anim calcmode="lin" valueType="num">
                                      <p:cBhvr additive="base">
                                        <p:cTn id="87" dur="500" fill="hold"/>
                                        <p:tgtEl>
                                          <p:spTgt spid="2"/>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84"/>
                                            </p:cond>
                                          </p:stCondLst>
                                          <p:endCondLst>
                                            <p:cond evt="onStopAudio" delay="0">
                                              <p:tgtEl>
                                                <p:sldTgt/>
                                              </p:tgtEl>
                                            </p:cond>
                                          </p:endCondLst>
                                        </p:cTn>
                                        <p:tgtEl>
                                          <p:sndTgt r:embed="rId3" name="camera.wav"/>
                                        </p:tgtEl>
                                      </p:cMediaNode>
                                    </p:audio>
                                  </p:subTnLst>
                                </p:cTn>
                              </p:par>
                            </p:childTnLst>
                          </p:cTn>
                        </p:par>
                      </p:childTnLst>
                    </p:cTn>
                  </p:par>
                  <p:par>
                    <p:cTn id="88" fill="hold">
                      <p:stCondLst>
                        <p:cond delay="indefinite"/>
                      </p:stCondLst>
                      <p:childTnLst>
                        <p:par>
                          <p:cTn id="89" fill="hold">
                            <p:stCondLst>
                              <p:cond delay="0"/>
                            </p:stCondLst>
                            <p:childTnLst>
                              <p:par>
                                <p:cTn id="90" presetID="4" presetClass="entr" presetSubtype="32" fill="hold" grpId="0" nodeType="clickEffect">
                                  <p:stCondLst>
                                    <p:cond delay="0"/>
                                  </p:stCondLst>
                                  <p:childTnLst>
                                    <p:set>
                                      <p:cBhvr>
                                        <p:cTn id="91" dur="1" fill="hold">
                                          <p:stCondLst>
                                            <p:cond delay="0"/>
                                          </p:stCondLst>
                                        </p:cTn>
                                        <p:tgtEl>
                                          <p:spTgt spid="793629"/>
                                        </p:tgtEl>
                                        <p:attrNameLst>
                                          <p:attrName>style.visibility</p:attrName>
                                        </p:attrNameLst>
                                      </p:cBhvr>
                                      <p:to>
                                        <p:strVal val="visible"/>
                                      </p:to>
                                    </p:set>
                                    <p:animEffect transition="in" filter="box(out)">
                                      <p:cBhvr>
                                        <p:cTn id="92" dur="500"/>
                                        <p:tgtEl>
                                          <p:spTgt spid="793629"/>
                                        </p:tgtEl>
                                      </p:cBhvr>
                                    </p:animEffect>
                                  </p:childTnLst>
                                  <p:subTnLst>
                                    <p:audio>
                                      <p:cMediaNode>
                                        <p:cTn display="0" masterRel="sameClick">
                                          <p:stCondLst>
                                            <p:cond evt="begin" delay="0">
                                              <p:tn val="9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3607" grpId="0"/>
      <p:bldP spid="793608" grpId="0" build="allAtOnce"/>
      <p:bldP spid="793623" grpId="0" animBg="1"/>
      <p:bldP spid="793627" grpId="0"/>
      <p:bldP spid="793628" grpId="0" build="allAtOnce"/>
      <p:bldP spid="793625" grpId="0" animBg="1"/>
      <p:bldP spid="13" grpId="0"/>
      <p:bldP spid="2" grpId="0"/>
      <p:bldP spid="793629"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5654" name="Rectangle 6"/>
          <p:cNvSpPr>
            <a:spLocks noChangeArrowheads="1"/>
          </p:cNvSpPr>
          <p:nvPr/>
        </p:nvSpPr>
        <p:spPr bwMode="auto">
          <a:xfrm>
            <a:off x="950539" y="1442693"/>
            <a:ext cx="2794305" cy="457200"/>
          </a:xfrm>
          <a:prstGeom prst="rect">
            <a:avLst/>
          </a:prstGeom>
          <a:noFill/>
          <a:ln w="9525">
            <a:noFill/>
            <a:miter lim="800000"/>
            <a:headEnd/>
            <a:tailEnd/>
          </a:ln>
          <a:effectLst/>
        </p:spPr>
        <p:txBody>
          <a:bodyPr wrap="square" anchor="ctr">
            <a:spAutoFit/>
          </a:bodyPr>
          <a:lstStyle/>
          <a:p>
            <a:pPr marL="457200" indent="-457200">
              <a:buClr>
                <a:srgbClr val="C01920"/>
              </a:buClr>
              <a:buFont typeface="Wingdings" pitchFamily="2" charset="2"/>
              <a:buChar char="Ø"/>
              <a:tabLst>
                <a:tab pos="495300" algn="l"/>
              </a:tabLst>
            </a:pPr>
            <a:r>
              <a:rPr lang="zh-CN" altLang="en-US" b="1" dirty="0">
                <a:solidFill>
                  <a:srgbClr val="C01920"/>
                </a:solidFill>
                <a:latin typeface="楷体" pitchFamily="49" charset="-122"/>
                <a:ea typeface="楷体" pitchFamily="49" charset="-122"/>
              </a:rPr>
              <a:t>实型数据的精度    </a:t>
            </a:r>
          </a:p>
        </p:txBody>
      </p:sp>
      <p:graphicFrame>
        <p:nvGraphicFramePr>
          <p:cNvPr id="795793" name="Group 145"/>
          <p:cNvGraphicFramePr>
            <a:graphicFrameLocks noGrp="1"/>
          </p:cNvGraphicFramePr>
          <p:nvPr>
            <p:extLst>
              <p:ext uri="{D42A27DB-BD31-4B8C-83A1-F6EECF244321}">
                <p14:modId xmlns:p14="http://schemas.microsoft.com/office/powerpoint/2010/main" val="581556606"/>
              </p:ext>
            </p:extLst>
          </p:nvPr>
        </p:nvGraphicFramePr>
        <p:xfrm>
          <a:off x="3706480" y="905047"/>
          <a:ext cx="7128792" cy="1554480"/>
        </p:xfrm>
        <a:graphic>
          <a:graphicData uri="http://schemas.openxmlformats.org/drawingml/2006/table">
            <a:tbl>
              <a:tblPr>
                <a:effectLst>
                  <a:outerShdw blurRad="50800" dist="38100" dir="2700000" algn="tl" rotWithShape="0">
                    <a:prstClr val="black">
                      <a:alpha val="40000"/>
                    </a:prstClr>
                  </a:outerShdw>
                </a:effectLst>
              </a:tblPr>
              <a:tblGrid>
                <a:gridCol w="3562610">
                  <a:extLst>
                    <a:ext uri="{9D8B030D-6E8A-4147-A177-3AD203B41FA5}">
                      <a16:colId xmlns:a16="http://schemas.microsoft.com/office/drawing/2014/main" val="20000"/>
                    </a:ext>
                  </a:extLst>
                </a:gridCol>
                <a:gridCol w="3566182">
                  <a:extLst>
                    <a:ext uri="{9D8B030D-6E8A-4147-A177-3AD203B41FA5}">
                      <a16:colId xmlns:a16="http://schemas.microsoft.com/office/drawing/2014/main" val="20001"/>
                    </a:ext>
                  </a:extLst>
                </a:gridCol>
              </a:tblGrid>
              <a:tr h="3587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bg1"/>
                          </a:solidFill>
                          <a:effectLst/>
                          <a:latin typeface="楷体" pitchFamily="49" charset="-122"/>
                          <a:ea typeface="楷体" pitchFamily="49" charset="-122"/>
                          <a:cs typeface="Times New Roman" pitchFamily="18" charset="0"/>
                        </a:rPr>
                        <a:t>类   型</a:t>
                      </a:r>
                      <a:endParaRPr kumimoji="1" lang="zh-CN" altLang="en-US" sz="1800" b="0" i="0" u="none" strike="noStrike" cap="none" normalizeH="0" baseline="0" dirty="0">
                        <a:ln>
                          <a:noFill/>
                        </a:ln>
                        <a:solidFill>
                          <a:schemeClr val="bg1"/>
                        </a:solidFill>
                        <a:effectLst/>
                        <a:latin typeface="楷体" pitchFamily="49" charset="-122"/>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636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bg1"/>
                          </a:solidFill>
                          <a:effectLst/>
                          <a:latin typeface="楷体" pitchFamily="49" charset="-122"/>
                          <a:ea typeface="楷体" pitchFamily="49" charset="-122"/>
                          <a:cs typeface="Times New Roman" pitchFamily="18" charset="0"/>
                        </a:rPr>
                        <a:t>精确表示的数字个数</a:t>
                      </a:r>
                      <a:endParaRPr kumimoji="1" lang="zh-CN" altLang="en-US" sz="1800" b="0" i="0" u="none" strike="noStrike" cap="none" normalizeH="0" baseline="0" dirty="0">
                        <a:ln>
                          <a:noFill/>
                        </a:ln>
                        <a:solidFill>
                          <a:schemeClr val="bg1"/>
                        </a:solidFill>
                        <a:effectLst/>
                        <a:latin typeface="楷体" pitchFamily="49" charset="-122"/>
                        <a:ea typeface="楷体" pitchFamily="49"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D6368"/>
                    </a:solidFill>
                  </a:tcPr>
                </a:tc>
                <a:extLst>
                  <a:ext uri="{0D108BD9-81ED-4DB2-BD59-A6C34878D82A}">
                    <a16:rowId xmlns:a16="http://schemas.microsoft.com/office/drawing/2014/main" val="10000"/>
                  </a:ext>
                </a:extLst>
              </a:tr>
              <a:tr h="3476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              float</a:t>
                      </a:r>
                      <a:endPar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              7  </a:t>
                      </a:r>
                      <a:r>
                        <a:rPr kumimoji="1" lang="zh-CN" altLang="en-US"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 </a:t>
                      </a: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8</a:t>
                      </a:r>
                      <a:endPar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76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              double</a:t>
                      </a:r>
                      <a:endPar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             16 </a:t>
                      </a:r>
                      <a:r>
                        <a:rPr kumimoji="1" lang="zh-CN" altLang="en-US"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 </a:t>
                      </a:r>
                      <a:r>
                        <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17</a:t>
                      </a:r>
                      <a:endParaRPr kumimoji="1" lang="en-US" altLang="zh-CN"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76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              long double</a:t>
                      </a:r>
                      <a:endPar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             17 </a:t>
                      </a: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 </a:t>
                      </a:r>
                      <a:r>
                        <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18</a:t>
                      </a:r>
                      <a:endParaRPr kumimoji="1" lang="en-US" altLang="zh-CN"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795734" name="Rectangle 86"/>
          <p:cNvSpPr>
            <a:spLocks noChangeArrowheads="1"/>
          </p:cNvSpPr>
          <p:nvPr/>
        </p:nvSpPr>
        <p:spPr bwMode="auto">
          <a:xfrm>
            <a:off x="1388212" y="2543521"/>
            <a:ext cx="7128792" cy="4154984"/>
          </a:xfrm>
          <a:prstGeom prst="rect">
            <a:avLst/>
          </a:prstGeom>
          <a:gradFill>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p:spPr>
        <p:txBody>
          <a:bodyPr wrap="square" anchor="ctr">
            <a:spAutoFit/>
          </a:bodyPr>
          <a:lstStyle/>
          <a:p>
            <a:pPr indent="190500">
              <a:tabLst>
                <a:tab pos="800100" algn="l"/>
              </a:tabLst>
            </a:pPr>
            <a:r>
              <a:rPr lang="en-US" altLang="zh-CN" dirty="0">
                <a:effectLst>
                  <a:outerShdw blurRad="38100" dist="38100" dir="2700000" algn="tl">
                    <a:srgbClr val="FFFFFF"/>
                  </a:outerShdw>
                </a:effectLst>
              </a:rPr>
              <a:t>#include &lt;</a:t>
            </a:r>
            <a:r>
              <a:rPr lang="en-US" altLang="zh-CN" dirty="0" err="1">
                <a:effectLst>
                  <a:outerShdw blurRad="38100" dist="38100" dir="2700000" algn="tl">
                    <a:srgbClr val="FFFFFF"/>
                  </a:outerShdw>
                </a:effectLst>
              </a:rPr>
              <a:t>stdio.h</a:t>
            </a:r>
            <a:r>
              <a:rPr lang="en-US" altLang="zh-CN" dirty="0">
                <a:effectLst>
                  <a:outerShdw blurRad="38100" dist="38100" dir="2700000" algn="tl">
                    <a:srgbClr val="FFFFFF"/>
                  </a:outerShdw>
                </a:effectLst>
              </a:rPr>
              <a:t>&gt;</a:t>
            </a:r>
          </a:p>
          <a:p>
            <a:pPr indent="190500">
              <a:tabLst>
                <a:tab pos="800100" algn="l"/>
              </a:tabLst>
            </a:pPr>
            <a:r>
              <a:rPr lang="en-US" altLang="zh-CN" b="1" dirty="0" err="1">
                <a:solidFill>
                  <a:srgbClr val="C00000"/>
                </a:solidFill>
                <a:effectLst>
                  <a:outerShdw blurRad="38100" dist="38100" dir="2700000" algn="tl">
                    <a:srgbClr val="FFFFFF"/>
                  </a:outerShdw>
                </a:effectLst>
              </a:rPr>
              <a:t>int</a:t>
            </a:r>
            <a:r>
              <a:rPr lang="en-US" altLang="zh-CN" b="1" dirty="0">
                <a:solidFill>
                  <a:srgbClr val="C00000"/>
                </a:solidFill>
                <a:effectLst>
                  <a:outerShdw blurRad="38100" dist="38100" dir="2700000" algn="tl">
                    <a:srgbClr val="FFFFFF"/>
                  </a:outerShdw>
                </a:effectLst>
              </a:rPr>
              <a:t> main ( )</a:t>
            </a:r>
          </a:p>
          <a:p>
            <a:pPr indent="190500">
              <a:tabLst>
                <a:tab pos="800100" algn="l"/>
              </a:tabLst>
            </a:pPr>
            <a:r>
              <a:rPr lang="en-US" altLang="zh-CN" dirty="0">
                <a:effectLst>
                  <a:outerShdw blurRad="38100" dist="38100" dir="2700000" algn="tl">
                    <a:srgbClr val="FFFFFF"/>
                  </a:outerShdw>
                </a:effectLst>
              </a:rPr>
              <a:t>{</a:t>
            </a:r>
          </a:p>
          <a:p>
            <a:pPr indent="190500">
              <a:tabLst>
                <a:tab pos="800100" algn="l"/>
              </a:tabLst>
            </a:pPr>
            <a:r>
              <a:rPr lang="en-US" altLang="zh-CN" dirty="0">
                <a:effectLst>
                  <a:outerShdw blurRad="38100" dist="38100" dir="2700000" algn="tl">
                    <a:srgbClr val="FFFFFF"/>
                  </a:outerShdw>
                </a:effectLst>
              </a:rPr>
              <a:t>  float a;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定义</a:t>
            </a:r>
            <a:r>
              <a:rPr lang="en-US" altLang="zh-CN" sz="1800" b="1" dirty="0">
                <a:solidFill>
                  <a:srgbClr val="002060"/>
                </a:solidFill>
                <a:latin typeface="+mn-lt"/>
                <a:ea typeface="楷体" pitchFamily="49" charset="-122"/>
              </a:rPr>
              <a:t>float</a:t>
            </a:r>
            <a:r>
              <a:rPr lang="zh-CN" altLang="en-US" sz="1800" b="1" dirty="0">
                <a:solidFill>
                  <a:srgbClr val="002060"/>
                </a:solidFill>
                <a:latin typeface="+mn-lt"/>
                <a:ea typeface="楷体" pitchFamily="49" charset="-122"/>
              </a:rPr>
              <a:t>型变量</a:t>
            </a:r>
            <a:r>
              <a:rPr lang="en-US" altLang="zh-CN" sz="1800" b="1" dirty="0">
                <a:solidFill>
                  <a:srgbClr val="002060"/>
                </a:solidFill>
                <a:latin typeface="+mn-lt"/>
                <a:ea typeface="楷体" pitchFamily="49" charset="-122"/>
              </a:rPr>
              <a:t>a</a:t>
            </a:r>
          </a:p>
          <a:p>
            <a:pPr indent="190500">
              <a:tabLst>
                <a:tab pos="800100" algn="l"/>
              </a:tabLst>
            </a:pPr>
            <a:r>
              <a:rPr lang="en-US" altLang="zh-CN" dirty="0">
                <a:effectLst>
                  <a:outerShdw blurRad="38100" dist="38100" dir="2700000" algn="tl">
                    <a:srgbClr val="FFFFFF"/>
                  </a:outerShdw>
                </a:effectLst>
              </a:rPr>
              <a:t>  double b, c;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定义</a:t>
            </a:r>
            <a:r>
              <a:rPr lang="en-US" altLang="zh-CN" sz="1800" b="1" dirty="0">
                <a:solidFill>
                  <a:srgbClr val="002060"/>
                </a:solidFill>
                <a:latin typeface="+mn-lt"/>
                <a:ea typeface="楷体" pitchFamily="49" charset="-122"/>
              </a:rPr>
              <a:t>double</a:t>
            </a:r>
            <a:r>
              <a:rPr lang="zh-CN" altLang="en-US" sz="1800" b="1" dirty="0">
                <a:solidFill>
                  <a:srgbClr val="002060"/>
                </a:solidFill>
                <a:latin typeface="+mn-lt"/>
                <a:ea typeface="楷体" pitchFamily="49" charset="-122"/>
              </a:rPr>
              <a:t>型变量</a:t>
            </a:r>
            <a:r>
              <a:rPr lang="en-US" altLang="zh-CN" sz="1800" b="1" dirty="0">
                <a:solidFill>
                  <a:srgbClr val="002060"/>
                </a:solidFill>
                <a:latin typeface="+mn-lt"/>
                <a:ea typeface="楷体" pitchFamily="49" charset="-122"/>
              </a:rPr>
              <a:t>b</a:t>
            </a:r>
            <a:r>
              <a:rPr lang="zh-CN" altLang="en-US" sz="1800" b="1" dirty="0">
                <a:solidFill>
                  <a:srgbClr val="002060"/>
                </a:solidFill>
                <a:latin typeface="+mn-lt"/>
                <a:ea typeface="楷体" pitchFamily="49" charset="-122"/>
              </a:rPr>
              <a:t>和</a:t>
            </a:r>
            <a:r>
              <a:rPr lang="en-US" altLang="zh-CN" sz="1800" b="1" dirty="0">
                <a:solidFill>
                  <a:srgbClr val="002060"/>
                </a:solidFill>
                <a:latin typeface="+mn-lt"/>
                <a:ea typeface="楷体" pitchFamily="49" charset="-122"/>
              </a:rPr>
              <a:t>c</a:t>
            </a:r>
          </a:p>
          <a:p>
            <a:pPr indent="190500">
              <a:tabLst>
                <a:tab pos="800100" algn="l"/>
              </a:tabLst>
            </a:pPr>
            <a:r>
              <a:rPr lang="en-US" altLang="zh-CN" dirty="0">
                <a:effectLst>
                  <a:outerShdw blurRad="38100" dist="38100" dir="2700000" algn="tl">
                    <a:srgbClr val="FFFFFF"/>
                  </a:outerShdw>
                </a:effectLst>
              </a:rPr>
              <a:t>  a = 123.456789;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对变量</a:t>
            </a:r>
            <a:r>
              <a:rPr lang="en-US" altLang="zh-CN" sz="1800" b="1" dirty="0">
                <a:solidFill>
                  <a:srgbClr val="002060"/>
                </a:solidFill>
                <a:latin typeface="+mn-lt"/>
                <a:ea typeface="楷体" pitchFamily="49" charset="-122"/>
              </a:rPr>
              <a:t>a</a:t>
            </a:r>
            <a:r>
              <a:rPr lang="zh-CN" altLang="en-US" sz="1800" b="1" dirty="0">
                <a:solidFill>
                  <a:srgbClr val="002060"/>
                </a:solidFill>
                <a:latin typeface="+mn-lt"/>
                <a:ea typeface="楷体" pitchFamily="49" charset="-122"/>
              </a:rPr>
              <a:t>赋值为</a:t>
            </a:r>
            <a:r>
              <a:rPr lang="en-US" altLang="zh-CN" sz="1800" b="1" dirty="0">
                <a:solidFill>
                  <a:srgbClr val="002060"/>
                </a:solidFill>
                <a:latin typeface="+mn-lt"/>
                <a:ea typeface="楷体" pitchFamily="49" charset="-122"/>
              </a:rPr>
              <a:t>123.456789</a:t>
            </a:r>
          </a:p>
          <a:p>
            <a:pPr indent="190500">
              <a:tabLst>
                <a:tab pos="800100" algn="l"/>
              </a:tabLst>
            </a:pPr>
            <a:r>
              <a:rPr lang="en-US" altLang="zh-CN" dirty="0">
                <a:effectLst>
                  <a:outerShdw blurRad="38100" dist="38100" dir="2700000" algn="tl">
                    <a:srgbClr val="FFFFFF"/>
                  </a:outerShdw>
                </a:effectLst>
              </a:rPr>
              <a:t>  b = a;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将变量</a:t>
            </a:r>
            <a:r>
              <a:rPr lang="en-US" altLang="zh-CN" sz="1800" b="1" dirty="0">
                <a:solidFill>
                  <a:srgbClr val="002060"/>
                </a:solidFill>
                <a:latin typeface="+mn-lt"/>
                <a:ea typeface="楷体" pitchFamily="49" charset="-122"/>
              </a:rPr>
              <a:t>a</a:t>
            </a:r>
            <a:r>
              <a:rPr lang="zh-CN" altLang="en-US" sz="1800" b="1" dirty="0">
                <a:solidFill>
                  <a:srgbClr val="002060"/>
                </a:solidFill>
                <a:latin typeface="+mn-lt"/>
                <a:ea typeface="楷体" pitchFamily="49" charset="-122"/>
              </a:rPr>
              <a:t>赋给变量</a:t>
            </a:r>
            <a:r>
              <a:rPr lang="en-US" altLang="zh-CN" sz="1800" b="1" dirty="0">
                <a:solidFill>
                  <a:srgbClr val="002060"/>
                </a:solidFill>
                <a:latin typeface="+mn-lt"/>
                <a:ea typeface="楷体" pitchFamily="49" charset="-122"/>
              </a:rPr>
              <a:t>b</a:t>
            </a:r>
          </a:p>
          <a:p>
            <a:pPr indent="190500">
              <a:tabLst>
                <a:tab pos="800100" algn="l"/>
              </a:tabLst>
            </a:pPr>
            <a:r>
              <a:rPr lang="en-US" altLang="zh-CN" dirty="0">
                <a:effectLst>
                  <a:outerShdw blurRad="38100" dist="38100" dir="2700000" algn="tl">
                    <a:srgbClr val="FFFFFF"/>
                  </a:outerShdw>
                </a:effectLst>
              </a:rPr>
              <a:t>  c = 123.456789;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对变量</a:t>
            </a:r>
            <a:r>
              <a:rPr lang="en-US" altLang="zh-CN" sz="1800" b="1" dirty="0">
                <a:solidFill>
                  <a:srgbClr val="002060"/>
                </a:solidFill>
                <a:latin typeface="+mn-lt"/>
                <a:ea typeface="楷体" pitchFamily="49" charset="-122"/>
              </a:rPr>
              <a:t>c</a:t>
            </a:r>
            <a:r>
              <a:rPr lang="zh-CN" altLang="en-US" sz="1800" b="1" dirty="0">
                <a:solidFill>
                  <a:srgbClr val="002060"/>
                </a:solidFill>
                <a:latin typeface="+mn-lt"/>
                <a:ea typeface="楷体" pitchFamily="49" charset="-122"/>
              </a:rPr>
              <a:t>赋值为</a:t>
            </a:r>
            <a:r>
              <a:rPr lang="en-US" altLang="zh-CN" sz="1800" b="1" dirty="0">
                <a:solidFill>
                  <a:srgbClr val="002060"/>
                </a:solidFill>
                <a:latin typeface="+mn-lt"/>
                <a:ea typeface="楷体" pitchFamily="49" charset="-122"/>
              </a:rPr>
              <a:t>123.456789</a:t>
            </a:r>
          </a:p>
          <a:p>
            <a:pPr indent="190500">
              <a:tabLst>
                <a:tab pos="800100" algn="l"/>
              </a:tabLst>
            </a:pPr>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printf</a:t>
            </a:r>
            <a:r>
              <a:rPr lang="en-US" altLang="zh-CN" dirty="0">
                <a:effectLst>
                  <a:outerShdw blurRad="38100" dist="38100" dir="2700000" algn="tl">
                    <a:srgbClr val="FFFFFF"/>
                  </a:outerShdw>
                </a:effectLst>
              </a:rPr>
              <a:t>("a = %f   b = %lf   c = %lf\n", a, b, c);</a:t>
            </a:r>
          </a:p>
          <a:p>
            <a:pPr indent="190500">
              <a:tabLst>
                <a:tab pos="800100" algn="l"/>
              </a:tabLst>
            </a:pPr>
            <a:r>
              <a:rPr lang="en-US" altLang="zh-CN" dirty="0">
                <a:effectLst>
                  <a:outerShdw blurRad="38100" dist="38100" dir="2700000" algn="tl">
                    <a:srgbClr val="FFFFFF"/>
                  </a:outerShdw>
                </a:effectLst>
              </a:rPr>
              <a:t>  return 0;</a:t>
            </a:r>
          </a:p>
          <a:p>
            <a:pPr indent="190500">
              <a:tabLst>
                <a:tab pos="800100" algn="l"/>
              </a:tabLst>
            </a:pPr>
            <a:r>
              <a:rPr lang="en-US" altLang="zh-CN" dirty="0">
                <a:effectLst>
                  <a:outerShdw blurRad="38100" dist="38100" dir="2700000" algn="tl">
                    <a:srgbClr val="FFFFFF"/>
                  </a:outerShdw>
                </a:effectLst>
              </a:rPr>
              <a:t>}</a:t>
            </a:r>
          </a:p>
        </p:txBody>
      </p:sp>
      <p:grpSp>
        <p:nvGrpSpPr>
          <p:cNvPr id="795784" name="Group 136"/>
          <p:cNvGrpSpPr>
            <a:grpSpLocks/>
          </p:cNvGrpSpPr>
          <p:nvPr/>
        </p:nvGrpSpPr>
        <p:grpSpPr bwMode="auto">
          <a:xfrm>
            <a:off x="9085634" y="2854326"/>
            <a:ext cx="2025650" cy="3167063"/>
            <a:chOff x="4219" y="1987"/>
            <a:chExt cx="1276" cy="1995"/>
          </a:xfrm>
        </p:grpSpPr>
        <p:sp>
          <p:nvSpPr>
            <p:cNvPr id="795745" name="AutoShape 97"/>
            <p:cNvSpPr>
              <a:spLocks noChangeArrowheads="1"/>
            </p:cNvSpPr>
            <p:nvPr/>
          </p:nvSpPr>
          <p:spPr bwMode="auto">
            <a:xfrm>
              <a:off x="4468" y="1987"/>
              <a:ext cx="1027" cy="1995"/>
            </a:xfrm>
            <a:prstGeom prst="foldedCorner">
              <a:avLst>
                <a:gd name="adj" fmla="val 13745"/>
              </a:avLst>
            </a:prstGeom>
            <a:solidFill>
              <a:srgbClr val="FFFFFF"/>
            </a:solidFill>
            <a:ln w="34925">
              <a:solidFill>
                <a:srgbClr val="006600"/>
              </a:solidFill>
              <a:round/>
              <a:headEnd type="none" w="lg" len="lg"/>
              <a:tailEnd/>
            </a:ln>
            <a:effectLst>
              <a:outerShdw blurRad="50800" dist="106680" dir="2700000" algn="tl" rotWithShape="0">
                <a:prstClr val="black">
                  <a:alpha val="43000"/>
                </a:prstClr>
              </a:outerShdw>
            </a:effectLst>
          </p:spPr>
          <p:txBody>
            <a:bodyPr lIns="90000" tIns="46800" rIns="90000" bIns="46800" anchor="ctr"/>
            <a:lstStyle/>
            <a:p>
              <a:pPr algn="ctr"/>
              <a:endParaRPr lang="zh-CN" altLang="zh-CN"/>
            </a:p>
          </p:txBody>
        </p:sp>
        <p:sp>
          <p:nvSpPr>
            <p:cNvPr id="795776" name="Text Box 128"/>
            <p:cNvSpPr txBox="1">
              <a:spLocks noChangeArrowheads="1"/>
            </p:cNvSpPr>
            <p:nvPr/>
          </p:nvSpPr>
          <p:spPr bwMode="auto">
            <a:xfrm>
              <a:off x="4476" y="2179"/>
              <a:ext cx="1009" cy="300"/>
            </a:xfrm>
            <a:prstGeom prst="rect">
              <a:avLst/>
            </a:prstGeom>
            <a:solidFill>
              <a:srgbClr val="FFFF99">
                <a:alpha val="60001"/>
              </a:srgbClr>
            </a:solidFill>
            <a:ln w="19050">
              <a:solidFill>
                <a:srgbClr val="006600"/>
              </a:solidFill>
              <a:miter lim="800000"/>
              <a:headEnd/>
              <a:tailEnd/>
            </a:ln>
            <a:effectLst/>
          </p:spPr>
          <p:txBody>
            <a:bodyPr/>
            <a:lstStyle/>
            <a:p>
              <a:pPr algn="ctr">
                <a:spcBef>
                  <a:spcPct val="50000"/>
                </a:spcBef>
              </a:pPr>
              <a:endParaRPr lang="zh-CN" altLang="zh-CN" sz="2000">
                <a:solidFill>
                  <a:srgbClr val="FF3300"/>
                </a:solidFill>
              </a:endParaRPr>
            </a:p>
          </p:txBody>
        </p:sp>
        <p:sp>
          <p:nvSpPr>
            <p:cNvPr id="795778" name="Text Box 130"/>
            <p:cNvSpPr txBox="1">
              <a:spLocks noChangeArrowheads="1"/>
            </p:cNvSpPr>
            <p:nvPr/>
          </p:nvSpPr>
          <p:spPr bwMode="auto">
            <a:xfrm>
              <a:off x="4219" y="2148"/>
              <a:ext cx="227" cy="288"/>
            </a:xfrm>
            <a:prstGeom prst="rect">
              <a:avLst/>
            </a:prstGeom>
            <a:noFill/>
            <a:ln w="9525">
              <a:noFill/>
              <a:miter lim="800000"/>
              <a:headEnd/>
              <a:tailEnd/>
            </a:ln>
            <a:effectLst/>
          </p:spPr>
          <p:txBody>
            <a:bodyPr>
              <a:spAutoFit/>
            </a:bodyPr>
            <a:lstStyle/>
            <a:p>
              <a:pPr>
                <a:spcBef>
                  <a:spcPct val="50000"/>
                </a:spcBef>
              </a:pPr>
              <a:r>
                <a:rPr lang="en-US" altLang="zh-CN" dirty="0">
                  <a:solidFill>
                    <a:srgbClr val="002060"/>
                  </a:solidFill>
                </a:rPr>
                <a:t>a</a:t>
              </a:r>
            </a:p>
          </p:txBody>
        </p:sp>
      </p:grpSp>
      <p:grpSp>
        <p:nvGrpSpPr>
          <p:cNvPr id="795785" name="Group 137"/>
          <p:cNvGrpSpPr>
            <a:grpSpLocks/>
          </p:cNvGrpSpPr>
          <p:nvPr/>
        </p:nvGrpSpPr>
        <p:grpSpPr bwMode="auto">
          <a:xfrm>
            <a:off x="9087222" y="3775075"/>
            <a:ext cx="2009775" cy="781050"/>
            <a:chOff x="4220" y="2585"/>
            <a:chExt cx="1266" cy="492"/>
          </a:xfrm>
        </p:grpSpPr>
        <p:sp>
          <p:nvSpPr>
            <p:cNvPr id="795780" name="Text Box 132"/>
            <p:cNvSpPr txBox="1">
              <a:spLocks noChangeArrowheads="1"/>
            </p:cNvSpPr>
            <p:nvPr/>
          </p:nvSpPr>
          <p:spPr bwMode="auto">
            <a:xfrm>
              <a:off x="4477" y="2585"/>
              <a:ext cx="1009" cy="492"/>
            </a:xfrm>
            <a:prstGeom prst="rect">
              <a:avLst/>
            </a:prstGeom>
            <a:solidFill>
              <a:srgbClr val="FFFF99">
                <a:alpha val="60001"/>
              </a:srgbClr>
            </a:solidFill>
            <a:ln w="19050">
              <a:solidFill>
                <a:srgbClr val="006600"/>
              </a:solidFill>
              <a:miter lim="800000"/>
              <a:headEnd/>
              <a:tailEnd/>
            </a:ln>
            <a:effectLst/>
          </p:spPr>
          <p:txBody>
            <a:bodyPr/>
            <a:lstStyle/>
            <a:p>
              <a:pPr algn="ctr">
                <a:spcBef>
                  <a:spcPct val="50000"/>
                </a:spcBef>
              </a:pPr>
              <a:endParaRPr lang="zh-CN" altLang="zh-CN" sz="2000">
                <a:solidFill>
                  <a:srgbClr val="FF3300"/>
                </a:solidFill>
              </a:endParaRPr>
            </a:p>
          </p:txBody>
        </p:sp>
        <p:sp>
          <p:nvSpPr>
            <p:cNvPr id="795782" name="Text Box 134"/>
            <p:cNvSpPr txBox="1">
              <a:spLocks noChangeArrowheads="1"/>
            </p:cNvSpPr>
            <p:nvPr/>
          </p:nvSpPr>
          <p:spPr bwMode="auto">
            <a:xfrm>
              <a:off x="4220" y="2635"/>
              <a:ext cx="227" cy="288"/>
            </a:xfrm>
            <a:prstGeom prst="rect">
              <a:avLst/>
            </a:prstGeom>
            <a:noFill/>
            <a:ln w="9525">
              <a:noFill/>
              <a:miter lim="800000"/>
              <a:headEnd/>
              <a:tailEnd/>
            </a:ln>
            <a:effectLst/>
          </p:spPr>
          <p:txBody>
            <a:bodyPr>
              <a:spAutoFit/>
            </a:bodyPr>
            <a:lstStyle/>
            <a:p>
              <a:pPr>
                <a:spcBef>
                  <a:spcPct val="50000"/>
                </a:spcBef>
              </a:pPr>
              <a:r>
                <a:rPr lang="en-US" altLang="zh-CN" dirty="0">
                  <a:solidFill>
                    <a:srgbClr val="002060"/>
                  </a:solidFill>
                </a:rPr>
                <a:t>b</a:t>
              </a:r>
            </a:p>
          </p:txBody>
        </p:sp>
      </p:grpSp>
      <p:grpSp>
        <p:nvGrpSpPr>
          <p:cNvPr id="795786" name="Group 138"/>
          <p:cNvGrpSpPr>
            <a:grpSpLocks/>
          </p:cNvGrpSpPr>
          <p:nvPr/>
        </p:nvGrpSpPr>
        <p:grpSpPr bwMode="auto">
          <a:xfrm>
            <a:off x="9088810" y="4733925"/>
            <a:ext cx="2009775" cy="781050"/>
            <a:chOff x="4221" y="3180"/>
            <a:chExt cx="1266" cy="492"/>
          </a:xfrm>
        </p:grpSpPr>
        <p:sp>
          <p:nvSpPr>
            <p:cNvPr id="795781" name="Text Box 133"/>
            <p:cNvSpPr txBox="1">
              <a:spLocks noChangeArrowheads="1"/>
            </p:cNvSpPr>
            <p:nvPr/>
          </p:nvSpPr>
          <p:spPr bwMode="auto">
            <a:xfrm>
              <a:off x="4478" y="3180"/>
              <a:ext cx="1009" cy="492"/>
            </a:xfrm>
            <a:prstGeom prst="rect">
              <a:avLst/>
            </a:prstGeom>
            <a:solidFill>
              <a:srgbClr val="FFFF99">
                <a:alpha val="60001"/>
              </a:srgbClr>
            </a:solidFill>
            <a:ln w="19050">
              <a:solidFill>
                <a:srgbClr val="006600"/>
              </a:solidFill>
              <a:miter lim="800000"/>
              <a:headEnd/>
              <a:tailEnd/>
            </a:ln>
            <a:effectLst/>
          </p:spPr>
          <p:txBody>
            <a:bodyPr/>
            <a:lstStyle/>
            <a:p>
              <a:pPr algn="ctr">
                <a:spcBef>
                  <a:spcPct val="50000"/>
                </a:spcBef>
              </a:pPr>
              <a:endParaRPr lang="zh-CN" altLang="zh-CN" sz="2000">
                <a:solidFill>
                  <a:srgbClr val="FF3300"/>
                </a:solidFill>
              </a:endParaRPr>
            </a:p>
          </p:txBody>
        </p:sp>
        <p:sp>
          <p:nvSpPr>
            <p:cNvPr id="795783" name="Text Box 135"/>
            <p:cNvSpPr txBox="1">
              <a:spLocks noChangeArrowheads="1"/>
            </p:cNvSpPr>
            <p:nvPr/>
          </p:nvSpPr>
          <p:spPr bwMode="auto">
            <a:xfrm>
              <a:off x="4221" y="3257"/>
              <a:ext cx="227" cy="288"/>
            </a:xfrm>
            <a:prstGeom prst="rect">
              <a:avLst/>
            </a:prstGeom>
            <a:noFill/>
            <a:ln w="9525">
              <a:noFill/>
              <a:miter lim="800000"/>
              <a:headEnd/>
              <a:tailEnd/>
            </a:ln>
            <a:effectLst/>
          </p:spPr>
          <p:txBody>
            <a:bodyPr>
              <a:spAutoFit/>
            </a:bodyPr>
            <a:lstStyle/>
            <a:p>
              <a:pPr>
                <a:spcBef>
                  <a:spcPct val="50000"/>
                </a:spcBef>
              </a:pPr>
              <a:r>
                <a:rPr lang="en-US" altLang="zh-CN" dirty="0">
                  <a:solidFill>
                    <a:srgbClr val="002060"/>
                  </a:solidFill>
                </a:rPr>
                <a:t>c</a:t>
              </a:r>
            </a:p>
          </p:txBody>
        </p:sp>
      </p:grpSp>
      <p:sp>
        <p:nvSpPr>
          <p:cNvPr id="795777" name="Text Box 129"/>
          <p:cNvSpPr txBox="1">
            <a:spLocks noChangeArrowheads="1"/>
          </p:cNvSpPr>
          <p:nvPr/>
        </p:nvSpPr>
        <p:spPr bwMode="auto">
          <a:xfrm>
            <a:off x="9495210" y="3157538"/>
            <a:ext cx="1601787" cy="476250"/>
          </a:xfrm>
          <a:prstGeom prst="rect">
            <a:avLst/>
          </a:prstGeom>
          <a:solidFill>
            <a:srgbClr val="F0E5B7">
              <a:alpha val="60001"/>
            </a:srgbClr>
          </a:solidFill>
          <a:ln w="19050">
            <a:solidFill>
              <a:srgbClr val="006600"/>
            </a:solidFill>
            <a:miter lim="800000"/>
            <a:headEnd/>
            <a:tailEnd/>
          </a:ln>
          <a:effectLst/>
        </p:spPr>
        <p:txBody>
          <a:bodyPr/>
          <a:lstStyle/>
          <a:p>
            <a:pPr algn="ctr">
              <a:spcBef>
                <a:spcPct val="50000"/>
              </a:spcBef>
            </a:pPr>
            <a:r>
              <a:rPr lang="en-US" altLang="zh-CN" sz="2000" b="1" dirty="0">
                <a:solidFill>
                  <a:srgbClr val="C01920"/>
                </a:solidFill>
              </a:rPr>
              <a:t>123.45678</a:t>
            </a:r>
            <a:r>
              <a:rPr lang="en-US" altLang="zh-CN" sz="2000" b="1" dirty="0">
                <a:solidFill>
                  <a:srgbClr val="002060"/>
                </a:solidFill>
              </a:rPr>
              <a:t>7</a:t>
            </a:r>
          </a:p>
        </p:txBody>
      </p:sp>
      <p:sp>
        <p:nvSpPr>
          <p:cNvPr id="795788" name="Text Box 140"/>
          <p:cNvSpPr txBox="1">
            <a:spLocks noChangeArrowheads="1"/>
          </p:cNvSpPr>
          <p:nvPr/>
        </p:nvSpPr>
        <p:spPr bwMode="auto">
          <a:xfrm>
            <a:off x="9495210" y="3776663"/>
            <a:ext cx="1601787" cy="781050"/>
          </a:xfrm>
          <a:prstGeom prst="rect">
            <a:avLst/>
          </a:prstGeom>
          <a:solidFill>
            <a:srgbClr val="F0E5B7">
              <a:alpha val="60001"/>
            </a:srgbClr>
          </a:solidFill>
          <a:ln w="19050">
            <a:solidFill>
              <a:srgbClr val="006600"/>
            </a:solidFill>
            <a:miter lim="800000"/>
            <a:headEnd/>
            <a:tailEnd/>
          </a:ln>
          <a:effectLst/>
        </p:spPr>
        <p:txBody>
          <a:bodyPr anchor="ctr" anchorCtr="1"/>
          <a:lstStyle/>
          <a:p>
            <a:pPr algn="ctr">
              <a:spcBef>
                <a:spcPct val="50000"/>
              </a:spcBef>
            </a:pPr>
            <a:r>
              <a:rPr lang="en-US" altLang="zh-CN" sz="2000" b="1" dirty="0">
                <a:solidFill>
                  <a:srgbClr val="002060"/>
                </a:solidFill>
              </a:rPr>
              <a:t>123.456787</a:t>
            </a:r>
          </a:p>
        </p:txBody>
      </p:sp>
      <p:sp>
        <p:nvSpPr>
          <p:cNvPr id="795790" name="AutoShape 142"/>
          <p:cNvSpPr>
            <a:spLocks noChangeArrowheads="1"/>
          </p:cNvSpPr>
          <p:nvPr/>
        </p:nvSpPr>
        <p:spPr bwMode="auto">
          <a:xfrm>
            <a:off x="10920784" y="3344864"/>
            <a:ext cx="431800" cy="936625"/>
          </a:xfrm>
          <a:prstGeom prst="curvedLeftArrow">
            <a:avLst>
              <a:gd name="adj1" fmla="val 43382"/>
              <a:gd name="adj2" fmla="val 86765"/>
              <a:gd name="adj3" fmla="val 33333"/>
            </a:avLst>
          </a:prstGeom>
          <a:solidFill>
            <a:srgbClr val="BAA1B9"/>
          </a:solidFill>
          <a:ln w="9525">
            <a:noFill/>
            <a:miter lim="800000"/>
            <a:headEnd/>
            <a:tailEnd/>
          </a:ln>
          <a:effectLst/>
        </p:spPr>
        <p:txBody>
          <a:bodyPr wrap="none" anchor="ctr"/>
          <a:lstStyle/>
          <a:p>
            <a:endParaRPr lang="zh-CN" altLang="en-US"/>
          </a:p>
        </p:txBody>
      </p:sp>
      <p:sp>
        <p:nvSpPr>
          <p:cNvPr id="795791" name="Text Box 143"/>
          <p:cNvSpPr txBox="1">
            <a:spLocks noChangeArrowheads="1"/>
          </p:cNvSpPr>
          <p:nvPr/>
        </p:nvSpPr>
        <p:spPr bwMode="auto">
          <a:xfrm>
            <a:off x="9496796" y="4735513"/>
            <a:ext cx="1601788" cy="781050"/>
          </a:xfrm>
          <a:prstGeom prst="rect">
            <a:avLst/>
          </a:prstGeom>
          <a:solidFill>
            <a:srgbClr val="F0E5B7">
              <a:alpha val="60001"/>
            </a:srgbClr>
          </a:solidFill>
          <a:ln w="19050">
            <a:solidFill>
              <a:srgbClr val="006600"/>
            </a:solidFill>
            <a:miter lim="800000"/>
            <a:headEnd/>
            <a:tailEnd/>
          </a:ln>
          <a:effectLst/>
        </p:spPr>
        <p:txBody>
          <a:bodyPr anchor="ctr" anchorCtr="1"/>
          <a:lstStyle/>
          <a:p>
            <a:pPr algn="ctr">
              <a:spcBef>
                <a:spcPct val="50000"/>
              </a:spcBef>
            </a:pPr>
            <a:r>
              <a:rPr lang="en-US" altLang="zh-CN" sz="2000" b="1" dirty="0">
                <a:solidFill>
                  <a:srgbClr val="C01920"/>
                </a:solidFill>
              </a:rPr>
              <a:t>123.456789</a:t>
            </a:r>
          </a:p>
        </p:txBody>
      </p:sp>
      <p:sp>
        <p:nvSpPr>
          <p:cNvPr id="795792" name="Text Box 144"/>
          <p:cNvSpPr txBox="1">
            <a:spLocks noChangeArrowheads="1"/>
          </p:cNvSpPr>
          <p:nvPr/>
        </p:nvSpPr>
        <p:spPr bwMode="auto">
          <a:xfrm>
            <a:off x="4655840" y="6165304"/>
            <a:ext cx="6624266" cy="580338"/>
          </a:xfrm>
          <a:prstGeom prst="rect">
            <a:avLst/>
          </a:prstGeom>
          <a:solidFill>
            <a:schemeClr val="accent3"/>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1"/>
          <a:lstStyle/>
          <a:p>
            <a:pPr algn="just"/>
            <a:r>
              <a:rPr lang="en-US" altLang="zh-CN" b="1" dirty="0">
                <a:solidFill>
                  <a:srgbClr val="002060"/>
                </a:solidFill>
                <a:effectLst>
                  <a:innerShdw blurRad="63500" dist="50800" dir="10800000">
                    <a:prstClr val="black">
                      <a:alpha val="50000"/>
                    </a:prstClr>
                  </a:innerShdw>
                </a:effectLst>
              </a:rPr>
              <a:t>a = 123.456787   b = 123.456787   c = 123.456789</a:t>
            </a:r>
          </a:p>
        </p:txBody>
      </p:sp>
      <p:sp>
        <p:nvSpPr>
          <p:cNvPr id="795794" name="AutoShape 146"/>
          <p:cNvSpPr>
            <a:spLocks noChangeArrowheads="1"/>
          </p:cNvSpPr>
          <p:nvPr/>
        </p:nvSpPr>
        <p:spPr bwMode="auto">
          <a:xfrm>
            <a:off x="6721314" y="362745"/>
            <a:ext cx="5544616" cy="2246312"/>
          </a:xfrm>
          <a:prstGeom prst="cloudCallout">
            <a:avLst>
              <a:gd name="adj1" fmla="val 7861"/>
              <a:gd name="adj2" fmla="val 81135"/>
            </a:avLst>
          </a:prstGeom>
          <a:gradFill flip="none" rotWithShape="1">
            <a:gsLst>
              <a:gs pos="0">
                <a:schemeClr val="bg1">
                  <a:lumMod val="95000"/>
                </a:schemeClr>
              </a:gs>
              <a:gs pos="79000">
                <a:srgbClr val="BAA1B9"/>
              </a:gs>
            </a:gsLst>
            <a:lin ang="2700000" scaled="1"/>
            <a:tileRect/>
          </a:gradFill>
          <a:ln w="9525">
            <a:noFill/>
            <a:round/>
            <a:headEnd/>
            <a:tailEnd/>
          </a:ln>
          <a:effectLst>
            <a:glow rad="101600">
              <a:schemeClr val="accent5">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r>
              <a:rPr lang="en-US" altLang="zh-CN" sz="1800" b="1" dirty="0">
                <a:effectLst>
                  <a:outerShdw blurRad="38100" dist="38100" dir="2700000" algn="tl">
                    <a:srgbClr val="FFFFFF"/>
                  </a:outerShdw>
                </a:effectLst>
                <a:latin typeface="楷体_GB2312" pitchFamily="49" charset="-122"/>
                <a:ea typeface="楷体_GB2312" pitchFamily="49" charset="-122"/>
              </a:rPr>
              <a:t>    </a:t>
            </a:r>
            <a:r>
              <a:rPr lang="en-US" altLang="zh-CN" sz="2000" b="1" dirty="0">
                <a:effectLst>
                  <a:outerShdw blurRad="38100" dist="38100" dir="2700000" algn="tl">
                    <a:srgbClr val="FFFFFF"/>
                  </a:outerShdw>
                </a:effectLst>
                <a:latin typeface="+mn-lt"/>
                <a:ea typeface="楷体" pitchFamily="49" charset="-122"/>
              </a:rPr>
              <a:t>float</a:t>
            </a:r>
            <a:r>
              <a:rPr lang="zh-CN" altLang="en-US" sz="2000" b="1" dirty="0">
                <a:effectLst>
                  <a:outerShdw blurRad="38100" dist="38100" dir="2700000" algn="tl">
                    <a:srgbClr val="FFFFFF"/>
                  </a:outerShdw>
                </a:effectLst>
                <a:latin typeface="+mn-lt"/>
                <a:ea typeface="楷体" pitchFamily="49" charset="-122"/>
              </a:rPr>
              <a:t>型变量最多只能精确表示</a:t>
            </a:r>
            <a:r>
              <a:rPr lang="en-US" altLang="zh-CN" sz="2000" b="1" dirty="0">
                <a:effectLst>
                  <a:outerShdw blurRad="38100" dist="38100" dir="2700000" algn="tl">
                    <a:srgbClr val="FFFFFF"/>
                  </a:outerShdw>
                </a:effectLst>
                <a:latin typeface="+mn-lt"/>
                <a:ea typeface="楷体" pitchFamily="49" charset="-122"/>
              </a:rPr>
              <a:t>8</a:t>
            </a:r>
            <a:r>
              <a:rPr lang="zh-CN" altLang="en-US" sz="2000" b="1" dirty="0">
                <a:effectLst>
                  <a:outerShdw blurRad="38100" dist="38100" dir="2700000" algn="tl">
                    <a:srgbClr val="FFFFFF"/>
                  </a:outerShdw>
                </a:effectLst>
                <a:latin typeface="+mn-lt"/>
                <a:ea typeface="楷体" pitchFamily="49" charset="-122"/>
              </a:rPr>
              <a:t>个数字，因此显示</a:t>
            </a:r>
            <a:r>
              <a:rPr lang="en-US" altLang="zh-CN" sz="2000" b="1" dirty="0">
                <a:effectLst>
                  <a:outerShdw blurRad="38100" dist="38100" dir="2700000" algn="tl">
                    <a:srgbClr val="FFFFFF"/>
                  </a:outerShdw>
                </a:effectLst>
                <a:latin typeface="+mn-lt"/>
                <a:ea typeface="楷体" pitchFamily="49" charset="-122"/>
              </a:rPr>
              <a:t>a</a:t>
            </a:r>
            <a:r>
              <a:rPr lang="zh-CN" altLang="en-US" sz="2000" b="1" dirty="0">
                <a:effectLst>
                  <a:outerShdw blurRad="38100" dist="38100" dir="2700000" algn="tl">
                    <a:srgbClr val="FFFFFF"/>
                  </a:outerShdw>
                </a:effectLst>
                <a:latin typeface="+mn-lt"/>
                <a:ea typeface="楷体" pitchFamily="49" charset="-122"/>
              </a:rPr>
              <a:t>的值时，只能有效显示前面</a:t>
            </a:r>
            <a:r>
              <a:rPr lang="en-US" altLang="zh-CN" sz="2000" b="1" dirty="0">
                <a:effectLst>
                  <a:outerShdw blurRad="38100" dist="38100" dir="2700000" algn="tl">
                    <a:srgbClr val="FFFFFF"/>
                  </a:outerShdw>
                </a:effectLst>
                <a:latin typeface="+mn-lt"/>
                <a:ea typeface="楷体" pitchFamily="49" charset="-122"/>
              </a:rPr>
              <a:t>8</a:t>
            </a:r>
            <a:r>
              <a:rPr lang="zh-CN" altLang="en-US" sz="2000" b="1" dirty="0">
                <a:effectLst>
                  <a:outerShdw blurRad="38100" dist="38100" dir="2700000" algn="tl">
                    <a:srgbClr val="FFFFFF"/>
                  </a:outerShdw>
                </a:effectLst>
                <a:latin typeface="+mn-lt"/>
                <a:ea typeface="楷体" pitchFamily="49" charset="-122"/>
              </a:rPr>
              <a:t>个数字即</a:t>
            </a:r>
            <a:r>
              <a:rPr lang="en-US" altLang="zh-CN" sz="2000" b="1" dirty="0">
                <a:effectLst>
                  <a:outerShdw blurRad="38100" dist="38100" dir="2700000" algn="tl">
                    <a:srgbClr val="FFFFFF"/>
                  </a:outerShdw>
                </a:effectLst>
                <a:latin typeface="+mn-lt"/>
                <a:ea typeface="楷体" pitchFamily="49" charset="-122"/>
              </a:rPr>
              <a:t>123.45678</a:t>
            </a:r>
            <a:r>
              <a:rPr lang="zh-CN" altLang="en-US" sz="2000" b="1" dirty="0">
                <a:effectLst>
                  <a:outerShdw blurRad="38100" dist="38100" dir="2700000" algn="tl">
                    <a:srgbClr val="FFFFFF"/>
                  </a:outerShdw>
                </a:effectLst>
                <a:latin typeface="+mn-lt"/>
                <a:ea typeface="楷体" pitchFamily="49" charset="-122"/>
              </a:rPr>
              <a:t>，最后追加一位数字</a:t>
            </a:r>
            <a:r>
              <a:rPr lang="en-US" altLang="zh-CN" sz="2000" b="1" dirty="0">
                <a:effectLst>
                  <a:outerShdw blurRad="38100" dist="38100" dir="2700000" algn="tl">
                    <a:srgbClr val="FFFFFF"/>
                  </a:outerShdw>
                </a:effectLst>
                <a:latin typeface="+mn-lt"/>
                <a:ea typeface="楷体" pitchFamily="49" charset="-122"/>
              </a:rPr>
              <a:t>7</a:t>
            </a:r>
            <a:r>
              <a:rPr lang="zh-CN" altLang="en-US" sz="2000" b="1" dirty="0">
                <a:effectLst>
                  <a:outerShdw blurRad="38100" dist="38100" dir="2700000" algn="tl">
                    <a:srgbClr val="FFFFFF"/>
                  </a:outerShdw>
                </a:effectLst>
                <a:latin typeface="+mn-lt"/>
                <a:ea typeface="楷体" pitchFamily="49" charset="-122"/>
              </a:rPr>
              <a:t>是随机的</a:t>
            </a:r>
            <a:r>
              <a:rPr lang="zh-CN" altLang="en-US" sz="2000" dirty="0">
                <a:latin typeface="+mn-lt"/>
                <a:ea typeface="楷体" pitchFamily="49" charset="-122"/>
              </a:rPr>
              <a:t> </a:t>
            </a:r>
          </a:p>
        </p:txBody>
      </p:sp>
      <p:sp>
        <p:nvSpPr>
          <p:cNvPr id="25" name="Rectangle 5">
            <a:extLst>
              <a:ext uri="{FF2B5EF4-FFF2-40B4-BE49-F238E27FC236}">
                <a16:creationId xmlns:a16="http://schemas.microsoft.com/office/drawing/2014/main" id="{40FA8414-7BDD-4A0A-B9CD-96EBC65EA634}"/>
              </a:ext>
            </a:extLst>
          </p:cNvPr>
          <p:cNvSpPr>
            <a:spLocks noChangeArrowheads="1"/>
          </p:cNvSpPr>
          <p:nvPr/>
        </p:nvSpPr>
        <p:spPr bwMode="auto">
          <a:xfrm>
            <a:off x="762764" y="764704"/>
            <a:ext cx="2659702" cy="584775"/>
          </a:xfrm>
          <a:prstGeom prst="rect">
            <a:avLst/>
          </a:prstGeom>
          <a:noFill/>
          <a:ln w="9525">
            <a:noFill/>
            <a:miter lim="800000"/>
            <a:headEnd/>
            <a:tailEnd/>
          </a:ln>
          <a:effectLst/>
        </p:spPr>
        <p:txBody>
          <a:bodyPr wrap="none" anchor="ctr">
            <a:spAutoFit/>
          </a:bodyPr>
          <a:lstStyle/>
          <a:p>
            <a:r>
              <a:rPr lang="en-US" altLang="zh-CN" sz="3200" b="1" dirty="0">
                <a:solidFill>
                  <a:srgbClr val="C01920"/>
                </a:solidFill>
                <a:latin typeface="楷体" panose="02010609060101010101" pitchFamily="49" charset="-122"/>
                <a:ea typeface="楷体" panose="02010609060101010101" pitchFamily="49" charset="-122"/>
              </a:rPr>
              <a:t>5. </a:t>
            </a:r>
            <a:r>
              <a:rPr lang="zh-CN" altLang="en-US" sz="3200" b="1" dirty="0">
                <a:solidFill>
                  <a:srgbClr val="C01920"/>
                </a:solidFill>
                <a:latin typeface="楷体" panose="02010609060101010101" pitchFamily="49" charset="-122"/>
                <a:ea typeface="楷体" panose="02010609060101010101" pitchFamily="49" charset="-122"/>
              </a:rPr>
              <a:t>实型数据 </a:t>
            </a:r>
          </a:p>
        </p:txBody>
      </p:sp>
      <p:sp>
        <p:nvSpPr>
          <p:cNvPr id="26" name="Rectangle 4">
            <a:extLst>
              <a:ext uri="{FF2B5EF4-FFF2-40B4-BE49-F238E27FC236}">
                <a16:creationId xmlns:a16="http://schemas.microsoft.com/office/drawing/2014/main" id="{0D85C656-F65A-4F7D-B529-F1065DD92127}"/>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简单数据类型与表示范围</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linds(horizontal)">
                                      <p:cBhvr>
                                        <p:cTn id="7" dur="500"/>
                                        <p:tgtEl>
                                          <p:spTgt spid="25"/>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795654"/>
                                        </p:tgtEl>
                                        <p:attrNameLst>
                                          <p:attrName>style.visibility</p:attrName>
                                        </p:attrNameLst>
                                      </p:cBhvr>
                                      <p:to>
                                        <p:strVal val="visible"/>
                                      </p:to>
                                    </p:set>
                                    <p:anim calcmode="lin" valueType="num">
                                      <p:cBhvr additive="base">
                                        <p:cTn id="12" dur="500" fill="hold"/>
                                        <p:tgtEl>
                                          <p:spTgt spid="795654"/>
                                        </p:tgtEl>
                                        <p:attrNameLst>
                                          <p:attrName>ppt_x</p:attrName>
                                        </p:attrNameLst>
                                      </p:cBhvr>
                                      <p:tavLst>
                                        <p:tav tm="0">
                                          <p:val>
                                            <p:strVal val="0-#ppt_w/2"/>
                                          </p:val>
                                        </p:tav>
                                        <p:tav tm="100000">
                                          <p:val>
                                            <p:strVal val="#ppt_x"/>
                                          </p:val>
                                        </p:tav>
                                      </p:tavLst>
                                    </p:anim>
                                    <p:anim calcmode="lin" valueType="num">
                                      <p:cBhvr additive="base">
                                        <p:cTn id="13" dur="500" fill="hold"/>
                                        <p:tgtEl>
                                          <p:spTgt spid="79565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795793"/>
                                        </p:tgtEl>
                                        <p:attrNameLst>
                                          <p:attrName>style.visibility</p:attrName>
                                        </p:attrNameLst>
                                      </p:cBhvr>
                                      <p:to>
                                        <p:strVal val="visible"/>
                                      </p:to>
                                    </p:set>
                                    <p:animEffect transition="in" filter="box(out)">
                                      <p:cBhvr>
                                        <p:cTn id="18" dur="500"/>
                                        <p:tgtEl>
                                          <p:spTgt spid="795793"/>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795734">
                                            <p:txEl>
                                              <p:pRg st="0" end="0"/>
                                            </p:txEl>
                                          </p:spTgt>
                                        </p:tgtEl>
                                        <p:attrNameLst>
                                          <p:attrName>style.visibility</p:attrName>
                                        </p:attrNameLst>
                                      </p:cBhvr>
                                      <p:to>
                                        <p:strVal val="visible"/>
                                      </p:to>
                                    </p:set>
                                    <p:animEffect transition="in" filter="blinds(horizontal)">
                                      <p:cBhvr>
                                        <p:cTn id="23" dur="500"/>
                                        <p:tgtEl>
                                          <p:spTgt spid="795734">
                                            <p:txEl>
                                              <p:pRg st="0" end="0"/>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795734">
                                            <p:txEl>
                                              <p:pRg st="1" end="1"/>
                                            </p:txEl>
                                          </p:spTgt>
                                        </p:tgtEl>
                                        <p:attrNameLst>
                                          <p:attrName>style.visibility</p:attrName>
                                        </p:attrNameLst>
                                      </p:cBhvr>
                                      <p:to>
                                        <p:strVal val="visible"/>
                                      </p:to>
                                    </p:set>
                                    <p:animEffect transition="in" filter="blinds(horizontal)">
                                      <p:cBhvr>
                                        <p:cTn id="28" dur="500"/>
                                        <p:tgtEl>
                                          <p:spTgt spid="795734">
                                            <p:txEl>
                                              <p:pRg st="1" end="1"/>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795734">
                                            <p:txEl>
                                              <p:pRg st="2" end="2"/>
                                            </p:txEl>
                                          </p:spTgt>
                                        </p:tgtEl>
                                        <p:attrNameLst>
                                          <p:attrName>style.visibility</p:attrName>
                                        </p:attrNameLst>
                                      </p:cBhvr>
                                      <p:to>
                                        <p:strVal val="visible"/>
                                      </p:to>
                                    </p:set>
                                    <p:animEffect transition="in" filter="blinds(horizontal)">
                                      <p:cBhvr>
                                        <p:cTn id="33" dur="500"/>
                                        <p:tgtEl>
                                          <p:spTgt spid="795734">
                                            <p:txEl>
                                              <p:pRg st="2" end="2"/>
                                            </p:txEl>
                                          </p:spTgt>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795734">
                                            <p:txEl>
                                              <p:pRg st="3" end="3"/>
                                            </p:txEl>
                                          </p:spTgt>
                                        </p:tgtEl>
                                        <p:attrNameLst>
                                          <p:attrName>style.visibility</p:attrName>
                                        </p:attrNameLst>
                                      </p:cBhvr>
                                      <p:to>
                                        <p:strVal val="visible"/>
                                      </p:to>
                                    </p:set>
                                    <p:animEffect transition="in" filter="blinds(horizontal)">
                                      <p:cBhvr>
                                        <p:cTn id="38" dur="500"/>
                                        <p:tgtEl>
                                          <p:spTgt spid="795734">
                                            <p:txEl>
                                              <p:pRg st="3" end="3"/>
                                            </p:txEl>
                                          </p:spTgt>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par>
                          <p:cTn id="39" fill="hold">
                            <p:stCondLst>
                              <p:cond delay="500"/>
                            </p:stCondLst>
                            <p:childTnLst>
                              <p:par>
                                <p:cTn id="40" presetID="3" presetClass="entr" presetSubtype="10" fill="hold" nodeType="afterEffect">
                                  <p:stCondLst>
                                    <p:cond delay="0"/>
                                  </p:stCondLst>
                                  <p:childTnLst>
                                    <p:set>
                                      <p:cBhvr>
                                        <p:cTn id="41" dur="1" fill="hold">
                                          <p:stCondLst>
                                            <p:cond delay="0"/>
                                          </p:stCondLst>
                                        </p:cTn>
                                        <p:tgtEl>
                                          <p:spTgt spid="795784"/>
                                        </p:tgtEl>
                                        <p:attrNameLst>
                                          <p:attrName>style.visibility</p:attrName>
                                        </p:attrNameLst>
                                      </p:cBhvr>
                                      <p:to>
                                        <p:strVal val="visible"/>
                                      </p:to>
                                    </p:set>
                                    <p:animEffect transition="in" filter="blinds(horizontal)">
                                      <p:cBhvr>
                                        <p:cTn id="42" dur="500"/>
                                        <p:tgtEl>
                                          <p:spTgt spid="795784"/>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795734">
                                            <p:txEl>
                                              <p:pRg st="4" end="4"/>
                                            </p:txEl>
                                          </p:spTgt>
                                        </p:tgtEl>
                                        <p:attrNameLst>
                                          <p:attrName>style.visibility</p:attrName>
                                        </p:attrNameLst>
                                      </p:cBhvr>
                                      <p:to>
                                        <p:strVal val="visible"/>
                                      </p:to>
                                    </p:set>
                                    <p:animEffect transition="in" filter="blinds(horizontal)">
                                      <p:cBhvr>
                                        <p:cTn id="47" dur="500"/>
                                        <p:tgtEl>
                                          <p:spTgt spid="795734">
                                            <p:txEl>
                                              <p:pRg st="4" end="4"/>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par>
                          <p:cTn id="48" fill="hold">
                            <p:stCondLst>
                              <p:cond delay="500"/>
                            </p:stCondLst>
                            <p:childTnLst>
                              <p:par>
                                <p:cTn id="49" presetID="3" presetClass="entr" presetSubtype="10" fill="hold" nodeType="afterEffect">
                                  <p:stCondLst>
                                    <p:cond delay="0"/>
                                  </p:stCondLst>
                                  <p:childTnLst>
                                    <p:set>
                                      <p:cBhvr>
                                        <p:cTn id="50" dur="1" fill="hold">
                                          <p:stCondLst>
                                            <p:cond delay="0"/>
                                          </p:stCondLst>
                                        </p:cTn>
                                        <p:tgtEl>
                                          <p:spTgt spid="795785"/>
                                        </p:tgtEl>
                                        <p:attrNameLst>
                                          <p:attrName>style.visibility</p:attrName>
                                        </p:attrNameLst>
                                      </p:cBhvr>
                                      <p:to>
                                        <p:strVal val="visible"/>
                                      </p:to>
                                    </p:set>
                                    <p:animEffect transition="in" filter="blinds(horizontal)">
                                      <p:cBhvr>
                                        <p:cTn id="51" dur="500"/>
                                        <p:tgtEl>
                                          <p:spTgt spid="795785"/>
                                        </p:tgtEl>
                                      </p:cBhvr>
                                    </p:animEffect>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par>
                          <p:cTn id="52" fill="hold">
                            <p:stCondLst>
                              <p:cond delay="1000"/>
                            </p:stCondLst>
                            <p:childTnLst>
                              <p:par>
                                <p:cTn id="53" presetID="3" presetClass="entr" presetSubtype="10" fill="hold" nodeType="afterEffect">
                                  <p:stCondLst>
                                    <p:cond delay="0"/>
                                  </p:stCondLst>
                                  <p:childTnLst>
                                    <p:set>
                                      <p:cBhvr>
                                        <p:cTn id="54" dur="1" fill="hold">
                                          <p:stCondLst>
                                            <p:cond delay="0"/>
                                          </p:stCondLst>
                                        </p:cTn>
                                        <p:tgtEl>
                                          <p:spTgt spid="795786"/>
                                        </p:tgtEl>
                                        <p:attrNameLst>
                                          <p:attrName>style.visibility</p:attrName>
                                        </p:attrNameLst>
                                      </p:cBhvr>
                                      <p:to>
                                        <p:strVal val="visible"/>
                                      </p:to>
                                    </p:set>
                                    <p:animEffect transition="in" filter="blinds(horizontal)">
                                      <p:cBhvr>
                                        <p:cTn id="55" dur="500"/>
                                        <p:tgtEl>
                                          <p:spTgt spid="795786"/>
                                        </p:tgtEl>
                                      </p:cBhvr>
                                    </p:animEffect>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795734">
                                            <p:txEl>
                                              <p:pRg st="5" end="5"/>
                                            </p:txEl>
                                          </p:spTgt>
                                        </p:tgtEl>
                                        <p:attrNameLst>
                                          <p:attrName>style.visibility</p:attrName>
                                        </p:attrNameLst>
                                      </p:cBhvr>
                                      <p:to>
                                        <p:strVal val="visible"/>
                                      </p:to>
                                    </p:set>
                                    <p:animEffect transition="in" filter="blinds(horizontal)">
                                      <p:cBhvr>
                                        <p:cTn id="60" dur="500"/>
                                        <p:tgtEl>
                                          <p:spTgt spid="795734">
                                            <p:txEl>
                                              <p:pRg st="5" end="5"/>
                                            </p:txEl>
                                          </p:spTgt>
                                        </p:tgtEl>
                                      </p:cBhvr>
                                    </p:animEffect>
                                  </p:childTnLst>
                                  <p:subTnLst>
                                    <p:audio>
                                      <p:cMediaNode>
                                        <p:cTn display="0" masterRel="sameClick">
                                          <p:stCondLst>
                                            <p:cond evt="begin" delay="0">
                                              <p:tn val="58"/>
                                            </p:cond>
                                          </p:stCondLst>
                                          <p:endCondLst>
                                            <p:cond evt="onStopAudio" delay="0">
                                              <p:tgtEl>
                                                <p:sldTgt/>
                                              </p:tgtEl>
                                            </p:cond>
                                          </p:endCondLst>
                                        </p:cTn>
                                        <p:tgtEl>
                                          <p:sndTgt r:embed="rId3" name="camera.wav"/>
                                        </p:tgtEl>
                                      </p:cMediaNode>
                                    </p:audio>
                                  </p:subTnLst>
                                </p:cTn>
                              </p:par>
                            </p:childTnLst>
                          </p:cTn>
                        </p:par>
                        <p:par>
                          <p:cTn id="61" fill="hold">
                            <p:stCondLst>
                              <p:cond delay="500"/>
                            </p:stCondLst>
                            <p:childTnLst>
                              <p:par>
                                <p:cTn id="62" presetID="3" presetClass="entr" presetSubtype="10" fill="hold" grpId="0" nodeType="afterEffect">
                                  <p:stCondLst>
                                    <p:cond delay="0"/>
                                  </p:stCondLst>
                                  <p:childTnLst>
                                    <p:set>
                                      <p:cBhvr>
                                        <p:cTn id="63" dur="1" fill="hold">
                                          <p:stCondLst>
                                            <p:cond delay="0"/>
                                          </p:stCondLst>
                                        </p:cTn>
                                        <p:tgtEl>
                                          <p:spTgt spid="795777"/>
                                        </p:tgtEl>
                                        <p:attrNameLst>
                                          <p:attrName>style.visibility</p:attrName>
                                        </p:attrNameLst>
                                      </p:cBhvr>
                                      <p:to>
                                        <p:strVal val="visible"/>
                                      </p:to>
                                    </p:set>
                                    <p:animEffect transition="in" filter="blinds(horizontal)">
                                      <p:cBhvr>
                                        <p:cTn id="64" dur="500"/>
                                        <p:tgtEl>
                                          <p:spTgt spid="795777"/>
                                        </p:tgtEl>
                                      </p:cBhvr>
                                    </p:animEffect>
                                  </p:childTnLst>
                                  <p:subTnLst>
                                    <p:audio>
                                      <p:cMediaNode>
                                        <p:cTn display="0" masterRel="sameClick">
                                          <p:stCondLst>
                                            <p:cond evt="begin" delay="0">
                                              <p:tn val="62"/>
                                            </p:cond>
                                          </p:stCondLst>
                                          <p:endCondLst>
                                            <p:cond evt="onStopAudio" delay="0">
                                              <p:tgtEl>
                                                <p:sldTgt/>
                                              </p:tgtEl>
                                            </p:cond>
                                          </p:endCondLst>
                                        </p:cTn>
                                        <p:tgtEl>
                                          <p:sndTgt r:embed="rId3" name="camera.wav"/>
                                        </p:tgtEl>
                                      </p:cMediaNode>
                                    </p:audio>
                                  </p:subTnLst>
                                </p:cTn>
                              </p:par>
                            </p:childTnLst>
                          </p:cTn>
                        </p:par>
                      </p:childTnLst>
                    </p:cTn>
                  </p:par>
                  <p:par>
                    <p:cTn id="65" fill="hold">
                      <p:stCondLst>
                        <p:cond delay="indefinite"/>
                      </p:stCondLst>
                      <p:childTnLst>
                        <p:par>
                          <p:cTn id="66" fill="hold">
                            <p:stCondLst>
                              <p:cond delay="0"/>
                            </p:stCondLst>
                            <p:childTnLst>
                              <p:par>
                                <p:cTn id="67" presetID="3" presetClass="entr" presetSubtype="10" fill="hold" nodeType="clickEffect">
                                  <p:stCondLst>
                                    <p:cond delay="0"/>
                                  </p:stCondLst>
                                  <p:childTnLst>
                                    <p:set>
                                      <p:cBhvr>
                                        <p:cTn id="68" dur="1" fill="hold">
                                          <p:stCondLst>
                                            <p:cond delay="0"/>
                                          </p:stCondLst>
                                        </p:cTn>
                                        <p:tgtEl>
                                          <p:spTgt spid="795734">
                                            <p:txEl>
                                              <p:pRg st="6" end="6"/>
                                            </p:txEl>
                                          </p:spTgt>
                                        </p:tgtEl>
                                        <p:attrNameLst>
                                          <p:attrName>style.visibility</p:attrName>
                                        </p:attrNameLst>
                                      </p:cBhvr>
                                      <p:to>
                                        <p:strVal val="visible"/>
                                      </p:to>
                                    </p:set>
                                    <p:animEffect transition="in" filter="blinds(horizontal)">
                                      <p:cBhvr>
                                        <p:cTn id="69" dur="500"/>
                                        <p:tgtEl>
                                          <p:spTgt spid="795734">
                                            <p:txEl>
                                              <p:pRg st="6" end="6"/>
                                            </p:txEl>
                                          </p:spTgt>
                                        </p:tgtEl>
                                      </p:cBhvr>
                                    </p:animEffect>
                                  </p:childTnLst>
                                  <p:subTnLst>
                                    <p:audio>
                                      <p:cMediaNode>
                                        <p:cTn display="0" masterRel="sameClick">
                                          <p:stCondLst>
                                            <p:cond evt="begin" delay="0">
                                              <p:tn val="67"/>
                                            </p:cond>
                                          </p:stCondLst>
                                          <p:endCondLst>
                                            <p:cond evt="onStopAudio" delay="0">
                                              <p:tgtEl>
                                                <p:sldTgt/>
                                              </p:tgtEl>
                                            </p:cond>
                                          </p:endCondLst>
                                        </p:cTn>
                                        <p:tgtEl>
                                          <p:sndTgt r:embed="rId3" name="camera.wav"/>
                                        </p:tgtEl>
                                      </p:cMediaNode>
                                    </p:audio>
                                  </p:subTnLst>
                                </p:cTn>
                              </p:par>
                            </p:childTnLst>
                          </p:cTn>
                        </p:par>
                        <p:par>
                          <p:cTn id="70" fill="hold">
                            <p:stCondLst>
                              <p:cond delay="500"/>
                            </p:stCondLst>
                            <p:childTnLst>
                              <p:par>
                                <p:cTn id="71" presetID="18" presetClass="entr" presetSubtype="12" fill="hold" grpId="0" nodeType="afterEffect">
                                  <p:stCondLst>
                                    <p:cond delay="0"/>
                                  </p:stCondLst>
                                  <p:childTnLst>
                                    <p:set>
                                      <p:cBhvr>
                                        <p:cTn id="72" dur="1" fill="hold">
                                          <p:stCondLst>
                                            <p:cond delay="0"/>
                                          </p:stCondLst>
                                        </p:cTn>
                                        <p:tgtEl>
                                          <p:spTgt spid="795790"/>
                                        </p:tgtEl>
                                        <p:attrNameLst>
                                          <p:attrName>style.visibility</p:attrName>
                                        </p:attrNameLst>
                                      </p:cBhvr>
                                      <p:to>
                                        <p:strVal val="visible"/>
                                      </p:to>
                                    </p:set>
                                    <p:animEffect transition="in" filter="strips(downLeft)">
                                      <p:cBhvr>
                                        <p:cTn id="73" dur="500"/>
                                        <p:tgtEl>
                                          <p:spTgt spid="795790"/>
                                        </p:tgtEl>
                                      </p:cBhvr>
                                    </p:animEffect>
                                  </p:childTnLst>
                                  <p:subTnLst>
                                    <p:audio>
                                      <p:cMediaNode>
                                        <p:cTn display="0" masterRel="sameClick">
                                          <p:stCondLst>
                                            <p:cond evt="begin" delay="0">
                                              <p:tn val="71"/>
                                            </p:cond>
                                          </p:stCondLst>
                                          <p:endCondLst>
                                            <p:cond evt="onStopAudio" delay="0">
                                              <p:tgtEl>
                                                <p:sldTgt/>
                                              </p:tgtEl>
                                            </p:cond>
                                          </p:endCondLst>
                                        </p:cTn>
                                        <p:tgtEl>
                                          <p:sndTgt r:embed="rId3" name="camera.wav"/>
                                        </p:tgtEl>
                                      </p:cMediaNode>
                                    </p:audio>
                                  </p:subTnLst>
                                </p:cTn>
                              </p:par>
                            </p:childTnLst>
                          </p:cTn>
                        </p:par>
                        <p:par>
                          <p:cTn id="74" fill="hold">
                            <p:stCondLst>
                              <p:cond delay="1000"/>
                            </p:stCondLst>
                            <p:childTnLst>
                              <p:par>
                                <p:cTn id="75" presetID="3" presetClass="entr" presetSubtype="10" fill="hold" grpId="0" nodeType="afterEffect">
                                  <p:stCondLst>
                                    <p:cond delay="0"/>
                                  </p:stCondLst>
                                  <p:childTnLst>
                                    <p:set>
                                      <p:cBhvr>
                                        <p:cTn id="76" dur="1" fill="hold">
                                          <p:stCondLst>
                                            <p:cond delay="0"/>
                                          </p:stCondLst>
                                        </p:cTn>
                                        <p:tgtEl>
                                          <p:spTgt spid="795788"/>
                                        </p:tgtEl>
                                        <p:attrNameLst>
                                          <p:attrName>style.visibility</p:attrName>
                                        </p:attrNameLst>
                                      </p:cBhvr>
                                      <p:to>
                                        <p:strVal val="visible"/>
                                      </p:to>
                                    </p:set>
                                    <p:animEffect transition="in" filter="blinds(horizontal)">
                                      <p:cBhvr>
                                        <p:cTn id="77" dur="500"/>
                                        <p:tgtEl>
                                          <p:spTgt spid="795788"/>
                                        </p:tgtEl>
                                      </p:cBhvr>
                                    </p:animEffect>
                                  </p:childTnLst>
                                  <p:subTnLst>
                                    <p:audio>
                                      <p:cMediaNode>
                                        <p:cTn display="0" masterRel="sameClick">
                                          <p:stCondLst>
                                            <p:cond evt="begin" delay="0">
                                              <p:tn val="75"/>
                                            </p:cond>
                                          </p:stCondLst>
                                          <p:endCondLst>
                                            <p:cond evt="onStopAudio" delay="0">
                                              <p:tgtEl>
                                                <p:sldTgt/>
                                              </p:tgtEl>
                                            </p:cond>
                                          </p:endCondLst>
                                        </p:cTn>
                                        <p:tgtEl>
                                          <p:sndTgt r:embed="rId3" name="camera.wav"/>
                                        </p:tgtEl>
                                      </p:cMediaNode>
                                    </p:audio>
                                  </p:sub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795734">
                                            <p:txEl>
                                              <p:pRg st="7" end="7"/>
                                            </p:txEl>
                                          </p:spTgt>
                                        </p:tgtEl>
                                        <p:attrNameLst>
                                          <p:attrName>style.visibility</p:attrName>
                                        </p:attrNameLst>
                                      </p:cBhvr>
                                      <p:to>
                                        <p:strVal val="visible"/>
                                      </p:to>
                                    </p:set>
                                    <p:animEffect transition="in" filter="blinds(horizontal)">
                                      <p:cBhvr>
                                        <p:cTn id="82" dur="500"/>
                                        <p:tgtEl>
                                          <p:spTgt spid="795734">
                                            <p:txEl>
                                              <p:pRg st="7" end="7"/>
                                            </p:txEl>
                                          </p:spTgt>
                                        </p:tgtEl>
                                      </p:cBhvr>
                                    </p:animEffect>
                                  </p:childTnLst>
                                  <p:subTnLst>
                                    <p:audio>
                                      <p:cMediaNode>
                                        <p:cTn display="0" masterRel="sameClick">
                                          <p:stCondLst>
                                            <p:cond evt="begin" delay="0">
                                              <p:tn val="80"/>
                                            </p:cond>
                                          </p:stCondLst>
                                          <p:endCondLst>
                                            <p:cond evt="onStopAudio" delay="0">
                                              <p:tgtEl>
                                                <p:sldTgt/>
                                              </p:tgtEl>
                                            </p:cond>
                                          </p:endCondLst>
                                        </p:cTn>
                                        <p:tgtEl>
                                          <p:sndTgt r:embed="rId3" name="camera.wav"/>
                                        </p:tgtEl>
                                      </p:cMediaNode>
                                    </p:audio>
                                  </p:subTnLst>
                                </p:cTn>
                              </p:par>
                            </p:childTnLst>
                          </p:cTn>
                        </p:par>
                        <p:par>
                          <p:cTn id="83" fill="hold">
                            <p:stCondLst>
                              <p:cond delay="500"/>
                            </p:stCondLst>
                            <p:childTnLst>
                              <p:par>
                                <p:cTn id="84" presetID="3" presetClass="entr" presetSubtype="10" fill="hold" grpId="0" nodeType="afterEffect">
                                  <p:stCondLst>
                                    <p:cond delay="0"/>
                                  </p:stCondLst>
                                  <p:childTnLst>
                                    <p:set>
                                      <p:cBhvr>
                                        <p:cTn id="85" dur="1" fill="hold">
                                          <p:stCondLst>
                                            <p:cond delay="0"/>
                                          </p:stCondLst>
                                        </p:cTn>
                                        <p:tgtEl>
                                          <p:spTgt spid="795791"/>
                                        </p:tgtEl>
                                        <p:attrNameLst>
                                          <p:attrName>style.visibility</p:attrName>
                                        </p:attrNameLst>
                                      </p:cBhvr>
                                      <p:to>
                                        <p:strVal val="visible"/>
                                      </p:to>
                                    </p:set>
                                    <p:animEffect transition="in" filter="blinds(horizontal)">
                                      <p:cBhvr>
                                        <p:cTn id="86" dur="500"/>
                                        <p:tgtEl>
                                          <p:spTgt spid="795791"/>
                                        </p:tgtEl>
                                      </p:cBhvr>
                                    </p:animEffect>
                                  </p:childTnLst>
                                  <p:subTnLst>
                                    <p:audio>
                                      <p:cMediaNode>
                                        <p:cTn display="0" masterRel="sameClick">
                                          <p:stCondLst>
                                            <p:cond evt="begin" delay="0">
                                              <p:tn val="84"/>
                                            </p:cond>
                                          </p:stCondLst>
                                          <p:endCondLst>
                                            <p:cond evt="onStopAudio" delay="0">
                                              <p:tgtEl>
                                                <p:sldTgt/>
                                              </p:tgtEl>
                                            </p:cond>
                                          </p:endCondLst>
                                        </p:cTn>
                                        <p:tgtEl>
                                          <p:sndTgt r:embed="rId3" name="camera.wav"/>
                                        </p:tgtEl>
                                      </p:cMediaNode>
                                    </p:audio>
                                  </p:subTnLst>
                                </p:cTn>
                              </p:par>
                            </p:childTnLst>
                          </p:cTn>
                        </p:par>
                      </p:childTnLst>
                    </p:cTn>
                  </p:par>
                  <p:par>
                    <p:cTn id="87" fill="hold">
                      <p:stCondLst>
                        <p:cond delay="indefinite"/>
                      </p:stCondLst>
                      <p:childTnLst>
                        <p:par>
                          <p:cTn id="88" fill="hold">
                            <p:stCondLst>
                              <p:cond delay="0"/>
                            </p:stCondLst>
                            <p:childTnLst>
                              <p:par>
                                <p:cTn id="89" presetID="3" presetClass="entr" presetSubtype="10" fill="hold" nodeType="clickEffect">
                                  <p:stCondLst>
                                    <p:cond delay="0"/>
                                  </p:stCondLst>
                                  <p:childTnLst>
                                    <p:set>
                                      <p:cBhvr>
                                        <p:cTn id="90" dur="1" fill="hold">
                                          <p:stCondLst>
                                            <p:cond delay="0"/>
                                          </p:stCondLst>
                                        </p:cTn>
                                        <p:tgtEl>
                                          <p:spTgt spid="795734">
                                            <p:txEl>
                                              <p:pRg st="8" end="8"/>
                                            </p:txEl>
                                          </p:spTgt>
                                        </p:tgtEl>
                                        <p:attrNameLst>
                                          <p:attrName>style.visibility</p:attrName>
                                        </p:attrNameLst>
                                      </p:cBhvr>
                                      <p:to>
                                        <p:strVal val="visible"/>
                                      </p:to>
                                    </p:set>
                                    <p:animEffect transition="in" filter="blinds(horizontal)">
                                      <p:cBhvr>
                                        <p:cTn id="91" dur="500"/>
                                        <p:tgtEl>
                                          <p:spTgt spid="795734">
                                            <p:txEl>
                                              <p:pRg st="8" end="8"/>
                                            </p:txEl>
                                          </p:spTgt>
                                        </p:tgtEl>
                                      </p:cBhvr>
                                    </p:animEffect>
                                  </p:childTnLst>
                                  <p:subTnLst>
                                    <p:audio>
                                      <p:cMediaNode>
                                        <p:cTn display="0" masterRel="sameClick">
                                          <p:stCondLst>
                                            <p:cond evt="begin" delay="0">
                                              <p:tn val="89"/>
                                            </p:cond>
                                          </p:stCondLst>
                                          <p:endCondLst>
                                            <p:cond evt="onStopAudio" delay="0">
                                              <p:tgtEl>
                                                <p:sldTgt/>
                                              </p:tgtEl>
                                            </p:cond>
                                          </p:endCondLst>
                                        </p:cTn>
                                        <p:tgtEl>
                                          <p:sndTgt r:embed="rId3" name="camera.wav"/>
                                        </p:tgtEl>
                                      </p:cMediaNode>
                                    </p:audio>
                                  </p:subTnLst>
                                </p:cTn>
                              </p:par>
                            </p:childTnLst>
                          </p:cTn>
                        </p:par>
                        <p:par>
                          <p:cTn id="92" fill="hold">
                            <p:stCondLst>
                              <p:cond delay="500"/>
                            </p:stCondLst>
                            <p:childTnLst>
                              <p:par>
                                <p:cTn id="93" presetID="4" presetClass="entr" presetSubtype="32" fill="hold" grpId="0" nodeType="afterEffect">
                                  <p:stCondLst>
                                    <p:cond delay="0"/>
                                  </p:stCondLst>
                                  <p:childTnLst>
                                    <p:set>
                                      <p:cBhvr>
                                        <p:cTn id="94" dur="1" fill="hold">
                                          <p:stCondLst>
                                            <p:cond delay="0"/>
                                          </p:stCondLst>
                                        </p:cTn>
                                        <p:tgtEl>
                                          <p:spTgt spid="795792"/>
                                        </p:tgtEl>
                                        <p:attrNameLst>
                                          <p:attrName>style.visibility</p:attrName>
                                        </p:attrNameLst>
                                      </p:cBhvr>
                                      <p:to>
                                        <p:strVal val="visible"/>
                                      </p:to>
                                    </p:set>
                                    <p:animEffect transition="in" filter="box(out)">
                                      <p:cBhvr>
                                        <p:cTn id="95" dur="500"/>
                                        <p:tgtEl>
                                          <p:spTgt spid="795792"/>
                                        </p:tgtEl>
                                      </p:cBhvr>
                                    </p:animEffect>
                                  </p:childTnLst>
                                  <p:subTnLst>
                                    <p:audio>
                                      <p:cMediaNode>
                                        <p:cTn display="0" masterRel="sameClick">
                                          <p:stCondLst>
                                            <p:cond evt="begin" delay="0">
                                              <p:tn val="93"/>
                                            </p:cond>
                                          </p:stCondLst>
                                          <p:endCondLst>
                                            <p:cond evt="onStopAudio" delay="0">
                                              <p:tgtEl>
                                                <p:sldTgt/>
                                              </p:tgtEl>
                                            </p:cond>
                                          </p:endCondLst>
                                        </p:cTn>
                                        <p:tgtEl>
                                          <p:sndTgt r:embed="rId4" name="chimes.wav"/>
                                        </p:tgtEl>
                                      </p:cMediaNode>
                                    </p:audio>
                                  </p:subTnLst>
                                </p:cTn>
                              </p:par>
                            </p:childTnLst>
                          </p:cTn>
                        </p:par>
                      </p:childTnLst>
                    </p:cTn>
                  </p:par>
                  <p:par>
                    <p:cTn id="96" fill="hold">
                      <p:stCondLst>
                        <p:cond delay="indefinite"/>
                      </p:stCondLst>
                      <p:childTnLst>
                        <p:par>
                          <p:cTn id="97" fill="hold">
                            <p:stCondLst>
                              <p:cond delay="0"/>
                            </p:stCondLst>
                            <p:childTnLst>
                              <p:par>
                                <p:cTn id="98" presetID="3" presetClass="entr" presetSubtype="10" fill="hold" nodeType="clickEffect">
                                  <p:stCondLst>
                                    <p:cond delay="0"/>
                                  </p:stCondLst>
                                  <p:childTnLst>
                                    <p:set>
                                      <p:cBhvr>
                                        <p:cTn id="99" dur="1" fill="hold">
                                          <p:stCondLst>
                                            <p:cond delay="0"/>
                                          </p:stCondLst>
                                        </p:cTn>
                                        <p:tgtEl>
                                          <p:spTgt spid="795734">
                                            <p:txEl>
                                              <p:pRg st="9" end="9"/>
                                            </p:txEl>
                                          </p:spTgt>
                                        </p:tgtEl>
                                        <p:attrNameLst>
                                          <p:attrName>style.visibility</p:attrName>
                                        </p:attrNameLst>
                                      </p:cBhvr>
                                      <p:to>
                                        <p:strVal val="visible"/>
                                      </p:to>
                                    </p:set>
                                    <p:animEffect transition="in" filter="blinds(horizontal)">
                                      <p:cBhvr>
                                        <p:cTn id="100" dur="500"/>
                                        <p:tgtEl>
                                          <p:spTgt spid="795734">
                                            <p:txEl>
                                              <p:pRg st="9" end="9"/>
                                            </p:txEl>
                                          </p:spTgt>
                                        </p:tgtEl>
                                      </p:cBhvr>
                                    </p:animEffect>
                                  </p:childTnLst>
                                  <p:subTnLst>
                                    <p:audio>
                                      <p:cMediaNode>
                                        <p:cTn display="0" masterRel="sameClick">
                                          <p:stCondLst>
                                            <p:cond evt="begin" delay="0">
                                              <p:tn val="98"/>
                                            </p:cond>
                                          </p:stCondLst>
                                          <p:endCondLst>
                                            <p:cond evt="onStopAudio" delay="0">
                                              <p:tgtEl>
                                                <p:sldTgt/>
                                              </p:tgtEl>
                                            </p:cond>
                                          </p:endCondLst>
                                        </p:cTn>
                                        <p:tgtEl>
                                          <p:sndTgt r:embed="rId3" name="camera.wav"/>
                                        </p:tgtEl>
                                      </p:cMediaNode>
                                    </p:audio>
                                  </p:subTnLst>
                                </p:cTn>
                              </p:par>
                              <p:par>
                                <p:cTn id="101" presetID="3" presetClass="entr" presetSubtype="10" fill="hold" nodeType="withEffect">
                                  <p:stCondLst>
                                    <p:cond delay="0"/>
                                  </p:stCondLst>
                                  <p:childTnLst>
                                    <p:set>
                                      <p:cBhvr>
                                        <p:cTn id="102" dur="1" fill="hold">
                                          <p:stCondLst>
                                            <p:cond delay="0"/>
                                          </p:stCondLst>
                                        </p:cTn>
                                        <p:tgtEl>
                                          <p:spTgt spid="795734">
                                            <p:txEl>
                                              <p:pRg st="10" end="10"/>
                                            </p:txEl>
                                          </p:spTgt>
                                        </p:tgtEl>
                                        <p:attrNameLst>
                                          <p:attrName>style.visibility</p:attrName>
                                        </p:attrNameLst>
                                      </p:cBhvr>
                                      <p:to>
                                        <p:strVal val="visible"/>
                                      </p:to>
                                    </p:set>
                                    <p:animEffect transition="in" filter="blinds(horizontal)">
                                      <p:cBhvr>
                                        <p:cTn id="103" dur="500"/>
                                        <p:tgtEl>
                                          <p:spTgt spid="795734">
                                            <p:txEl>
                                              <p:pRg st="10" end="10"/>
                                            </p:txEl>
                                          </p:spTgt>
                                        </p:tgtEl>
                                      </p:cBhvr>
                                    </p:animEffect>
                                  </p:childTnLst>
                                  <p:subTnLst>
                                    <p:audio>
                                      <p:cMediaNode>
                                        <p:cTn display="0" masterRel="sameClick">
                                          <p:stCondLst>
                                            <p:cond evt="begin" delay="0">
                                              <p:tn val="101"/>
                                            </p:cond>
                                          </p:stCondLst>
                                          <p:endCondLst>
                                            <p:cond evt="onStopAudio" delay="0">
                                              <p:tgtEl>
                                                <p:sldTgt/>
                                              </p:tgtEl>
                                            </p:cond>
                                          </p:endCondLst>
                                        </p:cTn>
                                        <p:tgtEl>
                                          <p:sndTgt r:embed="rId3" name="camera.wav"/>
                                        </p:tgtEl>
                                      </p:cMediaNode>
                                    </p:audio>
                                  </p:subTnLst>
                                </p:cTn>
                              </p:par>
                            </p:childTnLst>
                          </p:cTn>
                        </p:par>
                      </p:childTnLst>
                    </p:cTn>
                  </p:par>
                  <p:par>
                    <p:cTn id="104" fill="hold">
                      <p:stCondLst>
                        <p:cond delay="indefinite"/>
                      </p:stCondLst>
                      <p:childTnLst>
                        <p:par>
                          <p:cTn id="105" fill="hold">
                            <p:stCondLst>
                              <p:cond delay="0"/>
                            </p:stCondLst>
                            <p:childTnLst>
                              <p:par>
                                <p:cTn id="106" presetID="18" presetClass="entr" presetSubtype="9" fill="hold" grpId="0" nodeType="clickEffect">
                                  <p:stCondLst>
                                    <p:cond delay="0"/>
                                  </p:stCondLst>
                                  <p:childTnLst>
                                    <p:set>
                                      <p:cBhvr>
                                        <p:cTn id="107" dur="1" fill="hold">
                                          <p:stCondLst>
                                            <p:cond delay="0"/>
                                          </p:stCondLst>
                                        </p:cTn>
                                        <p:tgtEl>
                                          <p:spTgt spid="795794"/>
                                        </p:tgtEl>
                                        <p:attrNameLst>
                                          <p:attrName>style.visibility</p:attrName>
                                        </p:attrNameLst>
                                      </p:cBhvr>
                                      <p:to>
                                        <p:strVal val="visible"/>
                                      </p:to>
                                    </p:set>
                                    <p:animEffect transition="in" filter="strips(upLeft)">
                                      <p:cBhvr>
                                        <p:cTn id="108" dur="500"/>
                                        <p:tgtEl>
                                          <p:spTgt spid="795794"/>
                                        </p:tgtEl>
                                      </p:cBhvr>
                                    </p:animEffect>
                                  </p:childTnLst>
                                  <p:subTnLst>
                                    <p:audio>
                                      <p:cMediaNode>
                                        <p:cTn display="0" masterRel="sameClick">
                                          <p:stCondLst>
                                            <p:cond evt="begin" delay="0">
                                              <p:tn val="106"/>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5654" grpId="0"/>
      <p:bldP spid="795777" grpId="0" animBg="1"/>
      <p:bldP spid="795788" grpId="0" animBg="1"/>
      <p:bldP spid="795790" grpId="0" animBg="1"/>
      <p:bldP spid="795791" grpId="0" animBg="1"/>
      <p:bldP spid="795792" grpId="0" animBg="1"/>
      <p:bldP spid="795794" grpId="0" animBg="1"/>
      <p:bldP spid="25" grpId="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7716" name="Rectangle 20"/>
          <p:cNvSpPr>
            <a:spLocks noChangeArrowheads="1"/>
          </p:cNvSpPr>
          <p:nvPr/>
        </p:nvSpPr>
        <p:spPr bwMode="auto">
          <a:xfrm>
            <a:off x="1204684" y="2748201"/>
            <a:ext cx="5370381" cy="461665"/>
          </a:xfrm>
          <a:prstGeom prst="rect">
            <a:avLst/>
          </a:prstGeom>
          <a:noFill/>
          <a:ln w="9525">
            <a:noFill/>
            <a:miter lim="800000"/>
            <a:headEnd/>
            <a:tailEnd/>
          </a:ln>
          <a:effectLst/>
        </p:spPr>
        <p:txBody>
          <a:bodyPr wrap="none">
            <a:spAutoFit/>
          </a:bodyPr>
          <a:lstStyle/>
          <a:p>
            <a:pPr>
              <a:spcBef>
                <a:spcPct val="20000"/>
              </a:spcBef>
              <a:buClr>
                <a:srgbClr val="C01920"/>
              </a:buClr>
              <a:buFont typeface="Wingdings" pitchFamily="2" charset="2"/>
              <a:buChar char="l"/>
            </a:pPr>
            <a:r>
              <a:rPr lang="en-US" altLang="zh-CN" b="1" dirty="0">
                <a:solidFill>
                  <a:srgbClr val="FF3399"/>
                </a:solidFill>
                <a:effectLst>
                  <a:outerShdw blurRad="38100" dist="38100" dir="2700000" algn="tl">
                    <a:srgbClr val="000000"/>
                  </a:outerShdw>
                </a:effectLst>
                <a:latin typeface="+mn-lt"/>
                <a:ea typeface="楷体" pitchFamily="49" charset="-122"/>
              </a:rPr>
              <a:t> </a:t>
            </a:r>
            <a:r>
              <a:rPr lang="zh-CN" altLang="en-US" b="1" dirty="0">
                <a:solidFill>
                  <a:srgbClr val="C01920"/>
                </a:solidFill>
                <a:latin typeface="+mn-lt"/>
                <a:ea typeface="楷体" pitchFamily="49" charset="-122"/>
              </a:rPr>
              <a:t>字符常量的值</a:t>
            </a:r>
            <a:r>
              <a:rPr lang="zh-CN" altLang="en-US" b="1" dirty="0">
                <a:solidFill>
                  <a:srgbClr val="FF3399"/>
                </a:solidFill>
                <a:effectLst>
                  <a:outerShdw blurRad="38100" dist="38100" dir="2700000" algn="tl">
                    <a:srgbClr val="000000"/>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该字符的</a:t>
            </a:r>
            <a:r>
              <a:rPr lang="en-US" altLang="zh-CN" b="1" dirty="0">
                <a:solidFill>
                  <a:srgbClr val="C01920"/>
                </a:solidFill>
                <a:latin typeface="+mn-lt"/>
                <a:ea typeface="楷体" pitchFamily="49" charset="-122"/>
              </a:rPr>
              <a:t>ASCII</a:t>
            </a:r>
            <a:r>
              <a:rPr lang="zh-CN" altLang="zh-CN" b="1" dirty="0">
                <a:solidFill>
                  <a:srgbClr val="C01920"/>
                </a:solidFill>
                <a:latin typeface="+mn-lt"/>
                <a:ea typeface="楷体" pitchFamily="49" charset="-122"/>
              </a:rPr>
              <a:t>码</a:t>
            </a:r>
            <a:r>
              <a:rPr lang="zh-CN" altLang="en-US" b="1" dirty="0">
                <a:solidFill>
                  <a:srgbClr val="C01920"/>
                </a:solidFill>
                <a:latin typeface="+mn-lt"/>
                <a:ea typeface="楷体" pitchFamily="49" charset="-122"/>
              </a:rPr>
              <a:t>值</a:t>
            </a:r>
          </a:p>
        </p:txBody>
      </p:sp>
      <p:sp>
        <p:nvSpPr>
          <p:cNvPr id="797702" name="Rectangle 6"/>
          <p:cNvSpPr>
            <a:spLocks noChangeArrowheads="1"/>
          </p:cNvSpPr>
          <p:nvPr/>
        </p:nvSpPr>
        <p:spPr bwMode="auto">
          <a:xfrm>
            <a:off x="965916" y="1533660"/>
            <a:ext cx="4824413" cy="457200"/>
          </a:xfrm>
          <a:prstGeom prst="rect">
            <a:avLst/>
          </a:prstGeom>
          <a:noFill/>
          <a:ln w="9525">
            <a:noFill/>
            <a:miter lim="800000"/>
            <a:headEnd/>
            <a:tailEnd/>
          </a:ln>
          <a:effectLst/>
        </p:spPr>
        <p:txBody>
          <a:bodyPr anchor="ctr">
            <a:spAutoFit/>
          </a:bodyPr>
          <a:lstStyle/>
          <a:p>
            <a:pPr marL="457200" indent="-457200">
              <a:buClr>
                <a:srgbClr val="C00000"/>
              </a:buClr>
              <a:buFont typeface="Wingdings" pitchFamily="2" charset="2"/>
              <a:buChar char="Ø"/>
              <a:tabLst>
                <a:tab pos="495300" algn="l"/>
              </a:tabLst>
            </a:pPr>
            <a:r>
              <a:rPr lang="zh-CN" altLang="en-US" b="1" dirty="0">
                <a:solidFill>
                  <a:srgbClr val="C01920"/>
                </a:solidFill>
                <a:latin typeface="楷体" pitchFamily="49" charset="-122"/>
                <a:ea typeface="楷体" pitchFamily="49" charset="-122"/>
              </a:rPr>
              <a:t>字符型常量    </a:t>
            </a:r>
          </a:p>
        </p:txBody>
      </p:sp>
      <p:sp>
        <p:nvSpPr>
          <p:cNvPr id="797710" name="Rectangle 14"/>
          <p:cNvSpPr>
            <a:spLocks noChangeArrowheads="1"/>
          </p:cNvSpPr>
          <p:nvPr/>
        </p:nvSpPr>
        <p:spPr bwMode="auto">
          <a:xfrm>
            <a:off x="1207720" y="2060848"/>
            <a:ext cx="7840608" cy="461665"/>
          </a:xfrm>
          <a:prstGeom prst="rect">
            <a:avLst/>
          </a:prstGeom>
          <a:noFill/>
          <a:ln w="9525">
            <a:noFill/>
            <a:miter lim="800000"/>
            <a:headEnd/>
            <a:tailEnd/>
          </a:ln>
          <a:effectLst/>
        </p:spPr>
        <p:txBody>
          <a:bodyPr wrap="none" anchor="ctr">
            <a:spAutoFit/>
          </a:bodyPr>
          <a:lstStyle/>
          <a:p>
            <a:pPr>
              <a:buClr>
                <a:srgbClr val="C01920"/>
              </a:buClr>
              <a:buFont typeface="Wingdings" pitchFamily="2" charset="2"/>
              <a:buChar char="l"/>
            </a:pPr>
            <a:r>
              <a:rPr lang="zh-CN" altLang="en-US" b="1" dirty="0">
                <a:solidFill>
                  <a:srgbClr val="FF3399"/>
                </a:solidFill>
                <a:effectLst>
                  <a:outerShdw blurRad="38100" dist="38100" dir="2700000" algn="tl">
                    <a:srgbClr val="000000"/>
                  </a:outerShdw>
                </a:effectLst>
                <a:latin typeface="楷体" pitchFamily="49" charset="-122"/>
                <a:ea typeface="楷体" pitchFamily="49" charset="-122"/>
              </a:rPr>
              <a:t> </a:t>
            </a:r>
            <a:r>
              <a:rPr lang="zh-CN" altLang="en-US" b="1" dirty="0">
                <a:solidFill>
                  <a:srgbClr val="C01920"/>
                </a:solidFill>
                <a:latin typeface="楷体" pitchFamily="49" charset="-122"/>
                <a:ea typeface="楷体" pitchFamily="49" charset="-122"/>
              </a:rPr>
              <a:t>定义：</a:t>
            </a:r>
            <a:r>
              <a:rPr lang="zh-CN" altLang="en-US" b="1" dirty="0">
                <a:effectLst>
                  <a:outerShdw blurRad="38100" dist="38100" dir="2700000" algn="tl">
                    <a:srgbClr val="FFFFFF"/>
                  </a:outerShdw>
                </a:effectLst>
                <a:latin typeface="楷体" pitchFamily="49" charset="-122"/>
                <a:ea typeface="楷体" pitchFamily="49" charset="-122"/>
              </a:rPr>
              <a:t>用</a:t>
            </a:r>
            <a:r>
              <a:rPr lang="zh-CN" altLang="en-US" b="1" dirty="0">
                <a:solidFill>
                  <a:srgbClr val="C01920"/>
                </a:solidFill>
                <a:latin typeface="楷体" pitchFamily="49" charset="-122"/>
                <a:ea typeface="楷体" pitchFamily="49" charset="-122"/>
              </a:rPr>
              <a:t>单引号</a:t>
            </a:r>
            <a:r>
              <a:rPr lang="zh-CN" altLang="en-US" b="1" dirty="0">
                <a:effectLst>
                  <a:outerShdw blurRad="38100" dist="38100" dir="2700000" algn="tl">
                    <a:srgbClr val="FFFFFF"/>
                  </a:outerShdw>
                </a:effectLst>
                <a:latin typeface="楷体" pitchFamily="49" charset="-122"/>
                <a:ea typeface="楷体" pitchFamily="49" charset="-122"/>
              </a:rPr>
              <a:t>括起来的单个</a:t>
            </a:r>
            <a:r>
              <a:rPr lang="zh-CN" altLang="en-US" b="1" dirty="0">
                <a:solidFill>
                  <a:srgbClr val="002060"/>
                </a:solidFill>
                <a:latin typeface="楷体" pitchFamily="49" charset="-122"/>
                <a:ea typeface="楷体" pitchFamily="49" charset="-122"/>
              </a:rPr>
              <a:t>普通字符</a:t>
            </a:r>
            <a:r>
              <a:rPr lang="zh-CN" altLang="en-US" b="1" dirty="0">
                <a:effectLst>
                  <a:outerShdw blurRad="38100" dist="38100" dir="2700000" algn="tl">
                    <a:srgbClr val="FFFFFF"/>
                  </a:outerShdw>
                </a:effectLst>
                <a:latin typeface="楷体" pitchFamily="49" charset="-122"/>
                <a:ea typeface="楷体" pitchFamily="49" charset="-122"/>
              </a:rPr>
              <a:t>或</a:t>
            </a:r>
            <a:r>
              <a:rPr lang="zh-CN" altLang="zh-CN" b="1" dirty="0">
                <a:solidFill>
                  <a:srgbClr val="002060"/>
                </a:solidFill>
                <a:latin typeface="楷体" pitchFamily="49" charset="-122"/>
                <a:ea typeface="楷体" pitchFamily="49" charset="-122"/>
              </a:rPr>
              <a:t>转义字符</a:t>
            </a:r>
            <a:r>
              <a:rPr lang="en-US" altLang="zh-CN" b="1" dirty="0">
                <a:effectLst>
                  <a:outerShdw blurRad="38100" dist="38100" dir="2700000" algn="tl">
                    <a:srgbClr val="FFFFFF"/>
                  </a:outerShdw>
                </a:effectLst>
                <a:latin typeface="楷体" pitchFamily="49" charset="-122"/>
                <a:ea typeface="楷体" pitchFamily="49" charset="-122"/>
              </a:rPr>
              <a:t>.</a:t>
            </a:r>
            <a:r>
              <a:rPr lang="en-US" altLang="zh-CN" dirty="0">
                <a:latin typeface="楷体" pitchFamily="49" charset="-122"/>
                <a:ea typeface="楷体" pitchFamily="49" charset="-122"/>
              </a:rPr>
              <a:t> </a:t>
            </a:r>
          </a:p>
        </p:txBody>
      </p:sp>
      <p:sp>
        <p:nvSpPr>
          <p:cNvPr id="797712" name="Rectangle 16"/>
          <p:cNvSpPr>
            <a:spLocks noChangeArrowheads="1"/>
          </p:cNvSpPr>
          <p:nvPr/>
        </p:nvSpPr>
        <p:spPr bwMode="auto">
          <a:xfrm>
            <a:off x="-157407" y="2688582"/>
            <a:ext cx="184731" cy="461665"/>
          </a:xfrm>
          <a:prstGeom prst="rect">
            <a:avLst/>
          </a:prstGeom>
          <a:noFill/>
          <a:ln w="9525">
            <a:noFill/>
            <a:miter lim="800000"/>
            <a:headEnd/>
            <a:tailEnd/>
          </a:ln>
          <a:effectLst/>
        </p:spPr>
        <p:txBody>
          <a:bodyPr wrap="none" anchor="ctr">
            <a:spAutoFit/>
          </a:bodyPr>
          <a:lstStyle/>
          <a:p>
            <a:endParaRPr lang="zh-CN" altLang="en-US"/>
          </a:p>
        </p:txBody>
      </p:sp>
      <p:sp>
        <p:nvSpPr>
          <p:cNvPr id="797715" name="Text Box 19"/>
          <p:cNvSpPr txBox="1">
            <a:spLocks noChangeArrowheads="1"/>
          </p:cNvSpPr>
          <p:nvPr/>
        </p:nvSpPr>
        <p:spPr bwMode="auto">
          <a:xfrm>
            <a:off x="3670388" y="2522365"/>
            <a:ext cx="3647450" cy="463846"/>
          </a:xfrm>
          <a:prstGeom prst="rect">
            <a:avLst/>
          </a:prstGeom>
          <a:gradFill flip="none" rotWithShape="1">
            <a:gsLst>
              <a:gs pos="0">
                <a:srgbClr val="CFCFD1"/>
              </a:gs>
              <a:gs pos="100000">
                <a:schemeClr val="bg1">
                  <a:lumMod val="95000"/>
                </a:schemeClr>
              </a:gs>
            </a:gsLst>
            <a:lin ang="2700000" scaled="1"/>
            <a:tileRect/>
          </a:gradFill>
          <a:ln w="38100">
            <a:solidFill>
              <a:schemeClr val="accent1">
                <a:lumMod val="50000"/>
              </a:schemeClr>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none" lIns="90000" tIns="46800" rIns="90000" bIns="46800">
            <a:spAutoFit/>
          </a:bodyPr>
          <a:lstStyle/>
          <a:p>
            <a:pPr eaLnBrk="0" hangingPunct="0"/>
            <a:r>
              <a:rPr lang="zh-CN" altLang="en-US" dirty="0">
                <a:solidFill>
                  <a:srgbClr val="C01920"/>
                </a:solidFill>
                <a:latin typeface="Arial" pitchFamily="34" charset="0"/>
                <a:ea typeface="隶书" pitchFamily="49" charset="-122"/>
              </a:rPr>
              <a:t>如： </a:t>
            </a:r>
            <a:r>
              <a:rPr lang="en-US" altLang="zh-CN" dirty="0"/>
              <a:t>'</a:t>
            </a:r>
            <a:r>
              <a:rPr lang="en-US" altLang="zh-CN" dirty="0">
                <a:latin typeface="+mn-lt"/>
                <a:ea typeface="隶书" pitchFamily="49" charset="-122"/>
              </a:rPr>
              <a:t>a</a:t>
            </a:r>
            <a:r>
              <a:rPr lang="en-US" altLang="zh-CN" dirty="0"/>
              <a:t>'</a:t>
            </a:r>
            <a:r>
              <a:rPr lang="en-US" altLang="zh-CN" dirty="0">
                <a:latin typeface="+mn-lt"/>
                <a:ea typeface="隶书" pitchFamily="49" charset="-122"/>
              </a:rPr>
              <a:t>   </a:t>
            </a:r>
            <a:r>
              <a:rPr lang="en-US" altLang="zh-CN" dirty="0"/>
              <a:t>'</a:t>
            </a:r>
            <a:r>
              <a:rPr lang="en-US" altLang="zh-CN" dirty="0">
                <a:latin typeface="+mn-lt"/>
                <a:ea typeface="隶书" pitchFamily="49" charset="-122"/>
              </a:rPr>
              <a:t>A</a:t>
            </a:r>
            <a:r>
              <a:rPr lang="en-US" altLang="zh-CN" dirty="0"/>
              <a:t>'</a:t>
            </a:r>
            <a:r>
              <a:rPr lang="en-US" altLang="zh-CN" dirty="0">
                <a:latin typeface="+mn-lt"/>
                <a:ea typeface="隶书" pitchFamily="49" charset="-122"/>
              </a:rPr>
              <a:t>   </a:t>
            </a:r>
            <a:r>
              <a:rPr lang="en-US" altLang="zh-CN" dirty="0"/>
              <a:t>'</a:t>
            </a:r>
            <a:r>
              <a:rPr lang="en-US" altLang="zh-CN" dirty="0">
                <a:latin typeface="+mn-lt"/>
                <a:ea typeface="隶书" pitchFamily="49" charset="-122"/>
              </a:rPr>
              <a:t>?</a:t>
            </a:r>
            <a:r>
              <a:rPr lang="en-US" altLang="zh-CN" dirty="0"/>
              <a:t>'</a:t>
            </a:r>
            <a:r>
              <a:rPr lang="en-US" altLang="zh-CN" dirty="0">
                <a:latin typeface="+mn-lt"/>
                <a:ea typeface="隶书" pitchFamily="49" charset="-122"/>
              </a:rPr>
              <a:t>   </a:t>
            </a:r>
            <a:r>
              <a:rPr lang="en-US" altLang="zh-CN" dirty="0"/>
              <a:t>'</a:t>
            </a:r>
            <a:r>
              <a:rPr lang="en-US" altLang="zh-CN" dirty="0">
                <a:latin typeface="+mn-lt"/>
                <a:ea typeface="隶书" pitchFamily="49" charset="-122"/>
              </a:rPr>
              <a:t>\n</a:t>
            </a:r>
            <a:r>
              <a:rPr lang="en-US" altLang="zh-CN" dirty="0"/>
              <a:t>'</a:t>
            </a:r>
            <a:r>
              <a:rPr lang="en-US" altLang="zh-CN" dirty="0">
                <a:latin typeface="+mn-lt"/>
                <a:ea typeface="隶书" pitchFamily="49" charset="-122"/>
              </a:rPr>
              <a:t>   </a:t>
            </a:r>
            <a:r>
              <a:rPr lang="en-US" altLang="zh-CN" dirty="0"/>
              <a:t>'</a:t>
            </a:r>
            <a:r>
              <a:rPr lang="en-US" altLang="zh-CN" dirty="0">
                <a:latin typeface="+mn-lt"/>
                <a:ea typeface="隶书" pitchFamily="49" charset="-122"/>
              </a:rPr>
              <a:t>\101</a:t>
            </a:r>
            <a:r>
              <a:rPr lang="en-US" altLang="zh-CN" dirty="0"/>
              <a:t>'</a:t>
            </a:r>
            <a:endParaRPr lang="en-US" altLang="zh-CN" dirty="0">
              <a:latin typeface="+mn-lt"/>
              <a:ea typeface="隶书" pitchFamily="49" charset="-122"/>
            </a:endParaRPr>
          </a:p>
        </p:txBody>
      </p:sp>
      <p:sp>
        <p:nvSpPr>
          <p:cNvPr id="797719" name="Rectangle 23"/>
          <p:cNvSpPr>
            <a:spLocks noChangeArrowheads="1"/>
          </p:cNvSpPr>
          <p:nvPr/>
        </p:nvSpPr>
        <p:spPr bwMode="auto">
          <a:xfrm>
            <a:off x="1203634" y="3505751"/>
            <a:ext cx="7459663" cy="457200"/>
          </a:xfrm>
          <a:prstGeom prst="rect">
            <a:avLst/>
          </a:prstGeom>
          <a:noFill/>
          <a:ln w="9525">
            <a:noFill/>
            <a:miter lim="800000"/>
            <a:headEnd/>
            <a:tailEnd/>
          </a:ln>
          <a:effectLst/>
        </p:spPr>
        <p:txBody>
          <a:bodyPr wrap="none">
            <a:spAutoFit/>
          </a:bodyPr>
          <a:lstStyle/>
          <a:p>
            <a:pPr>
              <a:buClr>
                <a:srgbClr val="C01920"/>
              </a:buClr>
              <a:buFont typeface="Wingdings" pitchFamily="2" charset="2"/>
              <a:buChar char="l"/>
            </a:pPr>
            <a:r>
              <a:rPr lang="en-US" altLang="zh-CN" b="1" dirty="0">
                <a:solidFill>
                  <a:srgbClr val="FF3399"/>
                </a:solidFill>
                <a:effectLst>
                  <a:outerShdw blurRad="38100" dist="38100" dir="2700000" algn="tl">
                    <a:srgbClr val="000000"/>
                  </a:outerShdw>
                </a:effectLst>
                <a:latin typeface="楷体" pitchFamily="49" charset="-122"/>
                <a:ea typeface="楷体" pitchFamily="49" charset="-122"/>
              </a:rPr>
              <a:t> </a:t>
            </a:r>
            <a:r>
              <a:rPr lang="zh-CN" altLang="zh-CN" b="1" dirty="0">
                <a:solidFill>
                  <a:srgbClr val="C01920"/>
                </a:solidFill>
                <a:latin typeface="楷体" pitchFamily="49" charset="-122"/>
                <a:ea typeface="楷体" pitchFamily="49" charset="-122"/>
              </a:rPr>
              <a:t>转义字符:</a:t>
            </a:r>
            <a:r>
              <a:rPr lang="zh-CN" altLang="en-US" b="1" dirty="0">
                <a:effectLst>
                  <a:outerShdw blurRad="38100" dist="38100" dir="2700000" algn="tl">
                    <a:srgbClr val="FFFFFF"/>
                  </a:outerShdw>
                </a:effectLst>
                <a:latin typeface="楷体" pitchFamily="49" charset="-122"/>
                <a:ea typeface="楷体" pitchFamily="49" charset="-122"/>
              </a:rPr>
              <a:t>反斜线后面跟一个字符或一个代码值表示</a:t>
            </a:r>
          </a:p>
        </p:txBody>
      </p:sp>
      <p:grpSp>
        <p:nvGrpSpPr>
          <p:cNvPr id="797720" name="Group 24"/>
          <p:cNvGrpSpPr>
            <a:grpSpLocks/>
          </p:cNvGrpSpPr>
          <p:nvPr/>
        </p:nvGrpSpPr>
        <p:grpSpPr bwMode="auto">
          <a:xfrm>
            <a:off x="3670388" y="3139334"/>
            <a:ext cx="8500938" cy="3716338"/>
            <a:chOff x="324" y="2242"/>
            <a:chExt cx="5414" cy="2341"/>
          </a:xfrm>
        </p:grpSpPr>
        <p:sp>
          <p:nvSpPr>
            <p:cNvPr id="797721" name="Oval 25">
              <a:hlinkClick r:id="rId6" action="ppaction://hlinksldjump" highlightClick="1"/>
            </p:cNvPr>
            <p:cNvSpPr>
              <a:spLocks noChangeArrowheads="1"/>
            </p:cNvSpPr>
            <p:nvPr/>
          </p:nvSpPr>
          <p:spPr bwMode="auto">
            <a:xfrm>
              <a:off x="794" y="3612"/>
              <a:ext cx="336" cy="240"/>
            </a:xfrm>
            <a:prstGeom prst="ellipse">
              <a:avLst/>
            </a:prstGeom>
            <a:gradFill rotWithShape="0">
              <a:gsLst>
                <a:gs pos="0">
                  <a:srgbClr val="FF9900"/>
                </a:gs>
                <a:gs pos="100000">
                  <a:srgbClr val="FF9900">
                    <a:gamma/>
                    <a:shade val="68235"/>
                    <a:invGamma/>
                  </a:srgbClr>
                </a:gs>
              </a:gsLst>
              <a:path path="shape">
                <a:fillToRect l="50000" t="50000" r="50000" b="50000"/>
              </a:path>
            </a:gradFill>
            <a:ln w="12700" cap="sq">
              <a:solidFill>
                <a:schemeClr val="folHlink"/>
              </a:solidFill>
              <a:round/>
              <a:headEnd type="none" w="sm" len="sm"/>
              <a:tailEnd type="none" w="sm" len="sm"/>
            </a:ln>
            <a:effectLst/>
          </p:spPr>
          <p:txBody>
            <a:bodyPr wrap="none" anchor="ctr"/>
            <a:lstStyle/>
            <a:p>
              <a:pPr algn="ctr"/>
              <a:r>
                <a:rPr lang="en-US" altLang="zh-CN"/>
                <a:t>&lt;</a:t>
              </a:r>
            </a:p>
          </p:txBody>
        </p:sp>
        <p:grpSp>
          <p:nvGrpSpPr>
            <p:cNvPr id="797722" name="Group 26"/>
            <p:cNvGrpSpPr>
              <a:grpSpLocks/>
            </p:cNvGrpSpPr>
            <p:nvPr/>
          </p:nvGrpSpPr>
          <p:grpSpPr bwMode="auto">
            <a:xfrm>
              <a:off x="418" y="2242"/>
              <a:ext cx="5276" cy="2341"/>
              <a:chOff x="260" y="1030"/>
              <a:chExt cx="5276" cy="2341"/>
            </a:xfrm>
          </p:grpSpPr>
          <p:sp>
            <p:nvSpPr>
              <p:cNvPr id="797723" name="Rectangle 27"/>
              <p:cNvSpPr>
                <a:spLocks noChangeArrowheads="1"/>
              </p:cNvSpPr>
              <p:nvPr/>
            </p:nvSpPr>
            <p:spPr bwMode="auto">
              <a:xfrm>
                <a:off x="260" y="1296"/>
                <a:ext cx="5276" cy="2075"/>
              </a:xfrm>
              <a:prstGeom prst="rect">
                <a:avLst/>
              </a:prstGeom>
              <a:solidFill>
                <a:schemeClr val="bg1"/>
              </a:solidFill>
              <a:ln w="38100">
                <a:solidFill>
                  <a:srgbClr val="00660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none" anchor="ctr"/>
              <a:lstStyle/>
              <a:p>
                <a:pPr algn="ctr" eaLnBrk="0" hangingPunct="0"/>
                <a:endParaRPr lang="zh-CN" altLang="zh-CN" sz="4000"/>
              </a:p>
            </p:txBody>
          </p:sp>
          <p:sp>
            <p:nvSpPr>
              <p:cNvPr id="797724" name="Rectangle 28"/>
              <p:cNvSpPr>
                <a:spLocks noChangeArrowheads="1"/>
              </p:cNvSpPr>
              <p:nvPr/>
            </p:nvSpPr>
            <p:spPr bwMode="auto">
              <a:xfrm>
                <a:off x="2005" y="1030"/>
                <a:ext cx="1801" cy="352"/>
              </a:xfrm>
              <a:prstGeom prst="rect">
                <a:avLst/>
              </a:prstGeom>
              <a:noFill/>
              <a:ln w="9525">
                <a:noFill/>
                <a:miter lim="800000"/>
                <a:headEnd/>
                <a:tailEnd/>
              </a:ln>
            </p:spPr>
            <p:txBody>
              <a:bodyPr/>
              <a:lstStyle/>
              <a:p>
                <a:pPr marL="228600" indent="-228600">
                  <a:spcBef>
                    <a:spcPct val="20000"/>
                  </a:spcBef>
                </a:pPr>
                <a:r>
                  <a:rPr lang="zh-CN" altLang="en-US" b="1" u="sng" dirty="0">
                    <a:solidFill>
                      <a:srgbClr val="C01920"/>
                    </a:solidFill>
                    <a:latin typeface="华文新魏" pitchFamily="2" charset="-122"/>
                    <a:ea typeface="华文新魏" pitchFamily="2" charset="-122"/>
                  </a:rPr>
                  <a:t>转义字符及其含义：</a:t>
                </a:r>
              </a:p>
            </p:txBody>
          </p:sp>
        </p:grpSp>
        <p:grpSp>
          <p:nvGrpSpPr>
            <p:cNvPr id="797725" name="Group 29"/>
            <p:cNvGrpSpPr>
              <a:grpSpLocks/>
            </p:cNvGrpSpPr>
            <p:nvPr/>
          </p:nvGrpSpPr>
          <p:grpSpPr bwMode="auto">
            <a:xfrm>
              <a:off x="479" y="2564"/>
              <a:ext cx="5115" cy="1995"/>
              <a:chOff x="333" y="1928"/>
              <a:chExt cx="5115" cy="1995"/>
            </a:xfrm>
          </p:grpSpPr>
          <p:sp>
            <p:nvSpPr>
              <p:cNvPr id="797726" name="Text Box 30"/>
              <p:cNvSpPr txBox="1">
                <a:spLocks noChangeArrowheads="1"/>
              </p:cNvSpPr>
              <p:nvPr/>
            </p:nvSpPr>
            <p:spPr bwMode="auto">
              <a:xfrm>
                <a:off x="333" y="1928"/>
                <a:ext cx="710" cy="233"/>
              </a:xfrm>
              <a:prstGeom prst="rect">
                <a:avLst/>
              </a:prstGeom>
              <a:solidFill>
                <a:schemeClr val="bg1"/>
              </a:solidFill>
              <a:ln w="9525">
                <a:noFill/>
                <a:miter lim="800000"/>
                <a:headEnd/>
                <a:tailEnd/>
              </a:ln>
              <a:effectLst/>
            </p:spPr>
            <p:txBody>
              <a:bodyPr wrap="none">
                <a:spAutoFit/>
              </a:bodyPr>
              <a:lstStyle/>
              <a:p>
                <a:pPr eaLnBrk="0" hangingPunct="0"/>
                <a:r>
                  <a:rPr lang="zh-CN" altLang="en-US" sz="1800" b="1" dirty="0">
                    <a:solidFill>
                      <a:srgbClr val="3366CC"/>
                    </a:solidFill>
                    <a:latin typeface="隶书" pitchFamily="49" charset="-122"/>
                    <a:ea typeface="隶书" pitchFamily="49" charset="-122"/>
                  </a:rPr>
                  <a:t>转义字符</a:t>
                </a:r>
              </a:p>
            </p:txBody>
          </p:sp>
          <p:sp>
            <p:nvSpPr>
              <p:cNvPr id="797727" name="Text Box 31"/>
              <p:cNvSpPr txBox="1">
                <a:spLocks noChangeArrowheads="1"/>
              </p:cNvSpPr>
              <p:nvPr/>
            </p:nvSpPr>
            <p:spPr bwMode="auto">
              <a:xfrm>
                <a:off x="1677" y="1928"/>
                <a:ext cx="414" cy="233"/>
              </a:xfrm>
              <a:prstGeom prst="rect">
                <a:avLst/>
              </a:prstGeom>
              <a:solidFill>
                <a:schemeClr val="bg1"/>
              </a:solidFill>
              <a:ln w="9525">
                <a:noFill/>
                <a:miter lim="800000"/>
                <a:headEnd/>
                <a:tailEnd/>
              </a:ln>
              <a:effectLst/>
            </p:spPr>
            <p:txBody>
              <a:bodyPr wrap="none">
                <a:spAutoFit/>
              </a:bodyPr>
              <a:lstStyle/>
              <a:p>
                <a:pPr eaLnBrk="0" hangingPunct="0"/>
                <a:r>
                  <a:rPr lang="zh-CN" altLang="en-US" sz="1800" b="1" dirty="0">
                    <a:solidFill>
                      <a:srgbClr val="3366CC"/>
                    </a:solidFill>
                    <a:latin typeface="隶书" pitchFamily="49" charset="-122"/>
                    <a:ea typeface="隶书" pitchFamily="49" charset="-122"/>
                  </a:rPr>
                  <a:t>含义</a:t>
                </a:r>
              </a:p>
            </p:txBody>
          </p:sp>
          <p:sp>
            <p:nvSpPr>
              <p:cNvPr id="797728" name="Text Box 32"/>
              <p:cNvSpPr txBox="1">
                <a:spLocks noChangeArrowheads="1"/>
              </p:cNvSpPr>
              <p:nvPr/>
            </p:nvSpPr>
            <p:spPr bwMode="auto">
              <a:xfrm>
                <a:off x="419" y="2227"/>
                <a:ext cx="244" cy="252"/>
              </a:xfrm>
              <a:prstGeom prst="rect">
                <a:avLst/>
              </a:prstGeom>
              <a:solidFill>
                <a:schemeClr val="bg1"/>
              </a:solidFill>
              <a:ln w="9525">
                <a:noFill/>
                <a:miter lim="800000"/>
                <a:headEnd/>
                <a:tailEnd/>
              </a:ln>
              <a:effectLst/>
            </p:spPr>
            <p:txBody>
              <a:bodyPr wrap="none">
                <a:spAutoFit/>
              </a:bodyPr>
              <a:lstStyle/>
              <a:p>
                <a:pPr eaLnBrk="0" hangingPunct="0"/>
                <a:r>
                  <a:rPr lang="en-US" altLang="zh-CN" sz="2000">
                    <a:solidFill>
                      <a:srgbClr val="FF0000"/>
                    </a:solidFill>
                  </a:rPr>
                  <a:t>\n</a:t>
                </a:r>
                <a:endParaRPr lang="en-US" altLang="zh-CN" sz="2000"/>
              </a:p>
            </p:txBody>
          </p:sp>
          <p:sp>
            <p:nvSpPr>
              <p:cNvPr id="797729" name="Text Box 33"/>
              <p:cNvSpPr txBox="1">
                <a:spLocks noChangeArrowheads="1"/>
              </p:cNvSpPr>
              <p:nvPr/>
            </p:nvSpPr>
            <p:spPr bwMode="auto">
              <a:xfrm>
                <a:off x="410" y="2521"/>
                <a:ext cx="244" cy="252"/>
              </a:xfrm>
              <a:prstGeom prst="rect">
                <a:avLst/>
              </a:prstGeom>
              <a:solidFill>
                <a:schemeClr val="bg1"/>
              </a:solidFill>
              <a:ln w="9525">
                <a:noFill/>
                <a:miter lim="800000"/>
                <a:headEnd/>
                <a:tailEnd/>
              </a:ln>
              <a:effectLst/>
            </p:spPr>
            <p:txBody>
              <a:bodyPr wrap="none">
                <a:spAutoFit/>
              </a:bodyPr>
              <a:lstStyle/>
              <a:p>
                <a:pPr eaLnBrk="0" hangingPunct="0"/>
                <a:r>
                  <a:rPr lang="en-US" altLang="zh-CN" sz="2000"/>
                  <a:t>\v</a:t>
                </a:r>
                <a:endParaRPr lang="en-US" altLang="zh-CN" sz="4000"/>
              </a:p>
            </p:txBody>
          </p:sp>
          <p:sp>
            <p:nvSpPr>
              <p:cNvPr id="797730" name="Text Box 34"/>
              <p:cNvSpPr txBox="1">
                <a:spLocks noChangeArrowheads="1"/>
              </p:cNvSpPr>
              <p:nvPr/>
            </p:nvSpPr>
            <p:spPr bwMode="auto">
              <a:xfrm>
                <a:off x="446" y="2815"/>
                <a:ext cx="217" cy="252"/>
              </a:xfrm>
              <a:prstGeom prst="rect">
                <a:avLst/>
              </a:prstGeom>
              <a:solidFill>
                <a:schemeClr val="bg1"/>
              </a:solidFill>
              <a:ln w="9525">
                <a:noFill/>
                <a:miter lim="800000"/>
                <a:headEnd/>
                <a:tailEnd/>
              </a:ln>
              <a:effectLst/>
            </p:spPr>
            <p:txBody>
              <a:bodyPr wrap="none">
                <a:spAutoFit/>
              </a:bodyPr>
              <a:lstStyle/>
              <a:p>
                <a:pPr eaLnBrk="0" hangingPunct="0"/>
                <a:r>
                  <a:rPr lang="en-US" altLang="zh-CN" sz="2000"/>
                  <a:t>\r</a:t>
                </a:r>
                <a:endParaRPr lang="en-US" altLang="zh-CN" sz="4000"/>
              </a:p>
            </p:txBody>
          </p:sp>
          <p:sp>
            <p:nvSpPr>
              <p:cNvPr id="797731" name="Text Box 35"/>
              <p:cNvSpPr txBox="1">
                <a:spLocks noChangeArrowheads="1"/>
              </p:cNvSpPr>
              <p:nvPr/>
            </p:nvSpPr>
            <p:spPr bwMode="auto">
              <a:xfrm>
                <a:off x="427" y="3109"/>
                <a:ext cx="235" cy="252"/>
              </a:xfrm>
              <a:prstGeom prst="rect">
                <a:avLst/>
              </a:prstGeom>
              <a:solidFill>
                <a:schemeClr val="bg1"/>
              </a:solidFill>
              <a:ln w="9525">
                <a:noFill/>
                <a:miter lim="800000"/>
                <a:headEnd/>
                <a:tailEnd/>
              </a:ln>
              <a:effectLst/>
            </p:spPr>
            <p:txBody>
              <a:bodyPr wrap="none">
                <a:spAutoFit/>
              </a:bodyPr>
              <a:lstStyle/>
              <a:p>
                <a:pPr eaLnBrk="0" hangingPunct="0"/>
                <a:r>
                  <a:rPr lang="en-US" altLang="zh-CN" sz="2000"/>
                  <a:t>\a</a:t>
                </a:r>
                <a:endParaRPr lang="en-US" altLang="zh-CN" sz="4000"/>
              </a:p>
            </p:txBody>
          </p:sp>
          <p:sp>
            <p:nvSpPr>
              <p:cNvPr id="797732" name="Text Box 36"/>
              <p:cNvSpPr txBox="1">
                <a:spLocks noChangeArrowheads="1"/>
              </p:cNvSpPr>
              <p:nvPr/>
            </p:nvSpPr>
            <p:spPr bwMode="auto">
              <a:xfrm>
                <a:off x="446" y="3359"/>
                <a:ext cx="192" cy="252"/>
              </a:xfrm>
              <a:prstGeom prst="rect">
                <a:avLst/>
              </a:prstGeom>
              <a:solidFill>
                <a:schemeClr val="bg1"/>
              </a:solidFill>
              <a:ln w="9525">
                <a:noFill/>
                <a:miter lim="800000"/>
                <a:headEnd/>
                <a:tailEnd/>
              </a:ln>
              <a:effectLst/>
            </p:spPr>
            <p:txBody>
              <a:bodyPr wrap="none">
                <a:spAutoFit/>
              </a:bodyPr>
              <a:lstStyle/>
              <a:p>
                <a:pPr eaLnBrk="0" hangingPunct="0"/>
                <a:r>
                  <a:rPr lang="en-US" altLang="zh-CN" sz="2000" dirty="0">
                    <a:solidFill>
                      <a:srgbClr val="FF0000"/>
                    </a:solidFill>
                  </a:rPr>
                  <a:t>\'</a:t>
                </a:r>
                <a:endParaRPr lang="en-US" altLang="zh-CN" sz="4000" dirty="0">
                  <a:solidFill>
                    <a:srgbClr val="FF0000"/>
                  </a:solidFill>
                </a:endParaRPr>
              </a:p>
            </p:txBody>
          </p:sp>
          <p:sp>
            <p:nvSpPr>
              <p:cNvPr id="797733" name="Text Box 37"/>
              <p:cNvSpPr txBox="1">
                <a:spLocks noChangeArrowheads="1"/>
              </p:cNvSpPr>
              <p:nvPr/>
            </p:nvSpPr>
            <p:spPr bwMode="auto">
              <a:xfrm>
                <a:off x="419" y="3648"/>
                <a:ext cx="449" cy="250"/>
              </a:xfrm>
              <a:prstGeom prst="rect">
                <a:avLst/>
              </a:prstGeom>
              <a:solidFill>
                <a:schemeClr val="bg1"/>
              </a:solidFill>
              <a:ln w="9525">
                <a:noFill/>
                <a:miter lim="800000"/>
                <a:headEnd/>
                <a:tailEnd/>
              </a:ln>
              <a:effectLst/>
            </p:spPr>
            <p:txBody>
              <a:bodyPr wrap="square">
                <a:spAutoFit/>
              </a:bodyPr>
              <a:lstStyle/>
              <a:p>
                <a:pPr eaLnBrk="0" hangingPunct="0"/>
                <a:r>
                  <a:rPr lang="en-US" altLang="zh-CN" sz="2000" dirty="0">
                    <a:solidFill>
                      <a:srgbClr val="0000FF"/>
                    </a:solidFill>
                  </a:rPr>
                  <a:t>\</a:t>
                </a:r>
                <a:r>
                  <a:rPr lang="en-US" altLang="zh-CN" sz="2000" dirty="0" err="1">
                    <a:solidFill>
                      <a:srgbClr val="0000FF"/>
                    </a:solidFill>
                  </a:rPr>
                  <a:t>ddd</a:t>
                </a:r>
                <a:endParaRPr lang="en-US" altLang="zh-CN" sz="4000" dirty="0"/>
              </a:p>
            </p:txBody>
          </p:sp>
          <p:sp>
            <p:nvSpPr>
              <p:cNvPr id="797734" name="Text Box 38"/>
              <p:cNvSpPr txBox="1">
                <a:spLocks noChangeArrowheads="1"/>
              </p:cNvSpPr>
              <p:nvPr/>
            </p:nvSpPr>
            <p:spPr bwMode="auto">
              <a:xfrm>
                <a:off x="2941" y="2184"/>
                <a:ext cx="207" cy="252"/>
              </a:xfrm>
              <a:prstGeom prst="rect">
                <a:avLst/>
              </a:prstGeom>
              <a:solidFill>
                <a:schemeClr val="bg1"/>
              </a:solidFill>
              <a:ln w="9525">
                <a:noFill/>
                <a:miter lim="800000"/>
                <a:headEnd/>
                <a:tailEnd/>
              </a:ln>
              <a:effectLst/>
            </p:spPr>
            <p:txBody>
              <a:bodyPr wrap="none">
                <a:spAutoFit/>
              </a:bodyPr>
              <a:lstStyle/>
              <a:p>
                <a:pPr eaLnBrk="0" hangingPunct="0"/>
                <a:r>
                  <a:rPr lang="en-US" altLang="zh-CN" sz="2000">
                    <a:solidFill>
                      <a:srgbClr val="FF0000"/>
                    </a:solidFill>
                  </a:rPr>
                  <a:t>\t</a:t>
                </a:r>
                <a:endParaRPr lang="en-US" altLang="zh-CN" sz="4000"/>
              </a:p>
            </p:txBody>
          </p:sp>
          <p:sp>
            <p:nvSpPr>
              <p:cNvPr id="797735" name="Text Box 39"/>
              <p:cNvSpPr txBox="1">
                <a:spLocks noChangeArrowheads="1"/>
              </p:cNvSpPr>
              <p:nvPr/>
            </p:nvSpPr>
            <p:spPr bwMode="auto">
              <a:xfrm>
                <a:off x="2942" y="2500"/>
                <a:ext cx="244" cy="252"/>
              </a:xfrm>
              <a:prstGeom prst="rect">
                <a:avLst/>
              </a:prstGeom>
              <a:solidFill>
                <a:schemeClr val="bg1"/>
              </a:solidFill>
              <a:ln w="9525">
                <a:noFill/>
                <a:miter lim="800000"/>
                <a:headEnd/>
                <a:tailEnd/>
              </a:ln>
              <a:effectLst/>
            </p:spPr>
            <p:txBody>
              <a:bodyPr wrap="none">
                <a:spAutoFit/>
              </a:bodyPr>
              <a:lstStyle/>
              <a:p>
                <a:pPr eaLnBrk="0" hangingPunct="0"/>
                <a:r>
                  <a:rPr lang="en-US" altLang="zh-CN" sz="2000"/>
                  <a:t>\b</a:t>
                </a:r>
                <a:endParaRPr lang="en-US" altLang="zh-CN" sz="4000"/>
              </a:p>
            </p:txBody>
          </p:sp>
          <p:sp>
            <p:nvSpPr>
              <p:cNvPr id="797736" name="Text Box 40"/>
              <p:cNvSpPr txBox="1">
                <a:spLocks noChangeArrowheads="1"/>
              </p:cNvSpPr>
              <p:nvPr/>
            </p:nvSpPr>
            <p:spPr bwMode="auto">
              <a:xfrm>
                <a:off x="2941" y="2815"/>
                <a:ext cx="217" cy="252"/>
              </a:xfrm>
              <a:prstGeom prst="rect">
                <a:avLst/>
              </a:prstGeom>
              <a:solidFill>
                <a:schemeClr val="bg1"/>
              </a:solidFill>
              <a:ln w="9525">
                <a:noFill/>
                <a:miter lim="800000"/>
                <a:headEnd/>
                <a:tailEnd/>
              </a:ln>
              <a:effectLst/>
            </p:spPr>
            <p:txBody>
              <a:bodyPr wrap="none">
                <a:spAutoFit/>
              </a:bodyPr>
              <a:lstStyle/>
              <a:p>
                <a:pPr eaLnBrk="0" hangingPunct="0"/>
                <a:r>
                  <a:rPr lang="en-US" altLang="zh-CN" sz="2000"/>
                  <a:t>\f</a:t>
                </a:r>
                <a:endParaRPr lang="en-US" altLang="zh-CN" sz="4000"/>
              </a:p>
            </p:txBody>
          </p:sp>
          <p:sp>
            <p:nvSpPr>
              <p:cNvPr id="797737" name="Text Box 41"/>
              <p:cNvSpPr txBox="1">
                <a:spLocks noChangeArrowheads="1"/>
              </p:cNvSpPr>
              <p:nvPr/>
            </p:nvSpPr>
            <p:spPr bwMode="auto">
              <a:xfrm>
                <a:off x="2977" y="3109"/>
                <a:ext cx="207" cy="252"/>
              </a:xfrm>
              <a:prstGeom prst="rect">
                <a:avLst/>
              </a:prstGeom>
              <a:solidFill>
                <a:schemeClr val="bg1"/>
              </a:solidFill>
              <a:ln w="9525">
                <a:noFill/>
                <a:miter lim="800000"/>
                <a:headEnd/>
                <a:tailEnd/>
              </a:ln>
              <a:effectLst/>
            </p:spPr>
            <p:txBody>
              <a:bodyPr wrap="none">
                <a:spAutoFit/>
              </a:bodyPr>
              <a:lstStyle/>
              <a:p>
                <a:pPr eaLnBrk="0" hangingPunct="0"/>
                <a:r>
                  <a:rPr lang="en-US" altLang="zh-CN" sz="2000">
                    <a:solidFill>
                      <a:srgbClr val="FF0000"/>
                    </a:solidFill>
                  </a:rPr>
                  <a:t>\\</a:t>
                </a:r>
                <a:endParaRPr lang="en-US" altLang="zh-CN" sz="4000"/>
              </a:p>
            </p:txBody>
          </p:sp>
          <p:sp>
            <p:nvSpPr>
              <p:cNvPr id="797738" name="Text Box 42"/>
              <p:cNvSpPr txBox="1">
                <a:spLocks noChangeArrowheads="1"/>
              </p:cNvSpPr>
              <p:nvPr/>
            </p:nvSpPr>
            <p:spPr bwMode="auto">
              <a:xfrm>
                <a:off x="2977" y="3359"/>
                <a:ext cx="229" cy="252"/>
              </a:xfrm>
              <a:prstGeom prst="rect">
                <a:avLst/>
              </a:prstGeom>
              <a:solidFill>
                <a:schemeClr val="bg1"/>
              </a:solidFill>
              <a:ln w="9525">
                <a:noFill/>
                <a:miter lim="800000"/>
                <a:headEnd/>
                <a:tailEnd/>
              </a:ln>
              <a:effectLst/>
            </p:spPr>
            <p:txBody>
              <a:bodyPr wrap="none">
                <a:spAutoFit/>
              </a:bodyPr>
              <a:lstStyle/>
              <a:p>
                <a:pPr eaLnBrk="0" hangingPunct="0"/>
                <a:r>
                  <a:rPr lang="en-US" altLang="zh-CN" sz="2000" dirty="0">
                    <a:solidFill>
                      <a:srgbClr val="FF0000"/>
                    </a:solidFill>
                  </a:rPr>
                  <a:t>\"</a:t>
                </a:r>
                <a:endParaRPr lang="en-US" altLang="zh-CN" sz="4000" dirty="0">
                  <a:solidFill>
                    <a:srgbClr val="FF0000"/>
                  </a:solidFill>
                </a:endParaRPr>
              </a:p>
            </p:txBody>
          </p:sp>
          <p:sp>
            <p:nvSpPr>
              <p:cNvPr id="797739" name="Text Box 43"/>
              <p:cNvSpPr txBox="1">
                <a:spLocks noChangeArrowheads="1"/>
              </p:cNvSpPr>
              <p:nvPr/>
            </p:nvSpPr>
            <p:spPr bwMode="auto">
              <a:xfrm>
                <a:off x="2941" y="3671"/>
                <a:ext cx="408" cy="252"/>
              </a:xfrm>
              <a:prstGeom prst="rect">
                <a:avLst/>
              </a:prstGeom>
              <a:solidFill>
                <a:schemeClr val="bg1"/>
              </a:solidFill>
              <a:ln w="9525">
                <a:noFill/>
                <a:miter lim="800000"/>
                <a:headEnd/>
                <a:tailEnd/>
              </a:ln>
              <a:effectLst/>
            </p:spPr>
            <p:txBody>
              <a:bodyPr wrap="none">
                <a:spAutoFit/>
              </a:bodyPr>
              <a:lstStyle/>
              <a:p>
                <a:pPr eaLnBrk="0" hangingPunct="0"/>
                <a:r>
                  <a:rPr lang="en-US" altLang="zh-CN" sz="2000" dirty="0">
                    <a:solidFill>
                      <a:srgbClr val="0000FF"/>
                    </a:solidFill>
                  </a:rPr>
                  <a:t>\</a:t>
                </a:r>
                <a:r>
                  <a:rPr lang="en-US" altLang="zh-CN" sz="2000" dirty="0" err="1">
                    <a:solidFill>
                      <a:srgbClr val="0000FF"/>
                    </a:solidFill>
                  </a:rPr>
                  <a:t>xhh</a:t>
                </a:r>
                <a:endParaRPr lang="en-US" altLang="zh-CN" sz="4000" dirty="0"/>
              </a:p>
            </p:txBody>
          </p:sp>
          <p:sp>
            <p:nvSpPr>
              <p:cNvPr id="797740" name="Text Box 44"/>
              <p:cNvSpPr txBox="1">
                <a:spLocks noChangeArrowheads="1"/>
              </p:cNvSpPr>
              <p:nvPr/>
            </p:nvSpPr>
            <p:spPr bwMode="auto">
              <a:xfrm>
                <a:off x="2864" y="1928"/>
                <a:ext cx="710" cy="233"/>
              </a:xfrm>
              <a:prstGeom prst="rect">
                <a:avLst/>
              </a:prstGeom>
              <a:solidFill>
                <a:schemeClr val="bg1"/>
              </a:solidFill>
              <a:ln w="9525">
                <a:noFill/>
                <a:miter lim="800000"/>
                <a:headEnd/>
                <a:tailEnd/>
              </a:ln>
              <a:effectLst/>
            </p:spPr>
            <p:txBody>
              <a:bodyPr wrap="none">
                <a:spAutoFit/>
              </a:bodyPr>
              <a:lstStyle/>
              <a:p>
                <a:pPr eaLnBrk="0" hangingPunct="0"/>
                <a:r>
                  <a:rPr lang="zh-CN" altLang="en-US" sz="1800" b="1" dirty="0">
                    <a:solidFill>
                      <a:srgbClr val="3366CC"/>
                    </a:solidFill>
                    <a:latin typeface="隶书" pitchFamily="49" charset="-122"/>
                    <a:ea typeface="隶书" pitchFamily="49" charset="-122"/>
                  </a:rPr>
                  <a:t>转义字符</a:t>
                </a:r>
              </a:p>
            </p:txBody>
          </p:sp>
          <p:sp>
            <p:nvSpPr>
              <p:cNvPr id="797741" name="Text Box 45"/>
              <p:cNvSpPr txBox="1">
                <a:spLocks noChangeArrowheads="1"/>
              </p:cNvSpPr>
              <p:nvPr/>
            </p:nvSpPr>
            <p:spPr bwMode="auto">
              <a:xfrm>
                <a:off x="4353" y="1928"/>
                <a:ext cx="414" cy="233"/>
              </a:xfrm>
              <a:prstGeom prst="rect">
                <a:avLst/>
              </a:prstGeom>
              <a:solidFill>
                <a:schemeClr val="bg1"/>
              </a:solidFill>
              <a:ln w="9525">
                <a:noFill/>
                <a:miter lim="800000"/>
                <a:headEnd/>
                <a:tailEnd/>
              </a:ln>
              <a:effectLst/>
            </p:spPr>
            <p:txBody>
              <a:bodyPr wrap="none">
                <a:spAutoFit/>
              </a:bodyPr>
              <a:lstStyle/>
              <a:p>
                <a:pPr eaLnBrk="0" hangingPunct="0"/>
                <a:r>
                  <a:rPr lang="zh-CN" altLang="en-US" sz="1800" b="1" dirty="0">
                    <a:solidFill>
                      <a:srgbClr val="3366CC"/>
                    </a:solidFill>
                    <a:latin typeface="隶书" pitchFamily="49" charset="-122"/>
                    <a:ea typeface="隶书" pitchFamily="49" charset="-122"/>
                  </a:rPr>
                  <a:t>含义</a:t>
                </a:r>
              </a:p>
            </p:txBody>
          </p:sp>
          <p:sp>
            <p:nvSpPr>
              <p:cNvPr id="797742" name="Text Box 46"/>
              <p:cNvSpPr txBox="1">
                <a:spLocks noChangeArrowheads="1"/>
              </p:cNvSpPr>
              <p:nvPr/>
            </p:nvSpPr>
            <p:spPr bwMode="auto">
              <a:xfrm>
                <a:off x="1620" y="2227"/>
                <a:ext cx="412" cy="233"/>
              </a:xfrm>
              <a:prstGeom prst="rect">
                <a:avLst/>
              </a:prstGeom>
              <a:solidFill>
                <a:schemeClr val="bg1"/>
              </a:solidFill>
              <a:ln w="9525">
                <a:noFill/>
                <a:miter lim="800000"/>
                <a:headEnd/>
                <a:tailEnd/>
              </a:ln>
              <a:effectLst/>
            </p:spPr>
            <p:txBody>
              <a:bodyPr wrap="none">
                <a:spAutoFit/>
              </a:bodyPr>
              <a:lstStyle/>
              <a:p>
                <a:pPr eaLnBrk="0" hangingPunct="0"/>
                <a:r>
                  <a:rPr lang="zh-CN" altLang="en-US" sz="1800">
                    <a:latin typeface="隶书" pitchFamily="49" charset="-122"/>
                    <a:ea typeface="隶书" pitchFamily="49" charset="-122"/>
                  </a:rPr>
                  <a:t>换行</a:t>
                </a:r>
              </a:p>
            </p:txBody>
          </p:sp>
          <p:sp>
            <p:nvSpPr>
              <p:cNvPr id="797743" name="Text Box 47"/>
              <p:cNvSpPr txBox="1">
                <a:spLocks noChangeArrowheads="1"/>
              </p:cNvSpPr>
              <p:nvPr/>
            </p:nvSpPr>
            <p:spPr bwMode="auto">
              <a:xfrm>
                <a:off x="1444" y="2500"/>
                <a:ext cx="706" cy="233"/>
              </a:xfrm>
              <a:prstGeom prst="rect">
                <a:avLst/>
              </a:prstGeom>
              <a:solidFill>
                <a:schemeClr val="bg1"/>
              </a:solidFill>
              <a:ln w="9525">
                <a:noFill/>
                <a:miter lim="800000"/>
                <a:headEnd/>
                <a:tailEnd/>
              </a:ln>
              <a:effectLst/>
            </p:spPr>
            <p:txBody>
              <a:bodyPr wrap="none">
                <a:spAutoFit/>
              </a:bodyPr>
              <a:lstStyle/>
              <a:p>
                <a:pPr eaLnBrk="0" hangingPunct="0"/>
                <a:r>
                  <a:rPr lang="zh-CN" altLang="en-US" sz="1800">
                    <a:latin typeface="隶书" pitchFamily="49" charset="-122"/>
                    <a:ea typeface="隶书" pitchFamily="49" charset="-122"/>
                  </a:rPr>
                  <a:t>垂直制表</a:t>
                </a:r>
              </a:p>
            </p:txBody>
          </p:sp>
          <p:sp>
            <p:nvSpPr>
              <p:cNvPr id="797744" name="Text Box 48"/>
              <p:cNvSpPr txBox="1">
                <a:spLocks noChangeArrowheads="1"/>
              </p:cNvSpPr>
              <p:nvPr/>
            </p:nvSpPr>
            <p:spPr bwMode="auto">
              <a:xfrm>
                <a:off x="1620" y="2815"/>
                <a:ext cx="412" cy="233"/>
              </a:xfrm>
              <a:prstGeom prst="rect">
                <a:avLst/>
              </a:prstGeom>
              <a:solidFill>
                <a:schemeClr val="bg1"/>
              </a:solidFill>
              <a:ln w="9525">
                <a:noFill/>
                <a:miter lim="800000"/>
                <a:headEnd/>
                <a:tailEnd/>
              </a:ln>
              <a:effectLst/>
            </p:spPr>
            <p:txBody>
              <a:bodyPr wrap="none">
                <a:spAutoFit/>
              </a:bodyPr>
              <a:lstStyle/>
              <a:p>
                <a:pPr eaLnBrk="0" hangingPunct="0"/>
                <a:r>
                  <a:rPr lang="zh-CN" altLang="en-US" sz="1800">
                    <a:latin typeface="隶书" pitchFamily="49" charset="-122"/>
                    <a:ea typeface="隶书" pitchFamily="49" charset="-122"/>
                  </a:rPr>
                  <a:t>回车</a:t>
                </a:r>
              </a:p>
            </p:txBody>
          </p:sp>
          <p:sp>
            <p:nvSpPr>
              <p:cNvPr id="797745" name="Text Box 49"/>
              <p:cNvSpPr txBox="1">
                <a:spLocks noChangeArrowheads="1"/>
              </p:cNvSpPr>
              <p:nvPr/>
            </p:nvSpPr>
            <p:spPr bwMode="auto">
              <a:xfrm>
                <a:off x="1620" y="3109"/>
                <a:ext cx="412" cy="233"/>
              </a:xfrm>
              <a:prstGeom prst="rect">
                <a:avLst/>
              </a:prstGeom>
              <a:solidFill>
                <a:schemeClr val="bg1"/>
              </a:solidFill>
              <a:ln w="9525">
                <a:noFill/>
                <a:miter lim="800000"/>
                <a:headEnd/>
                <a:tailEnd/>
              </a:ln>
              <a:effectLst/>
            </p:spPr>
            <p:txBody>
              <a:bodyPr wrap="none">
                <a:spAutoFit/>
              </a:bodyPr>
              <a:lstStyle/>
              <a:p>
                <a:pPr eaLnBrk="0" hangingPunct="0"/>
                <a:r>
                  <a:rPr lang="zh-CN" altLang="en-US" sz="1800">
                    <a:latin typeface="隶书" pitchFamily="49" charset="-122"/>
                    <a:ea typeface="隶书" pitchFamily="49" charset="-122"/>
                  </a:rPr>
                  <a:t>响铃</a:t>
                </a:r>
              </a:p>
            </p:txBody>
          </p:sp>
          <p:sp>
            <p:nvSpPr>
              <p:cNvPr id="797746" name="Text Box 50"/>
              <p:cNvSpPr txBox="1">
                <a:spLocks noChangeArrowheads="1"/>
              </p:cNvSpPr>
              <p:nvPr/>
            </p:nvSpPr>
            <p:spPr bwMode="auto">
              <a:xfrm>
                <a:off x="1518" y="3359"/>
                <a:ext cx="559" cy="233"/>
              </a:xfrm>
              <a:prstGeom prst="rect">
                <a:avLst/>
              </a:prstGeom>
              <a:solidFill>
                <a:schemeClr val="bg1"/>
              </a:solidFill>
              <a:ln w="9525">
                <a:noFill/>
                <a:miter lim="800000"/>
                <a:headEnd/>
                <a:tailEnd/>
              </a:ln>
              <a:effectLst/>
            </p:spPr>
            <p:txBody>
              <a:bodyPr wrap="none">
                <a:spAutoFit/>
              </a:bodyPr>
              <a:lstStyle/>
              <a:p>
                <a:pPr eaLnBrk="0" hangingPunct="0"/>
                <a:r>
                  <a:rPr lang="zh-CN" altLang="en-US" sz="1800">
                    <a:latin typeface="隶书" pitchFamily="49" charset="-122"/>
                    <a:ea typeface="隶书" pitchFamily="49" charset="-122"/>
                  </a:rPr>
                  <a:t>单引号</a:t>
                </a:r>
              </a:p>
            </p:txBody>
          </p:sp>
          <p:sp>
            <p:nvSpPr>
              <p:cNvPr id="797747" name="Text Box 51"/>
              <p:cNvSpPr txBox="1">
                <a:spLocks noChangeArrowheads="1"/>
              </p:cNvSpPr>
              <p:nvPr/>
            </p:nvSpPr>
            <p:spPr bwMode="auto">
              <a:xfrm>
                <a:off x="1115" y="3675"/>
                <a:ext cx="1588" cy="233"/>
              </a:xfrm>
              <a:prstGeom prst="rect">
                <a:avLst/>
              </a:prstGeom>
              <a:solidFill>
                <a:schemeClr val="bg1"/>
              </a:solidFill>
              <a:ln w="9525">
                <a:noFill/>
                <a:miter lim="800000"/>
                <a:headEnd/>
                <a:tailEnd/>
              </a:ln>
              <a:effectLst/>
            </p:spPr>
            <p:txBody>
              <a:bodyPr wrap="none">
                <a:spAutoFit/>
              </a:bodyPr>
              <a:lstStyle/>
              <a:p>
                <a:pPr eaLnBrk="0" hangingPunct="0"/>
                <a:r>
                  <a:rPr lang="en-US" altLang="zh-CN" sz="1800" dirty="0">
                    <a:latin typeface="隶书" pitchFamily="49" charset="-122"/>
                    <a:ea typeface="隶书" pitchFamily="49" charset="-122"/>
                  </a:rPr>
                  <a:t>3</a:t>
                </a:r>
                <a:r>
                  <a:rPr lang="zh-CN" altLang="en-US" sz="1800" dirty="0">
                    <a:latin typeface="隶书" pitchFamily="49" charset="-122"/>
                    <a:ea typeface="隶书" pitchFamily="49" charset="-122"/>
                  </a:rPr>
                  <a:t>位</a:t>
                </a:r>
                <a:r>
                  <a:rPr lang="en-US" altLang="zh-CN" sz="1800" dirty="0">
                    <a:latin typeface="隶书" pitchFamily="49" charset="-122"/>
                    <a:ea typeface="隶书" pitchFamily="49" charset="-122"/>
                  </a:rPr>
                  <a:t>8</a:t>
                </a:r>
                <a:r>
                  <a:rPr lang="zh-CN" altLang="en-US" sz="1800" dirty="0">
                    <a:latin typeface="隶书" pitchFamily="49" charset="-122"/>
                    <a:ea typeface="隶书" pitchFamily="49" charset="-122"/>
                  </a:rPr>
                  <a:t>进制数代表的字符</a:t>
                </a:r>
              </a:p>
            </p:txBody>
          </p:sp>
          <p:sp>
            <p:nvSpPr>
              <p:cNvPr id="797748" name="Text Box 52"/>
              <p:cNvSpPr txBox="1">
                <a:spLocks noChangeArrowheads="1"/>
              </p:cNvSpPr>
              <p:nvPr/>
            </p:nvSpPr>
            <p:spPr bwMode="auto">
              <a:xfrm>
                <a:off x="4156" y="2227"/>
                <a:ext cx="706" cy="233"/>
              </a:xfrm>
              <a:prstGeom prst="rect">
                <a:avLst/>
              </a:prstGeom>
              <a:solidFill>
                <a:schemeClr val="bg1"/>
              </a:solidFill>
              <a:ln w="9525">
                <a:noFill/>
                <a:miter lim="800000"/>
                <a:headEnd/>
                <a:tailEnd/>
              </a:ln>
              <a:effectLst/>
            </p:spPr>
            <p:txBody>
              <a:bodyPr wrap="none">
                <a:spAutoFit/>
              </a:bodyPr>
              <a:lstStyle/>
              <a:p>
                <a:pPr eaLnBrk="0" hangingPunct="0"/>
                <a:r>
                  <a:rPr lang="zh-CN" altLang="en-US" sz="1800">
                    <a:latin typeface="隶书" pitchFamily="49" charset="-122"/>
                    <a:ea typeface="隶书" pitchFamily="49" charset="-122"/>
                  </a:rPr>
                  <a:t>水平制表</a:t>
                </a:r>
              </a:p>
            </p:txBody>
          </p:sp>
          <p:sp>
            <p:nvSpPr>
              <p:cNvPr id="797749" name="Text Box 53"/>
              <p:cNvSpPr txBox="1">
                <a:spLocks noChangeArrowheads="1"/>
              </p:cNvSpPr>
              <p:nvPr/>
            </p:nvSpPr>
            <p:spPr bwMode="auto">
              <a:xfrm>
                <a:off x="4315" y="2500"/>
                <a:ext cx="412" cy="233"/>
              </a:xfrm>
              <a:prstGeom prst="rect">
                <a:avLst/>
              </a:prstGeom>
              <a:solidFill>
                <a:schemeClr val="bg1"/>
              </a:solidFill>
              <a:ln w="9525">
                <a:noFill/>
                <a:miter lim="800000"/>
                <a:headEnd/>
                <a:tailEnd/>
              </a:ln>
              <a:effectLst/>
            </p:spPr>
            <p:txBody>
              <a:bodyPr wrap="none">
                <a:spAutoFit/>
              </a:bodyPr>
              <a:lstStyle/>
              <a:p>
                <a:pPr eaLnBrk="0" hangingPunct="0"/>
                <a:r>
                  <a:rPr lang="zh-CN" altLang="en-US" sz="1800">
                    <a:latin typeface="隶书" pitchFamily="49" charset="-122"/>
                    <a:ea typeface="隶书" pitchFamily="49" charset="-122"/>
                  </a:rPr>
                  <a:t>退格</a:t>
                </a:r>
              </a:p>
            </p:txBody>
          </p:sp>
          <p:sp>
            <p:nvSpPr>
              <p:cNvPr id="797750" name="Text Box 54"/>
              <p:cNvSpPr txBox="1">
                <a:spLocks noChangeArrowheads="1"/>
              </p:cNvSpPr>
              <p:nvPr/>
            </p:nvSpPr>
            <p:spPr bwMode="auto">
              <a:xfrm>
                <a:off x="4315" y="2815"/>
                <a:ext cx="412" cy="233"/>
              </a:xfrm>
              <a:prstGeom prst="rect">
                <a:avLst/>
              </a:prstGeom>
              <a:solidFill>
                <a:schemeClr val="bg1"/>
              </a:solidFill>
              <a:ln w="9525">
                <a:noFill/>
                <a:miter lim="800000"/>
                <a:headEnd/>
                <a:tailEnd/>
              </a:ln>
              <a:effectLst/>
            </p:spPr>
            <p:txBody>
              <a:bodyPr wrap="none">
                <a:spAutoFit/>
              </a:bodyPr>
              <a:lstStyle/>
              <a:p>
                <a:pPr eaLnBrk="0" hangingPunct="0"/>
                <a:r>
                  <a:rPr lang="zh-CN" altLang="en-US" sz="1800">
                    <a:latin typeface="隶书" pitchFamily="49" charset="-122"/>
                    <a:ea typeface="隶书" pitchFamily="49" charset="-122"/>
                  </a:rPr>
                  <a:t>换页</a:t>
                </a:r>
              </a:p>
            </p:txBody>
          </p:sp>
          <p:sp>
            <p:nvSpPr>
              <p:cNvPr id="797751" name="Text Box 55"/>
              <p:cNvSpPr txBox="1">
                <a:spLocks noChangeArrowheads="1"/>
              </p:cNvSpPr>
              <p:nvPr/>
            </p:nvSpPr>
            <p:spPr bwMode="auto">
              <a:xfrm>
                <a:off x="4315" y="3109"/>
                <a:ext cx="559" cy="233"/>
              </a:xfrm>
              <a:prstGeom prst="rect">
                <a:avLst/>
              </a:prstGeom>
              <a:solidFill>
                <a:schemeClr val="bg1"/>
              </a:solidFill>
              <a:ln w="9525">
                <a:noFill/>
                <a:miter lim="800000"/>
                <a:headEnd/>
                <a:tailEnd/>
              </a:ln>
              <a:effectLst/>
            </p:spPr>
            <p:txBody>
              <a:bodyPr wrap="none">
                <a:spAutoFit/>
              </a:bodyPr>
              <a:lstStyle/>
              <a:p>
                <a:pPr eaLnBrk="0" hangingPunct="0"/>
                <a:r>
                  <a:rPr lang="zh-CN" altLang="en-US" sz="1800">
                    <a:latin typeface="隶书" pitchFamily="49" charset="-122"/>
                    <a:ea typeface="隶书" pitchFamily="49" charset="-122"/>
                  </a:rPr>
                  <a:t>反斜线</a:t>
                </a:r>
              </a:p>
            </p:txBody>
          </p:sp>
          <p:sp>
            <p:nvSpPr>
              <p:cNvPr id="797752" name="Text Box 56"/>
              <p:cNvSpPr txBox="1">
                <a:spLocks noChangeArrowheads="1"/>
              </p:cNvSpPr>
              <p:nvPr/>
            </p:nvSpPr>
            <p:spPr bwMode="auto">
              <a:xfrm>
                <a:off x="4315" y="3403"/>
                <a:ext cx="559" cy="233"/>
              </a:xfrm>
              <a:prstGeom prst="rect">
                <a:avLst/>
              </a:prstGeom>
              <a:solidFill>
                <a:schemeClr val="bg1"/>
              </a:solidFill>
              <a:ln w="9525">
                <a:noFill/>
                <a:miter lim="800000"/>
                <a:headEnd/>
                <a:tailEnd/>
              </a:ln>
              <a:effectLst/>
            </p:spPr>
            <p:txBody>
              <a:bodyPr wrap="none">
                <a:spAutoFit/>
              </a:bodyPr>
              <a:lstStyle/>
              <a:p>
                <a:pPr eaLnBrk="0" hangingPunct="0"/>
                <a:r>
                  <a:rPr lang="zh-CN" altLang="en-US" sz="1800">
                    <a:latin typeface="隶书" pitchFamily="49" charset="-122"/>
                    <a:ea typeface="隶书" pitchFamily="49" charset="-122"/>
                  </a:rPr>
                  <a:t>双引号</a:t>
                </a:r>
              </a:p>
            </p:txBody>
          </p:sp>
          <p:sp>
            <p:nvSpPr>
              <p:cNvPr id="797753" name="Text Box 57"/>
              <p:cNvSpPr txBox="1">
                <a:spLocks noChangeArrowheads="1"/>
              </p:cNvSpPr>
              <p:nvPr/>
            </p:nvSpPr>
            <p:spPr bwMode="auto">
              <a:xfrm>
                <a:off x="3787" y="3668"/>
                <a:ext cx="1661" cy="233"/>
              </a:xfrm>
              <a:prstGeom prst="rect">
                <a:avLst/>
              </a:prstGeom>
              <a:solidFill>
                <a:schemeClr val="bg1"/>
              </a:solidFill>
              <a:ln w="9525">
                <a:noFill/>
                <a:miter lim="800000"/>
                <a:headEnd/>
                <a:tailEnd/>
              </a:ln>
              <a:effectLst/>
            </p:spPr>
            <p:txBody>
              <a:bodyPr wrap="none">
                <a:spAutoFit/>
              </a:bodyPr>
              <a:lstStyle/>
              <a:p>
                <a:pPr eaLnBrk="0" hangingPunct="0"/>
                <a:r>
                  <a:rPr lang="en-US" altLang="zh-CN" sz="1800" dirty="0">
                    <a:latin typeface="隶书" pitchFamily="49" charset="-122"/>
                    <a:ea typeface="隶书" pitchFamily="49" charset="-122"/>
                  </a:rPr>
                  <a:t>2</a:t>
                </a:r>
                <a:r>
                  <a:rPr lang="zh-CN" altLang="en-US" sz="1800" dirty="0">
                    <a:latin typeface="隶书" pitchFamily="49" charset="-122"/>
                    <a:ea typeface="隶书" pitchFamily="49" charset="-122"/>
                  </a:rPr>
                  <a:t>位</a:t>
                </a:r>
                <a:r>
                  <a:rPr lang="en-US" altLang="zh-CN" sz="1800" dirty="0">
                    <a:latin typeface="隶书" pitchFamily="49" charset="-122"/>
                    <a:ea typeface="隶书" pitchFamily="49" charset="-122"/>
                  </a:rPr>
                  <a:t>16</a:t>
                </a:r>
                <a:r>
                  <a:rPr lang="zh-CN" altLang="en-US" sz="1800" dirty="0">
                    <a:latin typeface="隶书" pitchFamily="49" charset="-122"/>
                    <a:ea typeface="隶书" pitchFamily="49" charset="-122"/>
                  </a:rPr>
                  <a:t>进制数代表的字符</a:t>
                </a:r>
              </a:p>
            </p:txBody>
          </p:sp>
        </p:grpSp>
        <p:sp>
          <p:nvSpPr>
            <p:cNvPr id="797754" name="Line 58"/>
            <p:cNvSpPr>
              <a:spLocks noChangeShapeType="1"/>
            </p:cNvSpPr>
            <p:nvPr/>
          </p:nvSpPr>
          <p:spPr bwMode="auto">
            <a:xfrm>
              <a:off x="2903" y="2508"/>
              <a:ext cx="0" cy="2075"/>
            </a:xfrm>
            <a:prstGeom prst="line">
              <a:avLst/>
            </a:prstGeom>
            <a:noFill/>
            <a:ln w="9525">
              <a:solidFill>
                <a:schemeClr val="folHlink"/>
              </a:solidFill>
              <a:round/>
              <a:headEnd/>
              <a:tailEnd/>
            </a:ln>
            <a:effectLst/>
          </p:spPr>
          <p:txBody>
            <a:bodyPr wrap="none" anchor="ctr"/>
            <a:lstStyle/>
            <a:p>
              <a:endParaRPr lang="zh-CN" altLang="en-US"/>
            </a:p>
          </p:txBody>
        </p:sp>
        <p:sp>
          <p:nvSpPr>
            <p:cNvPr id="797755" name="Line 59"/>
            <p:cNvSpPr>
              <a:spLocks noChangeShapeType="1"/>
            </p:cNvSpPr>
            <p:nvPr/>
          </p:nvSpPr>
          <p:spPr bwMode="auto">
            <a:xfrm>
              <a:off x="1204" y="2508"/>
              <a:ext cx="0" cy="2075"/>
            </a:xfrm>
            <a:prstGeom prst="line">
              <a:avLst/>
            </a:prstGeom>
            <a:noFill/>
            <a:ln w="9525">
              <a:solidFill>
                <a:schemeClr val="folHlink"/>
              </a:solidFill>
              <a:round/>
              <a:headEnd/>
              <a:tailEnd/>
            </a:ln>
            <a:effectLst/>
          </p:spPr>
          <p:txBody>
            <a:bodyPr wrap="none" anchor="ctr"/>
            <a:lstStyle/>
            <a:p>
              <a:endParaRPr lang="zh-CN" altLang="en-US"/>
            </a:p>
          </p:txBody>
        </p:sp>
        <p:sp>
          <p:nvSpPr>
            <p:cNvPr id="797756" name="Line 60"/>
            <p:cNvSpPr>
              <a:spLocks noChangeShapeType="1"/>
            </p:cNvSpPr>
            <p:nvPr/>
          </p:nvSpPr>
          <p:spPr bwMode="auto">
            <a:xfrm>
              <a:off x="3793" y="2508"/>
              <a:ext cx="0" cy="2075"/>
            </a:xfrm>
            <a:prstGeom prst="line">
              <a:avLst/>
            </a:prstGeom>
            <a:noFill/>
            <a:ln w="9525">
              <a:solidFill>
                <a:schemeClr val="folHlink"/>
              </a:solidFill>
              <a:round/>
              <a:headEnd/>
              <a:tailEnd/>
            </a:ln>
            <a:effectLst/>
          </p:spPr>
          <p:txBody>
            <a:bodyPr wrap="none" anchor="ctr"/>
            <a:lstStyle/>
            <a:p>
              <a:endParaRPr lang="zh-CN" altLang="en-US"/>
            </a:p>
          </p:txBody>
        </p:sp>
        <p:sp>
          <p:nvSpPr>
            <p:cNvPr id="797757" name="Line 61"/>
            <p:cNvSpPr>
              <a:spLocks noChangeShapeType="1"/>
            </p:cNvSpPr>
            <p:nvPr/>
          </p:nvSpPr>
          <p:spPr bwMode="auto">
            <a:xfrm>
              <a:off x="324" y="2820"/>
              <a:ext cx="5414" cy="0"/>
            </a:xfrm>
            <a:prstGeom prst="line">
              <a:avLst/>
            </a:prstGeom>
            <a:noFill/>
            <a:ln w="9525">
              <a:solidFill>
                <a:schemeClr val="folHlink"/>
              </a:solidFill>
              <a:round/>
              <a:headEnd/>
              <a:tailEnd/>
            </a:ln>
            <a:effectLst/>
          </p:spPr>
          <p:txBody>
            <a:bodyPr wrap="none" anchor="ctr"/>
            <a:lstStyle/>
            <a:p>
              <a:endParaRPr lang="zh-CN" altLang="en-US"/>
            </a:p>
          </p:txBody>
        </p:sp>
        <p:sp>
          <p:nvSpPr>
            <p:cNvPr id="797758" name="Line 62"/>
            <p:cNvSpPr>
              <a:spLocks noChangeShapeType="1"/>
            </p:cNvSpPr>
            <p:nvPr/>
          </p:nvSpPr>
          <p:spPr bwMode="auto">
            <a:xfrm>
              <a:off x="324" y="3113"/>
              <a:ext cx="5414" cy="0"/>
            </a:xfrm>
            <a:prstGeom prst="line">
              <a:avLst/>
            </a:prstGeom>
            <a:noFill/>
            <a:ln w="9525">
              <a:solidFill>
                <a:schemeClr val="folHlink"/>
              </a:solidFill>
              <a:round/>
              <a:headEnd/>
              <a:tailEnd/>
            </a:ln>
            <a:effectLst/>
          </p:spPr>
          <p:txBody>
            <a:bodyPr wrap="none" anchor="ctr"/>
            <a:lstStyle/>
            <a:p>
              <a:endParaRPr lang="zh-CN" altLang="en-US"/>
            </a:p>
          </p:txBody>
        </p:sp>
        <p:sp>
          <p:nvSpPr>
            <p:cNvPr id="797759" name="Line 63"/>
            <p:cNvSpPr>
              <a:spLocks noChangeShapeType="1"/>
            </p:cNvSpPr>
            <p:nvPr/>
          </p:nvSpPr>
          <p:spPr bwMode="auto">
            <a:xfrm>
              <a:off x="324" y="3407"/>
              <a:ext cx="5414" cy="0"/>
            </a:xfrm>
            <a:prstGeom prst="line">
              <a:avLst/>
            </a:prstGeom>
            <a:noFill/>
            <a:ln w="9525">
              <a:solidFill>
                <a:schemeClr val="folHlink"/>
              </a:solidFill>
              <a:round/>
              <a:headEnd/>
              <a:tailEnd/>
            </a:ln>
            <a:effectLst/>
          </p:spPr>
          <p:txBody>
            <a:bodyPr wrap="none" anchor="ctr"/>
            <a:lstStyle/>
            <a:p>
              <a:endParaRPr lang="zh-CN" altLang="en-US"/>
            </a:p>
          </p:txBody>
        </p:sp>
        <p:sp>
          <p:nvSpPr>
            <p:cNvPr id="797760" name="Line 64"/>
            <p:cNvSpPr>
              <a:spLocks noChangeShapeType="1"/>
            </p:cNvSpPr>
            <p:nvPr/>
          </p:nvSpPr>
          <p:spPr bwMode="auto">
            <a:xfrm>
              <a:off x="324" y="3701"/>
              <a:ext cx="5414" cy="0"/>
            </a:xfrm>
            <a:prstGeom prst="line">
              <a:avLst/>
            </a:prstGeom>
            <a:noFill/>
            <a:ln w="9525">
              <a:solidFill>
                <a:schemeClr val="folHlink"/>
              </a:solidFill>
              <a:round/>
              <a:headEnd/>
              <a:tailEnd/>
            </a:ln>
            <a:effectLst/>
          </p:spPr>
          <p:txBody>
            <a:bodyPr wrap="none" anchor="ctr"/>
            <a:lstStyle/>
            <a:p>
              <a:endParaRPr lang="zh-CN" altLang="en-US"/>
            </a:p>
          </p:txBody>
        </p:sp>
        <p:sp>
          <p:nvSpPr>
            <p:cNvPr id="797761" name="Line 65"/>
            <p:cNvSpPr>
              <a:spLocks noChangeShapeType="1"/>
            </p:cNvSpPr>
            <p:nvPr/>
          </p:nvSpPr>
          <p:spPr bwMode="auto">
            <a:xfrm>
              <a:off x="324" y="3995"/>
              <a:ext cx="5414" cy="0"/>
            </a:xfrm>
            <a:prstGeom prst="line">
              <a:avLst/>
            </a:prstGeom>
            <a:noFill/>
            <a:ln w="9525">
              <a:solidFill>
                <a:schemeClr val="folHlink"/>
              </a:solidFill>
              <a:round/>
              <a:headEnd/>
              <a:tailEnd/>
            </a:ln>
            <a:effectLst/>
          </p:spPr>
          <p:txBody>
            <a:bodyPr wrap="none" anchor="ctr"/>
            <a:lstStyle/>
            <a:p>
              <a:endParaRPr lang="zh-CN" altLang="en-US"/>
            </a:p>
          </p:txBody>
        </p:sp>
        <p:sp>
          <p:nvSpPr>
            <p:cNvPr id="797762" name="Line 66"/>
            <p:cNvSpPr>
              <a:spLocks noChangeShapeType="1"/>
            </p:cNvSpPr>
            <p:nvPr/>
          </p:nvSpPr>
          <p:spPr bwMode="auto">
            <a:xfrm>
              <a:off x="324" y="4289"/>
              <a:ext cx="5414" cy="0"/>
            </a:xfrm>
            <a:prstGeom prst="line">
              <a:avLst/>
            </a:prstGeom>
            <a:noFill/>
            <a:ln w="9525">
              <a:solidFill>
                <a:schemeClr val="folHlink"/>
              </a:solidFill>
              <a:round/>
              <a:headEnd/>
              <a:tailEnd/>
            </a:ln>
            <a:effectLst/>
          </p:spPr>
          <p:txBody>
            <a:bodyPr wrap="none" anchor="ctr"/>
            <a:lstStyle/>
            <a:p>
              <a:endParaRPr lang="zh-CN" altLang="en-US"/>
            </a:p>
          </p:txBody>
        </p:sp>
      </p:grpSp>
      <p:sp>
        <p:nvSpPr>
          <p:cNvPr id="797763" name="Text Box 67"/>
          <p:cNvSpPr txBox="1">
            <a:spLocks noChangeArrowheads="1"/>
          </p:cNvSpPr>
          <p:nvPr/>
        </p:nvSpPr>
        <p:spPr bwMode="auto">
          <a:xfrm>
            <a:off x="1644194" y="4046013"/>
            <a:ext cx="6058367" cy="1202510"/>
          </a:xfrm>
          <a:prstGeom prst="rect">
            <a:avLst/>
          </a:prstGeom>
          <a:gradFill flip="none" rotWithShape="1">
            <a:gsLst>
              <a:gs pos="0">
                <a:srgbClr val="CFCFD1"/>
              </a:gs>
              <a:gs pos="100000">
                <a:schemeClr val="bg1"/>
              </a:gs>
            </a:gsLst>
            <a:lin ang="2700000" scaled="1"/>
            <a:tileRect/>
          </a:gradFill>
          <a:ln w="38100">
            <a:solidFill>
              <a:schemeClr val="accent1">
                <a:lumMod val="50000"/>
              </a:schemeClr>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none" lIns="90000" tIns="46800" rIns="90000" bIns="46800">
            <a:spAutoFit/>
          </a:bodyPr>
          <a:lstStyle/>
          <a:p>
            <a:pPr eaLnBrk="0" hangingPunct="0"/>
            <a:r>
              <a:rPr lang="zh-CN" altLang="en-US" dirty="0">
                <a:solidFill>
                  <a:srgbClr val="C01920"/>
                </a:solidFill>
                <a:latin typeface="隶书" pitchFamily="49" charset="-122"/>
                <a:ea typeface="隶书" pitchFamily="49" charset="-122"/>
              </a:rPr>
              <a:t>如：</a:t>
            </a:r>
            <a:r>
              <a:rPr lang="en-US" altLang="zh-CN" dirty="0"/>
              <a:t>'\101'  -----------'A'      '\012'  -----------'\n'</a:t>
            </a:r>
          </a:p>
          <a:p>
            <a:pPr eaLnBrk="0" hangingPunct="0"/>
            <a:r>
              <a:rPr lang="en-US" altLang="zh-CN" dirty="0"/>
              <a:t>        '\376'  -----------'</a:t>
            </a:r>
            <a:r>
              <a:rPr lang="en-US" altLang="zh-CN" dirty="0">
                <a:sym typeface="Webdings" pitchFamily="18" charset="2"/>
              </a:rPr>
              <a:t></a:t>
            </a:r>
            <a:r>
              <a:rPr lang="en-US" altLang="zh-CN" dirty="0"/>
              <a:t>'</a:t>
            </a:r>
            <a:r>
              <a:rPr lang="en-US" altLang="zh-CN" dirty="0">
                <a:sym typeface="Webdings" pitchFamily="18" charset="2"/>
              </a:rPr>
              <a:t>     </a:t>
            </a:r>
            <a:r>
              <a:rPr lang="en-US" altLang="zh-CN" dirty="0"/>
              <a:t>'</a:t>
            </a:r>
            <a:r>
              <a:rPr lang="en-US" altLang="zh-CN" dirty="0">
                <a:sym typeface="Webdings" pitchFamily="18" charset="2"/>
              </a:rPr>
              <a:t>\x61</a:t>
            </a:r>
            <a:r>
              <a:rPr lang="en-US" altLang="zh-CN" dirty="0"/>
              <a:t>'</a:t>
            </a:r>
            <a:r>
              <a:rPr lang="en-US" altLang="zh-CN" dirty="0">
                <a:sym typeface="Webdings" pitchFamily="18" charset="2"/>
              </a:rPr>
              <a:t>  -----------</a:t>
            </a:r>
            <a:r>
              <a:rPr lang="en-US" altLang="zh-CN" dirty="0"/>
              <a:t>'</a:t>
            </a:r>
            <a:r>
              <a:rPr lang="en-US" altLang="zh-CN" dirty="0">
                <a:sym typeface="Webdings" pitchFamily="18" charset="2"/>
              </a:rPr>
              <a:t>a</a:t>
            </a:r>
            <a:r>
              <a:rPr lang="en-US" altLang="zh-CN" dirty="0"/>
              <a:t>'</a:t>
            </a:r>
            <a:endParaRPr lang="en-US" altLang="zh-CN" dirty="0">
              <a:sym typeface="Webdings" pitchFamily="18" charset="2"/>
            </a:endParaRPr>
          </a:p>
          <a:p>
            <a:pPr eaLnBrk="0" hangingPunct="0"/>
            <a:r>
              <a:rPr lang="en-US" altLang="zh-CN" dirty="0">
                <a:sym typeface="Webdings" pitchFamily="18" charset="2"/>
              </a:rPr>
              <a:t>        </a:t>
            </a:r>
            <a:r>
              <a:rPr lang="en-US" altLang="zh-CN" dirty="0"/>
              <a:t>'</a:t>
            </a:r>
            <a:r>
              <a:rPr lang="en-US" altLang="zh-CN" dirty="0">
                <a:sym typeface="Webdings" pitchFamily="18" charset="2"/>
              </a:rPr>
              <a:t>\60</a:t>
            </a:r>
            <a:r>
              <a:rPr lang="en-US" altLang="zh-CN" dirty="0"/>
              <a:t>'</a:t>
            </a:r>
            <a:r>
              <a:rPr lang="en-US" altLang="zh-CN" dirty="0">
                <a:sym typeface="Webdings" pitchFamily="18" charset="2"/>
              </a:rPr>
              <a:t>    -----------</a:t>
            </a:r>
            <a:r>
              <a:rPr lang="en-US" altLang="zh-CN" dirty="0"/>
              <a:t>'</a:t>
            </a:r>
            <a:r>
              <a:rPr lang="en-US" altLang="zh-CN" dirty="0">
                <a:sym typeface="Webdings" pitchFamily="18" charset="2"/>
              </a:rPr>
              <a:t>0</a:t>
            </a:r>
            <a:r>
              <a:rPr lang="en-US" altLang="zh-CN" dirty="0"/>
              <a:t>'</a:t>
            </a:r>
            <a:r>
              <a:rPr lang="en-US" altLang="zh-CN" dirty="0">
                <a:sym typeface="Webdings" pitchFamily="18" charset="2"/>
              </a:rPr>
              <a:t>       </a:t>
            </a:r>
            <a:r>
              <a:rPr lang="en-US" altLang="zh-CN" dirty="0"/>
              <a:t>'</a:t>
            </a:r>
            <a:r>
              <a:rPr lang="en-US" altLang="zh-CN" dirty="0">
                <a:sym typeface="Webdings" pitchFamily="18" charset="2"/>
              </a:rPr>
              <a:t>\483</a:t>
            </a:r>
            <a:r>
              <a:rPr lang="en-US" altLang="zh-CN" dirty="0"/>
              <a:t>'</a:t>
            </a:r>
            <a:r>
              <a:rPr lang="en-US" altLang="zh-CN" dirty="0">
                <a:sym typeface="Webdings" pitchFamily="18" charset="2"/>
              </a:rPr>
              <a:t>  -----------(</a:t>
            </a:r>
            <a:r>
              <a:rPr lang="en-US" altLang="zh-CN" dirty="0">
                <a:solidFill>
                  <a:srgbClr val="FF3300"/>
                </a:solidFill>
                <a:sym typeface="Symbol" pitchFamily="18" charset="2"/>
              </a:rPr>
              <a:t></a:t>
            </a:r>
            <a:r>
              <a:rPr lang="en-US" altLang="zh-CN" dirty="0">
                <a:sym typeface="Webdings" pitchFamily="18" charset="2"/>
              </a:rPr>
              <a:t>)</a:t>
            </a:r>
          </a:p>
        </p:txBody>
      </p:sp>
      <p:sp>
        <p:nvSpPr>
          <p:cNvPr id="797764" name="Text Box 68"/>
          <p:cNvSpPr txBox="1">
            <a:spLocks noChangeArrowheads="1"/>
          </p:cNvSpPr>
          <p:nvPr/>
        </p:nvSpPr>
        <p:spPr bwMode="auto">
          <a:xfrm>
            <a:off x="2438265" y="4622961"/>
            <a:ext cx="4399259" cy="833178"/>
          </a:xfrm>
          <a:prstGeom prst="rect">
            <a:avLst/>
          </a:prstGeom>
          <a:gradFill flip="none" rotWithShape="1">
            <a:gsLst>
              <a:gs pos="0">
                <a:srgbClr val="CFCFD1"/>
              </a:gs>
              <a:gs pos="100000">
                <a:schemeClr val="bg1">
                  <a:lumMod val="95000"/>
                </a:schemeClr>
              </a:gs>
            </a:gsLst>
            <a:lin ang="2700000" scaled="1"/>
            <a:tileRect/>
          </a:gradFill>
          <a:ln w="38100">
            <a:solidFill>
              <a:schemeClr val="accent1">
                <a:lumMod val="50000"/>
              </a:schemeClr>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none" lIns="90000" tIns="46800" rIns="90000" bIns="46800">
            <a:spAutoFit/>
          </a:bodyPr>
          <a:lstStyle/>
          <a:p>
            <a:pPr eaLnBrk="0" hangingPunct="0"/>
            <a:r>
              <a:rPr lang="zh-CN" altLang="en-US" dirty="0">
                <a:solidFill>
                  <a:srgbClr val="C01920"/>
                </a:solidFill>
                <a:ea typeface="隶书" pitchFamily="49" charset="-122"/>
              </a:rPr>
              <a:t>例：</a:t>
            </a:r>
            <a:endParaRPr lang="en-US" altLang="zh-CN" dirty="0">
              <a:solidFill>
                <a:srgbClr val="C01920"/>
              </a:solidFill>
              <a:ea typeface="隶书" pitchFamily="49" charset="-122"/>
            </a:endParaRPr>
          </a:p>
          <a:p>
            <a:pPr eaLnBrk="0" hangingPunct="0"/>
            <a:r>
              <a:rPr lang="en-US" altLang="zh-CN" dirty="0"/>
              <a:t>'A'-------'\101'-------'\x41'--------65</a:t>
            </a:r>
          </a:p>
        </p:txBody>
      </p:sp>
      <p:sp>
        <p:nvSpPr>
          <p:cNvPr id="797718" name="Rectangle 22"/>
          <p:cNvSpPr>
            <a:spLocks noChangeArrowheads="1"/>
          </p:cNvSpPr>
          <p:nvPr/>
        </p:nvSpPr>
        <p:spPr bwMode="auto">
          <a:xfrm>
            <a:off x="7434032" y="2468393"/>
            <a:ext cx="4214913" cy="833178"/>
          </a:xfrm>
          <a:prstGeom prst="rect">
            <a:avLst/>
          </a:prstGeom>
          <a:gradFill flip="none" rotWithShape="1">
            <a:gsLst>
              <a:gs pos="0">
                <a:srgbClr val="CFCFD1"/>
              </a:gs>
              <a:gs pos="100000">
                <a:schemeClr val="bg1">
                  <a:lumMod val="95000"/>
                </a:schemeClr>
              </a:gs>
            </a:gsLst>
            <a:lin ang="5400000" scaled="1"/>
            <a:tileRect/>
          </a:gradFill>
          <a:ln w="38100">
            <a:solidFill>
              <a:schemeClr val="accent1">
                <a:lumMod val="50000"/>
              </a:schemeClr>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none" lIns="90000" tIns="46800" rIns="90000" bIns="46800" anchor="ctr">
            <a:spAutoFit/>
          </a:bodyPr>
          <a:lstStyle/>
          <a:p>
            <a:pPr eaLnBrk="0" hangingPunct="0"/>
            <a:r>
              <a:rPr lang="zh-CN" altLang="zh-CN" dirty="0">
                <a:solidFill>
                  <a:srgbClr val="C01920"/>
                </a:solidFill>
                <a:latin typeface="隶书" pitchFamily="49" charset="-122"/>
                <a:ea typeface="隶书" pitchFamily="49" charset="-122"/>
              </a:rPr>
              <a:t>如</a:t>
            </a:r>
            <a:r>
              <a:rPr lang="zh-CN" altLang="en-US" dirty="0">
                <a:solidFill>
                  <a:srgbClr val="C01920"/>
                </a:solidFill>
                <a:latin typeface="隶书" pitchFamily="49" charset="-122"/>
                <a:ea typeface="隶书" pitchFamily="49" charset="-122"/>
              </a:rPr>
              <a:t>：</a:t>
            </a:r>
            <a:r>
              <a:rPr lang="zh-CN" altLang="zh-CN" dirty="0">
                <a:solidFill>
                  <a:srgbClr val="C01920"/>
                </a:solidFill>
                <a:latin typeface="隶书" pitchFamily="49" charset="-122"/>
                <a:ea typeface="隶书" pitchFamily="49" charset="-122"/>
              </a:rPr>
              <a:t> </a:t>
            </a:r>
            <a:r>
              <a:rPr lang="en-US" altLang="zh-CN" dirty="0"/>
              <a:t>'</a:t>
            </a:r>
            <a:r>
              <a:rPr lang="en-US" altLang="zh-CN" dirty="0">
                <a:ea typeface="隶书" pitchFamily="49" charset="-122"/>
              </a:rPr>
              <a:t>A</a:t>
            </a:r>
            <a:r>
              <a:rPr lang="en-US" altLang="zh-CN" dirty="0"/>
              <a:t>'</a:t>
            </a:r>
            <a:r>
              <a:rPr lang="en-US" altLang="zh-CN" dirty="0">
                <a:ea typeface="隶书" pitchFamily="49" charset="-122"/>
              </a:rPr>
              <a:t>——65</a:t>
            </a:r>
            <a:r>
              <a:rPr lang="zh-CN" altLang="en-US" dirty="0">
                <a:ea typeface="隶书" pitchFamily="49" charset="-122"/>
              </a:rPr>
              <a:t>， </a:t>
            </a:r>
            <a:r>
              <a:rPr lang="en-US" altLang="zh-CN" dirty="0"/>
              <a:t>'</a:t>
            </a:r>
            <a:r>
              <a:rPr lang="en-US" altLang="zh-CN" dirty="0">
                <a:ea typeface="隶书" pitchFamily="49" charset="-122"/>
              </a:rPr>
              <a:t>a</a:t>
            </a:r>
            <a:r>
              <a:rPr lang="en-US" altLang="zh-CN" dirty="0"/>
              <a:t>'</a:t>
            </a:r>
            <a:r>
              <a:rPr lang="en-US" altLang="zh-CN" dirty="0">
                <a:ea typeface="隶书" pitchFamily="49" charset="-122"/>
              </a:rPr>
              <a:t>——97</a:t>
            </a:r>
            <a:r>
              <a:rPr lang="zh-CN" altLang="en-US" dirty="0">
                <a:ea typeface="隶书" pitchFamily="49" charset="-122"/>
              </a:rPr>
              <a:t>，</a:t>
            </a:r>
          </a:p>
          <a:p>
            <a:pPr eaLnBrk="0" hangingPunct="0"/>
            <a:r>
              <a:rPr lang="zh-CN" altLang="en-US" dirty="0">
                <a:ea typeface="隶书" pitchFamily="49" charset="-122"/>
              </a:rPr>
              <a:t>           </a:t>
            </a:r>
            <a:r>
              <a:rPr lang="en-US" altLang="zh-CN" dirty="0"/>
              <a:t>'</a:t>
            </a:r>
            <a:r>
              <a:rPr lang="en-US" altLang="zh-CN" dirty="0">
                <a:ea typeface="隶书" pitchFamily="49" charset="-122"/>
              </a:rPr>
              <a:t>0</a:t>
            </a:r>
            <a:r>
              <a:rPr lang="en-US" altLang="zh-CN" dirty="0"/>
              <a:t>'</a:t>
            </a:r>
            <a:r>
              <a:rPr lang="en-US" altLang="zh-CN" dirty="0">
                <a:ea typeface="隶书" pitchFamily="49" charset="-122"/>
              </a:rPr>
              <a:t>——48</a:t>
            </a:r>
            <a:r>
              <a:rPr lang="zh-CN" altLang="en-US" dirty="0">
                <a:ea typeface="隶书" pitchFamily="49" charset="-122"/>
              </a:rPr>
              <a:t>， </a:t>
            </a:r>
            <a:r>
              <a:rPr lang="en-US" altLang="zh-CN" dirty="0"/>
              <a:t>'</a:t>
            </a:r>
            <a:r>
              <a:rPr lang="en-US" altLang="zh-CN" dirty="0">
                <a:ea typeface="隶书" pitchFamily="49" charset="-122"/>
              </a:rPr>
              <a:t>\n</a:t>
            </a:r>
            <a:r>
              <a:rPr lang="en-US" altLang="zh-CN" dirty="0"/>
              <a:t>'</a:t>
            </a:r>
            <a:r>
              <a:rPr lang="en-US" altLang="zh-CN" dirty="0">
                <a:ea typeface="隶书" pitchFamily="49" charset="-122"/>
              </a:rPr>
              <a:t>——10</a:t>
            </a:r>
          </a:p>
        </p:txBody>
      </p:sp>
      <p:sp>
        <p:nvSpPr>
          <p:cNvPr id="797765" name="Text Box 69"/>
          <p:cNvSpPr txBox="1">
            <a:spLocks noChangeArrowheads="1"/>
          </p:cNvSpPr>
          <p:nvPr/>
        </p:nvSpPr>
        <p:spPr bwMode="auto">
          <a:xfrm>
            <a:off x="628295" y="2438737"/>
            <a:ext cx="5307392" cy="4157165"/>
          </a:xfrm>
          <a:prstGeom prst="rect">
            <a:avLst/>
          </a:prstGeom>
          <a:gradFill>
            <a:gsLst>
              <a:gs pos="0">
                <a:srgbClr val="CFCFD1"/>
              </a:gs>
              <a:gs pos="100000">
                <a:schemeClr val="bg1"/>
              </a:gs>
            </a:gsLst>
            <a:lin ang="27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spAutoFit/>
          </a:bodyPr>
          <a:lstStyle/>
          <a:p>
            <a:pPr eaLnBrk="0" hangingPunct="0"/>
            <a:r>
              <a:rPr lang="zh-CN" altLang="en-US" b="1" dirty="0">
                <a:solidFill>
                  <a:srgbClr val="C01920"/>
                </a:solidFill>
                <a:effectLst>
                  <a:outerShdw blurRad="38100" dist="38100" dir="2700000" algn="tl">
                    <a:srgbClr val="FFFFFF"/>
                  </a:outerShdw>
                </a:effectLst>
                <a:latin typeface="隶书" pitchFamily="49" charset="-122"/>
                <a:ea typeface="隶书" pitchFamily="49" charset="-122"/>
                <a:sym typeface="Webdings" pitchFamily="18" charset="2"/>
              </a:rPr>
              <a:t>例：转义字符举例</a:t>
            </a:r>
            <a:r>
              <a:rPr lang="zh-CN" altLang="en-US" dirty="0">
                <a:solidFill>
                  <a:srgbClr val="C01920"/>
                </a:solidFill>
                <a:latin typeface="隶书" pitchFamily="49" charset="-122"/>
                <a:ea typeface="隶书" pitchFamily="49" charset="-122"/>
              </a:rPr>
              <a:t> </a:t>
            </a:r>
          </a:p>
          <a:p>
            <a:pPr eaLnBrk="0" hangingPunct="0"/>
            <a:r>
              <a:rPr lang="en-US" altLang="zh-CN" b="1" dirty="0">
                <a:effectLst>
                  <a:outerShdw blurRad="38100" dist="38100" dir="2700000" algn="tl">
                    <a:srgbClr val="FFFFFF"/>
                  </a:outerShdw>
                </a:effectLst>
              </a:rPr>
              <a:t>#include &lt;</a:t>
            </a:r>
            <a:r>
              <a:rPr lang="en-US" altLang="zh-CN" b="1" dirty="0" err="1">
                <a:effectLst>
                  <a:outerShdw blurRad="38100" dist="38100" dir="2700000" algn="tl">
                    <a:srgbClr val="FFFFFF"/>
                  </a:outerShdw>
                </a:effectLst>
              </a:rPr>
              <a:t>stdio.h</a:t>
            </a:r>
            <a:r>
              <a:rPr lang="en-US" altLang="zh-CN" b="1" dirty="0">
                <a:effectLst>
                  <a:outerShdw blurRad="38100" dist="38100" dir="2700000" algn="tl">
                    <a:srgbClr val="FFFFFF"/>
                  </a:outerShdw>
                </a:effectLst>
              </a:rPr>
              <a:t>&gt;</a:t>
            </a:r>
          </a:p>
          <a:p>
            <a:pPr eaLnBrk="0" hangingPunct="0"/>
            <a:endParaRPr lang="en-US" altLang="zh-CN" b="1" dirty="0">
              <a:effectLst>
                <a:outerShdw blurRad="38100" dist="38100" dir="2700000" algn="tl">
                  <a:srgbClr val="FFFFFF"/>
                </a:outerShdw>
              </a:effectLst>
            </a:endParaRPr>
          </a:p>
          <a:p>
            <a:pPr eaLnBrk="0" hangingPunct="0"/>
            <a:r>
              <a:rPr lang="en-US" altLang="zh-CN" b="1" dirty="0" err="1">
                <a:solidFill>
                  <a:srgbClr val="C00000"/>
                </a:solidFill>
                <a:effectLst>
                  <a:outerShdw blurRad="38100" dist="38100" dir="2700000" algn="tl">
                    <a:srgbClr val="000000"/>
                  </a:outerShdw>
                </a:effectLst>
              </a:rPr>
              <a:t>int</a:t>
            </a:r>
            <a:r>
              <a:rPr lang="en-US" altLang="zh-CN" b="1" dirty="0">
                <a:solidFill>
                  <a:srgbClr val="C00000"/>
                </a:solidFill>
                <a:effectLst>
                  <a:outerShdw blurRad="38100" dist="38100" dir="2700000" algn="tl">
                    <a:srgbClr val="000000"/>
                  </a:outerShdw>
                </a:effectLst>
              </a:rPr>
              <a:t> main ( )</a:t>
            </a:r>
          </a:p>
          <a:p>
            <a:pPr eaLnBrk="0" hangingPunct="0"/>
            <a:r>
              <a:rPr lang="en-US" altLang="zh-CN" b="1" dirty="0">
                <a:effectLst>
                  <a:outerShdw blurRad="38100" dist="38100" dir="2700000" algn="tl">
                    <a:srgbClr val="FFFFFF"/>
                  </a:outerShdw>
                </a:effectLst>
              </a:rPr>
              <a:t>{</a:t>
            </a:r>
          </a:p>
          <a:p>
            <a:pPr eaLnBrk="0" hangingPunct="0"/>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("\101 \x42 C\n");</a:t>
            </a:r>
          </a:p>
          <a:p>
            <a:pPr eaLnBrk="0" hangingPunct="0"/>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("I say:\"How are you?\"\n");</a:t>
            </a:r>
          </a:p>
          <a:p>
            <a:pPr eaLnBrk="0" hangingPunct="0"/>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("\\C Program\\\n");</a:t>
            </a:r>
          </a:p>
          <a:p>
            <a:pPr eaLnBrk="0" hangingPunct="0"/>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("Visual \'C\'");</a:t>
            </a:r>
          </a:p>
          <a:p>
            <a:pPr eaLnBrk="0" hangingPunct="0"/>
            <a:r>
              <a:rPr lang="en-US" altLang="zh-CN" b="1" dirty="0">
                <a:effectLst>
                  <a:outerShdw blurRad="38100" dist="38100" dir="2700000" algn="tl">
                    <a:srgbClr val="FFFFFF"/>
                  </a:outerShdw>
                </a:effectLst>
              </a:rPr>
              <a:t>    return 0;</a:t>
            </a:r>
          </a:p>
          <a:p>
            <a:pPr eaLnBrk="0" hangingPunct="0"/>
            <a:r>
              <a:rPr lang="en-US" altLang="zh-CN" b="1" dirty="0">
                <a:effectLst>
                  <a:outerShdw blurRad="38100" dist="38100" dir="2700000" algn="tl">
                    <a:srgbClr val="FFFFFF"/>
                  </a:outerShdw>
                </a:effectLst>
              </a:rPr>
              <a:t>}</a:t>
            </a:r>
          </a:p>
        </p:txBody>
      </p:sp>
      <p:sp>
        <p:nvSpPr>
          <p:cNvPr id="797766" name="Text Box 70"/>
          <p:cNvSpPr txBox="1">
            <a:spLocks noChangeArrowheads="1"/>
          </p:cNvSpPr>
          <p:nvPr/>
        </p:nvSpPr>
        <p:spPr bwMode="auto">
          <a:xfrm>
            <a:off x="3817697" y="2202838"/>
            <a:ext cx="3162300" cy="1692771"/>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zh-CN" altLang="en-US" sz="2000" b="1" dirty="0">
                <a:solidFill>
                  <a:srgbClr val="C01920"/>
                </a:solidFill>
                <a:latin typeface="隶书" pitchFamily="49" charset="-122"/>
                <a:ea typeface="隶书" pitchFamily="49" charset="-122"/>
              </a:rPr>
              <a:t>运行结果：</a:t>
            </a:r>
            <a:r>
              <a:rPr lang="en-US" altLang="zh-CN" sz="2000" b="1" dirty="0">
                <a:solidFill>
                  <a:srgbClr val="C01920"/>
                </a:solidFill>
                <a:latin typeface="隶书" pitchFamily="49" charset="-122"/>
                <a:ea typeface="隶书" pitchFamily="49" charset="-122"/>
              </a:rPr>
              <a:t>(</a:t>
            </a:r>
            <a:r>
              <a:rPr lang="zh-CN" altLang="en-US" sz="2000" b="1" dirty="0">
                <a:solidFill>
                  <a:srgbClr val="C01920"/>
                </a:solidFill>
                <a:latin typeface="隶书" pitchFamily="49" charset="-122"/>
                <a:ea typeface="隶书" pitchFamily="49" charset="-122"/>
              </a:rPr>
              <a:t>屏幕显示</a:t>
            </a:r>
            <a:r>
              <a:rPr lang="en-US" altLang="zh-CN" sz="2000" b="1" dirty="0">
                <a:solidFill>
                  <a:srgbClr val="C01920"/>
                </a:solidFill>
                <a:latin typeface="隶书" pitchFamily="49" charset="-122"/>
                <a:ea typeface="隶书" pitchFamily="49" charset="-122"/>
              </a:rPr>
              <a:t>)</a:t>
            </a:r>
          </a:p>
          <a:p>
            <a:r>
              <a:rPr lang="en-US" altLang="zh-CN" sz="2000" b="1" dirty="0">
                <a:solidFill>
                  <a:srgbClr val="002060"/>
                </a:solidFill>
                <a:effectLst>
                  <a:innerShdw blurRad="63500" dist="50800" dir="10800000">
                    <a:prstClr val="black">
                      <a:alpha val="50000"/>
                    </a:prstClr>
                  </a:innerShdw>
                </a:effectLst>
              </a:rPr>
              <a:t>A B C</a:t>
            </a:r>
          </a:p>
          <a:p>
            <a:r>
              <a:rPr lang="en-US" altLang="zh-CN" sz="2000" b="1" dirty="0">
                <a:solidFill>
                  <a:srgbClr val="002060"/>
                </a:solidFill>
                <a:effectLst>
                  <a:innerShdw blurRad="63500" dist="50800" dir="10800000">
                    <a:prstClr val="black">
                      <a:alpha val="50000"/>
                    </a:prstClr>
                  </a:innerShdw>
                </a:effectLst>
              </a:rPr>
              <a:t>I say:</a:t>
            </a:r>
            <a:r>
              <a:rPr lang="en-US" altLang="zh-CN" sz="2000" b="1" dirty="0">
                <a:solidFill>
                  <a:srgbClr val="002060"/>
                </a:solidFill>
                <a:effectLst>
                  <a:outerShdw blurRad="38100" dist="38100" dir="2700000" algn="tl">
                    <a:srgbClr val="FFFFFF"/>
                  </a:outerShdw>
                </a:effectLst>
              </a:rPr>
              <a:t>"</a:t>
            </a:r>
            <a:r>
              <a:rPr lang="en-US" altLang="zh-CN" sz="2000" b="1" dirty="0">
                <a:solidFill>
                  <a:srgbClr val="002060"/>
                </a:solidFill>
                <a:effectLst>
                  <a:innerShdw blurRad="63500" dist="50800" dir="10800000">
                    <a:prstClr val="black">
                      <a:alpha val="50000"/>
                    </a:prstClr>
                  </a:innerShdw>
                </a:effectLst>
              </a:rPr>
              <a:t>How are you?</a:t>
            </a:r>
            <a:r>
              <a:rPr lang="en-US" altLang="zh-CN" sz="2000" b="1" dirty="0">
                <a:solidFill>
                  <a:srgbClr val="002060"/>
                </a:solidFill>
                <a:effectLst>
                  <a:outerShdw blurRad="38100" dist="38100" dir="2700000" algn="tl">
                    <a:srgbClr val="FFFFFF"/>
                  </a:outerShdw>
                </a:effectLst>
              </a:rPr>
              <a:t> "</a:t>
            </a:r>
            <a:endParaRPr lang="en-US" altLang="zh-CN" sz="2000" b="1" dirty="0">
              <a:solidFill>
                <a:srgbClr val="002060"/>
              </a:solidFill>
              <a:effectLst>
                <a:innerShdw blurRad="63500" dist="50800" dir="10800000">
                  <a:prstClr val="black">
                    <a:alpha val="50000"/>
                  </a:prstClr>
                </a:innerShdw>
              </a:effectLst>
            </a:endParaRPr>
          </a:p>
          <a:p>
            <a:r>
              <a:rPr lang="en-US" altLang="zh-CN" sz="2000" b="1" dirty="0">
                <a:solidFill>
                  <a:srgbClr val="002060"/>
                </a:solidFill>
                <a:effectLst>
                  <a:innerShdw blurRad="63500" dist="50800" dir="10800000">
                    <a:prstClr val="black">
                      <a:alpha val="50000"/>
                    </a:prstClr>
                  </a:innerShdw>
                </a:effectLst>
              </a:rPr>
              <a:t>\C Program\</a:t>
            </a:r>
          </a:p>
          <a:p>
            <a:r>
              <a:rPr lang="en-US" altLang="zh-CN" sz="2000" b="1" dirty="0">
                <a:solidFill>
                  <a:srgbClr val="002060"/>
                </a:solidFill>
                <a:effectLst>
                  <a:innerShdw blurRad="63500" dist="50800" dir="10800000">
                    <a:prstClr val="black">
                      <a:alpha val="50000"/>
                    </a:prstClr>
                  </a:innerShdw>
                </a:effectLst>
              </a:rPr>
              <a:t>Visual ‘C’</a:t>
            </a:r>
            <a:endParaRPr lang="en-US" altLang="zh-CN" sz="2000" b="1" dirty="0">
              <a:solidFill>
                <a:srgbClr val="002060"/>
              </a:solidFill>
              <a:effectLst>
                <a:innerShdw blurRad="63500" dist="50800" dir="10800000">
                  <a:prstClr val="black">
                    <a:alpha val="50000"/>
                  </a:prstClr>
                </a:innerShdw>
              </a:effectLst>
              <a:sym typeface="Wingdings 3" pitchFamily="18" charset="2"/>
            </a:endParaRPr>
          </a:p>
        </p:txBody>
      </p:sp>
      <p:sp>
        <p:nvSpPr>
          <p:cNvPr id="797767" name="Text Box 71"/>
          <p:cNvSpPr txBox="1">
            <a:spLocks noChangeArrowheads="1"/>
          </p:cNvSpPr>
          <p:nvPr/>
        </p:nvSpPr>
        <p:spPr bwMode="auto">
          <a:xfrm>
            <a:off x="7277473" y="4499179"/>
            <a:ext cx="3221608" cy="1941173"/>
          </a:xfrm>
          <a:prstGeom prst="rect">
            <a:avLst/>
          </a:prstGeom>
          <a:gradFill>
            <a:gsLst>
              <a:gs pos="0">
                <a:srgbClr val="CFCFD1"/>
              </a:gs>
              <a:gs pos="100000">
                <a:schemeClr val="bg1"/>
              </a:gs>
            </a:gsLst>
            <a:lin ang="2700000" scaled="1"/>
          </a:gra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spAutoFit/>
          </a:bodyPr>
          <a:lstStyle/>
          <a:p>
            <a:pPr eaLnBrk="0" hangingPunct="0"/>
            <a:r>
              <a:rPr lang="zh-CN" altLang="en-US" b="1" dirty="0">
                <a:solidFill>
                  <a:srgbClr val="C01920"/>
                </a:solidFill>
                <a:latin typeface="隶书" pitchFamily="49" charset="-122"/>
                <a:ea typeface="隶书" pitchFamily="49" charset="-122"/>
              </a:rPr>
              <a:t>例</a:t>
            </a:r>
            <a:r>
              <a:rPr lang="en-US" altLang="zh-CN" b="1" dirty="0">
                <a:solidFill>
                  <a:srgbClr val="C01920"/>
                </a:solidFill>
                <a:latin typeface="隶书" pitchFamily="49" charset="-122"/>
                <a:ea typeface="隶书" pitchFamily="49" charset="-122"/>
              </a:rPr>
              <a:t>: </a:t>
            </a:r>
            <a:r>
              <a:rPr lang="en-US" altLang="zh-CN" b="1" dirty="0" err="1">
                <a:solidFill>
                  <a:srgbClr val="C00000"/>
                </a:solidFill>
                <a:effectLst>
                  <a:outerShdw blurRad="38100" dist="38100" dir="2700000" algn="tl">
                    <a:srgbClr val="FFFFFF"/>
                  </a:outerShdw>
                </a:effectLst>
              </a:rPr>
              <a:t>int</a:t>
            </a:r>
            <a:r>
              <a:rPr lang="en-US" altLang="zh-CN" b="1" dirty="0">
                <a:solidFill>
                  <a:srgbClr val="C00000"/>
                </a:solidFill>
                <a:effectLst>
                  <a:outerShdw blurRad="38100" dist="38100" dir="2700000" algn="tl">
                    <a:srgbClr val="FFFFFF"/>
                  </a:outerShdw>
                </a:effectLst>
              </a:rPr>
              <a:t>  main ( )</a:t>
            </a:r>
          </a:p>
          <a:p>
            <a:pPr eaLnBrk="0" hangingPunct="0"/>
            <a:r>
              <a:rPr lang="en-US" altLang="zh-CN" b="1" dirty="0">
                <a:effectLst>
                  <a:outerShdw blurRad="38100" dist="38100" dir="2700000" algn="tl">
                    <a:srgbClr val="FFFFFF"/>
                  </a:outerShdw>
                </a:effectLst>
              </a:rPr>
              <a:t>       {    </a:t>
            </a:r>
          </a:p>
          <a:p>
            <a:pPr eaLnBrk="0" hangingPunct="0"/>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("Y\b=\n");</a:t>
            </a:r>
          </a:p>
          <a:p>
            <a:pPr eaLnBrk="0" hangingPunct="0"/>
            <a:r>
              <a:rPr lang="en-US" altLang="zh-CN" b="1" dirty="0">
                <a:effectLst>
                  <a:outerShdw blurRad="38100" dist="38100" dir="2700000" algn="tl">
                    <a:srgbClr val="FFFFFF"/>
                  </a:outerShdw>
                </a:effectLst>
              </a:rPr>
              <a:t>         return 0;</a:t>
            </a:r>
          </a:p>
          <a:p>
            <a:pPr eaLnBrk="0" hangingPunct="0"/>
            <a:r>
              <a:rPr lang="en-US" altLang="zh-CN" b="1" dirty="0">
                <a:effectLst>
                  <a:outerShdw blurRad="38100" dist="38100" dir="2700000" algn="tl">
                    <a:srgbClr val="FFFFFF"/>
                  </a:outerShdw>
                </a:effectLst>
              </a:rPr>
              <a:t>       }</a:t>
            </a:r>
          </a:p>
        </p:txBody>
      </p:sp>
      <p:sp>
        <p:nvSpPr>
          <p:cNvPr id="797768" name="Text Box 72"/>
          <p:cNvSpPr txBox="1">
            <a:spLocks noChangeArrowheads="1"/>
          </p:cNvSpPr>
          <p:nvPr/>
        </p:nvSpPr>
        <p:spPr bwMode="auto">
          <a:xfrm>
            <a:off x="9718115" y="5669902"/>
            <a:ext cx="2103559" cy="1044575"/>
          </a:xfrm>
          <a:prstGeom prst="rect">
            <a:avLst/>
          </a:prstGeom>
          <a:solidFill>
            <a:schemeClr val="bg1"/>
          </a:soli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sz="2000" b="1" dirty="0">
                <a:solidFill>
                  <a:srgbClr val="C01920"/>
                </a:solidFill>
                <a:latin typeface="+mn-lt"/>
                <a:ea typeface="隶书" pitchFamily="49" charset="-122"/>
              </a:rPr>
              <a:t>运行结果：</a:t>
            </a:r>
          </a:p>
          <a:p>
            <a:r>
              <a:rPr lang="zh-CN" altLang="en-US" sz="2000" b="1" dirty="0">
                <a:solidFill>
                  <a:srgbClr val="002060"/>
                </a:solidFill>
                <a:effectLst>
                  <a:innerShdw blurRad="63500" dist="50800" dir="13500000">
                    <a:prstClr val="black">
                      <a:alpha val="50000"/>
                    </a:prstClr>
                  </a:innerShdw>
                </a:effectLst>
                <a:latin typeface="+mn-lt"/>
                <a:ea typeface="隶书" pitchFamily="49" charset="-122"/>
              </a:rPr>
              <a:t>屏幕显示：</a:t>
            </a:r>
            <a:r>
              <a:rPr lang="en-US" altLang="zh-CN" sz="2000" b="1" dirty="0">
                <a:solidFill>
                  <a:srgbClr val="002060"/>
                </a:solidFill>
                <a:effectLst>
                  <a:innerShdw blurRad="63500" dist="50800" dir="13500000">
                    <a:prstClr val="black">
                      <a:alpha val="50000"/>
                    </a:prstClr>
                  </a:innerShdw>
                </a:effectLst>
                <a:latin typeface="+mn-lt"/>
                <a:ea typeface="隶书" pitchFamily="49" charset="-122"/>
              </a:rPr>
              <a:t>=</a:t>
            </a:r>
          </a:p>
          <a:p>
            <a:r>
              <a:rPr lang="zh-CN" altLang="en-US" sz="2000" b="1" dirty="0">
                <a:solidFill>
                  <a:srgbClr val="002060"/>
                </a:solidFill>
                <a:effectLst>
                  <a:innerShdw blurRad="63500" dist="50800" dir="13500000">
                    <a:prstClr val="black">
                      <a:alpha val="50000"/>
                    </a:prstClr>
                  </a:innerShdw>
                </a:effectLst>
                <a:latin typeface="+mn-lt"/>
                <a:ea typeface="隶书" pitchFamily="49" charset="-122"/>
              </a:rPr>
              <a:t>打印机输出：</a:t>
            </a:r>
            <a:r>
              <a:rPr lang="en-US" altLang="zh-CN" sz="2000" b="1" dirty="0">
                <a:solidFill>
                  <a:srgbClr val="002060"/>
                </a:solidFill>
                <a:effectLst>
                  <a:innerShdw blurRad="63500" dist="50800" dir="13500000">
                    <a:prstClr val="black">
                      <a:alpha val="50000"/>
                    </a:prstClr>
                  </a:innerShdw>
                </a:effectLst>
                <a:latin typeface="+mn-lt"/>
                <a:ea typeface="隶书" pitchFamily="49" charset="-122"/>
              </a:rPr>
              <a:t>¥</a:t>
            </a:r>
          </a:p>
        </p:txBody>
      </p:sp>
      <p:sp>
        <p:nvSpPr>
          <p:cNvPr id="62" name="Rectangle 4">
            <a:extLst>
              <a:ext uri="{FF2B5EF4-FFF2-40B4-BE49-F238E27FC236}">
                <a16:creationId xmlns:a16="http://schemas.microsoft.com/office/drawing/2014/main" id="{A752C85A-06ED-4281-9343-53DEE1A8428A}"/>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简单数据类型与表示范围</a:t>
            </a:r>
          </a:p>
        </p:txBody>
      </p:sp>
      <p:sp>
        <p:nvSpPr>
          <p:cNvPr id="63" name="Rectangle 5">
            <a:extLst>
              <a:ext uri="{FF2B5EF4-FFF2-40B4-BE49-F238E27FC236}">
                <a16:creationId xmlns:a16="http://schemas.microsoft.com/office/drawing/2014/main" id="{9C609A44-753F-4224-8FC3-C03F3D859AEC}"/>
              </a:ext>
            </a:extLst>
          </p:cNvPr>
          <p:cNvSpPr>
            <a:spLocks noChangeArrowheads="1"/>
          </p:cNvSpPr>
          <p:nvPr/>
        </p:nvSpPr>
        <p:spPr bwMode="auto">
          <a:xfrm>
            <a:off x="762764" y="764704"/>
            <a:ext cx="5543505" cy="584775"/>
          </a:xfrm>
          <a:prstGeom prst="rect">
            <a:avLst/>
          </a:prstGeom>
          <a:noFill/>
          <a:ln w="9525">
            <a:noFill/>
            <a:miter lim="800000"/>
            <a:headEnd/>
            <a:tailEnd/>
          </a:ln>
          <a:effectLst/>
        </p:spPr>
        <p:txBody>
          <a:bodyPr wrap="none" anchor="ctr">
            <a:spAutoFit/>
          </a:bodyPr>
          <a:lstStyle/>
          <a:p>
            <a:r>
              <a:rPr lang="en-US" altLang="zh-CN" sz="3200" b="1" dirty="0">
                <a:solidFill>
                  <a:srgbClr val="C01920"/>
                </a:solidFill>
                <a:latin typeface="楷体" panose="02010609060101010101" pitchFamily="49" charset="-122"/>
                <a:ea typeface="楷体" panose="02010609060101010101" pitchFamily="49" charset="-122"/>
              </a:rPr>
              <a:t>6. </a:t>
            </a:r>
            <a:r>
              <a:rPr lang="zh-CN" altLang="en-US" sz="3200" b="1" dirty="0">
                <a:solidFill>
                  <a:srgbClr val="C01920"/>
                </a:solidFill>
                <a:latin typeface="楷体" panose="02010609060101010101" pitchFamily="49" charset="-122"/>
                <a:ea typeface="楷体" panose="02010609060101010101" pitchFamily="49" charset="-122"/>
              </a:rPr>
              <a:t>字符型数据和字符串常量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blinds(horizontal)">
                                      <p:cBhvr>
                                        <p:cTn id="7" dur="500"/>
                                        <p:tgtEl>
                                          <p:spTgt spid="63"/>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797702"/>
                                        </p:tgtEl>
                                        <p:attrNameLst>
                                          <p:attrName>style.visibility</p:attrName>
                                        </p:attrNameLst>
                                      </p:cBhvr>
                                      <p:to>
                                        <p:strVal val="visible"/>
                                      </p:to>
                                    </p:set>
                                    <p:anim calcmode="lin" valueType="num">
                                      <p:cBhvr additive="base">
                                        <p:cTn id="12" dur="500" fill="hold"/>
                                        <p:tgtEl>
                                          <p:spTgt spid="797702"/>
                                        </p:tgtEl>
                                        <p:attrNameLst>
                                          <p:attrName>ppt_x</p:attrName>
                                        </p:attrNameLst>
                                      </p:cBhvr>
                                      <p:tavLst>
                                        <p:tav tm="0">
                                          <p:val>
                                            <p:strVal val="0-#ppt_w/2"/>
                                          </p:val>
                                        </p:tav>
                                        <p:tav tm="100000">
                                          <p:val>
                                            <p:strVal val="#ppt_x"/>
                                          </p:val>
                                        </p:tav>
                                      </p:tavLst>
                                    </p:anim>
                                    <p:anim calcmode="lin" valueType="num">
                                      <p:cBhvr additive="base">
                                        <p:cTn id="13" dur="500" fill="hold"/>
                                        <p:tgtEl>
                                          <p:spTgt spid="79770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797710"/>
                                        </p:tgtEl>
                                        <p:attrNameLst>
                                          <p:attrName>style.visibility</p:attrName>
                                        </p:attrNameLst>
                                      </p:cBhvr>
                                      <p:to>
                                        <p:strVal val="visible"/>
                                      </p:to>
                                    </p:set>
                                    <p:animEffect transition="in" filter="blinds(horizontal)">
                                      <p:cBhvr>
                                        <p:cTn id="18" dur="500"/>
                                        <p:tgtEl>
                                          <p:spTgt spid="797710"/>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797715"/>
                                        </p:tgtEl>
                                        <p:attrNameLst>
                                          <p:attrName>style.visibility</p:attrName>
                                        </p:attrNameLst>
                                      </p:cBhvr>
                                      <p:to>
                                        <p:strVal val="visible"/>
                                      </p:to>
                                    </p:set>
                                    <p:animEffect transition="in" filter="box(out)">
                                      <p:cBhvr>
                                        <p:cTn id="23" dur="500"/>
                                        <p:tgtEl>
                                          <p:spTgt spid="797715"/>
                                        </p:tgtEl>
                                      </p:cBhvr>
                                    </p:animEffect>
                                  </p:childTnLst>
                                  <p:subTnLst>
                                    <p:set>
                                      <p:cBhvr override="childStyle">
                                        <p:cTn dur="1" fill="hold" display="0" masterRel="nextClick" afterEffect="1"/>
                                        <p:tgtEl>
                                          <p:spTgt spid="797715"/>
                                        </p:tgtEl>
                                        <p:attrNameLst>
                                          <p:attrName>style.visibility</p:attrName>
                                        </p:attrNameLst>
                                      </p:cBhvr>
                                      <p:to>
                                        <p:strVal val="hidden"/>
                                      </p:to>
                                    </p:se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797716"/>
                                        </p:tgtEl>
                                        <p:attrNameLst>
                                          <p:attrName>style.visibility</p:attrName>
                                        </p:attrNameLst>
                                      </p:cBhvr>
                                      <p:to>
                                        <p:strVal val="visible"/>
                                      </p:to>
                                    </p:set>
                                    <p:animEffect transition="in" filter="blinds(horizontal)">
                                      <p:cBhvr>
                                        <p:cTn id="28" dur="500"/>
                                        <p:tgtEl>
                                          <p:spTgt spid="797716"/>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797718"/>
                                        </p:tgtEl>
                                        <p:attrNameLst>
                                          <p:attrName>style.visibility</p:attrName>
                                        </p:attrNameLst>
                                      </p:cBhvr>
                                      <p:to>
                                        <p:strVal val="visible"/>
                                      </p:to>
                                    </p:set>
                                    <p:animEffect transition="in" filter="box(out)">
                                      <p:cBhvr>
                                        <p:cTn id="33" dur="500"/>
                                        <p:tgtEl>
                                          <p:spTgt spid="797718"/>
                                        </p:tgtEl>
                                      </p:cBhvr>
                                    </p:animEffect>
                                  </p:childTnLst>
                                  <p:subTnLst>
                                    <p:set>
                                      <p:cBhvr override="childStyle">
                                        <p:cTn dur="1" fill="hold" display="0" masterRel="nextClick" afterEffect="1"/>
                                        <p:tgtEl>
                                          <p:spTgt spid="797718"/>
                                        </p:tgtEl>
                                        <p:attrNameLst>
                                          <p:attrName>style.visibility</p:attrName>
                                        </p:attrNameLst>
                                      </p:cBhvr>
                                      <p:to>
                                        <p:strVal val="hidden"/>
                                      </p:to>
                                    </p:se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797719"/>
                                        </p:tgtEl>
                                        <p:attrNameLst>
                                          <p:attrName>style.visibility</p:attrName>
                                        </p:attrNameLst>
                                      </p:cBhvr>
                                      <p:to>
                                        <p:strVal val="visible"/>
                                      </p:to>
                                    </p:set>
                                    <p:animEffect transition="in" filter="blinds(horizontal)">
                                      <p:cBhvr>
                                        <p:cTn id="38" dur="500"/>
                                        <p:tgtEl>
                                          <p:spTgt spid="797719"/>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32" fill="hold" nodeType="clickEffect">
                                  <p:stCondLst>
                                    <p:cond delay="0"/>
                                  </p:stCondLst>
                                  <p:childTnLst>
                                    <p:set>
                                      <p:cBhvr>
                                        <p:cTn id="42" dur="1" fill="hold">
                                          <p:stCondLst>
                                            <p:cond delay="0"/>
                                          </p:stCondLst>
                                        </p:cTn>
                                        <p:tgtEl>
                                          <p:spTgt spid="797720"/>
                                        </p:tgtEl>
                                        <p:attrNameLst>
                                          <p:attrName>style.visibility</p:attrName>
                                        </p:attrNameLst>
                                      </p:cBhvr>
                                      <p:to>
                                        <p:strVal val="visible"/>
                                      </p:to>
                                    </p:set>
                                    <p:animEffect transition="in" filter="box(out)">
                                      <p:cBhvr>
                                        <p:cTn id="43" dur="500"/>
                                        <p:tgtEl>
                                          <p:spTgt spid="797720"/>
                                        </p:tgtEl>
                                      </p:cBhvr>
                                    </p:animEffect>
                                  </p:childTnLst>
                                  <p:subTnLst>
                                    <p:set>
                                      <p:cBhvr override="childStyle">
                                        <p:cTn dur="1" fill="hold" display="0" masterRel="nextClick" afterEffect="1"/>
                                        <p:tgtEl>
                                          <p:spTgt spid="797720"/>
                                        </p:tgtEl>
                                        <p:attrNameLst>
                                          <p:attrName>style.visibility</p:attrName>
                                        </p:attrNameLst>
                                      </p:cBhvr>
                                      <p:to>
                                        <p:strVal val="hidden"/>
                                      </p:to>
                                    </p:se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childTnLst>
                    </p:cTn>
                  </p:par>
                  <p:par>
                    <p:cTn id="44" fill="hold">
                      <p:stCondLst>
                        <p:cond delay="indefinite"/>
                      </p:stCondLst>
                      <p:childTnLst>
                        <p:par>
                          <p:cTn id="45" fill="hold">
                            <p:stCondLst>
                              <p:cond delay="0"/>
                            </p:stCondLst>
                            <p:childTnLst>
                              <p:par>
                                <p:cTn id="46" presetID="4" presetClass="entr" presetSubtype="32" fill="hold" grpId="0" nodeType="clickEffect">
                                  <p:stCondLst>
                                    <p:cond delay="0"/>
                                  </p:stCondLst>
                                  <p:childTnLst>
                                    <p:set>
                                      <p:cBhvr>
                                        <p:cTn id="47" dur="1" fill="hold">
                                          <p:stCondLst>
                                            <p:cond delay="0"/>
                                          </p:stCondLst>
                                        </p:cTn>
                                        <p:tgtEl>
                                          <p:spTgt spid="797763"/>
                                        </p:tgtEl>
                                        <p:attrNameLst>
                                          <p:attrName>style.visibility</p:attrName>
                                        </p:attrNameLst>
                                      </p:cBhvr>
                                      <p:to>
                                        <p:strVal val="visible"/>
                                      </p:to>
                                    </p:set>
                                    <p:animEffect transition="in" filter="box(out)">
                                      <p:cBhvr>
                                        <p:cTn id="48" dur="500"/>
                                        <p:tgtEl>
                                          <p:spTgt spid="797763"/>
                                        </p:tgtEl>
                                      </p:cBhvr>
                                    </p:animEffect>
                                  </p:childTnLst>
                                  <p:subTnLst>
                                    <p:set>
                                      <p:cBhvr override="childStyle">
                                        <p:cTn dur="1" fill="hold" display="0" masterRel="nextClick" afterEffect="1"/>
                                        <p:tgtEl>
                                          <p:spTgt spid="797763"/>
                                        </p:tgtEl>
                                        <p:attrNameLst>
                                          <p:attrName>style.visibility</p:attrName>
                                        </p:attrNameLst>
                                      </p:cBhvr>
                                      <p:to>
                                        <p:strVal val="hidden"/>
                                      </p:to>
                                    </p:set>
                                    <p:audio>
                                      <p:cMediaNode>
                                        <p:cTn display="0" masterRel="sameClick">
                                          <p:stCondLst>
                                            <p:cond evt="begin" delay="0">
                                              <p:tn val="46"/>
                                            </p:cond>
                                          </p:stCondLst>
                                          <p:endCondLst>
                                            <p:cond evt="onStopAudio" delay="0">
                                              <p:tgtEl>
                                                <p:sldTgt/>
                                              </p:tgtEl>
                                            </p:cond>
                                          </p:endCondLst>
                                        </p:cTn>
                                        <p:tgtEl>
                                          <p:sndTgt r:embed="rId3" name="CAMERA.WAV"/>
                                        </p:tgtEl>
                                      </p:cMediaNode>
                                    </p:audio>
                                  </p:subTnLst>
                                </p:cTn>
                              </p:par>
                            </p:childTnLst>
                          </p:cTn>
                        </p:par>
                      </p:childTnLst>
                    </p:cTn>
                  </p:par>
                  <p:par>
                    <p:cTn id="49" fill="hold">
                      <p:stCondLst>
                        <p:cond delay="indefinite"/>
                      </p:stCondLst>
                      <p:childTnLst>
                        <p:par>
                          <p:cTn id="50" fill="hold">
                            <p:stCondLst>
                              <p:cond delay="0"/>
                            </p:stCondLst>
                            <p:childTnLst>
                              <p:par>
                                <p:cTn id="51" presetID="4" presetClass="entr" presetSubtype="32" fill="hold" grpId="0" nodeType="clickEffect">
                                  <p:stCondLst>
                                    <p:cond delay="0"/>
                                  </p:stCondLst>
                                  <p:childTnLst>
                                    <p:set>
                                      <p:cBhvr>
                                        <p:cTn id="52" dur="1" fill="hold">
                                          <p:stCondLst>
                                            <p:cond delay="0"/>
                                          </p:stCondLst>
                                        </p:cTn>
                                        <p:tgtEl>
                                          <p:spTgt spid="797764"/>
                                        </p:tgtEl>
                                        <p:attrNameLst>
                                          <p:attrName>style.visibility</p:attrName>
                                        </p:attrNameLst>
                                      </p:cBhvr>
                                      <p:to>
                                        <p:strVal val="visible"/>
                                      </p:to>
                                    </p:set>
                                    <p:animEffect transition="in" filter="box(out)">
                                      <p:cBhvr>
                                        <p:cTn id="53" dur="500"/>
                                        <p:tgtEl>
                                          <p:spTgt spid="797764"/>
                                        </p:tgtEl>
                                      </p:cBhvr>
                                    </p:animEffect>
                                  </p:childTnLst>
                                  <p:subTnLst>
                                    <p:set>
                                      <p:cBhvr override="childStyle">
                                        <p:cTn dur="1" fill="hold" display="0" masterRel="nextClick" afterEffect="1"/>
                                        <p:tgtEl>
                                          <p:spTgt spid="797764"/>
                                        </p:tgtEl>
                                        <p:attrNameLst>
                                          <p:attrName>style.visibility</p:attrName>
                                        </p:attrNameLst>
                                      </p:cBhvr>
                                      <p:to>
                                        <p:strVal val="hidden"/>
                                      </p:to>
                                    </p:set>
                                    <p:audio>
                                      <p:cMediaNode>
                                        <p:cTn display="0" masterRel="sameClick">
                                          <p:stCondLst>
                                            <p:cond evt="begin" delay="0">
                                              <p:tn val="51"/>
                                            </p:cond>
                                          </p:stCondLst>
                                          <p:endCondLst>
                                            <p:cond evt="onStopAudio" delay="0">
                                              <p:tgtEl>
                                                <p:sldTgt/>
                                              </p:tgtEl>
                                            </p:cond>
                                          </p:endCondLst>
                                        </p:cTn>
                                        <p:tgtEl>
                                          <p:sndTgt r:embed="rId3" name="CAMERA.WAV"/>
                                        </p:tgtEl>
                                      </p:cMediaNode>
                                    </p:audio>
                                  </p:subTnLst>
                                </p:cTn>
                              </p:par>
                            </p:childTnLst>
                          </p:cTn>
                        </p:par>
                      </p:childTnLst>
                    </p:cTn>
                  </p:par>
                  <p:par>
                    <p:cTn id="54" fill="hold">
                      <p:stCondLst>
                        <p:cond delay="indefinite"/>
                      </p:stCondLst>
                      <p:childTnLst>
                        <p:par>
                          <p:cTn id="55" fill="hold">
                            <p:stCondLst>
                              <p:cond delay="0"/>
                            </p:stCondLst>
                            <p:childTnLst>
                              <p:par>
                                <p:cTn id="56" presetID="2" presetClass="entr" presetSubtype="8" fill="hold" grpId="0" nodeType="clickEffect">
                                  <p:stCondLst>
                                    <p:cond delay="0"/>
                                  </p:stCondLst>
                                  <p:childTnLst>
                                    <p:set>
                                      <p:cBhvr>
                                        <p:cTn id="57" dur="1" fill="hold">
                                          <p:stCondLst>
                                            <p:cond delay="0"/>
                                          </p:stCondLst>
                                        </p:cTn>
                                        <p:tgtEl>
                                          <p:spTgt spid="797765"/>
                                        </p:tgtEl>
                                        <p:attrNameLst>
                                          <p:attrName>style.visibility</p:attrName>
                                        </p:attrNameLst>
                                      </p:cBhvr>
                                      <p:to>
                                        <p:strVal val="visible"/>
                                      </p:to>
                                    </p:set>
                                    <p:anim calcmode="lin" valueType="num">
                                      <p:cBhvr additive="base">
                                        <p:cTn id="58" dur="500" fill="hold"/>
                                        <p:tgtEl>
                                          <p:spTgt spid="797765"/>
                                        </p:tgtEl>
                                        <p:attrNameLst>
                                          <p:attrName>ppt_x</p:attrName>
                                        </p:attrNameLst>
                                      </p:cBhvr>
                                      <p:tavLst>
                                        <p:tav tm="0">
                                          <p:val>
                                            <p:strVal val="0-#ppt_w/2"/>
                                          </p:val>
                                        </p:tav>
                                        <p:tav tm="100000">
                                          <p:val>
                                            <p:strVal val="#ppt_x"/>
                                          </p:val>
                                        </p:tav>
                                      </p:tavLst>
                                    </p:anim>
                                    <p:anim calcmode="lin" valueType="num">
                                      <p:cBhvr additive="base">
                                        <p:cTn id="59" dur="500" fill="hold"/>
                                        <p:tgtEl>
                                          <p:spTgt spid="79776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6"/>
                                            </p:cond>
                                          </p:stCondLst>
                                          <p:endCondLst>
                                            <p:cond evt="onStopAudio" delay="0">
                                              <p:tgtEl>
                                                <p:sldTgt/>
                                              </p:tgtEl>
                                            </p:cond>
                                          </p:endCondLst>
                                        </p:cTn>
                                        <p:tgtEl>
                                          <p:sndTgt r:embed="rId4" name="WHOOSH.WAV"/>
                                        </p:tgtEl>
                                      </p:cMediaNode>
                                    </p:audio>
                                  </p:subTnLst>
                                </p:cTn>
                              </p:par>
                            </p:childTnLst>
                          </p:cTn>
                        </p:par>
                      </p:childTnLst>
                    </p:cTn>
                  </p:par>
                  <p:par>
                    <p:cTn id="60" fill="hold">
                      <p:stCondLst>
                        <p:cond delay="indefinite"/>
                      </p:stCondLst>
                      <p:childTnLst>
                        <p:par>
                          <p:cTn id="61" fill="hold">
                            <p:stCondLst>
                              <p:cond delay="0"/>
                            </p:stCondLst>
                            <p:childTnLst>
                              <p:par>
                                <p:cTn id="62" presetID="4" presetClass="entr" presetSubtype="16" fill="hold" grpId="0" nodeType="clickEffect">
                                  <p:stCondLst>
                                    <p:cond delay="0"/>
                                  </p:stCondLst>
                                  <p:childTnLst>
                                    <p:set>
                                      <p:cBhvr>
                                        <p:cTn id="63" dur="1" fill="hold">
                                          <p:stCondLst>
                                            <p:cond delay="0"/>
                                          </p:stCondLst>
                                        </p:cTn>
                                        <p:tgtEl>
                                          <p:spTgt spid="797766"/>
                                        </p:tgtEl>
                                        <p:attrNameLst>
                                          <p:attrName>style.visibility</p:attrName>
                                        </p:attrNameLst>
                                      </p:cBhvr>
                                      <p:to>
                                        <p:strVal val="visible"/>
                                      </p:to>
                                    </p:set>
                                    <p:animEffect transition="in" filter="box(in)">
                                      <p:cBhvr>
                                        <p:cTn id="64" dur="500"/>
                                        <p:tgtEl>
                                          <p:spTgt spid="797766"/>
                                        </p:tgtEl>
                                      </p:cBhvr>
                                    </p:animEffect>
                                  </p:childTnLst>
                                  <p:subTnLst>
                                    <p:audio>
                                      <p:cMediaNode>
                                        <p:cTn display="0" masterRel="sameClick">
                                          <p:stCondLst>
                                            <p:cond evt="begin" delay="0">
                                              <p:tn val="62"/>
                                            </p:cond>
                                          </p:stCondLst>
                                          <p:endCondLst>
                                            <p:cond evt="onStopAudio" delay="0">
                                              <p:tgtEl>
                                                <p:sldTgt/>
                                              </p:tgtEl>
                                            </p:cond>
                                          </p:endCondLst>
                                        </p:cTn>
                                        <p:tgtEl>
                                          <p:sndTgt r:embed="rId5" name="chimes.wav"/>
                                        </p:tgtEl>
                                      </p:cMediaNode>
                                    </p:audio>
                                  </p:subTnLst>
                                </p:cTn>
                              </p:par>
                            </p:childTnLst>
                          </p:cTn>
                        </p:par>
                      </p:childTnLst>
                    </p:cTn>
                  </p:par>
                  <p:par>
                    <p:cTn id="65" fill="hold">
                      <p:stCondLst>
                        <p:cond delay="indefinite"/>
                      </p:stCondLst>
                      <p:childTnLst>
                        <p:par>
                          <p:cTn id="66" fill="hold">
                            <p:stCondLst>
                              <p:cond delay="0"/>
                            </p:stCondLst>
                            <p:childTnLst>
                              <p:par>
                                <p:cTn id="67" presetID="2" presetClass="entr" presetSubtype="8" fill="hold" grpId="0" nodeType="clickEffect">
                                  <p:stCondLst>
                                    <p:cond delay="0"/>
                                  </p:stCondLst>
                                  <p:childTnLst>
                                    <p:set>
                                      <p:cBhvr>
                                        <p:cTn id="68" dur="1" fill="hold">
                                          <p:stCondLst>
                                            <p:cond delay="0"/>
                                          </p:stCondLst>
                                        </p:cTn>
                                        <p:tgtEl>
                                          <p:spTgt spid="797767"/>
                                        </p:tgtEl>
                                        <p:attrNameLst>
                                          <p:attrName>style.visibility</p:attrName>
                                        </p:attrNameLst>
                                      </p:cBhvr>
                                      <p:to>
                                        <p:strVal val="visible"/>
                                      </p:to>
                                    </p:set>
                                    <p:anim calcmode="lin" valueType="num">
                                      <p:cBhvr additive="base">
                                        <p:cTn id="69" dur="500" fill="hold"/>
                                        <p:tgtEl>
                                          <p:spTgt spid="797767"/>
                                        </p:tgtEl>
                                        <p:attrNameLst>
                                          <p:attrName>ppt_x</p:attrName>
                                        </p:attrNameLst>
                                      </p:cBhvr>
                                      <p:tavLst>
                                        <p:tav tm="0">
                                          <p:val>
                                            <p:strVal val="0-#ppt_w/2"/>
                                          </p:val>
                                        </p:tav>
                                        <p:tav tm="100000">
                                          <p:val>
                                            <p:strVal val="#ppt_x"/>
                                          </p:val>
                                        </p:tav>
                                      </p:tavLst>
                                    </p:anim>
                                    <p:anim calcmode="lin" valueType="num">
                                      <p:cBhvr additive="base">
                                        <p:cTn id="70" dur="500" fill="hold"/>
                                        <p:tgtEl>
                                          <p:spTgt spid="79776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7"/>
                                            </p:cond>
                                          </p:stCondLst>
                                          <p:endCondLst>
                                            <p:cond evt="onStopAudio" delay="0">
                                              <p:tgtEl>
                                                <p:sldTgt/>
                                              </p:tgtEl>
                                            </p:cond>
                                          </p:endCondLst>
                                        </p:cTn>
                                        <p:tgtEl>
                                          <p:sndTgt r:embed="rId4" name="WHOOSH.WAV"/>
                                        </p:tgtEl>
                                      </p:cMediaNode>
                                    </p:audio>
                                  </p:subTnLst>
                                </p:cTn>
                              </p:par>
                            </p:childTnLst>
                          </p:cTn>
                        </p:par>
                      </p:childTnLst>
                    </p:cTn>
                  </p:par>
                  <p:par>
                    <p:cTn id="71" fill="hold">
                      <p:stCondLst>
                        <p:cond delay="indefinite"/>
                      </p:stCondLst>
                      <p:childTnLst>
                        <p:par>
                          <p:cTn id="72" fill="hold">
                            <p:stCondLst>
                              <p:cond delay="0"/>
                            </p:stCondLst>
                            <p:childTnLst>
                              <p:par>
                                <p:cTn id="73" presetID="4" presetClass="entr" presetSubtype="16" fill="hold" grpId="0" nodeType="clickEffect">
                                  <p:stCondLst>
                                    <p:cond delay="0"/>
                                  </p:stCondLst>
                                  <p:childTnLst>
                                    <p:set>
                                      <p:cBhvr>
                                        <p:cTn id="74" dur="1" fill="hold">
                                          <p:stCondLst>
                                            <p:cond delay="0"/>
                                          </p:stCondLst>
                                        </p:cTn>
                                        <p:tgtEl>
                                          <p:spTgt spid="797768"/>
                                        </p:tgtEl>
                                        <p:attrNameLst>
                                          <p:attrName>style.visibility</p:attrName>
                                        </p:attrNameLst>
                                      </p:cBhvr>
                                      <p:to>
                                        <p:strVal val="visible"/>
                                      </p:to>
                                    </p:set>
                                    <p:animEffect transition="in" filter="box(in)">
                                      <p:cBhvr>
                                        <p:cTn id="75" dur="500"/>
                                        <p:tgtEl>
                                          <p:spTgt spid="797768"/>
                                        </p:tgtEl>
                                      </p:cBhvr>
                                    </p:animEffect>
                                  </p:childTnLst>
                                  <p:subTnLst>
                                    <p:audio>
                                      <p:cMediaNode>
                                        <p:cTn display="0" masterRel="sameClick">
                                          <p:stCondLst>
                                            <p:cond evt="begin" delay="0">
                                              <p:tn val="73"/>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7716" grpId="0"/>
      <p:bldP spid="797702" grpId="0"/>
      <p:bldP spid="797710" grpId="0"/>
      <p:bldP spid="797715" grpId="0" animBg="1" autoUpdateAnimBg="0"/>
      <p:bldP spid="797719" grpId="0"/>
      <p:bldP spid="797763" grpId="0" animBg="1" autoUpdateAnimBg="0"/>
      <p:bldP spid="797764" grpId="0" animBg="1" autoUpdateAnimBg="0"/>
      <p:bldP spid="797718" grpId="0" animBg="1" autoUpdateAnimBg="0"/>
      <p:bldP spid="797765" grpId="0" animBg="1" autoUpdateAnimBg="0"/>
      <p:bldP spid="797766" grpId="0" animBg="1" autoUpdateAnimBg="0"/>
      <p:bldP spid="797767" grpId="0" animBg="1" autoUpdateAnimBg="0"/>
      <p:bldP spid="797768" grpId="0" animBg="1"/>
      <p:bldP spid="6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796" name="Rectangle 4"/>
          <p:cNvSpPr>
            <a:spLocks noChangeArrowheads="1"/>
          </p:cNvSpPr>
          <p:nvPr/>
        </p:nvSpPr>
        <p:spPr bwMode="auto">
          <a:xfrm>
            <a:off x="730656" y="1381977"/>
            <a:ext cx="10730688" cy="1717675"/>
          </a:xfrm>
          <a:prstGeom prst="rect">
            <a:avLst/>
          </a:prstGeom>
          <a:noFill/>
          <a:ln w="9525">
            <a:noFill/>
            <a:miter lim="800000"/>
            <a:headEnd/>
            <a:tailEnd/>
          </a:ln>
        </p:spPr>
        <p:txBody>
          <a:bodyPr/>
          <a:lstStyle/>
          <a:p>
            <a:pPr marL="742950" lvl="1" indent="-285750">
              <a:spcBef>
                <a:spcPct val="20000"/>
              </a:spcBef>
              <a:buFont typeface="Wingdings" pitchFamily="2" charset="2"/>
              <a:buChar char="Ø"/>
            </a:pPr>
            <a:r>
              <a:rPr lang="zh-CN" altLang="en-US" b="1" dirty="0">
                <a:solidFill>
                  <a:srgbClr val="C01920"/>
                </a:solidFill>
                <a:latin typeface="楷体" pitchFamily="49" charset="-122"/>
                <a:ea typeface="楷体" pitchFamily="49" charset="-122"/>
              </a:rPr>
              <a:t>字符串常量</a:t>
            </a:r>
          </a:p>
          <a:p>
            <a:pPr marL="1143000" lvl="2" indent="-228600">
              <a:spcBef>
                <a:spcPct val="20000"/>
              </a:spcBef>
              <a:buClr>
                <a:srgbClr val="C01920"/>
              </a:buClr>
              <a:buFont typeface="Wingdings" pitchFamily="2" charset="2"/>
              <a:buChar char="l"/>
            </a:pPr>
            <a:r>
              <a:rPr lang="zh-CN" altLang="en-US" b="1" dirty="0">
                <a:solidFill>
                  <a:srgbClr val="C01920"/>
                </a:solidFill>
                <a:latin typeface="楷体" pitchFamily="49" charset="-122"/>
                <a:ea typeface="楷体" pitchFamily="49" charset="-122"/>
              </a:rPr>
              <a:t> 定义：</a:t>
            </a:r>
            <a:r>
              <a:rPr lang="zh-CN" altLang="en-US" b="1" dirty="0">
                <a:effectLst>
                  <a:outerShdw blurRad="38100" dist="38100" dir="2700000" algn="tl">
                    <a:srgbClr val="FFFFFF"/>
                  </a:outerShdw>
                </a:effectLst>
                <a:latin typeface="楷体" pitchFamily="49" charset="-122"/>
                <a:ea typeface="楷体" pitchFamily="49" charset="-122"/>
              </a:rPr>
              <a:t>用双引号</a:t>
            </a:r>
            <a:r>
              <a:rPr lang="en-US" altLang="zh-CN" b="1" dirty="0">
                <a:effectLst>
                  <a:outerShdw blurRad="38100" dist="38100" dir="2700000" algn="tl">
                    <a:srgbClr val="FFFFFF"/>
                  </a:outerShdw>
                </a:effectLst>
                <a:latin typeface="楷体" pitchFamily="49" charset="-122"/>
                <a:ea typeface="楷体" pitchFamily="49" charset="-122"/>
              </a:rPr>
              <a:t>(</a:t>
            </a:r>
            <a:r>
              <a:rPr lang="en-US" altLang="zh-CN" b="1" dirty="0">
                <a:effectLst>
                  <a:outerShdw blurRad="38100" dist="38100" dir="2700000" algn="tl">
                    <a:srgbClr val="FFFFFF"/>
                  </a:outerShdw>
                </a:effectLst>
              </a:rPr>
              <a:t>"  "</a:t>
            </a:r>
            <a:r>
              <a:rPr lang="en-US" altLang="zh-CN" b="1" dirty="0">
                <a:effectLst>
                  <a:outerShdw blurRad="38100" dist="38100" dir="2700000" algn="tl">
                    <a:srgbClr val="FFFFFF"/>
                  </a:outerShdw>
                </a:effectLst>
                <a:latin typeface="楷体" pitchFamily="49" charset="-122"/>
                <a:ea typeface="楷体" pitchFamily="49" charset="-122"/>
              </a:rPr>
              <a:t>)</a:t>
            </a:r>
            <a:r>
              <a:rPr lang="zh-CN" altLang="en-US" b="1" dirty="0">
                <a:effectLst>
                  <a:outerShdw blurRad="38100" dist="38100" dir="2700000" algn="tl">
                    <a:srgbClr val="FFFFFF"/>
                  </a:outerShdw>
                </a:effectLst>
                <a:latin typeface="楷体" pitchFamily="49" charset="-122"/>
                <a:ea typeface="楷体" pitchFamily="49" charset="-122"/>
              </a:rPr>
              <a:t>括起来的字符序列</a:t>
            </a:r>
          </a:p>
          <a:p>
            <a:pPr marL="1143000" lvl="2" indent="-228600">
              <a:spcBef>
                <a:spcPct val="20000"/>
              </a:spcBef>
              <a:buClr>
                <a:srgbClr val="C01920"/>
              </a:buClr>
              <a:buFont typeface="Wingdings" pitchFamily="2" charset="2"/>
              <a:buChar char="l"/>
            </a:pPr>
            <a:r>
              <a:rPr lang="zh-CN" altLang="en-US" b="1" dirty="0">
                <a:effectLst>
                  <a:outerShdw blurRad="38100" dist="38100" dir="2700000" algn="tl">
                    <a:srgbClr val="FFFFFF"/>
                  </a:outerShdw>
                </a:effectLst>
                <a:latin typeface="楷体" pitchFamily="49" charset="-122"/>
                <a:ea typeface="楷体" pitchFamily="49" charset="-122"/>
              </a:rPr>
              <a:t> </a:t>
            </a:r>
            <a:r>
              <a:rPr lang="zh-CN" altLang="en-US" b="1" dirty="0">
                <a:solidFill>
                  <a:srgbClr val="C01920"/>
                </a:solidFill>
                <a:latin typeface="楷体" pitchFamily="49" charset="-122"/>
                <a:ea typeface="楷体" pitchFamily="49" charset="-122"/>
              </a:rPr>
              <a:t>存储：</a:t>
            </a:r>
            <a:r>
              <a:rPr lang="zh-CN" altLang="zh-CN" b="1" dirty="0">
                <a:effectLst>
                  <a:outerShdw blurRad="38100" dist="38100" dir="2700000" algn="tl">
                    <a:srgbClr val="FFFFFF"/>
                  </a:outerShdw>
                </a:effectLst>
                <a:latin typeface="楷体" pitchFamily="49" charset="-122"/>
                <a:ea typeface="楷体" pitchFamily="49" charset="-122"/>
              </a:rPr>
              <a:t>每个字符串尾</a:t>
            </a:r>
            <a:r>
              <a:rPr lang="zh-CN" altLang="zh-CN" b="1" dirty="0">
                <a:solidFill>
                  <a:srgbClr val="002060"/>
                </a:solidFill>
                <a:latin typeface="楷体" pitchFamily="49" charset="-122"/>
                <a:ea typeface="楷体" pitchFamily="49" charset="-122"/>
              </a:rPr>
              <a:t>自动</a:t>
            </a:r>
            <a:r>
              <a:rPr lang="zh-CN" altLang="zh-CN" b="1" dirty="0">
                <a:effectLst>
                  <a:outerShdw blurRad="38100" dist="38100" dir="2700000" algn="tl">
                    <a:srgbClr val="FFFFFF"/>
                  </a:outerShdw>
                </a:effectLst>
                <a:latin typeface="楷体" pitchFamily="49" charset="-122"/>
                <a:ea typeface="楷体" pitchFamily="49" charset="-122"/>
              </a:rPr>
              <a:t>加一个</a:t>
            </a:r>
            <a:r>
              <a:rPr lang="en-US" altLang="zh-CN" dirty="0">
                <a:solidFill>
                  <a:srgbClr val="C01920"/>
                </a:solidFill>
              </a:rPr>
              <a:t>'</a:t>
            </a:r>
            <a:r>
              <a:rPr lang="zh-CN" altLang="zh-CN" b="1" dirty="0">
                <a:solidFill>
                  <a:srgbClr val="C01920"/>
                </a:solidFill>
                <a:effectLst>
                  <a:outerShdw blurRad="38100" dist="38100" dir="2700000" algn="tl">
                    <a:srgbClr val="FFFFFF"/>
                  </a:outerShdw>
                </a:effectLst>
                <a:latin typeface="楷体" pitchFamily="49" charset="-122"/>
                <a:ea typeface="楷体" pitchFamily="49" charset="-122"/>
              </a:rPr>
              <a:t>\0</a:t>
            </a:r>
            <a:r>
              <a:rPr lang="en-US" altLang="zh-CN" dirty="0">
                <a:solidFill>
                  <a:srgbClr val="C01920"/>
                </a:solidFill>
              </a:rPr>
              <a:t>'</a:t>
            </a:r>
            <a:r>
              <a:rPr lang="zh-CN" altLang="zh-CN" b="1" dirty="0">
                <a:effectLst>
                  <a:outerShdw blurRad="38100" dist="38100" dir="2700000" algn="tl">
                    <a:srgbClr val="FFFFFF"/>
                  </a:outerShdw>
                </a:effectLst>
                <a:latin typeface="楷体" pitchFamily="49" charset="-122"/>
                <a:ea typeface="楷体" pitchFamily="49" charset="-122"/>
              </a:rPr>
              <a:t>作为字符串结束标志</a:t>
            </a:r>
          </a:p>
        </p:txBody>
      </p:sp>
      <p:sp>
        <p:nvSpPr>
          <p:cNvPr id="801805" name="Text Box 13"/>
          <p:cNvSpPr txBox="1">
            <a:spLocks noChangeArrowheads="1"/>
          </p:cNvSpPr>
          <p:nvPr/>
        </p:nvSpPr>
        <p:spPr bwMode="auto">
          <a:xfrm>
            <a:off x="1058749" y="2789716"/>
            <a:ext cx="4562467" cy="461665"/>
          </a:xfrm>
          <a:prstGeom prst="rect">
            <a:avLst/>
          </a:prstGeom>
          <a:noFill/>
          <a:ln w="9525">
            <a:noFill/>
            <a:miter lim="800000"/>
            <a:headEnd/>
            <a:tailEnd/>
          </a:ln>
          <a:effectLst/>
        </p:spPr>
        <p:txBody>
          <a:bodyPr wrap="none">
            <a:spAutoFit/>
          </a:bodyPr>
          <a:lstStyle/>
          <a:p>
            <a:r>
              <a:rPr lang="zh-CN" altLang="en-US" b="1" dirty="0">
                <a:solidFill>
                  <a:srgbClr val="C01920"/>
                </a:solidFill>
                <a:latin typeface="隶书" pitchFamily="49" charset="-122"/>
                <a:ea typeface="隶书" pitchFamily="49" charset="-122"/>
              </a:rPr>
              <a:t>例</a:t>
            </a:r>
            <a:r>
              <a:rPr lang="en-US" altLang="zh-CN" b="1" dirty="0">
                <a:solidFill>
                  <a:srgbClr val="C01920"/>
                </a:solidFill>
                <a:latin typeface="隶书" pitchFamily="49" charset="-122"/>
                <a:ea typeface="隶书" pitchFamily="49" charset="-122"/>
              </a:rPr>
              <a:t>1: </a:t>
            </a:r>
            <a:r>
              <a:rPr lang="zh-CN" altLang="en-US" b="1" dirty="0">
                <a:solidFill>
                  <a:srgbClr val="C01920"/>
                </a:solidFill>
                <a:latin typeface="隶书" pitchFamily="49" charset="-122"/>
                <a:ea typeface="隶书" pitchFamily="49" charset="-122"/>
              </a:rPr>
              <a:t>字符串</a:t>
            </a:r>
            <a:r>
              <a:rPr lang="en-US" altLang="zh-CN" b="1" dirty="0">
                <a:solidFill>
                  <a:srgbClr val="C01920"/>
                </a:solidFill>
                <a:latin typeface="+mn-lt"/>
                <a:ea typeface="隶书" pitchFamily="49" charset="-122"/>
              </a:rPr>
              <a:t>"HELLO"</a:t>
            </a:r>
            <a:r>
              <a:rPr lang="zh-CN" altLang="zh-CN" b="1" dirty="0">
                <a:solidFill>
                  <a:srgbClr val="C01920"/>
                </a:solidFill>
                <a:latin typeface="隶书" pitchFamily="49" charset="-122"/>
                <a:ea typeface="隶书" pitchFamily="49" charset="-122"/>
              </a:rPr>
              <a:t>在内存中</a:t>
            </a:r>
            <a:endParaRPr lang="zh-CN" altLang="en-US" b="1" dirty="0">
              <a:solidFill>
                <a:srgbClr val="C01920"/>
              </a:solidFill>
              <a:latin typeface="隶书" pitchFamily="49" charset="-122"/>
              <a:ea typeface="隶书" pitchFamily="49" charset="-122"/>
            </a:endParaRPr>
          </a:p>
        </p:txBody>
      </p:sp>
      <p:graphicFrame>
        <p:nvGraphicFramePr>
          <p:cNvPr id="801908" name="Group 116"/>
          <p:cNvGraphicFramePr>
            <a:graphicFrameLocks noGrp="1"/>
          </p:cNvGraphicFramePr>
          <p:nvPr>
            <p:extLst>
              <p:ext uri="{D42A27DB-BD31-4B8C-83A1-F6EECF244321}">
                <p14:modId xmlns:p14="http://schemas.microsoft.com/office/powerpoint/2010/main" val="2073069545"/>
              </p:ext>
            </p:extLst>
          </p:nvPr>
        </p:nvGraphicFramePr>
        <p:xfrm>
          <a:off x="8917375" y="2754311"/>
          <a:ext cx="1439863" cy="3108960"/>
        </p:xfrm>
        <a:graphic>
          <a:graphicData uri="http://schemas.openxmlformats.org/drawingml/2006/table">
            <a:tbl>
              <a:tblPr>
                <a:effectLst>
                  <a:outerShdw blurRad="50800" dist="38100" dir="2700000" algn="tl" rotWithShape="0">
                    <a:prstClr val="black">
                      <a:alpha val="40000"/>
                    </a:prstClr>
                  </a:outerShdw>
                </a:effectLst>
              </a:tblPr>
              <a:tblGrid>
                <a:gridCol w="1439863">
                  <a:extLst>
                    <a:ext uri="{9D8B030D-6E8A-4147-A177-3AD203B41FA5}">
                      <a16:colId xmlns:a16="http://schemas.microsoft.com/office/drawing/2014/main" val="20000"/>
                    </a:ext>
                  </a:extLst>
                </a:gridCol>
              </a:tblGrid>
              <a:tr h="2873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rPr>
                        <a:t>0x48</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0x45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0x4C</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8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0x4C</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63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a:ln>
                            <a:noFill/>
                          </a:ln>
                          <a:solidFill>
                            <a:schemeClr val="tx1"/>
                          </a:solidFill>
                          <a:effectLst>
                            <a:outerShdw blurRad="38100" dist="38100" dir="2700000" algn="tl">
                              <a:srgbClr val="FFFFFF"/>
                            </a:outerShdw>
                          </a:effectLst>
                          <a:latin typeface="Times New Roman" pitchFamily="18" charset="0"/>
                          <a:ea typeface="宋体" pitchFamily="2" charset="-122"/>
                        </a:rPr>
                        <a:t>0x4F</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a typeface="宋体" pitchFamily="2" charset="-122"/>
                        </a:rPr>
                        <a:t>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pSp>
        <p:nvGrpSpPr>
          <p:cNvPr id="801909" name="Group 117"/>
          <p:cNvGrpSpPr>
            <a:grpSpLocks/>
          </p:cNvGrpSpPr>
          <p:nvPr/>
        </p:nvGrpSpPr>
        <p:grpSpPr bwMode="auto">
          <a:xfrm>
            <a:off x="8396675" y="2724150"/>
            <a:ext cx="3171825" cy="3854450"/>
            <a:chOff x="3822" y="1298"/>
            <a:chExt cx="1998" cy="2428"/>
          </a:xfrm>
        </p:grpSpPr>
        <p:sp>
          <p:nvSpPr>
            <p:cNvPr id="801897" name="Line 105"/>
            <p:cNvSpPr>
              <a:spLocks noChangeShapeType="1"/>
            </p:cNvSpPr>
            <p:nvPr/>
          </p:nvSpPr>
          <p:spPr bwMode="auto">
            <a:xfrm>
              <a:off x="5193" y="1298"/>
              <a:ext cx="0" cy="1951"/>
            </a:xfrm>
            <a:prstGeom prst="line">
              <a:avLst/>
            </a:prstGeom>
            <a:noFill/>
            <a:ln w="28575">
              <a:solidFill>
                <a:srgbClr val="FF3300"/>
              </a:solidFill>
              <a:round/>
              <a:headEnd/>
              <a:tailEnd type="stealth" w="lg" len="lg"/>
            </a:ln>
            <a:effectLst/>
          </p:spPr>
          <p:txBody>
            <a:bodyPr/>
            <a:lstStyle/>
            <a:p>
              <a:endParaRPr lang="zh-CN" altLang="en-US"/>
            </a:p>
          </p:txBody>
        </p:sp>
        <p:sp>
          <p:nvSpPr>
            <p:cNvPr id="801898" name="Text Box 106"/>
            <p:cNvSpPr txBox="1">
              <a:spLocks noChangeArrowheads="1"/>
            </p:cNvSpPr>
            <p:nvPr/>
          </p:nvSpPr>
          <p:spPr bwMode="auto">
            <a:xfrm>
              <a:off x="5179" y="1326"/>
              <a:ext cx="635" cy="231"/>
            </a:xfrm>
            <a:prstGeom prst="rect">
              <a:avLst/>
            </a:prstGeom>
            <a:noFill/>
            <a:ln w="9525">
              <a:noFill/>
              <a:miter lim="800000"/>
              <a:headEnd/>
              <a:tailEnd/>
            </a:ln>
            <a:effectLst/>
          </p:spPr>
          <p:txBody>
            <a:bodyPr>
              <a:spAutoFit/>
            </a:bodyPr>
            <a:lstStyle/>
            <a:p>
              <a:pPr>
                <a:spcBef>
                  <a:spcPct val="50000"/>
                </a:spcBef>
              </a:pPr>
              <a:r>
                <a:rPr lang="zh-CN" altLang="en-US" sz="1800" b="1" dirty="0">
                  <a:effectLst>
                    <a:outerShdw blurRad="38100" dist="38100" dir="2700000" algn="tl">
                      <a:srgbClr val="FFFFFF"/>
                    </a:outerShdw>
                  </a:effectLst>
                  <a:latin typeface="楷体" pitchFamily="49" charset="-122"/>
                  <a:ea typeface="楷体" pitchFamily="49" charset="-122"/>
                </a:rPr>
                <a:t>低地址</a:t>
              </a:r>
            </a:p>
          </p:txBody>
        </p:sp>
        <p:sp>
          <p:nvSpPr>
            <p:cNvPr id="801899" name="Text Box 107"/>
            <p:cNvSpPr txBox="1">
              <a:spLocks noChangeArrowheads="1"/>
            </p:cNvSpPr>
            <p:nvPr/>
          </p:nvSpPr>
          <p:spPr bwMode="auto">
            <a:xfrm>
              <a:off x="5185" y="2940"/>
              <a:ext cx="635" cy="231"/>
            </a:xfrm>
            <a:prstGeom prst="rect">
              <a:avLst/>
            </a:prstGeom>
            <a:noFill/>
            <a:ln w="9525">
              <a:noFill/>
              <a:miter lim="800000"/>
              <a:headEnd/>
              <a:tailEnd/>
            </a:ln>
            <a:effectLst/>
          </p:spPr>
          <p:txBody>
            <a:bodyPr>
              <a:spAutoFit/>
            </a:bodyPr>
            <a:lstStyle/>
            <a:p>
              <a:pPr>
                <a:spcBef>
                  <a:spcPct val="50000"/>
                </a:spcBef>
              </a:pPr>
              <a:r>
                <a:rPr lang="zh-CN" altLang="en-US" sz="1800" b="1" dirty="0">
                  <a:effectLst>
                    <a:outerShdw blurRad="38100" dist="38100" dir="2700000" algn="tl">
                      <a:srgbClr val="FFFFFF"/>
                    </a:outerShdw>
                  </a:effectLst>
                  <a:latin typeface="楷体" pitchFamily="49" charset="-122"/>
                  <a:ea typeface="楷体" pitchFamily="49" charset="-122"/>
                </a:rPr>
                <a:t>高地址</a:t>
              </a:r>
            </a:p>
          </p:txBody>
        </p:sp>
        <p:sp>
          <p:nvSpPr>
            <p:cNvPr id="801900" name="Text Box 108"/>
            <p:cNvSpPr txBox="1">
              <a:spLocks noChangeArrowheads="1"/>
            </p:cNvSpPr>
            <p:nvPr/>
          </p:nvSpPr>
          <p:spPr bwMode="auto">
            <a:xfrm>
              <a:off x="3822" y="1353"/>
              <a:ext cx="363" cy="233"/>
            </a:xfrm>
            <a:prstGeom prst="rect">
              <a:avLst/>
            </a:prstGeom>
            <a:noFill/>
            <a:ln w="9525">
              <a:noFill/>
              <a:miter lim="800000"/>
              <a:headEnd/>
              <a:tailEnd/>
            </a:ln>
            <a:effectLst/>
          </p:spPr>
          <p:txBody>
            <a:bodyPr>
              <a:spAutoFit/>
            </a:bodyPr>
            <a:lstStyle/>
            <a:p>
              <a:pPr>
                <a:spcBef>
                  <a:spcPct val="50000"/>
                </a:spcBef>
              </a:pPr>
              <a:r>
                <a:rPr lang="en-US" altLang="zh-CN" sz="1800" dirty="0"/>
                <a:t>'</a:t>
              </a:r>
              <a:r>
                <a:rPr lang="en-US" altLang="zh-CN" sz="1800" b="1" dirty="0">
                  <a:effectLst>
                    <a:outerShdw blurRad="38100" dist="38100" dir="2700000" algn="tl">
                      <a:srgbClr val="FFFFFF"/>
                    </a:outerShdw>
                  </a:effectLst>
                  <a:ea typeface="楷体_GB2312" pitchFamily="49" charset="-122"/>
                </a:rPr>
                <a:t>H</a:t>
              </a:r>
              <a:r>
                <a:rPr lang="en-US" altLang="zh-CN" sz="1800" dirty="0"/>
                <a:t>'</a:t>
              </a:r>
              <a:endParaRPr lang="en-US" altLang="zh-CN" sz="1800" b="1" dirty="0">
                <a:effectLst>
                  <a:outerShdw blurRad="38100" dist="38100" dir="2700000" algn="tl">
                    <a:srgbClr val="FFFFFF"/>
                  </a:outerShdw>
                </a:effectLst>
                <a:ea typeface="楷体_GB2312" pitchFamily="49" charset="-122"/>
              </a:endParaRPr>
            </a:p>
          </p:txBody>
        </p:sp>
        <p:sp>
          <p:nvSpPr>
            <p:cNvPr id="801901" name="Text Box 109"/>
            <p:cNvSpPr txBox="1">
              <a:spLocks noChangeArrowheads="1"/>
            </p:cNvSpPr>
            <p:nvPr/>
          </p:nvSpPr>
          <p:spPr bwMode="auto">
            <a:xfrm>
              <a:off x="3832" y="1660"/>
              <a:ext cx="363" cy="233"/>
            </a:xfrm>
            <a:prstGeom prst="rect">
              <a:avLst/>
            </a:prstGeom>
            <a:noFill/>
            <a:ln w="9525">
              <a:noFill/>
              <a:miter lim="800000"/>
              <a:headEnd/>
              <a:tailEnd/>
            </a:ln>
            <a:effectLst/>
          </p:spPr>
          <p:txBody>
            <a:bodyPr>
              <a:spAutoFit/>
            </a:bodyPr>
            <a:lstStyle/>
            <a:p>
              <a:pPr>
                <a:spcBef>
                  <a:spcPct val="50000"/>
                </a:spcBef>
              </a:pPr>
              <a:r>
                <a:rPr lang="en-US" altLang="zh-CN" sz="1800" dirty="0"/>
                <a:t>'</a:t>
              </a:r>
              <a:r>
                <a:rPr lang="en-US" altLang="zh-CN" sz="1800" b="1" dirty="0">
                  <a:effectLst>
                    <a:outerShdw blurRad="38100" dist="38100" dir="2700000" algn="tl">
                      <a:srgbClr val="FFFFFF"/>
                    </a:outerShdw>
                  </a:effectLst>
                  <a:ea typeface="楷体_GB2312" pitchFamily="49" charset="-122"/>
                </a:rPr>
                <a:t>E</a:t>
              </a:r>
              <a:r>
                <a:rPr lang="en-US" altLang="zh-CN" sz="1800" dirty="0"/>
                <a:t>'</a:t>
              </a:r>
              <a:endParaRPr lang="en-US" altLang="zh-CN" sz="1800" b="1" dirty="0">
                <a:effectLst>
                  <a:outerShdw blurRad="38100" dist="38100" dir="2700000" algn="tl">
                    <a:srgbClr val="FFFFFF"/>
                  </a:outerShdw>
                </a:effectLst>
                <a:ea typeface="楷体_GB2312" pitchFamily="49" charset="-122"/>
              </a:endParaRPr>
            </a:p>
          </p:txBody>
        </p:sp>
        <p:sp>
          <p:nvSpPr>
            <p:cNvPr id="801902" name="Text Box 110"/>
            <p:cNvSpPr txBox="1">
              <a:spLocks noChangeArrowheads="1"/>
            </p:cNvSpPr>
            <p:nvPr/>
          </p:nvSpPr>
          <p:spPr bwMode="auto">
            <a:xfrm>
              <a:off x="3832" y="2002"/>
              <a:ext cx="363" cy="233"/>
            </a:xfrm>
            <a:prstGeom prst="rect">
              <a:avLst/>
            </a:prstGeom>
            <a:noFill/>
            <a:ln w="9525">
              <a:noFill/>
              <a:miter lim="800000"/>
              <a:headEnd/>
              <a:tailEnd/>
            </a:ln>
            <a:effectLst/>
          </p:spPr>
          <p:txBody>
            <a:bodyPr>
              <a:spAutoFit/>
            </a:bodyPr>
            <a:lstStyle/>
            <a:p>
              <a:pPr>
                <a:spcBef>
                  <a:spcPct val="50000"/>
                </a:spcBef>
              </a:pPr>
              <a:r>
                <a:rPr lang="en-US" altLang="zh-CN" sz="1800" dirty="0"/>
                <a:t>'</a:t>
              </a:r>
              <a:r>
                <a:rPr lang="en-US" altLang="zh-CN" sz="1800" b="1" dirty="0">
                  <a:effectLst>
                    <a:outerShdw blurRad="38100" dist="38100" dir="2700000" algn="tl">
                      <a:srgbClr val="FFFFFF"/>
                    </a:outerShdw>
                  </a:effectLst>
                  <a:ea typeface="楷体_GB2312" pitchFamily="49" charset="-122"/>
                </a:rPr>
                <a:t>L</a:t>
              </a:r>
              <a:r>
                <a:rPr lang="en-US" altLang="zh-CN" sz="1800" dirty="0"/>
                <a:t>'</a:t>
              </a:r>
              <a:endParaRPr lang="en-US" altLang="zh-CN" sz="1800" b="1" dirty="0">
                <a:effectLst>
                  <a:outerShdw blurRad="38100" dist="38100" dir="2700000" algn="tl">
                    <a:srgbClr val="FFFFFF"/>
                  </a:outerShdw>
                </a:effectLst>
                <a:ea typeface="楷体_GB2312" pitchFamily="49" charset="-122"/>
              </a:endParaRPr>
            </a:p>
          </p:txBody>
        </p:sp>
        <p:sp>
          <p:nvSpPr>
            <p:cNvPr id="801903" name="Text Box 111"/>
            <p:cNvSpPr txBox="1">
              <a:spLocks noChangeArrowheads="1"/>
            </p:cNvSpPr>
            <p:nvPr/>
          </p:nvSpPr>
          <p:spPr bwMode="auto">
            <a:xfrm>
              <a:off x="3842" y="2345"/>
              <a:ext cx="363" cy="233"/>
            </a:xfrm>
            <a:prstGeom prst="rect">
              <a:avLst/>
            </a:prstGeom>
            <a:noFill/>
            <a:ln w="9525">
              <a:noFill/>
              <a:miter lim="800000"/>
              <a:headEnd/>
              <a:tailEnd/>
            </a:ln>
            <a:effectLst/>
          </p:spPr>
          <p:txBody>
            <a:bodyPr>
              <a:spAutoFit/>
            </a:bodyPr>
            <a:lstStyle/>
            <a:p>
              <a:pPr>
                <a:spcBef>
                  <a:spcPct val="50000"/>
                </a:spcBef>
              </a:pPr>
              <a:r>
                <a:rPr lang="en-US" altLang="zh-CN" sz="1800" dirty="0"/>
                <a:t>'</a:t>
              </a:r>
              <a:r>
                <a:rPr lang="en-US" altLang="zh-CN" sz="1800" b="1" dirty="0">
                  <a:effectLst>
                    <a:outerShdw blurRad="38100" dist="38100" dir="2700000" algn="tl">
                      <a:srgbClr val="FFFFFF"/>
                    </a:outerShdw>
                  </a:effectLst>
                  <a:ea typeface="楷体_GB2312" pitchFamily="49" charset="-122"/>
                </a:rPr>
                <a:t>L</a:t>
              </a:r>
              <a:r>
                <a:rPr lang="en-US" altLang="zh-CN" sz="1800" dirty="0"/>
                <a:t>'</a:t>
              </a:r>
              <a:endParaRPr lang="en-US" altLang="zh-CN" sz="1800" b="1" dirty="0">
                <a:effectLst>
                  <a:outerShdw blurRad="38100" dist="38100" dir="2700000" algn="tl">
                    <a:srgbClr val="FFFFFF"/>
                  </a:outerShdw>
                </a:effectLst>
                <a:ea typeface="楷体_GB2312" pitchFamily="49" charset="-122"/>
              </a:endParaRPr>
            </a:p>
          </p:txBody>
        </p:sp>
        <p:sp>
          <p:nvSpPr>
            <p:cNvPr id="801904" name="Text Box 112"/>
            <p:cNvSpPr txBox="1">
              <a:spLocks noChangeArrowheads="1"/>
            </p:cNvSpPr>
            <p:nvPr/>
          </p:nvSpPr>
          <p:spPr bwMode="auto">
            <a:xfrm>
              <a:off x="3843" y="2661"/>
              <a:ext cx="363" cy="233"/>
            </a:xfrm>
            <a:prstGeom prst="rect">
              <a:avLst/>
            </a:prstGeom>
            <a:noFill/>
            <a:ln w="9525">
              <a:noFill/>
              <a:miter lim="800000"/>
              <a:headEnd/>
              <a:tailEnd/>
            </a:ln>
            <a:effectLst/>
          </p:spPr>
          <p:txBody>
            <a:bodyPr>
              <a:spAutoFit/>
            </a:bodyPr>
            <a:lstStyle/>
            <a:p>
              <a:pPr>
                <a:spcBef>
                  <a:spcPct val="50000"/>
                </a:spcBef>
              </a:pPr>
              <a:r>
                <a:rPr lang="en-US" altLang="zh-CN" sz="1800" dirty="0"/>
                <a:t>'</a:t>
              </a:r>
              <a:r>
                <a:rPr lang="en-US" altLang="zh-CN" sz="1800" b="1" dirty="0">
                  <a:effectLst>
                    <a:outerShdw blurRad="38100" dist="38100" dir="2700000" algn="tl">
                      <a:srgbClr val="FFFFFF"/>
                    </a:outerShdw>
                  </a:effectLst>
                  <a:ea typeface="楷体_GB2312" pitchFamily="49" charset="-122"/>
                </a:rPr>
                <a:t>O</a:t>
              </a:r>
              <a:r>
                <a:rPr lang="en-US" altLang="zh-CN" sz="1800" dirty="0"/>
                <a:t>'</a:t>
              </a:r>
              <a:endParaRPr lang="en-US" altLang="zh-CN" sz="1800" b="1" dirty="0">
                <a:effectLst>
                  <a:outerShdw blurRad="38100" dist="38100" dir="2700000" algn="tl">
                    <a:srgbClr val="FFFFFF"/>
                  </a:outerShdw>
                </a:effectLst>
                <a:ea typeface="楷体_GB2312" pitchFamily="49" charset="-122"/>
              </a:endParaRPr>
            </a:p>
          </p:txBody>
        </p:sp>
        <p:sp>
          <p:nvSpPr>
            <p:cNvPr id="801905" name="Text Box 113"/>
            <p:cNvSpPr txBox="1">
              <a:spLocks noChangeArrowheads="1"/>
            </p:cNvSpPr>
            <p:nvPr/>
          </p:nvSpPr>
          <p:spPr bwMode="auto">
            <a:xfrm>
              <a:off x="3835" y="2977"/>
              <a:ext cx="363" cy="233"/>
            </a:xfrm>
            <a:prstGeom prst="rect">
              <a:avLst/>
            </a:prstGeom>
            <a:noFill/>
            <a:ln w="9525">
              <a:noFill/>
              <a:miter lim="800000"/>
              <a:headEnd/>
              <a:tailEnd/>
            </a:ln>
            <a:effectLst/>
          </p:spPr>
          <p:txBody>
            <a:bodyPr>
              <a:spAutoFit/>
            </a:bodyPr>
            <a:lstStyle/>
            <a:p>
              <a:pPr>
                <a:spcBef>
                  <a:spcPct val="50000"/>
                </a:spcBef>
              </a:pPr>
              <a:r>
                <a:rPr lang="en-US" altLang="zh-CN" sz="1800" b="1" dirty="0"/>
                <a:t>'</a:t>
              </a:r>
              <a:r>
                <a:rPr lang="en-US" altLang="zh-CN" sz="1800" b="1" dirty="0">
                  <a:effectLst>
                    <a:outerShdw blurRad="38100" dist="38100" dir="2700000" algn="tl">
                      <a:srgbClr val="FFFFFF"/>
                    </a:outerShdw>
                  </a:effectLst>
                  <a:ea typeface="楷体_GB2312" pitchFamily="49" charset="-122"/>
                </a:rPr>
                <a:t>\0</a:t>
              </a:r>
              <a:r>
                <a:rPr lang="en-US" altLang="zh-CN" sz="1800" b="1" dirty="0"/>
                <a:t>'</a:t>
              </a:r>
              <a:endParaRPr lang="en-US" altLang="zh-CN" sz="1800" b="1" dirty="0">
                <a:effectLst>
                  <a:outerShdw blurRad="38100" dist="38100" dir="2700000" algn="tl">
                    <a:srgbClr val="FFFFFF"/>
                  </a:outerShdw>
                </a:effectLst>
                <a:ea typeface="楷体_GB2312" pitchFamily="49" charset="-122"/>
              </a:endParaRPr>
            </a:p>
          </p:txBody>
        </p:sp>
        <p:sp>
          <p:nvSpPr>
            <p:cNvPr id="801906" name="Oval 114"/>
            <p:cNvSpPr>
              <a:spLocks noChangeArrowheads="1"/>
            </p:cNvSpPr>
            <p:nvPr/>
          </p:nvSpPr>
          <p:spPr bwMode="auto">
            <a:xfrm>
              <a:off x="4459" y="3021"/>
              <a:ext cx="272" cy="227"/>
            </a:xfrm>
            <a:prstGeom prst="ellipse">
              <a:avLst/>
            </a:prstGeom>
            <a:noFill/>
            <a:ln w="28575">
              <a:solidFill>
                <a:srgbClr val="FF3300"/>
              </a:solidFill>
              <a:round/>
              <a:headEnd/>
              <a:tailEnd/>
            </a:ln>
            <a:effectLst/>
          </p:spPr>
          <p:txBody>
            <a:bodyPr wrap="none" anchor="ctr"/>
            <a:lstStyle/>
            <a:p>
              <a:pPr algn="ctr"/>
              <a:endParaRPr lang="zh-CN" altLang="zh-CN">
                <a:solidFill>
                  <a:srgbClr val="FF0066"/>
                </a:solidFill>
              </a:endParaRPr>
            </a:p>
          </p:txBody>
        </p:sp>
        <p:sp>
          <p:nvSpPr>
            <p:cNvPr id="801907" name="AutoShape 115"/>
            <p:cNvSpPr>
              <a:spLocks noChangeArrowheads="1"/>
            </p:cNvSpPr>
            <p:nvPr/>
          </p:nvSpPr>
          <p:spPr bwMode="auto">
            <a:xfrm>
              <a:off x="4231" y="3408"/>
              <a:ext cx="1451" cy="318"/>
            </a:xfrm>
            <a:prstGeom prst="wedgeRoundRectCallout">
              <a:avLst>
                <a:gd name="adj1" fmla="val -24377"/>
                <a:gd name="adj2" fmla="val -118342"/>
                <a:gd name="adj3" fmla="val 16667"/>
              </a:avLst>
            </a:prstGeom>
            <a:gradFill flip="none" rotWithShape="1">
              <a:gsLst>
                <a:gs pos="0">
                  <a:srgbClr val="CFCFD1"/>
                </a:gs>
                <a:gs pos="100000">
                  <a:schemeClr val="bg1">
                    <a:lumMod val="95000"/>
                  </a:schemeClr>
                </a:gs>
              </a:gsLst>
              <a:lin ang="2700000" scaled="1"/>
              <a:tileRect/>
            </a:gradFill>
            <a:ln w="9525">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a:solidFill>
                    <a:srgbClr val="C01920"/>
                  </a:solidFill>
                  <a:latin typeface="楷体" pitchFamily="49" charset="-122"/>
                  <a:ea typeface="楷体" pitchFamily="49" charset="-122"/>
                </a:rPr>
                <a:t>字符串结束标志</a:t>
              </a:r>
            </a:p>
          </p:txBody>
        </p:sp>
      </p:grpSp>
      <p:sp>
        <p:nvSpPr>
          <p:cNvPr id="801911" name="Text Box 119"/>
          <p:cNvSpPr txBox="1">
            <a:spLocks noChangeArrowheads="1"/>
          </p:cNvSpPr>
          <p:nvPr/>
        </p:nvSpPr>
        <p:spPr bwMode="auto">
          <a:xfrm>
            <a:off x="1055440" y="3604954"/>
            <a:ext cx="1943161" cy="461665"/>
          </a:xfrm>
          <a:prstGeom prst="rect">
            <a:avLst/>
          </a:prstGeom>
          <a:noFill/>
          <a:ln w="9525">
            <a:noFill/>
            <a:miter lim="800000"/>
            <a:headEnd/>
            <a:tailEnd/>
          </a:ln>
          <a:effectLst/>
        </p:spPr>
        <p:txBody>
          <a:bodyPr wrap="none">
            <a:spAutoFit/>
          </a:bodyPr>
          <a:lstStyle/>
          <a:p>
            <a:r>
              <a:rPr lang="zh-CN" altLang="en-US" b="1" dirty="0">
                <a:solidFill>
                  <a:srgbClr val="C01920"/>
                </a:solidFill>
                <a:latin typeface="+mn-lt"/>
                <a:ea typeface="隶书" pitchFamily="49" charset="-122"/>
              </a:rPr>
              <a:t>例</a:t>
            </a:r>
            <a:r>
              <a:rPr lang="en-US" altLang="zh-CN" b="1" dirty="0">
                <a:solidFill>
                  <a:srgbClr val="C01920"/>
                </a:solidFill>
                <a:latin typeface="+mn-lt"/>
                <a:ea typeface="隶书" pitchFamily="49" charset="-122"/>
              </a:rPr>
              <a:t>2:   </a:t>
            </a:r>
            <a:r>
              <a:rPr lang="zh-CN" altLang="zh-CN" b="1" dirty="0">
                <a:solidFill>
                  <a:srgbClr val="C01920"/>
                </a:solidFill>
                <a:latin typeface="+mn-lt"/>
                <a:ea typeface="隶书" pitchFamily="49" charset="-122"/>
              </a:rPr>
              <a:t>空串</a:t>
            </a:r>
            <a:r>
              <a:rPr lang="en-US" altLang="zh-CN" b="1" dirty="0">
                <a:solidFill>
                  <a:srgbClr val="C01920"/>
                </a:solidFill>
                <a:latin typeface="+mn-lt"/>
                <a:ea typeface="隶书" pitchFamily="49" charset="-122"/>
              </a:rPr>
              <a:t>""</a:t>
            </a:r>
            <a:endParaRPr lang="zh-CN" altLang="en-US" b="1" dirty="0">
              <a:solidFill>
                <a:srgbClr val="C01920"/>
              </a:solidFill>
              <a:latin typeface="+mn-lt"/>
              <a:ea typeface="隶书" pitchFamily="49" charset="-122"/>
            </a:endParaRPr>
          </a:p>
        </p:txBody>
      </p:sp>
      <p:sp>
        <p:nvSpPr>
          <p:cNvPr id="801912" name="Text Box 120"/>
          <p:cNvSpPr txBox="1">
            <a:spLocks noChangeArrowheads="1"/>
          </p:cNvSpPr>
          <p:nvPr/>
        </p:nvSpPr>
        <p:spPr bwMode="auto">
          <a:xfrm>
            <a:off x="1979969" y="4109010"/>
            <a:ext cx="1295400" cy="400110"/>
          </a:xfrm>
          <a:prstGeom prst="rect">
            <a:avLst/>
          </a:prstGeom>
          <a:solidFill>
            <a:schemeClr val="bg1"/>
          </a:solidFill>
          <a:ln w="28575">
            <a:solidFill>
              <a:schemeClr val="tx1"/>
            </a:solidFill>
            <a:miter lim="800000"/>
            <a:headEnd/>
            <a:tailEnd/>
          </a:ln>
          <a:effectLst/>
        </p:spPr>
        <p:txBody>
          <a:bodyPr>
            <a:spAutoFit/>
          </a:bodyPr>
          <a:lstStyle/>
          <a:p>
            <a:pPr algn="ctr">
              <a:spcBef>
                <a:spcPct val="50000"/>
              </a:spcBef>
            </a:pPr>
            <a:r>
              <a:rPr lang="en-US" altLang="zh-CN" sz="2000" b="1">
                <a:latin typeface="+mn-lt"/>
              </a:rPr>
              <a:t>\0</a:t>
            </a:r>
          </a:p>
        </p:txBody>
      </p:sp>
      <p:sp>
        <p:nvSpPr>
          <p:cNvPr id="801914" name="AutoShape 122"/>
          <p:cNvSpPr>
            <a:spLocks noChangeArrowheads="1"/>
          </p:cNvSpPr>
          <p:nvPr/>
        </p:nvSpPr>
        <p:spPr bwMode="auto">
          <a:xfrm rot="1878291">
            <a:off x="5435701" y="3801357"/>
            <a:ext cx="2840593" cy="944700"/>
          </a:xfrm>
          <a:prstGeom prst="curvedUpArrow">
            <a:avLst>
              <a:gd name="adj1" fmla="val 43647"/>
              <a:gd name="adj2" fmla="val 87295"/>
              <a:gd name="adj3" fmla="val 33333"/>
            </a:avLst>
          </a:prstGeom>
          <a:solidFill>
            <a:srgbClr val="F0E5B7"/>
          </a:solidFill>
          <a:ln w="9525">
            <a:no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801915" name="Rectangle 123"/>
          <p:cNvSpPr>
            <a:spLocks noChangeArrowheads="1"/>
          </p:cNvSpPr>
          <p:nvPr/>
        </p:nvSpPr>
        <p:spPr bwMode="auto">
          <a:xfrm>
            <a:off x="1219706" y="4620382"/>
            <a:ext cx="4243469" cy="461665"/>
          </a:xfrm>
          <a:prstGeom prst="rect">
            <a:avLst/>
          </a:prstGeom>
          <a:noFill/>
          <a:ln w="9525">
            <a:noFill/>
            <a:miter lim="800000"/>
            <a:headEnd/>
            <a:tailEnd/>
          </a:ln>
          <a:effectLst/>
        </p:spPr>
        <p:txBody>
          <a:bodyPr wrap="none">
            <a:spAutoFit/>
          </a:bodyPr>
          <a:lstStyle/>
          <a:p>
            <a:pPr marL="342900" indent="-342900">
              <a:spcBef>
                <a:spcPct val="20000"/>
              </a:spcBef>
              <a:buClr>
                <a:srgbClr val="C01920"/>
              </a:buClr>
              <a:buFont typeface="Wingdings" panose="05000000000000000000" pitchFamily="2" charset="2"/>
              <a:buChar char="Ø"/>
            </a:pPr>
            <a:r>
              <a:rPr lang="zh-CN" altLang="zh-CN" b="1" dirty="0">
                <a:solidFill>
                  <a:srgbClr val="C01920"/>
                </a:solidFill>
                <a:latin typeface="楷体" pitchFamily="49" charset="-122"/>
                <a:ea typeface="楷体" pitchFamily="49" charset="-122"/>
              </a:rPr>
              <a:t>字符常量与字符串常量不同</a:t>
            </a:r>
          </a:p>
        </p:txBody>
      </p:sp>
      <p:grpSp>
        <p:nvGrpSpPr>
          <p:cNvPr id="801924" name="Group 132"/>
          <p:cNvGrpSpPr>
            <a:grpSpLocks/>
          </p:cNvGrpSpPr>
          <p:nvPr/>
        </p:nvGrpSpPr>
        <p:grpSpPr bwMode="auto">
          <a:xfrm>
            <a:off x="1104878" y="5181130"/>
            <a:ext cx="4303712" cy="461963"/>
            <a:chOff x="1167" y="2859"/>
            <a:chExt cx="2711" cy="291"/>
          </a:xfrm>
        </p:grpSpPr>
        <p:sp>
          <p:nvSpPr>
            <p:cNvPr id="801917" name="Rectangle 125"/>
            <p:cNvSpPr>
              <a:spLocks noChangeArrowheads="1"/>
            </p:cNvSpPr>
            <p:nvPr/>
          </p:nvSpPr>
          <p:spPr bwMode="auto">
            <a:xfrm>
              <a:off x="1887" y="2907"/>
              <a:ext cx="585" cy="206"/>
            </a:xfrm>
            <a:prstGeom prst="rect">
              <a:avLst/>
            </a:prstGeom>
            <a:solidFill>
              <a:schemeClr val="bg1"/>
            </a:solidFill>
            <a:ln w="28575">
              <a:solidFill>
                <a:schemeClr val="tx1"/>
              </a:solidFill>
              <a:miter lim="800000"/>
              <a:headEnd/>
              <a:tailEnd/>
            </a:ln>
            <a:effectLst/>
          </p:spPr>
          <p:txBody>
            <a:bodyPr wrap="none" anchor="ctr"/>
            <a:lstStyle/>
            <a:p>
              <a:pPr algn="ctr"/>
              <a:r>
                <a:rPr lang="en-US" altLang="zh-CN" dirty="0"/>
                <a:t>0x41</a:t>
              </a:r>
            </a:p>
          </p:txBody>
        </p:sp>
        <p:grpSp>
          <p:nvGrpSpPr>
            <p:cNvPr id="801923" name="Group 131"/>
            <p:cNvGrpSpPr>
              <a:grpSpLocks/>
            </p:cNvGrpSpPr>
            <p:nvPr/>
          </p:nvGrpSpPr>
          <p:grpSpPr bwMode="auto">
            <a:xfrm>
              <a:off x="3048" y="2922"/>
              <a:ext cx="830" cy="192"/>
              <a:chOff x="3048" y="2922"/>
              <a:chExt cx="830" cy="192"/>
            </a:xfrm>
          </p:grpSpPr>
          <p:sp>
            <p:nvSpPr>
              <p:cNvPr id="801919" name="Rectangle 127"/>
              <p:cNvSpPr>
                <a:spLocks noChangeArrowheads="1"/>
              </p:cNvSpPr>
              <p:nvPr/>
            </p:nvSpPr>
            <p:spPr bwMode="auto">
              <a:xfrm>
                <a:off x="3048" y="2925"/>
                <a:ext cx="830" cy="188"/>
              </a:xfrm>
              <a:prstGeom prst="rect">
                <a:avLst/>
              </a:prstGeom>
              <a:solidFill>
                <a:schemeClr val="bg1"/>
              </a:solidFill>
              <a:ln w="28575">
                <a:solidFill>
                  <a:schemeClr val="tx1"/>
                </a:solidFill>
                <a:miter lim="800000"/>
                <a:headEnd/>
                <a:tailEnd/>
              </a:ln>
              <a:effectLst/>
            </p:spPr>
            <p:txBody>
              <a:bodyPr wrap="none" anchor="ctr"/>
              <a:lstStyle/>
              <a:p>
                <a:r>
                  <a:rPr lang="en-US" altLang="zh-CN" dirty="0"/>
                  <a:t> 0x41  \0</a:t>
                </a:r>
              </a:p>
            </p:txBody>
          </p:sp>
          <p:sp>
            <p:nvSpPr>
              <p:cNvPr id="801920" name="Line 128"/>
              <p:cNvSpPr>
                <a:spLocks noChangeShapeType="1"/>
              </p:cNvSpPr>
              <p:nvPr/>
            </p:nvSpPr>
            <p:spPr bwMode="auto">
              <a:xfrm>
                <a:off x="3551" y="2922"/>
                <a:ext cx="0" cy="192"/>
              </a:xfrm>
              <a:prstGeom prst="line">
                <a:avLst/>
              </a:prstGeom>
              <a:noFill/>
              <a:ln w="9525">
                <a:solidFill>
                  <a:schemeClr val="tx1"/>
                </a:solidFill>
                <a:round/>
                <a:headEnd/>
                <a:tailEnd/>
              </a:ln>
              <a:effectLst/>
            </p:spPr>
            <p:txBody>
              <a:bodyPr wrap="none" anchor="ctr"/>
              <a:lstStyle/>
              <a:p>
                <a:endParaRPr lang="zh-CN" altLang="en-US"/>
              </a:p>
            </p:txBody>
          </p:sp>
        </p:grpSp>
        <p:sp>
          <p:nvSpPr>
            <p:cNvPr id="801921" name="Text Box 129"/>
            <p:cNvSpPr txBox="1">
              <a:spLocks noChangeArrowheads="1"/>
            </p:cNvSpPr>
            <p:nvPr/>
          </p:nvSpPr>
          <p:spPr bwMode="auto">
            <a:xfrm>
              <a:off x="1167" y="2859"/>
              <a:ext cx="672" cy="291"/>
            </a:xfrm>
            <a:prstGeom prst="rect">
              <a:avLst/>
            </a:prstGeom>
            <a:noFill/>
            <a:ln w="9525">
              <a:noFill/>
              <a:miter lim="800000"/>
              <a:headEnd/>
              <a:tailEnd/>
            </a:ln>
            <a:effectLst/>
          </p:spPr>
          <p:txBody>
            <a:bodyPr wrap="none">
              <a:spAutoFit/>
            </a:bodyPr>
            <a:lstStyle/>
            <a:p>
              <a:r>
                <a:rPr lang="zh-CN" altLang="en-US" b="1" dirty="0">
                  <a:solidFill>
                    <a:srgbClr val="C01920"/>
                  </a:solidFill>
                  <a:latin typeface="隶书" pitchFamily="49" charset="-122"/>
                  <a:ea typeface="隶书" pitchFamily="49" charset="-122"/>
                </a:rPr>
                <a:t>例</a:t>
              </a:r>
              <a:r>
                <a:rPr lang="en-US" altLang="zh-CN" b="1" dirty="0">
                  <a:solidFill>
                    <a:srgbClr val="C01920"/>
                  </a:solidFill>
                  <a:latin typeface="+mn-lt"/>
                  <a:ea typeface="隶书" pitchFamily="49" charset="-122"/>
                </a:rPr>
                <a:t>:</a:t>
              </a:r>
              <a:r>
                <a:rPr lang="zh-CN" altLang="en-US" b="1" dirty="0">
                  <a:solidFill>
                    <a:srgbClr val="C01920"/>
                  </a:solidFill>
                  <a:latin typeface="+mn-lt"/>
                  <a:ea typeface="楷体_GB2312" pitchFamily="49" charset="-122"/>
                </a:rPr>
                <a:t> </a:t>
              </a:r>
              <a:r>
                <a:rPr lang="en-US" altLang="zh-CN" b="1" dirty="0">
                  <a:solidFill>
                    <a:srgbClr val="C01920"/>
                  </a:solidFill>
                  <a:latin typeface="+mn-lt"/>
                </a:rPr>
                <a:t>'</a:t>
              </a:r>
              <a:r>
                <a:rPr lang="en-US" altLang="zh-CN" b="1" dirty="0">
                  <a:solidFill>
                    <a:srgbClr val="C01920"/>
                  </a:solidFill>
                  <a:latin typeface="+mn-lt"/>
                  <a:ea typeface="楷体_GB2312" pitchFamily="49" charset="-122"/>
                </a:rPr>
                <a:t>A</a:t>
              </a:r>
              <a:r>
                <a:rPr lang="en-US" altLang="zh-CN" b="1" dirty="0">
                  <a:solidFill>
                    <a:srgbClr val="C01920"/>
                  </a:solidFill>
                  <a:latin typeface="+mn-lt"/>
                </a:rPr>
                <a:t>'</a:t>
              </a:r>
              <a:endParaRPr lang="en-US" altLang="zh-CN" b="1" dirty="0">
                <a:solidFill>
                  <a:srgbClr val="C01920"/>
                </a:solidFill>
                <a:latin typeface="+mn-lt"/>
                <a:ea typeface="楷体_GB2312" pitchFamily="49" charset="-122"/>
              </a:endParaRPr>
            </a:p>
          </p:txBody>
        </p:sp>
        <p:sp>
          <p:nvSpPr>
            <p:cNvPr id="801922" name="Text Box 130"/>
            <p:cNvSpPr txBox="1">
              <a:spLocks noChangeArrowheads="1"/>
            </p:cNvSpPr>
            <p:nvPr/>
          </p:nvSpPr>
          <p:spPr bwMode="auto">
            <a:xfrm>
              <a:off x="2607" y="2859"/>
              <a:ext cx="473" cy="291"/>
            </a:xfrm>
            <a:prstGeom prst="rect">
              <a:avLst/>
            </a:prstGeom>
            <a:noFill/>
            <a:ln w="9525">
              <a:noFill/>
              <a:miter lim="800000"/>
              <a:headEnd/>
              <a:tailEnd/>
            </a:ln>
            <a:effectLst/>
          </p:spPr>
          <p:txBody>
            <a:bodyPr wrap="none">
              <a:spAutoFit/>
            </a:bodyPr>
            <a:lstStyle/>
            <a:p>
              <a:r>
                <a:rPr lang="en-US" altLang="zh-CN" b="1" dirty="0">
                  <a:solidFill>
                    <a:srgbClr val="C01920"/>
                  </a:solidFill>
                </a:rPr>
                <a:t>"</a:t>
              </a:r>
              <a:r>
                <a:rPr lang="en-US" altLang="zh-CN" dirty="0">
                  <a:solidFill>
                    <a:srgbClr val="C01920"/>
                  </a:solidFill>
                </a:rPr>
                <a:t>A</a:t>
              </a:r>
              <a:r>
                <a:rPr lang="en-US" altLang="zh-CN" b="1" dirty="0">
                  <a:solidFill>
                    <a:srgbClr val="C01920"/>
                  </a:solidFill>
                </a:rPr>
                <a:t>"</a:t>
              </a:r>
              <a:endParaRPr lang="en-US" altLang="zh-CN" dirty="0">
                <a:solidFill>
                  <a:srgbClr val="C01920"/>
                </a:solidFill>
              </a:endParaRPr>
            </a:p>
          </p:txBody>
        </p:sp>
      </p:grpSp>
      <p:sp>
        <p:nvSpPr>
          <p:cNvPr id="801925" name="Text Box 133"/>
          <p:cNvSpPr txBox="1">
            <a:spLocks noChangeArrowheads="1"/>
          </p:cNvSpPr>
          <p:nvPr/>
        </p:nvSpPr>
        <p:spPr bwMode="auto">
          <a:xfrm>
            <a:off x="1767809" y="5643093"/>
            <a:ext cx="3262311" cy="984250"/>
          </a:xfrm>
          <a:prstGeom prst="rect">
            <a:avLst/>
          </a:prstGeom>
          <a:solidFill>
            <a:schemeClr val="bg1"/>
          </a:soli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spAutoFit/>
          </a:bodyPr>
          <a:lstStyle/>
          <a:p>
            <a:pPr eaLnBrk="0" hangingPunct="0"/>
            <a:r>
              <a:rPr lang="zh-CN" altLang="en-US" sz="2800" b="1" dirty="0">
                <a:solidFill>
                  <a:srgbClr val="C01920"/>
                </a:solidFill>
                <a:ea typeface="隶书" pitchFamily="49" charset="-122"/>
              </a:rPr>
              <a:t>例</a:t>
            </a:r>
            <a:r>
              <a:rPr lang="en-US" altLang="zh-CN" sz="2800" b="1" dirty="0">
                <a:solidFill>
                  <a:srgbClr val="C01920"/>
                </a:solidFill>
                <a:ea typeface="隶书" pitchFamily="49" charset="-122"/>
              </a:rPr>
              <a:t>:  </a:t>
            </a:r>
            <a:r>
              <a:rPr lang="en-US" altLang="zh-CN" sz="2800" dirty="0">
                <a:effectLst>
                  <a:outerShdw blurRad="50800" dist="38100" dir="2700000" algn="tl" rotWithShape="0">
                    <a:prstClr val="black">
                      <a:alpha val="40000"/>
                    </a:prstClr>
                  </a:outerShdw>
                </a:effectLst>
                <a:ea typeface="隶书" pitchFamily="49" charset="-122"/>
              </a:rPr>
              <a:t>char   </a:t>
            </a:r>
            <a:r>
              <a:rPr lang="en-US" altLang="zh-CN" sz="2800" dirty="0" err="1">
                <a:effectLst>
                  <a:outerShdw blurRad="50800" dist="38100" dir="2700000" algn="tl" rotWithShape="0">
                    <a:prstClr val="black">
                      <a:alpha val="40000"/>
                    </a:prstClr>
                  </a:outerShdw>
                </a:effectLst>
                <a:ea typeface="隶书" pitchFamily="49" charset="-122"/>
              </a:rPr>
              <a:t>ch</a:t>
            </a:r>
            <a:r>
              <a:rPr lang="en-US" altLang="zh-CN" sz="2800" dirty="0">
                <a:effectLst>
                  <a:outerShdw blurRad="50800" dist="38100" dir="2700000" algn="tl" rotWithShape="0">
                    <a:prstClr val="black">
                      <a:alpha val="40000"/>
                    </a:prstClr>
                  </a:outerShdw>
                </a:effectLst>
                <a:ea typeface="隶书" pitchFamily="49" charset="-122"/>
              </a:rPr>
              <a:t>;</a:t>
            </a:r>
          </a:p>
          <a:p>
            <a:pPr eaLnBrk="0" hangingPunct="0"/>
            <a:r>
              <a:rPr lang="en-US" altLang="zh-CN" sz="2800" dirty="0">
                <a:effectLst>
                  <a:outerShdw blurRad="50800" dist="38100" dir="2700000" algn="tl" rotWithShape="0">
                    <a:prstClr val="black">
                      <a:alpha val="40000"/>
                    </a:prstClr>
                  </a:outerShdw>
                </a:effectLst>
                <a:ea typeface="隶书" pitchFamily="49" charset="-122"/>
              </a:rPr>
              <a:t>       </a:t>
            </a:r>
            <a:r>
              <a:rPr lang="en-US" altLang="zh-CN" sz="2800" dirty="0" err="1">
                <a:effectLst>
                  <a:outerShdw blurRad="50800" dist="38100" dir="2700000" algn="tl" rotWithShape="0">
                    <a:prstClr val="black">
                      <a:alpha val="40000"/>
                    </a:prstClr>
                  </a:outerShdw>
                </a:effectLst>
                <a:ea typeface="隶书" pitchFamily="49" charset="-122"/>
              </a:rPr>
              <a:t>ch</a:t>
            </a:r>
            <a:r>
              <a:rPr lang="en-US" altLang="zh-CN" sz="2800" dirty="0">
                <a:effectLst>
                  <a:outerShdw blurRad="50800" dist="38100" dir="2700000" algn="tl" rotWithShape="0">
                    <a:prstClr val="black">
                      <a:alpha val="40000"/>
                    </a:prstClr>
                  </a:outerShdw>
                </a:effectLst>
                <a:ea typeface="隶书" pitchFamily="49" charset="-122"/>
              </a:rPr>
              <a:t> = </a:t>
            </a:r>
            <a:r>
              <a:rPr lang="en-US" altLang="zh-CN" sz="2800" dirty="0">
                <a:effectLst>
                  <a:outerShdw blurRad="50800" dist="38100" dir="2700000" algn="tl" rotWithShape="0">
                    <a:prstClr val="black">
                      <a:alpha val="40000"/>
                    </a:prstClr>
                  </a:outerShdw>
                </a:effectLst>
              </a:rPr>
              <a:t>"</a:t>
            </a:r>
            <a:r>
              <a:rPr lang="en-US" altLang="zh-CN" sz="2800" dirty="0">
                <a:effectLst>
                  <a:outerShdw blurRad="50800" dist="38100" dir="2700000" algn="tl" rotWithShape="0">
                    <a:prstClr val="black">
                      <a:alpha val="40000"/>
                    </a:prstClr>
                  </a:outerShdw>
                </a:effectLst>
                <a:ea typeface="隶书" pitchFamily="49" charset="-122"/>
              </a:rPr>
              <a:t>A</a:t>
            </a:r>
            <a:r>
              <a:rPr lang="en-US" altLang="zh-CN" sz="2800" dirty="0">
                <a:effectLst>
                  <a:outerShdw blurRad="50800" dist="38100" dir="2700000" algn="tl" rotWithShape="0">
                    <a:prstClr val="black">
                      <a:alpha val="40000"/>
                    </a:prstClr>
                  </a:outerShdw>
                </a:effectLst>
              </a:rPr>
              <a:t>"</a:t>
            </a:r>
            <a:r>
              <a:rPr lang="en-US" altLang="zh-CN" sz="2800" dirty="0">
                <a:effectLst>
                  <a:outerShdw blurRad="50800" dist="38100" dir="2700000" algn="tl" rotWithShape="0">
                    <a:prstClr val="black">
                      <a:alpha val="40000"/>
                    </a:prstClr>
                  </a:outerShdw>
                </a:effectLst>
                <a:ea typeface="隶书" pitchFamily="49" charset="-122"/>
              </a:rPr>
              <a:t>;          </a:t>
            </a:r>
          </a:p>
        </p:txBody>
      </p:sp>
      <p:grpSp>
        <p:nvGrpSpPr>
          <p:cNvPr id="801926" name="Group 134"/>
          <p:cNvGrpSpPr>
            <a:grpSpLocks/>
          </p:cNvGrpSpPr>
          <p:nvPr/>
        </p:nvGrpSpPr>
        <p:grpSpPr bwMode="auto">
          <a:xfrm>
            <a:off x="4368777" y="6191331"/>
            <a:ext cx="381000" cy="381000"/>
            <a:chOff x="4344" y="3540"/>
            <a:chExt cx="240" cy="240"/>
          </a:xfrm>
        </p:grpSpPr>
        <p:sp>
          <p:nvSpPr>
            <p:cNvPr id="801927" name="Line 135"/>
            <p:cNvSpPr>
              <a:spLocks noChangeShapeType="1"/>
            </p:cNvSpPr>
            <p:nvPr/>
          </p:nvSpPr>
          <p:spPr bwMode="auto">
            <a:xfrm flipH="1">
              <a:off x="4344" y="3540"/>
              <a:ext cx="240" cy="240"/>
            </a:xfrm>
            <a:prstGeom prst="line">
              <a:avLst/>
            </a:prstGeom>
            <a:noFill/>
            <a:ln w="38100">
              <a:solidFill>
                <a:srgbClr val="FF0000"/>
              </a:solidFill>
              <a:round/>
              <a:headEnd/>
              <a:tailEnd/>
            </a:ln>
            <a:effectLst/>
          </p:spPr>
          <p:txBody>
            <a:bodyPr wrap="none" lIns="90000" tIns="46800" rIns="90000" bIns="46800" anchor="ctr"/>
            <a:lstStyle/>
            <a:p>
              <a:endParaRPr lang="zh-CN" altLang="en-US"/>
            </a:p>
          </p:txBody>
        </p:sp>
        <p:sp>
          <p:nvSpPr>
            <p:cNvPr id="801928" name="Line 136"/>
            <p:cNvSpPr>
              <a:spLocks noChangeShapeType="1"/>
            </p:cNvSpPr>
            <p:nvPr/>
          </p:nvSpPr>
          <p:spPr bwMode="auto">
            <a:xfrm>
              <a:off x="4356" y="3540"/>
              <a:ext cx="228" cy="216"/>
            </a:xfrm>
            <a:prstGeom prst="line">
              <a:avLst/>
            </a:prstGeom>
            <a:noFill/>
            <a:ln w="38100">
              <a:solidFill>
                <a:srgbClr val="FF0000"/>
              </a:solidFill>
              <a:round/>
              <a:headEnd/>
              <a:tailEnd/>
            </a:ln>
            <a:effectLst/>
          </p:spPr>
          <p:txBody>
            <a:bodyPr wrap="none" lIns="90000" tIns="46800" rIns="90000" bIns="46800" anchor="ctr"/>
            <a:lstStyle/>
            <a:p>
              <a:endParaRPr lang="zh-CN" altLang="en-US"/>
            </a:p>
          </p:txBody>
        </p:sp>
      </p:grpSp>
      <p:sp>
        <p:nvSpPr>
          <p:cNvPr id="801930" name="Text Box 138"/>
          <p:cNvSpPr txBox="1">
            <a:spLocks noChangeArrowheads="1"/>
          </p:cNvSpPr>
          <p:nvPr/>
        </p:nvSpPr>
        <p:spPr bwMode="auto">
          <a:xfrm>
            <a:off x="5189828" y="5643093"/>
            <a:ext cx="3261600" cy="984250"/>
          </a:xfrm>
          <a:prstGeom prst="rect">
            <a:avLst/>
          </a:prstGeom>
          <a:solidFill>
            <a:schemeClr val="bg1"/>
          </a:soli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spAutoFit/>
          </a:bodyPr>
          <a:lstStyle/>
          <a:p>
            <a:pPr eaLnBrk="0" hangingPunct="0"/>
            <a:r>
              <a:rPr lang="zh-CN" altLang="en-US" sz="2800" b="1" dirty="0">
                <a:solidFill>
                  <a:srgbClr val="C01920"/>
                </a:solidFill>
                <a:latin typeface="隶书" pitchFamily="49" charset="-122"/>
                <a:ea typeface="隶书" pitchFamily="49" charset="-122"/>
              </a:rPr>
              <a:t>例</a:t>
            </a:r>
            <a:r>
              <a:rPr lang="en-US" altLang="zh-CN" sz="2800" b="1" dirty="0">
                <a:solidFill>
                  <a:srgbClr val="C01920"/>
                </a:solidFill>
                <a:latin typeface="隶书" pitchFamily="49" charset="-122"/>
                <a:ea typeface="隶书" pitchFamily="49" charset="-122"/>
              </a:rPr>
              <a:t>: </a:t>
            </a:r>
            <a:r>
              <a:rPr lang="en-US" altLang="zh-CN" sz="2800" dirty="0">
                <a:effectLst>
                  <a:outerShdw blurRad="50800" dist="38100" dir="2700000" algn="tl" rotWithShape="0">
                    <a:prstClr val="black">
                      <a:alpha val="40000"/>
                    </a:prstClr>
                  </a:outerShdw>
                </a:effectLst>
                <a:ea typeface="隶书" pitchFamily="49" charset="-122"/>
              </a:rPr>
              <a:t>char</a:t>
            </a:r>
            <a:r>
              <a:rPr lang="en-US" altLang="zh-CN" sz="2800" dirty="0">
                <a:ea typeface="隶书" pitchFamily="49" charset="-122"/>
              </a:rPr>
              <a:t>   </a:t>
            </a:r>
            <a:r>
              <a:rPr lang="en-US" altLang="zh-CN" sz="2800" dirty="0" err="1">
                <a:ea typeface="隶书" pitchFamily="49" charset="-122"/>
              </a:rPr>
              <a:t>ch</a:t>
            </a:r>
            <a:r>
              <a:rPr lang="en-US" altLang="zh-CN" sz="2800" dirty="0">
                <a:ea typeface="隶书" pitchFamily="49" charset="-122"/>
              </a:rPr>
              <a:t>;</a:t>
            </a:r>
          </a:p>
          <a:p>
            <a:pPr eaLnBrk="0" hangingPunct="0"/>
            <a:r>
              <a:rPr lang="en-US" altLang="zh-CN" sz="2800" dirty="0">
                <a:ea typeface="隶书" pitchFamily="49" charset="-122"/>
              </a:rPr>
              <a:t>        </a:t>
            </a:r>
            <a:r>
              <a:rPr lang="en-US" altLang="zh-CN" sz="2800" dirty="0" err="1">
                <a:ea typeface="隶书" pitchFamily="49" charset="-122"/>
              </a:rPr>
              <a:t>ch</a:t>
            </a:r>
            <a:r>
              <a:rPr lang="en-US" altLang="zh-CN" sz="2800" dirty="0">
                <a:ea typeface="隶书" pitchFamily="49" charset="-122"/>
              </a:rPr>
              <a:t> = </a:t>
            </a:r>
            <a:r>
              <a:rPr lang="en-US" altLang="zh-CN" sz="2800" dirty="0"/>
              <a:t>'</a:t>
            </a:r>
            <a:r>
              <a:rPr lang="en-US" altLang="zh-CN" sz="2800" dirty="0">
                <a:ea typeface="隶书" pitchFamily="49" charset="-122"/>
              </a:rPr>
              <a:t>A</a:t>
            </a:r>
            <a:r>
              <a:rPr lang="en-US" altLang="zh-CN" sz="2800" dirty="0"/>
              <a:t>'</a:t>
            </a:r>
            <a:r>
              <a:rPr lang="en-US" altLang="zh-CN" sz="2800" dirty="0">
                <a:ea typeface="隶书" pitchFamily="49" charset="-122"/>
              </a:rPr>
              <a:t>;          </a:t>
            </a:r>
          </a:p>
        </p:txBody>
      </p:sp>
      <p:sp>
        <p:nvSpPr>
          <p:cNvPr id="801931" name="Freeform 139"/>
          <p:cNvSpPr>
            <a:spLocks/>
          </p:cNvSpPr>
          <p:nvPr/>
        </p:nvSpPr>
        <p:spPr bwMode="auto">
          <a:xfrm>
            <a:off x="7508848" y="5960593"/>
            <a:ext cx="609600" cy="396875"/>
          </a:xfrm>
          <a:custGeom>
            <a:avLst/>
            <a:gdLst/>
            <a:ahLst/>
            <a:cxnLst>
              <a:cxn ang="0">
                <a:pos x="0" y="144"/>
              </a:cxn>
              <a:cxn ang="0">
                <a:pos x="144" y="240"/>
              </a:cxn>
              <a:cxn ang="0">
                <a:pos x="192" y="192"/>
              </a:cxn>
              <a:cxn ang="0">
                <a:pos x="300" y="96"/>
              </a:cxn>
              <a:cxn ang="0">
                <a:pos x="360" y="36"/>
              </a:cxn>
              <a:cxn ang="0">
                <a:pos x="384" y="0"/>
              </a:cxn>
            </a:cxnLst>
            <a:rect l="0" t="0" r="r" b="b"/>
            <a:pathLst>
              <a:path w="384" h="250">
                <a:moveTo>
                  <a:pt x="0" y="144"/>
                </a:moveTo>
                <a:cubicBezTo>
                  <a:pt x="60" y="164"/>
                  <a:pt x="93" y="206"/>
                  <a:pt x="144" y="240"/>
                </a:cubicBezTo>
                <a:cubicBezTo>
                  <a:pt x="221" y="214"/>
                  <a:pt x="147" y="250"/>
                  <a:pt x="192" y="192"/>
                </a:cubicBezTo>
                <a:cubicBezTo>
                  <a:pt x="236" y="135"/>
                  <a:pt x="252" y="128"/>
                  <a:pt x="300" y="96"/>
                </a:cubicBezTo>
                <a:cubicBezTo>
                  <a:pt x="364" y="0"/>
                  <a:pt x="280" y="116"/>
                  <a:pt x="360" y="36"/>
                </a:cubicBezTo>
                <a:cubicBezTo>
                  <a:pt x="370" y="26"/>
                  <a:pt x="384" y="0"/>
                  <a:pt x="384" y="0"/>
                </a:cubicBezTo>
              </a:path>
            </a:pathLst>
          </a:custGeom>
          <a:noFill/>
          <a:ln w="38100" cap="flat" cmpd="sng">
            <a:solidFill>
              <a:srgbClr val="FF0000"/>
            </a:solidFill>
            <a:prstDash val="solid"/>
            <a:round/>
            <a:headEnd/>
            <a:tailEnd/>
          </a:ln>
          <a:effectLst/>
        </p:spPr>
        <p:txBody>
          <a:bodyPr wrap="none" lIns="90000" tIns="46800" rIns="90000" bIns="46800" anchor="ctr"/>
          <a:lstStyle/>
          <a:p>
            <a:endParaRPr lang="zh-CN" altLang="en-US"/>
          </a:p>
        </p:txBody>
      </p:sp>
      <p:sp>
        <p:nvSpPr>
          <p:cNvPr id="37" name="Rectangle 4">
            <a:extLst>
              <a:ext uri="{FF2B5EF4-FFF2-40B4-BE49-F238E27FC236}">
                <a16:creationId xmlns:a16="http://schemas.microsoft.com/office/drawing/2014/main" id="{DFFF720F-D3AD-4B18-916F-698EAB887992}"/>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简单数据类型与表示范围</a:t>
            </a:r>
          </a:p>
        </p:txBody>
      </p:sp>
      <p:sp>
        <p:nvSpPr>
          <p:cNvPr id="38" name="Rectangle 5">
            <a:extLst>
              <a:ext uri="{FF2B5EF4-FFF2-40B4-BE49-F238E27FC236}">
                <a16:creationId xmlns:a16="http://schemas.microsoft.com/office/drawing/2014/main" id="{AE92C490-0E3D-4FD3-9CF2-B51DE62918B3}"/>
              </a:ext>
            </a:extLst>
          </p:cNvPr>
          <p:cNvSpPr>
            <a:spLocks noChangeArrowheads="1"/>
          </p:cNvSpPr>
          <p:nvPr/>
        </p:nvSpPr>
        <p:spPr bwMode="auto">
          <a:xfrm>
            <a:off x="762764" y="764704"/>
            <a:ext cx="5543505" cy="584775"/>
          </a:xfrm>
          <a:prstGeom prst="rect">
            <a:avLst/>
          </a:prstGeom>
          <a:noFill/>
          <a:ln w="9525">
            <a:noFill/>
            <a:miter lim="800000"/>
            <a:headEnd/>
            <a:tailEnd/>
          </a:ln>
          <a:effectLst/>
        </p:spPr>
        <p:txBody>
          <a:bodyPr wrap="none" anchor="ctr">
            <a:spAutoFit/>
          </a:bodyPr>
          <a:lstStyle/>
          <a:p>
            <a:r>
              <a:rPr lang="en-US" altLang="zh-CN" sz="3200" b="1" dirty="0">
                <a:solidFill>
                  <a:srgbClr val="C01920"/>
                </a:solidFill>
                <a:latin typeface="楷体" panose="02010609060101010101" pitchFamily="49" charset="-122"/>
                <a:ea typeface="楷体" panose="02010609060101010101" pitchFamily="49" charset="-122"/>
              </a:rPr>
              <a:t>6. </a:t>
            </a:r>
            <a:r>
              <a:rPr lang="zh-CN" altLang="en-US" sz="3200" b="1" dirty="0">
                <a:solidFill>
                  <a:srgbClr val="C01920"/>
                </a:solidFill>
                <a:latin typeface="楷体" panose="02010609060101010101" pitchFamily="49" charset="-122"/>
                <a:ea typeface="楷体" panose="02010609060101010101" pitchFamily="49" charset="-122"/>
              </a:rPr>
              <a:t>字符型数据和字符串常量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linds(horizontal)">
                                      <p:cBhvr>
                                        <p:cTn id="7" dur="500"/>
                                        <p:tgtEl>
                                          <p:spTgt spid="38"/>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par>
                          <p:cTn id="8" fill="hold">
                            <p:stCondLst>
                              <p:cond delay="500"/>
                            </p:stCondLst>
                            <p:childTnLst>
                              <p:par>
                                <p:cTn id="9" presetID="23" presetClass="entr" presetSubtype="528" fill="hold" grpId="0" nodeType="afterEffect">
                                  <p:stCondLst>
                                    <p:cond delay="0"/>
                                  </p:stCondLst>
                                  <p:childTnLst>
                                    <p:set>
                                      <p:cBhvr>
                                        <p:cTn id="10" dur="1" fill="hold">
                                          <p:stCondLst>
                                            <p:cond delay="0"/>
                                          </p:stCondLst>
                                        </p:cTn>
                                        <p:tgtEl>
                                          <p:spTgt spid="801796">
                                            <p:txEl>
                                              <p:pRg st="0" end="0"/>
                                            </p:txEl>
                                          </p:spTgt>
                                        </p:tgtEl>
                                        <p:attrNameLst>
                                          <p:attrName>style.visibility</p:attrName>
                                        </p:attrNameLst>
                                      </p:cBhvr>
                                      <p:to>
                                        <p:strVal val="visible"/>
                                      </p:to>
                                    </p:set>
                                    <p:anim calcmode="lin" valueType="num">
                                      <p:cBhvr>
                                        <p:cTn id="11" dur="500" fill="hold"/>
                                        <p:tgtEl>
                                          <p:spTgt spid="801796">
                                            <p:txEl>
                                              <p:pRg st="0" end="0"/>
                                            </p:txEl>
                                          </p:spTgt>
                                        </p:tgtEl>
                                        <p:attrNameLst>
                                          <p:attrName>ppt_w</p:attrName>
                                        </p:attrNameLst>
                                      </p:cBhvr>
                                      <p:tavLst>
                                        <p:tav tm="0">
                                          <p:val>
                                            <p:fltVal val="0"/>
                                          </p:val>
                                        </p:tav>
                                        <p:tav tm="100000">
                                          <p:val>
                                            <p:strVal val="#ppt_w"/>
                                          </p:val>
                                        </p:tav>
                                      </p:tavLst>
                                    </p:anim>
                                    <p:anim calcmode="lin" valueType="num">
                                      <p:cBhvr>
                                        <p:cTn id="12" dur="500" fill="hold"/>
                                        <p:tgtEl>
                                          <p:spTgt spid="801796">
                                            <p:txEl>
                                              <p:pRg st="0" end="0"/>
                                            </p:txEl>
                                          </p:spTgt>
                                        </p:tgtEl>
                                        <p:attrNameLst>
                                          <p:attrName>ppt_h</p:attrName>
                                        </p:attrNameLst>
                                      </p:cBhvr>
                                      <p:tavLst>
                                        <p:tav tm="0">
                                          <p:val>
                                            <p:fltVal val="0"/>
                                          </p:val>
                                        </p:tav>
                                        <p:tav tm="100000">
                                          <p:val>
                                            <p:strVal val="#ppt_h"/>
                                          </p:val>
                                        </p:tav>
                                      </p:tavLst>
                                    </p:anim>
                                    <p:anim calcmode="lin" valueType="num">
                                      <p:cBhvr>
                                        <p:cTn id="13" dur="500" fill="hold"/>
                                        <p:tgtEl>
                                          <p:spTgt spid="801796">
                                            <p:txEl>
                                              <p:pRg st="0" end="0"/>
                                            </p:txEl>
                                          </p:spTgt>
                                        </p:tgtEl>
                                        <p:attrNameLst>
                                          <p:attrName>ppt_x</p:attrName>
                                        </p:attrNameLst>
                                      </p:cBhvr>
                                      <p:tavLst>
                                        <p:tav tm="0">
                                          <p:val>
                                            <p:fltVal val="0.5"/>
                                          </p:val>
                                        </p:tav>
                                        <p:tav tm="100000">
                                          <p:val>
                                            <p:strVal val="#ppt_x"/>
                                          </p:val>
                                        </p:tav>
                                      </p:tavLst>
                                    </p:anim>
                                    <p:anim calcmode="lin" valueType="num">
                                      <p:cBhvr>
                                        <p:cTn id="14" dur="500" fill="hold"/>
                                        <p:tgtEl>
                                          <p:spTgt spid="801796">
                                            <p:txEl>
                                              <p:pRg st="0" end="0"/>
                                            </p:txEl>
                                          </p:spTgt>
                                        </p:tgtEl>
                                        <p:attrNameLst>
                                          <p:attrName>ppt_y</p:attrName>
                                        </p:attrNameLst>
                                      </p:cBhvr>
                                      <p:tavLst>
                                        <p:tav tm="0">
                                          <p:val>
                                            <p:fltVal val="0.5"/>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32" fill="hold" nodeType="clickEffect">
                                  <p:stCondLst>
                                    <p:cond delay="0"/>
                                  </p:stCondLst>
                                  <p:childTnLst>
                                    <p:set>
                                      <p:cBhvr>
                                        <p:cTn id="18" dur="1" fill="hold">
                                          <p:stCondLst>
                                            <p:cond delay="0"/>
                                          </p:stCondLst>
                                        </p:cTn>
                                        <p:tgtEl>
                                          <p:spTgt spid="801796">
                                            <p:txEl>
                                              <p:pRg st="1" end="1"/>
                                            </p:txEl>
                                          </p:spTgt>
                                        </p:tgtEl>
                                        <p:attrNameLst>
                                          <p:attrName>style.visibility</p:attrName>
                                        </p:attrNameLst>
                                      </p:cBhvr>
                                      <p:to>
                                        <p:strVal val="visible"/>
                                      </p:to>
                                    </p:set>
                                    <p:animEffect transition="in" filter="box(out)">
                                      <p:cBhvr>
                                        <p:cTn id="19" dur="500"/>
                                        <p:tgtEl>
                                          <p:spTgt spid="801796">
                                            <p:txEl>
                                              <p:pRg st="1" end="1"/>
                                            </p:txEl>
                                          </p:spTgt>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nodeType="clickEffect">
                                  <p:stCondLst>
                                    <p:cond delay="0"/>
                                  </p:stCondLst>
                                  <p:childTnLst>
                                    <p:set>
                                      <p:cBhvr>
                                        <p:cTn id="23" dur="1" fill="hold">
                                          <p:stCondLst>
                                            <p:cond delay="0"/>
                                          </p:stCondLst>
                                        </p:cTn>
                                        <p:tgtEl>
                                          <p:spTgt spid="801796">
                                            <p:txEl>
                                              <p:pRg st="2" end="2"/>
                                            </p:txEl>
                                          </p:spTgt>
                                        </p:tgtEl>
                                        <p:attrNameLst>
                                          <p:attrName>style.visibility</p:attrName>
                                        </p:attrNameLst>
                                      </p:cBhvr>
                                      <p:to>
                                        <p:strVal val="visible"/>
                                      </p:to>
                                    </p:set>
                                    <p:animEffect transition="in" filter="box(out)">
                                      <p:cBhvr>
                                        <p:cTn id="24" dur="500"/>
                                        <p:tgtEl>
                                          <p:spTgt spid="801796">
                                            <p:txEl>
                                              <p:pRg st="2" end="2"/>
                                            </p:txEl>
                                          </p:spTgt>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16" fill="hold" grpId="0" nodeType="clickEffect">
                                  <p:stCondLst>
                                    <p:cond delay="0"/>
                                  </p:stCondLst>
                                  <p:childTnLst>
                                    <p:set>
                                      <p:cBhvr>
                                        <p:cTn id="28" dur="1" fill="hold">
                                          <p:stCondLst>
                                            <p:cond delay="0"/>
                                          </p:stCondLst>
                                        </p:cTn>
                                        <p:tgtEl>
                                          <p:spTgt spid="801805"/>
                                        </p:tgtEl>
                                        <p:attrNameLst>
                                          <p:attrName>style.visibility</p:attrName>
                                        </p:attrNameLst>
                                      </p:cBhvr>
                                      <p:to>
                                        <p:strVal val="visible"/>
                                      </p:to>
                                    </p:set>
                                    <p:animEffect transition="in" filter="box(in)">
                                      <p:cBhvr>
                                        <p:cTn id="29" dur="500"/>
                                        <p:tgtEl>
                                          <p:spTgt spid="801805"/>
                                        </p:tgtEl>
                                      </p:cBhvr>
                                    </p:animEffect>
                                  </p:childTnLst>
                                  <p:subTnLst>
                                    <p:audio>
                                      <p:cMediaNode>
                                        <p:cTn display="0" masterRel="sameClick">
                                          <p:stCondLst>
                                            <p:cond evt="begin" delay="0">
                                              <p:tn val="27"/>
                                            </p:cond>
                                          </p:stCondLst>
                                          <p:endCondLst>
                                            <p:cond evt="onStopAudio" delay="0">
                                              <p:tgtEl>
                                                <p:sldTgt/>
                                              </p:tgtEl>
                                            </p:cond>
                                          </p:endCondLst>
                                        </p:cTn>
                                        <p:tgtEl>
                                          <p:sndTgt r:embed="rId2" name="camera.wav"/>
                                        </p:tgtEl>
                                      </p:cMediaNode>
                                    </p:audio>
                                  </p:subTnLst>
                                </p:cTn>
                              </p:par>
                            </p:childTnLst>
                          </p:cTn>
                        </p:par>
                        <p:par>
                          <p:cTn id="30" fill="hold">
                            <p:stCondLst>
                              <p:cond delay="500"/>
                            </p:stCondLst>
                            <p:childTnLst>
                              <p:par>
                                <p:cTn id="31" presetID="18" presetClass="entr" presetSubtype="12" fill="hold" grpId="0" nodeType="afterEffect">
                                  <p:stCondLst>
                                    <p:cond delay="0"/>
                                  </p:stCondLst>
                                  <p:childTnLst>
                                    <p:set>
                                      <p:cBhvr>
                                        <p:cTn id="32" dur="1" fill="hold">
                                          <p:stCondLst>
                                            <p:cond delay="0"/>
                                          </p:stCondLst>
                                        </p:cTn>
                                        <p:tgtEl>
                                          <p:spTgt spid="801914"/>
                                        </p:tgtEl>
                                        <p:attrNameLst>
                                          <p:attrName>style.visibility</p:attrName>
                                        </p:attrNameLst>
                                      </p:cBhvr>
                                      <p:to>
                                        <p:strVal val="visible"/>
                                      </p:to>
                                    </p:set>
                                    <p:animEffect transition="in" filter="strips(downLeft)">
                                      <p:cBhvr>
                                        <p:cTn id="33" dur="500"/>
                                        <p:tgtEl>
                                          <p:spTgt spid="801914"/>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par>
                          <p:cTn id="34" fill="hold">
                            <p:stCondLst>
                              <p:cond delay="1000"/>
                            </p:stCondLst>
                            <p:childTnLst>
                              <p:par>
                                <p:cTn id="35" presetID="3" presetClass="entr" presetSubtype="10" fill="hold" nodeType="afterEffect">
                                  <p:stCondLst>
                                    <p:cond delay="0"/>
                                  </p:stCondLst>
                                  <p:childTnLst>
                                    <p:set>
                                      <p:cBhvr>
                                        <p:cTn id="36" dur="1" fill="hold">
                                          <p:stCondLst>
                                            <p:cond delay="0"/>
                                          </p:stCondLst>
                                        </p:cTn>
                                        <p:tgtEl>
                                          <p:spTgt spid="801908"/>
                                        </p:tgtEl>
                                        <p:attrNameLst>
                                          <p:attrName>style.visibility</p:attrName>
                                        </p:attrNameLst>
                                      </p:cBhvr>
                                      <p:to>
                                        <p:strVal val="visible"/>
                                      </p:to>
                                    </p:set>
                                    <p:animEffect transition="in" filter="blinds(horizontal)">
                                      <p:cBhvr>
                                        <p:cTn id="37" dur="500"/>
                                        <p:tgtEl>
                                          <p:spTgt spid="801908"/>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par>
                          <p:cTn id="38" fill="hold">
                            <p:stCondLst>
                              <p:cond delay="1500"/>
                            </p:stCondLst>
                            <p:childTnLst>
                              <p:par>
                                <p:cTn id="39" presetID="3" presetClass="entr" presetSubtype="10" fill="hold" nodeType="afterEffect">
                                  <p:stCondLst>
                                    <p:cond delay="0"/>
                                  </p:stCondLst>
                                  <p:childTnLst>
                                    <p:set>
                                      <p:cBhvr>
                                        <p:cTn id="40" dur="1" fill="hold">
                                          <p:stCondLst>
                                            <p:cond delay="0"/>
                                          </p:stCondLst>
                                        </p:cTn>
                                        <p:tgtEl>
                                          <p:spTgt spid="801909"/>
                                        </p:tgtEl>
                                        <p:attrNameLst>
                                          <p:attrName>style.visibility</p:attrName>
                                        </p:attrNameLst>
                                      </p:cBhvr>
                                      <p:to>
                                        <p:strVal val="visible"/>
                                      </p:to>
                                    </p:set>
                                    <p:animEffect transition="in" filter="blinds(horizontal)">
                                      <p:cBhvr>
                                        <p:cTn id="41" dur="500"/>
                                        <p:tgtEl>
                                          <p:spTgt spid="801909"/>
                                        </p:tgtEl>
                                      </p:cBhvr>
                                    </p:animEffect>
                                  </p:childTnLst>
                                  <p:subTnLst>
                                    <p:audio>
                                      <p:cMediaNode>
                                        <p:cTn display="0" masterRel="sameClick">
                                          <p:stCondLst>
                                            <p:cond evt="begin" delay="0">
                                              <p:tn val="39"/>
                                            </p:cond>
                                          </p:stCondLst>
                                          <p:endCondLst>
                                            <p:cond evt="onStopAudio" delay="0">
                                              <p:tgtEl>
                                                <p:sldTgt/>
                                              </p:tgtEl>
                                            </p:cond>
                                          </p:endCondLst>
                                        </p:cTn>
                                        <p:tgtEl>
                                          <p:sndTgt r:embed="rId2" name="camera.wav"/>
                                        </p:tgtEl>
                                      </p:cMediaNode>
                                    </p:audio>
                                  </p:sub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801911"/>
                                        </p:tgtEl>
                                        <p:attrNameLst>
                                          <p:attrName>style.visibility</p:attrName>
                                        </p:attrNameLst>
                                      </p:cBhvr>
                                      <p:to>
                                        <p:strVal val="visible"/>
                                      </p:to>
                                    </p:set>
                                    <p:animEffect transition="in" filter="blinds(horizontal)">
                                      <p:cBhvr>
                                        <p:cTn id="46" dur="500"/>
                                        <p:tgtEl>
                                          <p:spTgt spid="801911"/>
                                        </p:tgtEl>
                                      </p:cBhvr>
                                    </p:animEffect>
                                  </p:childTnLst>
                                  <p:subTnLst>
                                    <p:audio>
                                      <p:cMediaNode>
                                        <p:cTn display="0" masterRel="sameClick">
                                          <p:stCondLst>
                                            <p:cond evt="begin" delay="0">
                                              <p:tn val="44"/>
                                            </p:cond>
                                          </p:stCondLst>
                                          <p:endCondLst>
                                            <p:cond evt="onStopAudio" delay="0">
                                              <p:tgtEl>
                                                <p:sldTgt/>
                                              </p:tgtEl>
                                            </p:cond>
                                          </p:endCondLst>
                                        </p:cTn>
                                        <p:tgtEl>
                                          <p:sndTgt r:embed="rId2" name="camera.wav"/>
                                        </p:tgtEl>
                                      </p:cMediaNode>
                                    </p:audio>
                                  </p:subTnLst>
                                </p:cTn>
                              </p:par>
                            </p:childTnLst>
                          </p:cTn>
                        </p:par>
                        <p:par>
                          <p:cTn id="47" fill="hold">
                            <p:stCondLst>
                              <p:cond delay="500"/>
                            </p:stCondLst>
                            <p:childTnLst>
                              <p:par>
                                <p:cTn id="48" presetID="3" presetClass="entr" presetSubtype="10" fill="hold" grpId="0" nodeType="afterEffect">
                                  <p:stCondLst>
                                    <p:cond delay="0"/>
                                  </p:stCondLst>
                                  <p:childTnLst>
                                    <p:set>
                                      <p:cBhvr>
                                        <p:cTn id="49" dur="1" fill="hold">
                                          <p:stCondLst>
                                            <p:cond delay="0"/>
                                          </p:stCondLst>
                                        </p:cTn>
                                        <p:tgtEl>
                                          <p:spTgt spid="801912"/>
                                        </p:tgtEl>
                                        <p:attrNameLst>
                                          <p:attrName>style.visibility</p:attrName>
                                        </p:attrNameLst>
                                      </p:cBhvr>
                                      <p:to>
                                        <p:strVal val="visible"/>
                                      </p:to>
                                    </p:set>
                                    <p:animEffect transition="in" filter="blinds(horizontal)">
                                      <p:cBhvr>
                                        <p:cTn id="50" dur="500"/>
                                        <p:tgtEl>
                                          <p:spTgt spid="801912"/>
                                        </p:tgtEl>
                                      </p:cBhvr>
                                    </p:animEffect>
                                  </p:childTnLst>
                                  <p:subTnLst>
                                    <p:audio>
                                      <p:cMediaNode>
                                        <p:cTn display="0" masterRel="sameClick">
                                          <p:stCondLst>
                                            <p:cond evt="begin" delay="0">
                                              <p:tn val="48"/>
                                            </p:cond>
                                          </p:stCondLst>
                                          <p:endCondLst>
                                            <p:cond evt="onStopAudio" delay="0">
                                              <p:tgtEl>
                                                <p:sldTgt/>
                                              </p:tgtEl>
                                            </p:cond>
                                          </p:endCondLst>
                                        </p:cTn>
                                        <p:tgtEl>
                                          <p:sndTgt r:embed="rId2" name="camera.wav"/>
                                        </p:tgtEl>
                                      </p:cMediaNode>
                                    </p:audio>
                                  </p:sub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801915"/>
                                        </p:tgtEl>
                                        <p:attrNameLst>
                                          <p:attrName>style.visibility</p:attrName>
                                        </p:attrNameLst>
                                      </p:cBhvr>
                                      <p:to>
                                        <p:strVal val="visible"/>
                                      </p:to>
                                    </p:set>
                                    <p:animEffect transition="in" filter="blinds(horizontal)">
                                      <p:cBhvr>
                                        <p:cTn id="55" dur="500"/>
                                        <p:tgtEl>
                                          <p:spTgt spid="801915"/>
                                        </p:tgtEl>
                                      </p:cBhvr>
                                    </p:animEffect>
                                  </p:childTnLst>
                                  <p:subTnLst>
                                    <p:audio>
                                      <p:cMediaNode>
                                        <p:cTn display="0" masterRel="sameClick">
                                          <p:stCondLst>
                                            <p:cond evt="begin" delay="0">
                                              <p:tn val="53"/>
                                            </p:cond>
                                          </p:stCondLst>
                                          <p:endCondLst>
                                            <p:cond evt="onStopAudio" delay="0">
                                              <p:tgtEl>
                                                <p:sldTgt/>
                                              </p:tgtEl>
                                            </p:cond>
                                          </p:endCondLst>
                                        </p:cTn>
                                        <p:tgtEl>
                                          <p:sndTgt r:embed="rId2" name="camera.wav"/>
                                        </p:tgtEl>
                                      </p:cMediaNode>
                                    </p:audio>
                                  </p:subTnLst>
                                </p:cTn>
                              </p:par>
                            </p:childTnLst>
                          </p:cTn>
                        </p:par>
                      </p:childTnLst>
                    </p:cTn>
                  </p:par>
                  <p:par>
                    <p:cTn id="56" fill="hold">
                      <p:stCondLst>
                        <p:cond delay="indefinite"/>
                      </p:stCondLst>
                      <p:childTnLst>
                        <p:par>
                          <p:cTn id="57" fill="hold">
                            <p:stCondLst>
                              <p:cond delay="0"/>
                            </p:stCondLst>
                            <p:childTnLst>
                              <p:par>
                                <p:cTn id="58" presetID="4" presetClass="entr" presetSubtype="16" fill="hold" nodeType="clickEffect">
                                  <p:stCondLst>
                                    <p:cond delay="0"/>
                                  </p:stCondLst>
                                  <p:childTnLst>
                                    <p:set>
                                      <p:cBhvr>
                                        <p:cTn id="59" dur="1" fill="hold">
                                          <p:stCondLst>
                                            <p:cond delay="0"/>
                                          </p:stCondLst>
                                        </p:cTn>
                                        <p:tgtEl>
                                          <p:spTgt spid="801924"/>
                                        </p:tgtEl>
                                        <p:attrNameLst>
                                          <p:attrName>style.visibility</p:attrName>
                                        </p:attrNameLst>
                                      </p:cBhvr>
                                      <p:to>
                                        <p:strVal val="visible"/>
                                      </p:to>
                                    </p:set>
                                    <p:animEffect transition="in" filter="box(in)">
                                      <p:cBhvr>
                                        <p:cTn id="60" dur="500"/>
                                        <p:tgtEl>
                                          <p:spTgt spid="801924"/>
                                        </p:tgtEl>
                                      </p:cBhvr>
                                    </p:animEffect>
                                  </p:childTnLst>
                                  <p:subTnLst>
                                    <p:audio>
                                      <p:cMediaNode>
                                        <p:cTn display="0" masterRel="sameClick">
                                          <p:stCondLst>
                                            <p:cond evt="begin" delay="0">
                                              <p:tn val="58"/>
                                            </p:cond>
                                          </p:stCondLst>
                                          <p:endCondLst>
                                            <p:cond evt="onStopAudio" delay="0">
                                              <p:tgtEl>
                                                <p:sldTgt/>
                                              </p:tgtEl>
                                            </p:cond>
                                          </p:endCondLst>
                                        </p:cTn>
                                        <p:tgtEl>
                                          <p:sndTgt r:embed="rId2" name="camera.wav"/>
                                        </p:tgtEl>
                                      </p:cMediaNode>
                                    </p:audio>
                                  </p:subTnLst>
                                </p:cTn>
                              </p:par>
                            </p:childTnLst>
                          </p:cTn>
                        </p:par>
                      </p:childTnLst>
                    </p:cTn>
                  </p:par>
                  <p:par>
                    <p:cTn id="61" fill="hold">
                      <p:stCondLst>
                        <p:cond delay="indefinite"/>
                      </p:stCondLst>
                      <p:childTnLst>
                        <p:par>
                          <p:cTn id="62" fill="hold">
                            <p:stCondLst>
                              <p:cond delay="0"/>
                            </p:stCondLst>
                            <p:childTnLst>
                              <p:par>
                                <p:cTn id="63" presetID="4" presetClass="entr" presetSubtype="32" fill="hold" grpId="0" nodeType="clickEffect">
                                  <p:stCondLst>
                                    <p:cond delay="0"/>
                                  </p:stCondLst>
                                  <p:childTnLst>
                                    <p:set>
                                      <p:cBhvr>
                                        <p:cTn id="64" dur="1" fill="hold">
                                          <p:stCondLst>
                                            <p:cond delay="0"/>
                                          </p:stCondLst>
                                        </p:cTn>
                                        <p:tgtEl>
                                          <p:spTgt spid="801925"/>
                                        </p:tgtEl>
                                        <p:attrNameLst>
                                          <p:attrName>style.visibility</p:attrName>
                                        </p:attrNameLst>
                                      </p:cBhvr>
                                      <p:to>
                                        <p:strVal val="visible"/>
                                      </p:to>
                                    </p:set>
                                    <p:animEffect transition="in" filter="box(out)">
                                      <p:cBhvr>
                                        <p:cTn id="65" dur="500"/>
                                        <p:tgtEl>
                                          <p:spTgt spid="801925"/>
                                        </p:tgtEl>
                                      </p:cBhvr>
                                    </p:animEffect>
                                  </p:childTnLst>
                                  <p:subTnLst>
                                    <p:audio>
                                      <p:cMediaNode>
                                        <p:cTn display="0" masterRel="sameClick">
                                          <p:stCondLst>
                                            <p:cond evt="begin" delay="0">
                                              <p:tn val="63"/>
                                            </p:cond>
                                          </p:stCondLst>
                                          <p:endCondLst>
                                            <p:cond evt="onStopAudio" delay="0">
                                              <p:tgtEl>
                                                <p:sldTgt/>
                                              </p:tgtEl>
                                            </p:cond>
                                          </p:endCondLst>
                                        </p:cTn>
                                        <p:tgtEl>
                                          <p:sndTgt r:embed="rId3" name="chimes.wav"/>
                                        </p:tgtEl>
                                      </p:cMediaNode>
                                    </p:audio>
                                  </p:subTnLst>
                                </p:cTn>
                              </p:par>
                            </p:childTnLst>
                          </p:cTn>
                        </p:par>
                      </p:childTnLst>
                    </p:cTn>
                  </p:par>
                  <p:par>
                    <p:cTn id="66" fill="hold">
                      <p:stCondLst>
                        <p:cond delay="indefinite"/>
                      </p:stCondLst>
                      <p:childTnLst>
                        <p:par>
                          <p:cTn id="67" fill="hold">
                            <p:stCondLst>
                              <p:cond delay="0"/>
                            </p:stCondLst>
                            <p:childTnLst>
                              <p:par>
                                <p:cTn id="68" presetID="4" presetClass="entr" presetSubtype="16" fill="hold" nodeType="clickEffect">
                                  <p:stCondLst>
                                    <p:cond delay="0"/>
                                  </p:stCondLst>
                                  <p:childTnLst>
                                    <p:set>
                                      <p:cBhvr>
                                        <p:cTn id="69" dur="1" fill="hold">
                                          <p:stCondLst>
                                            <p:cond delay="0"/>
                                          </p:stCondLst>
                                        </p:cTn>
                                        <p:tgtEl>
                                          <p:spTgt spid="801926"/>
                                        </p:tgtEl>
                                        <p:attrNameLst>
                                          <p:attrName>style.visibility</p:attrName>
                                        </p:attrNameLst>
                                      </p:cBhvr>
                                      <p:to>
                                        <p:strVal val="visible"/>
                                      </p:to>
                                    </p:set>
                                    <p:animEffect transition="in" filter="box(in)">
                                      <p:cBhvr>
                                        <p:cTn id="70" dur="500"/>
                                        <p:tgtEl>
                                          <p:spTgt spid="801926"/>
                                        </p:tgtEl>
                                      </p:cBhvr>
                                    </p:animEffect>
                                  </p:childTnLst>
                                  <p:subTnLst>
                                    <p:audio>
                                      <p:cMediaNode>
                                        <p:cTn display="0" masterRel="sameClick">
                                          <p:stCondLst>
                                            <p:cond evt="begin" delay="0">
                                              <p:tn val="68"/>
                                            </p:cond>
                                          </p:stCondLst>
                                          <p:endCondLst>
                                            <p:cond evt="onStopAudio" delay="0">
                                              <p:tgtEl>
                                                <p:sldTgt/>
                                              </p:tgtEl>
                                            </p:cond>
                                          </p:endCondLst>
                                        </p:cTn>
                                        <p:tgtEl>
                                          <p:sndTgt r:embed="rId4" name="laser.wav"/>
                                        </p:tgtEl>
                                      </p:cMediaNode>
                                    </p:audio>
                                  </p:subTnLst>
                                </p:cTn>
                              </p:par>
                            </p:childTnLst>
                          </p:cTn>
                        </p:par>
                      </p:childTnLst>
                    </p:cTn>
                  </p:par>
                  <p:par>
                    <p:cTn id="71" fill="hold">
                      <p:stCondLst>
                        <p:cond delay="indefinite"/>
                      </p:stCondLst>
                      <p:childTnLst>
                        <p:par>
                          <p:cTn id="72" fill="hold">
                            <p:stCondLst>
                              <p:cond delay="0"/>
                            </p:stCondLst>
                            <p:childTnLst>
                              <p:par>
                                <p:cTn id="73" presetID="4" presetClass="entr" presetSubtype="32" fill="hold" grpId="0" nodeType="clickEffect">
                                  <p:stCondLst>
                                    <p:cond delay="0"/>
                                  </p:stCondLst>
                                  <p:childTnLst>
                                    <p:set>
                                      <p:cBhvr>
                                        <p:cTn id="74" dur="1" fill="hold">
                                          <p:stCondLst>
                                            <p:cond delay="0"/>
                                          </p:stCondLst>
                                        </p:cTn>
                                        <p:tgtEl>
                                          <p:spTgt spid="801930"/>
                                        </p:tgtEl>
                                        <p:attrNameLst>
                                          <p:attrName>style.visibility</p:attrName>
                                        </p:attrNameLst>
                                      </p:cBhvr>
                                      <p:to>
                                        <p:strVal val="visible"/>
                                      </p:to>
                                    </p:set>
                                    <p:animEffect transition="in" filter="box(out)">
                                      <p:cBhvr>
                                        <p:cTn id="75" dur="500"/>
                                        <p:tgtEl>
                                          <p:spTgt spid="801930"/>
                                        </p:tgtEl>
                                      </p:cBhvr>
                                    </p:animEffect>
                                  </p:childTnLst>
                                  <p:subTnLst>
                                    <p:audio>
                                      <p:cMediaNode>
                                        <p:cTn display="0" masterRel="sameClick">
                                          <p:stCondLst>
                                            <p:cond evt="begin" delay="0">
                                              <p:tn val="73"/>
                                            </p:cond>
                                          </p:stCondLst>
                                          <p:endCondLst>
                                            <p:cond evt="onStopAudio" delay="0">
                                              <p:tgtEl>
                                                <p:sldTgt/>
                                              </p:tgtEl>
                                            </p:cond>
                                          </p:endCondLst>
                                        </p:cTn>
                                        <p:tgtEl>
                                          <p:sndTgt r:embed="rId3" name="chimes.wav"/>
                                        </p:tgtEl>
                                      </p:cMediaNode>
                                    </p:audio>
                                  </p:subTnLst>
                                </p:cTn>
                              </p:par>
                            </p:childTnLst>
                          </p:cTn>
                        </p:par>
                      </p:childTnLst>
                    </p:cTn>
                  </p:par>
                  <p:par>
                    <p:cTn id="76" fill="hold">
                      <p:stCondLst>
                        <p:cond delay="indefinite"/>
                      </p:stCondLst>
                      <p:childTnLst>
                        <p:par>
                          <p:cTn id="77" fill="hold">
                            <p:stCondLst>
                              <p:cond delay="0"/>
                            </p:stCondLst>
                            <p:childTnLst>
                              <p:par>
                                <p:cTn id="78" presetID="3" presetClass="entr" presetSubtype="10" fill="hold" grpId="0" nodeType="clickEffect">
                                  <p:stCondLst>
                                    <p:cond delay="0"/>
                                  </p:stCondLst>
                                  <p:childTnLst>
                                    <p:set>
                                      <p:cBhvr>
                                        <p:cTn id="79" dur="1" fill="hold">
                                          <p:stCondLst>
                                            <p:cond delay="0"/>
                                          </p:stCondLst>
                                        </p:cTn>
                                        <p:tgtEl>
                                          <p:spTgt spid="801931"/>
                                        </p:tgtEl>
                                        <p:attrNameLst>
                                          <p:attrName>style.visibility</p:attrName>
                                        </p:attrNameLst>
                                      </p:cBhvr>
                                      <p:to>
                                        <p:strVal val="visible"/>
                                      </p:to>
                                    </p:set>
                                    <p:animEffect transition="in" filter="blinds(horizontal)">
                                      <p:cBhvr>
                                        <p:cTn id="80" dur="500"/>
                                        <p:tgtEl>
                                          <p:spTgt spid="801931"/>
                                        </p:tgtEl>
                                      </p:cBhvr>
                                    </p:animEffect>
                                  </p:childTnLst>
                                  <p:subTnLst>
                                    <p:audio>
                                      <p:cMediaNode>
                                        <p:cTn display="0" masterRel="sameClick">
                                          <p:stCondLst>
                                            <p:cond evt="begin" delay="0">
                                              <p:tn val="78"/>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1796" grpId="0" uiExpand="1" build="allAtOnce" autoUpdateAnimBg="0"/>
      <p:bldP spid="801805" grpId="0"/>
      <p:bldP spid="801911" grpId="0"/>
      <p:bldP spid="801912" grpId="0" animBg="1"/>
      <p:bldP spid="801914" grpId="0" animBg="1"/>
      <p:bldP spid="801915" grpId="0"/>
      <p:bldP spid="801925" grpId="0" animBg="1"/>
      <p:bldP spid="801930" grpId="0" animBg="1"/>
      <p:bldP spid="801931" grpId="0" animBg="1"/>
      <p:bldP spid="3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2818" name="Rectangle 2"/>
          <p:cNvSpPr>
            <a:spLocks noChangeArrowheads="1"/>
          </p:cNvSpPr>
          <p:nvPr/>
        </p:nvSpPr>
        <p:spPr bwMode="auto">
          <a:xfrm>
            <a:off x="623392" y="1456416"/>
            <a:ext cx="11665296" cy="3141663"/>
          </a:xfrm>
          <a:prstGeom prst="rect">
            <a:avLst/>
          </a:prstGeom>
          <a:noFill/>
          <a:ln w="9525">
            <a:noFill/>
            <a:miter lim="800000"/>
            <a:headEnd/>
            <a:tailEnd/>
          </a:ln>
        </p:spPr>
        <p:txBody>
          <a:bodyPr/>
          <a:lstStyle/>
          <a:p>
            <a:pPr marL="742950" lvl="1" indent="-285750">
              <a:spcBef>
                <a:spcPct val="20000"/>
              </a:spcBef>
              <a:buFont typeface="Wingdings" pitchFamily="2" charset="2"/>
              <a:buChar char="Ø"/>
            </a:pPr>
            <a:r>
              <a:rPr lang="zh-CN" altLang="en-US" b="1" dirty="0">
                <a:solidFill>
                  <a:srgbClr val="C01920"/>
                </a:solidFill>
                <a:latin typeface="+mn-lt"/>
                <a:ea typeface="楷体" pitchFamily="49" charset="-122"/>
              </a:rPr>
              <a:t>字符型变量</a:t>
            </a:r>
          </a:p>
          <a:p>
            <a:pPr marL="1143000" lvl="2" indent="-228600">
              <a:spcBef>
                <a:spcPct val="20000"/>
              </a:spcBef>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字符型数据类型符是</a:t>
            </a:r>
            <a:r>
              <a:rPr lang="en-US" altLang="zh-CN" b="1" dirty="0">
                <a:solidFill>
                  <a:srgbClr val="C01920"/>
                </a:solidFill>
                <a:latin typeface="+mn-lt"/>
                <a:ea typeface="楷体" pitchFamily="49" charset="-122"/>
              </a:rPr>
              <a:t>char</a:t>
            </a:r>
            <a:r>
              <a:rPr lang="zh-CN" altLang="en-US" b="1" dirty="0">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字符</a:t>
            </a:r>
            <a:r>
              <a:rPr lang="en-US" altLang="zh-CN" b="1" dirty="0">
                <a:effectLst>
                  <a:outerShdw blurRad="38100" dist="38100" dir="2700000" algn="tl">
                    <a:srgbClr val="FFFFFF"/>
                  </a:outerShdw>
                </a:effectLst>
                <a:latin typeface="+mn-lt"/>
                <a:ea typeface="楷体" pitchFamily="49" charset="-122"/>
              </a:rPr>
              <a:t>character</a:t>
            </a:r>
            <a:r>
              <a:rPr lang="zh-CN" altLang="en-US" b="1" dirty="0">
                <a:effectLst>
                  <a:outerShdw blurRad="38100" dist="38100" dir="2700000" algn="tl">
                    <a:srgbClr val="FFFFFF"/>
                  </a:outerShdw>
                </a:effectLst>
                <a:latin typeface="+mn-lt"/>
                <a:ea typeface="楷体" pitchFamily="49" charset="-122"/>
              </a:rPr>
              <a:t>）</a:t>
            </a:r>
          </a:p>
          <a:p>
            <a:pPr marL="1143000" lvl="2" indent="-228600">
              <a:spcBef>
                <a:spcPct val="20000"/>
              </a:spcBef>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在内存中占</a:t>
            </a:r>
            <a:r>
              <a:rPr lang="en-US" altLang="zh-CN" b="1" dirty="0">
                <a:effectLst>
                  <a:outerShdw blurRad="38100" dist="38100" dir="2700000" algn="tl">
                    <a:srgbClr val="FFFFFF"/>
                  </a:outerShdw>
                </a:effectLst>
                <a:latin typeface="+mn-lt"/>
                <a:ea typeface="楷体" pitchFamily="49" charset="-122"/>
              </a:rPr>
              <a:t>1</a:t>
            </a:r>
            <a:r>
              <a:rPr lang="zh-CN" altLang="en-US" b="1" dirty="0">
                <a:effectLst>
                  <a:outerShdw blurRad="38100" dist="38100" dir="2700000" algn="tl">
                    <a:srgbClr val="FFFFFF"/>
                  </a:outerShdw>
                </a:effectLst>
                <a:latin typeface="+mn-lt"/>
                <a:ea typeface="楷体" pitchFamily="49" charset="-122"/>
              </a:rPr>
              <a:t>个字节（</a:t>
            </a:r>
            <a:r>
              <a:rPr lang="en-US" altLang="zh-CN" b="1" dirty="0">
                <a:effectLst>
                  <a:outerShdw blurRad="38100" dist="38100" dir="2700000" algn="tl">
                    <a:srgbClr val="FFFFFF"/>
                  </a:outerShdw>
                </a:effectLst>
                <a:latin typeface="+mn-lt"/>
                <a:ea typeface="楷体" pitchFamily="49" charset="-122"/>
              </a:rPr>
              <a:t>8</a:t>
            </a:r>
            <a:r>
              <a:rPr lang="zh-CN" altLang="en-US" b="1" dirty="0">
                <a:effectLst>
                  <a:outerShdw blurRad="38100" dist="38100" dir="2700000" algn="tl">
                    <a:srgbClr val="FFFFFF"/>
                  </a:outerShdw>
                </a:effectLst>
                <a:latin typeface="+mn-lt"/>
                <a:ea typeface="楷体" pitchFamily="49" charset="-122"/>
              </a:rPr>
              <a:t>位） </a:t>
            </a:r>
          </a:p>
          <a:p>
            <a:pPr marL="1143000" lvl="2" indent="-228600">
              <a:spcBef>
                <a:spcPct val="20000"/>
              </a:spcBef>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字符变量存放字符</a:t>
            </a:r>
            <a:r>
              <a:rPr lang="en-US" altLang="zh-CN" b="1" dirty="0">
                <a:effectLst>
                  <a:outerShdw blurRad="38100" dist="38100" dir="2700000" algn="tl">
                    <a:srgbClr val="FFFFFF"/>
                  </a:outerShdw>
                </a:effectLst>
                <a:latin typeface="+mn-lt"/>
                <a:ea typeface="楷体" pitchFamily="49" charset="-122"/>
              </a:rPr>
              <a:t>ASCII</a:t>
            </a:r>
            <a:r>
              <a:rPr lang="zh-CN" altLang="zh-CN" b="1" dirty="0">
                <a:effectLst>
                  <a:outerShdw blurRad="38100" dist="38100" dir="2700000" algn="tl">
                    <a:srgbClr val="FFFFFF"/>
                  </a:outerShdw>
                </a:effectLst>
                <a:latin typeface="+mn-lt"/>
                <a:ea typeface="楷体" pitchFamily="49" charset="-122"/>
              </a:rPr>
              <a:t>码</a:t>
            </a:r>
          </a:p>
          <a:p>
            <a:pPr marL="1143000" lvl="2" indent="-228600">
              <a:spcBef>
                <a:spcPct val="20000"/>
              </a:spcBef>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char</a:t>
            </a:r>
            <a:r>
              <a:rPr lang="zh-CN" altLang="zh-CN" b="1" dirty="0">
                <a:effectLst>
                  <a:outerShdw blurRad="38100" dist="38100" dir="2700000" algn="tl">
                    <a:srgbClr val="FFFFFF"/>
                  </a:outerShdw>
                </a:effectLst>
                <a:latin typeface="+mn-lt"/>
                <a:ea typeface="楷体" pitchFamily="49" charset="-122"/>
              </a:rPr>
              <a:t>与</a:t>
            </a:r>
            <a:r>
              <a:rPr lang="en-US" altLang="zh-CN" b="1" dirty="0" err="1">
                <a:effectLst>
                  <a:outerShdw blurRad="38100" dist="38100" dir="2700000" algn="tl">
                    <a:srgbClr val="FFFFFF"/>
                  </a:outerShdw>
                </a:effectLst>
                <a:latin typeface="+mn-lt"/>
                <a:ea typeface="楷体" pitchFamily="49" charset="-122"/>
              </a:rPr>
              <a:t>int</a:t>
            </a:r>
            <a:r>
              <a:rPr lang="zh-CN" altLang="zh-CN" b="1" dirty="0">
                <a:effectLst>
                  <a:outerShdw blurRad="38100" dist="38100" dir="2700000" algn="tl">
                    <a:srgbClr val="FFFFFF"/>
                  </a:outerShdw>
                </a:effectLst>
                <a:latin typeface="+mn-lt"/>
                <a:ea typeface="楷体" pitchFamily="49" charset="-122"/>
              </a:rPr>
              <a:t>数据间可进行算术运算</a:t>
            </a:r>
            <a:endParaRPr lang="zh-CN" altLang="en-US" b="1" dirty="0">
              <a:effectLst>
                <a:outerShdw blurRad="38100" dist="38100" dir="2700000" algn="tl">
                  <a:srgbClr val="FFFFFF"/>
                </a:outerShdw>
              </a:effectLst>
              <a:latin typeface="+mn-lt"/>
              <a:ea typeface="楷体" pitchFamily="49" charset="-122"/>
            </a:endParaRPr>
          </a:p>
          <a:p>
            <a:pPr marL="1143000" lvl="2" indent="-228600">
              <a:spcBef>
                <a:spcPct val="20000"/>
              </a:spcBef>
              <a:buFont typeface="Wingdings" pitchFamily="2" charset="2"/>
              <a:buChar char="l"/>
            </a:pPr>
            <a:r>
              <a:rPr lang="zh-CN" altLang="en-US" b="1" dirty="0">
                <a:effectLst>
                  <a:outerShdw blurRad="38100" dist="38100" dir="2700000" algn="tl">
                    <a:srgbClr val="FFFFFF"/>
                  </a:outerShdw>
                </a:effectLst>
                <a:latin typeface="+mn-lt"/>
                <a:ea typeface="楷体" pitchFamily="49" charset="-122"/>
              </a:rPr>
              <a:t> 存在有符号和无符号之分。默认情况下为有符号 </a:t>
            </a:r>
            <a:endParaRPr lang="zh-CN" altLang="zh-CN" b="1" dirty="0">
              <a:effectLst>
                <a:outerShdw blurRad="38100" dist="38100" dir="2700000" algn="tl">
                  <a:srgbClr val="FFFFFF"/>
                </a:outerShdw>
              </a:effectLst>
              <a:latin typeface="+mn-lt"/>
              <a:ea typeface="楷体" pitchFamily="49" charset="-122"/>
            </a:endParaRPr>
          </a:p>
        </p:txBody>
      </p:sp>
      <p:sp>
        <p:nvSpPr>
          <p:cNvPr id="802868" name="Rectangle 52"/>
          <p:cNvSpPr>
            <a:spLocks noChangeArrowheads="1"/>
          </p:cNvSpPr>
          <p:nvPr/>
        </p:nvSpPr>
        <p:spPr bwMode="auto">
          <a:xfrm>
            <a:off x="1558925" y="4218331"/>
            <a:ext cx="4320480" cy="1225550"/>
          </a:xfrm>
          <a:prstGeom prst="rect">
            <a:avLst/>
          </a:prstGeom>
          <a:gradFill flip="none" rotWithShape="1">
            <a:gsLst>
              <a:gs pos="0">
                <a:srgbClr val="CFCFD1"/>
              </a:gs>
              <a:gs pos="100000">
                <a:schemeClr val="bg1">
                  <a:lumMod val="95000"/>
                </a:schemeClr>
              </a:gs>
            </a:gsLst>
            <a:lin ang="27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隶书" pitchFamily="49" charset="-122"/>
                <a:ea typeface="隶书" pitchFamily="49" charset="-122"/>
              </a:rPr>
              <a:t>例：</a:t>
            </a:r>
          </a:p>
          <a:p>
            <a:pPr indent="266700"/>
            <a:r>
              <a:rPr lang="zh-CN" altLang="en-US" dirty="0"/>
              <a:t>    </a:t>
            </a:r>
            <a:r>
              <a:rPr lang="en-US" altLang="zh-CN" b="1" dirty="0">
                <a:effectLst>
                  <a:outerShdw blurRad="38100" dist="38100" dir="2700000" algn="tl">
                    <a:srgbClr val="FFFFFF"/>
                  </a:outerShdw>
                </a:effectLst>
              </a:rPr>
              <a:t>char  </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a:t>
            </a:r>
          </a:p>
          <a:p>
            <a:pPr indent="266700"/>
            <a:r>
              <a:rPr lang="en-US" altLang="zh-CN" b="1" dirty="0">
                <a:effectLst>
                  <a:outerShdw blurRad="38100" dist="38100" dir="2700000" algn="tl">
                    <a:srgbClr val="FFFFFF"/>
                  </a:outerShdw>
                </a:effectLst>
              </a:rPr>
              <a:t>    unsigned  char  C = 'B';</a:t>
            </a:r>
          </a:p>
        </p:txBody>
      </p:sp>
      <p:sp>
        <p:nvSpPr>
          <p:cNvPr id="802869" name="Text Box 53"/>
          <p:cNvSpPr txBox="1">
            <a:spLocks noChangeArrowheads="1"/>
          </p:cNvSpPr>
          <p:nvPr/>
        </p:nvSpPr>
        <p:spPr bwMode="auto">
          <a:xfrm>
            <a:off x="6686242" y="4218331"/>
            <a:ext cx="4939623" cy="1571842"/>
          </a:xfrm>
          <a:prstGeom prst="rect">
            <a:avLst/>
          </a:prstGeom>
          <a:gradFill flip="none" rotWithShape="1">
            <a:gsLst>
              <a:gs pos="0">
                <a:srgbClr val="CFCFD1"/>
              </a:gs>
              <a:gs pos="100000">
                <a:schemeClr val="bg1">
                  <a:lumMod val="95000"/>
                </a:schemeClr>
              </a:gs>
            </a:gsLst>
            <a:lin ang="27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spAutoFit/>
          </a:bodyPr>
          <a:lstStyle/>
          <a:p>
            <a:pPr eaLnBrk="0" hangingPunct="0"/>
            <a:r>
              <a:rPr lang="zh-CN" altLang="en-US" b="1" dirty="0">
                <a:solidFill>
                  <a:srgbClr val="C01920"/>
                </a:solidFill>
                <a:latin typeface="隶书" pitchFamily="49" charset="-122"/>
                <a:ea typeface="隶书" pitchFamily="49" charset="-122"/>
              </a:rPr>
              <a:t>例：</a:t>
            </a:r>
            <a:r>
              <a:rPr lang="zh-CN" altLang="en-US" dirty="0">
                <a:solidFill>
                  <a:srgbClr val="C01920"/>
                </a:solidFill>
                <a:latin typeface="隶书" pitchFamily="49" charset="-122"/>
                <a:ea typeface="隶书" pitchFamily="49" charset="-122"/>
              </a:rPr>
              <a:t>    </a:t>
            </a:r>
          </a:p>
          <a:p>
            <a:pPr eaLnBrk="0" hangingPunct="0"/>
            <a:r>
              <a:rPr lang="zh-CN" altLang="en-US" dirty="0">
                <a:latin typeface="隶书" pitchFamily="49" charset="-122"/>
                <a:ea typeface="隶书" pitchFamily="49" charset="-122"/>
              </a:rPr>
              <a:t>   </a:t>
            </a:r>
            <a:r>
              <a:rPr lang="en-US" altLang="zh-CN" b="1" dirty="0">
                <a:effectLst>
                  <a:outerShdw blurRad="38100" dist="38100" dir="2700000" algn="tl">
                    <a:srgbClr val="C0C0C0"/>
                  </a:outerShdw>
                </a:effectLst>
                <a:ea typeface="隶书" pitchFamily="49" charset="-122"/>
              </a:rPr>
              <a:t>a = </a:t>
            </a:r>
            <a:r>
              <a:rPr lang="en-US" altLang="zh-CN" b="1" dirty="0">
                <a:effectLst>
                  <a:outerShdw blurRad="50800" dist="38100" dir="2700000" algn="tl" rotWithShape="0">
                    <a:prstClr val="black">
                      <a:alpha val="40000"/>
                    </a:prstClr>
                  </a:outerShdw>
                </a:effectLst>
              </a:rPr>
              <a:t>'</a:t>
            </a:r>
            <a:r>
              <a:rPr lang="en-US" altLang="zh-CN" b="1" dirty="0">
                <a:effectLst>
                  <a:outerShdw blurRad="38100" dist="38100" dir="2700000" algn="tl">
                    <a:srgbClr val="C0C0C0"/>
                  </a:outerShdw>
                </a:effectLst>
                <a:ea typeface="隶书" pitchFamily="49" charset="-122"/>
              </a:rPr>
              <a:t>D</a:t>
            </a:r>
            <a:r>
              <a:rPr lang="en-US" altLang="zh-CN" b="1" dirty="0">
                <a:effectLst>
                  <a:outerShdw blurRad="50800" dist="38100" dir="2700000" algn="tl" rotWithShape="0">
                    <a:prstClr val="black">
                      <a:alpha val="40000"/>
                    </a:prstClr>
                  </a:outerShdw>
                </a:effectLst>
              </a:rPr>
              <a:t>'</a:t>
            </a:r>
            <a:r>
              <a:rPr lang="en-US" altLang="zh-CN" b="1" dirty="0">
                <a:effectLst>
                  <a:outerShdw blurRad="38100" dist="38100" dir="2700000" algn="tl">
                    <a:srgbClr val="C0C0C0"/>
                  </a:outerShdw>
                </a:effectLst>
                <a:ea typeface="隶书" pitchFamily="49" charset="-122"/>
              </a:rPr>
              <a:t>;           </a:t>
            </a:r>
            <a:r>
              <a:rPr lang="en-US" altLang="zh-CN" sz="1800" b="1" dirty="0">
                <a:solidFill>
                  <a:schemeClr val="accent2"/>
                </a:solidFill>
                <a:effectLst>
                  <a:outerShdw blurRad="38100" dist="38100" dir="2700000" algn="tl">
                    <a:srgbClr val="C0C0C0"/>
                  </a:outerShdw>
                </a:effectLst>
                <a:ea typeface="隶书" pitchFamily="49" charset="-122"/>
              </a:rPr>
              <a:t>//  a = 68;</a:t>
            </a:r>
            <a:r>
              <a:rPr lang="en-US" altLang="zh-CN" b="1" dirty="0">
                <a:effectLst>
                  <a:outerShdw blurRad="38100" dist="38100" dir="2700000" algn="tl">
                    <a:srgbClr val="C0C0C0"/>
                  </a:outerShdw>
                </a:effectLst>
                <a:ea typeface="隶书" pitchFamily="49" charset="-122"/>
              </a:rPr>
              <a:t> </a:t>
            </a:r>
          </a:p>
          <a:p>
            <a:pPr eaLnBrk="0" hangingPunct="0"/>
            <a:r>
              <a:rPr lang="en-US" altLang="zh-CN" b="1" dirty="0">
                <a:effectLst>
                  <a:outerShdw blurRad="38100" dist="38100" dir="2700000" algn="tl">
                    <a:srgbClr val="C0C0C0"/>
                  </a:outerShdw>
                </a:effectLst>
                <a:ea typeface="隶书" pitchFamily="49" charset="-122"/>
              </a:rPr>
              <a:t>      x = </a:t>
            </a:r>
            <a:r>
              <a:rPr lang="en-US" altLang="zh-CN" b="1" dirty="0">
                <a:effectLst>
                  <a:outerShdw blurRad="50800" dist="38100" dir="2700000" algn="tl" rotWithShape="0">
                    <a:prstClr val="black">
                      <a:alpha val="40000"/>
                    </a:prstClr>
                  </a:outerShdw>
                </a:effectLst>
              </a:rPr>
              <a:t>'</a:t>
            </a:r>
            <a:r>
              <a:rPr lang="en-US" altLang="zh-CN" b="1" dirty="0">
                <a:effectLst>
                  <a:outerShdw blurRad="38100" dist="38100" dir="2700000" algn="tl">
                    <a:srgbClr val="C0C0C0"/>
                  </a:outerShdw>
                </a:effectLst>
                <a:ea typeface="隶书" pitchFamily="49" charset="-122"/>
              </a:rPr>
              <a:t>A</a:t>
            </a:r>
            <a:r>
              <a:rPr lang="en-US" altLang="zh-CN" b="1" dirty="0">
                <a:effectLst>
                  <a:outerShdw blurRad="50800" dist="38100" dir="2700000" algn="tl" rotWithShape="0">
                    <a:prstClr val="black">
                      <a:alpha val="40000"/>
                    </a:prstClr>
                  </a:outerShdw>
                </a:effectLst>
              </a:rPr>
              <a:t>'</a:t>
            </a:r>
            <a:r>
              <a:rPr lang="en-US" altLang="zh-CN" b="1" dirty="0">
                <a:effectLst>
                  <a:outerShdw blurRad="38100" dist="38100" dir="2700000" algn="tl">
                    <a:srgbClr val="C0C0C0"/>
                  </a:outerShdw>
                </a:effectLst>
                <a:ea typeface="隶书" pitchFamily="49" charset="-122"/>
              </a:rPr>
              <a:t> + 5;     </a:t>
            </a:r>
            <a:r>
              <a:rPr lang="en-US" altLang="zh-CN" sz="2000" b="1" dirty="0">
                <a:solidFill>
                  <a:schemeClr val="accent2"/>
                </a:solidFill>
                <a:effectLst>
                  <a:outerShdw blurRad="38100" dist="38100" dir="2700000" algn="tl">
                    <a:srgbClr val="C0C0C0"/>
                  </a:outerShdw>
                </a:effectLst>
                <a:ea typeface="隶书" pitchFamily="49" charset="-122"/>
              </a:rPr>
              <a:t>//  x = 65 + 5;</a:t>
            </a:r>
            <a:r>
              <a:rPr lang="en-US" altLang="zh-CN" b="1" dirty="0">
                <a:effectLst>
                  <a:outerShdw blurRad="38100" dist="38100" dir="2700000" algn="tl">
                    <a:srgbClr val="C0C0C0"/>
                  </a:outerShdw>
                </a:effectLst>
                <a:ea typeface="隶书" pitchFamily="49" charset="-122"/>
              </a:rPr>
              <a:t>  </a:t>
            </a:r>
          </a:p>
          <a:p>
            <a:pPr eaLnBrk="0" hangingPunct="0"/>
            <a:r>
              <a:rPr lang="en-US" altLang="zh-CN" b="1" dirty="0">
                <a:effectLst>
                  <a:outerShdw blurRad="38100" dist="38100" dir="2700000" algn="tl">
                    <a:srgbClr val="C0C0C0"/>
                  </a:outerShdw>
                </a:effectLst>
                <a:ea typeface="隶书" pitchFamily="49" charset="-122"/>
              </a:rPr>
              <a:t>      s = </a:t>
            </a:r>
            <a:r>
              <a:rPr lang="en-US" altLang="zh-CN" b="1" dirty="0">
                <a:effectLst>
                  <a:outerShdw blurRad="50800" dist="38100" dir="2700000" algn="tl" rotWithShape="0">
                    <a:prstClr val="black">
                      <a:alpha val="40000"/>
                    </a:prstClr>
                  </a:outerShdw>
                </a:effectLst>
              </a:rPr>
              <a:t>'</a:t>
            </a:r>
            <a:r>
              <a:rPr lang="en-US" altLang="zh-CN" b="1" dirty="0">
                <a:effectLst>
                  <a:outerShdw blurRad="38100" dist="38100" dir="2700000" algn="tl">
                    <a:srgbClr val="C0C0C0"/>
                  </a:outerShdw>
                </a:effectLst>
                <a:ea typeface="隶书" pitchFamily="49" charset="-122"/>
              </a:rPr>
              <a:t>!</a:t>
            </a:r>
            <a:r>
              <a:rPr lang="en-US" altLang="zh-CN" b="1" dirty="0">
                <a:effectLst>
                  <a:outerShdw blurRad="50800" dist="38100" dir="2700000" algn="tl" rotWithShape="0">
                    <a:prstClr val="black">
                      <a:alpha val="40000"/>
                    </a:prstClr>
                  </a:outerShdw>
                </a:effectLst>
              </a:rPr>
              <a:t>'</a:t>
            </a:r>
            <a:r>
              <a:rPr lang="en-US" altLang="zh-CN" b="1" dirty="0">
                <a:effectLst>
                  <a:outerShdw blurRad="38100" dist="38100" dir="2700000" algn="tl">
                    <a:srgbClr val="C0C0C0"/>
                  </a:outerShdw>
                </a:effectLst>
                <a:ea typeface="隶书" pitchFamily="49" charset="-122"/>
              </a:rPr>
              <a:t> + </a:t>
            </a:r>
            <a:r>
              <a:rPr lang="en-US" altLang="zh-CN" b="1" dirty="0">
                <a:effectLst>
                  <a:outerShdw blurRad="50800" dist="38100" dir="2700000" algn="tl" rotWithShape="0">
                    <a:prstClr val="black">
                      <a:alpha val="40000"/>
                    </a:prstClr>
                  </a:outerShdw>
                </a:effectLst>
              </a:rPr>
              <a:t>'</a:t>
            </a:r>
            <a:r>
              <a:rPr lang="en-US" altLang="zh-CN" b="1" dirty="0">
                <a:effectLst>
                  <a:outerShdw blurRad="38100" dist="38100" dir="2700000" algn="tl">
                    <a:srgbClr val="C0C0C0"/>
                  </a:outerShdw>
                </a:effectLst>
                <a:ea typeface="隶书" pitchFamily="49" charset="-122"/>
              </a:rPr>
              <a:t>G</a:t>
            </a:r>
            <a:r>
              <a:rPr lang="en-US" altLang="zh-CN" b="1" dirty="0">
                <a:effectLst>
                  <a:outerShdw blurRad="50800" dist="38100" dir="2700000" algn="tl" rotWithShape="0">
                    <a:prstClr val="black">
                      <a:alpha val="40000"/>
                    </a:prstClr>
                  </a:outerShdw>
                </a:effectLst>
              </a:rPr>
              <a:t>'</a:t>
            </a:r>
            <a:r>
              <a:rPr lang="en-US" altLang="zh-CN" b="1" dirty="0">
                <a:effectLst>
                  <a:outerShdw blurRad="38100" dist="38100" dir="2700000" algn="tl">
                    <a:srgbClr val="C0C0C0"/>
                  </a:outerShdw>
                </a:effectLst>
                <a:ea typeface="隶书" pitchFamily="49" charset="-122"/>
              </a:rPr>
              <a:t>     </a:t>
            </a:r>
            <a:r>
              <a:rPr lang="en-US" altLang="zh-CN" sz="2000" b="1" dirty="0">
                <a:solidFill>
                  <a:schemeClr val="accent2"/>
                </a:solidFill>
                <a:effectLst>
                  <a:outerShdw blurRad="38100" dist="38100" dir="2700000" algn="tl">
                    <a:srgbClr val="C0C0C0"/>
                  </a:outerShdw>
                </a:effectLst>
                <a:ea typeface="隶书" pitchFamily="49" charset="-122"/>
              </a:rPr>
              <a:t>//  s = 33 + 71;</a:t>
            </a:r>
            <a:r>
              <a:rPr lang="en-US" altLang="zh-CN" b="1" dirty="0">
                <a:effectLst>
                  <a:outerShdw blurRad="38100" dist="38100" dir="2700000" algn="tl">
                    <a:srgbClr val="C0C0C0"/>
                  </a:outerShdw>
                </a:effectLst>
                <a:ea typeface="隶书" pitchFamily="49" charset="-122"/>
              </a:rPr>
              <a:t> </a:t>
            </a:r>
          </a:p>
        </p:txBody>
      </p:sp>
      <p:sp>
        <p:nvSpPr>
          <p:cNvPr id="802870" name="Text Box 54"/>
          <p:cNvSpPr txBox="1">
            <a:spLocks noChangeArrowheads="1"/>
          </p:cNvSpPr>
          <p:nvPr/>
        </p:nvSpPr>
        <p:spPr bwMode="auto">
          <a:xfrm>
            <a:off x="1553842" y="5949280"/>
            <a:ext cx="5976664" cy="525401"/>
          </a:xfrm>
          <a:prstGeom prst="rect">
            <a:avLst/>
          </a:prstGeom>
          <a:gradFill rotWithShape="1">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spAutoFit/>
          </a:bodyPr>
          <a:lstStyle/>
          <a:p>
            <a:pPr eaLnBrk="0" hangingPunct="0"/>
            <a:r>
              <a:rPr lang="zh-CN" altLang="en-US" sz="2800" b="1" dirty="0">
                <a:effectLst>
                  <a:outerShdw blurRad="38100" dist="38100" dir="2700000" algn="tl">
                    <a:srgbClr val="FFFFFF"/>
                  </a:outerShdw>
                </a:effectLst>
                <a:latin typeface="Arial" pitchFamily="34" charset="0"/>
                <a:ea typeface="隶书" pitchFamily="49" charset="-122"/>
              </a:rPr>
              <a:t>没有</a:t>
            </a:r>
            <a:r>
              <a:rPr lang="zh-CN" altLang="en-US" sz="2800" b="1" dirty="0">
                <a:solidFill>
                  <a:srgbClr val="C01920"/>
                </a:solidFill>
                <a:latin typeface="Arial" pitchFamily="34" charset="0"/>
                <a:ea typeface="隶书" pitchFamily="49" charset="-122"/>
              </a:rPr>
              <a:t>字符串变量</a:t>
            </a:r>
            <a:r>
              <a:rPr lang="zh-CN" altLang="en-US" sz="2800" b="1" dirty="0">
                <a:effectLst>
                  <a:outerShdw blurRad="38100" dist="38100" dir="2700000" algn="tl">
                    <a:srgbClr val="FFFFFF"/>
                  </a:outerShdw>
                </a:effectLst>
                <a:latin typeface="Arial" pitchFamily="34" charset="0"/>
                <a:ea typeface="隶书" pitchFamily="49" charset="-122"/>
              </a:rPr>
              <a:t>，用字符数组存放</a:t>
            </a:r>
          </a:p>
        </p:txBody>
      </p:sp>
      <p:sp>
        <p:nvSpPr>
          <p:cNvPr id="9" name="Rectangle 4">
            <a:extLst>
              <a:ext uri="{FF2B5EF4-FFF2-40B4-BE49-F238E27FC236}">
                <a16:creationId xmlns:a16="http://schemas.microsoft.com/office/drawing/2014/main" id="{86F182E2-6FC5-4219-9706-A7FE0D44CBA2}"/>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简单数据类型与表示范围</a:t>
            </a:r>
          </a:p>
        </p:txBody>
      </p:sp>
      <p:sp>
        <p:nvSpPr>
          <p:cNvPr id="10" name="Rectangle 5">
            <a:extLst>
              <a:ext uri="{FF2B5EF4-FFF2-40B4-BE49-F238E27FC236}">
                <a16:creationId xmlns:a16="http://schemas.microsoft.com/office/drawing/2014/main" id="{B10BD170-60DC-40F8-91BE-3CD8BF226772}"/>
              </a:ext>
            </a:extLst>
          </p:cNvPr>
          <p:cNvSpPr>
            <a:spLocks noChangeArrowheads="1"/>
          </p:cNvSpPr>
          <p:nvPr/>
        </p:nvSpPr>
        <p:spPr bwMode="auto">
          <a:xfrm>
            <a:off x="762764" y="764704"/>
            <a:ext cx="5543505" cy="584775"/>
          </a:xfrm>
          <a:prstGeom prst="rect">
            <a:avLst/>
          </a:prstGeom>
          <a:noFill/>
          <a:ln w="9525">
            <a:noFill/>
            <a:miter lim="800000"/>
            <a:headEnd/>
            <a:tailEnd/>
          </a:ln>
          <a:effectLst/>
        </p:spPr>
        <p:txBody>
          <a:bodyPr wrap="none" anchor="ctr">
            <a:spAutoFit/>
          </a:bodyPr>
          <a:lstStyle/>
          <a:p>
            <a:r>
              <a:rPr lang="en-US" altLang="zh-CN" sz="3200" b="1" dirty="0">
                <a:solidFill>
                  <a:srgbClr val="C01920"/>
                </a:solidFill>
                <a:latin typeface="楷体" panose="02010609060101010101" pitchFamily="49" charset="-122"/>
                <a:ea typeface="楷体" panose="02010609060101010101" pitchFamily="49" charset="-122"/>
              </a:rPr>
              <a:t>6. </a:t>
            </a:r>
            <a:r>
              <a:rPr lang="zh-CN" altLang="en-US" sz="3200" b="1" dirty="0">
                <a:solidFill>
                  <a:srgbClr val="C01920"/>
                </a:solidFill>
                <a:latin typeface="楷体" panose="02010609060101010101" pitchFamily="49" charset="-122"/>
                <a:ea typeface="楷体" panose="02010609060101010101" pitchFamily="49" charset="-122"/>
              </a:rPr>
              <a:t>字符型数据和字符串常量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02818">
                                            <p:txEl>
                                              <p:pRg st="0" end="0"/>
                                            </p:txEl>
                                          </p:spTgt>
                                        </p:tgtEl>
                                        <p:attrNameLst>
                                          <p:attrName>style.visibility</p:attrName>
                                        </p:attrNameLst>
                                      </p:cBhvr>
                                      <p:to>
                                        <p:strVal val="visible"/>
                                      </p:to>
                                    </p:set>
                                    <p:animEffect transition="in" filter="blinds(horizontal)">
                                      <p:cBhvr>
                                        <p:cTn id="12" dur="500"/>
                                        <p:tgtEl>
                                          <p:spTgt spid="802818">
                                            <p:txEl>
                                              <p:pRg st="0" end="0"/>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02818">
                                            <p:txEl>
                                              <p:pRg st="1" end="1"/>
                                            </p:txEl>
                                          </p:spTgt>
                                        </p:tgtEl>
                                        <p:attrNameLst>
                                          <p:attrName>style.visibility</p:attrName>
                                        </p:attrNameLst>
                                      </p:cBhvr>
                                      <p:to>
                                        <p:strVal val="visible"/>
                                      </p:to>
                                    </p:set>
                                    <p:animEffect transition="in" filter="blinds(horizontal)">
                                      <p:cBhvr>
                                        <p:cTn id="17" dur="500"/>
                                        <p:tgtEl>
                                          <p:spTgt spid="802818">
                                            <p:txEl>
                                              <p:pRg st="1" end="1"/>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02818">
                                            <p:txEl>
                                              <p:pRg st="2" end="2"/>
                                            </p:txEl>
                                          </p:spTgt>
                                        </p:tgtEl>
                                        <p:attrNameLst>
                                          <p:attrName>style.visibility</p:attrName>
                                        </p:attrNameLst>
                                      </p:cBhvr>
                                      <p:to>
                                        <p:strVal val="visible"/>
                                      </p:to>
                                    </p:set>
                                    <p:animEffect transition="in" filter="blinds(horizontal)">
                                      <p:cBhvr>
                                        <p:cTn id="22" dur="500"/>
                                        <p:tgtEl>
                                          <p:spTgt spid="802818">
                                            <p:txEl>
                                              <p:pRg st="2" end="2"/>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02818">
                                            <p:txEl>
                                              <p:pRg st="3" end="3"/>
                                            </p:txEl>
                                          </p:spTgt>
                                        </p:tgtEl>
                                        <p:attrNameLst>
                                          <p:attrName>style.visibility</p:attrName>
                                        </p:attrNameLst>
                                      </p:cBhvr>
                                      <p:to>
                                        <p:strVal val="visible"/>
                                      </p:to>
                                    </p:set>
                                    <p:animEffect transition="in" filter="blinds(horizontal)">
                                      <p:cBhvr>
                                        <p:cTn id="27" dur="500"/>
                                        <p:tgtEl>
                                          <p:spTgt spid="802818">
                                            <p:txEl>
                                              <p:pRg st="3" end="3"/>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802818">
                                            <p:txEl>
                                              <p:pRg st="4" end="4"/>
                                            </p:txEl>
                                          </p:spTgt>
                                        </p:tgtEl>
                                        <p:attrNameLst>
                                          <p:attrName>style.visibility</p:attrName>
                                        </p:attrNameLst>
                                      </p:cBhvr>
                                      <p:to>
                                        <p:strVal val="visible"/>
                                      </p:to>
                                    </p:set>
                                    <p:animEffect transition="in" filter="blinds(horizontal)">
                                      <p:cBhvr>
                                        <p:cTn id="32" dur="500"/>
                                        <p:tgtEl>
                                          <p:spTgt spid="802818">
                                            <p:txEl>
                                              <p:pRg st="4" end="4"/>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802818">
                                            <p:txEl>
                                              <p:pRg st="5" end="5"/>
                                            </p:txEl>
                                          </p:spTgt>
                                        </p:tgtEl>
                                        <p:attrNameLst>
                                          <p:attrName>style.visibility</p:attrName>
                                        </p:attrNameLst>
                                      </p:cBhvr>
                                      <p:to>
                                        <p:strVal val="visible"/>
                                      </p:to>
                                    </p:set>
                                    <p:animEffect transition="in" filter="blinds(horizontal)">
                                      <p:cBhvr>
                                        <p:cTn id="37" dur="500"/>
                                        <p:tgtEl>
                                          <p:spTgt spid="802818">
                                            <p:txEl>
                                              <p:pRg st="5" end="5"/>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802868"/>
                                        </p:tgtEl>
                                        <p:attrNameLst>
                                          <p:attrName>style.visibility</p:attrName>
                                        </p:attrNameLst>
                                      </p:cBhvr>
                                      <p:to>
                                        <p:strVal val="visible"/>
                                      </p:to>
                                    </p:set>
                                    <p:animEffect transition="in" filter="box(out)">
                                      <p:cBhvr>
                                        <p:cTn id="42" dur="500"/>
                                        <p:tgtEl>
                                          <p:spTgt spid="802868"/>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802869"/>
                                        </p:tgtEl>
                                        <p:attrNameLst>
                                          <p:attrName>style.visibility</p:attrName>
                                        </p:attrNameLst>
                                      </p:cBhvr>
                                      <p:to>
                                        <p:strVal val="visible"/>
                                      </p:to>
                                    </p:set>
                                    <p:animEffect transition="in" filter="box(out)">
                                      <p:cBhvr>
                                        <p:cTn id="47" dur="500"/>
                                        <p:tgtEl>
                                          <p:spTgt spid="802869"/>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802870"/>
                                        </p:tgtEl>
                                        <p:attrNameLst>
                                          <p:attrName>style.visibility</p:attrName>
                                        </p:attrNameLst>
                                      </p:cBhvr>
                                      <p:to>
                                        <p:strVal val="visible"/>
                                      </p:to>
                                    </p:set>
                                    <p:animEffect transition="in" filter="box(out)">
                                      <p:cBhvr>
                                        <p:cTn id="52" dur="500"/>
                                        <p:tgtEl>
                                          <p:spTgt spid="802870"/>
                                        </p:tgtEl>
                                      </p:cBhvr>
                                    </p:animEffect>
                                  </p:childTnLst>
                                  <p:subTnLst>
                                    <p:audio>
                                      <p:cMediaNode>
                                        <p:cTn display="0" masterRel="sameClick">
                                          <p:stCondLst>
                                            <p:cond evt="begin" delay="0">
                                              <p:tn val="5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2868" grpId="0" animBg="1"/>
      <p:bldP spid="802869" grpId="0" animBg="1"/>
      <p:bldP spid="802870" grpId="0" animBg="1" autoUpdateAnimBg="0"/>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4">
            <a:extLst>
              <a:ext uri="{FF2B5EF4-FFF2-40B4-BE49-F238E27FC236}">
                <a16:creationId xmlns:a16="http://schemas.microsoft.com/office/drawing/2014/main" id="{EAAFFDB9-C92C-40CB-8D35-6EB66282EC03}"/>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简单数据类型与表示范围</a:t>
            </a:r>
          </a:p>
        </p:txBody>
      </p:sp>
      <p:sp>
        <p:nvSpPr>
          <p:cNvPr id="40" name="Rectangle 5">
            <a:extLst>
              <a:ext uri="{FF2B5EF4-FFF2-40B4-BE49-F238E27FC236}">
                <a16:creationId xmlns:a16="http://schemas.microsoft.com/office/drawing/2014/main" id="{B17E7441-DF38-4064-A916-F5876E0B5B72}"/>
              </a:ext>
            </a:extLst>
          </p:cNvPr>
          <p:cNvSpPr>
            <a:spLocks noChangeArrowheads="1"/>
          </p:cNvSpPr>
          <p:nvPr/>
        </p:nvSpPr>
        <p:spPr bwMode="auto">
          <a:xfrm>
            <a:off x="762764" y="764704"/>
            <a:ext cx="5543505" cy="584775"/>
          </a:xfrm>
          <a:prstGeom prst="rect">
            <a:avLst/>
          </a:prstGeom>
          <a:noFill/>
          <a:ln w="9525">
            <a:noFill/>
            <a:miter lim="800000"/>
            <a:headEnd/>
            <a:tailEnd/>
          </a:ln>
          <a:effectLst/>
        </p:spPr>
        <p:txBody>
          <a:bodyPr wrap="none" anchor="ctr">
            <a:spAutoFit/>
          </a:bodyPr>
          <a:lstStyle/>
          <a:p>
            <a:r>
              <a:rPr lang="en-US" altLang="zh-CN" sz="3200" b="1" dirty="0">
                <a:solidFill>
                  <a:srgbClr val="C01920"/>
                </a:solidFill>
                <a:latin typeface="楷体" panose="02010609060101010101" pitchFamily="49" charset="-122"/>
                <a:ea typeface="楷体" panose="02010609060101010101" pitchFamily="49" charset="-122"/>
              </a:rPr>
              <a:t>7. </a:t>
            </a:r>
            <a:r>
              <a:rPr lang="zh-CN" altLang="en-US" sz="3200" b="1" dirty="0">
                <a:solidFill>
                  <a:srgbClr val="C01920"/>
                </a:solidFill>
                <a:latin typeface="楷体" panose="02010609060101010101" pitchFamily="49" charset="-122"/>
                <a:ea typeface="楷体" panose="02010609060101010101" pitchFamily="49" charset="-122"/>
              </a:rPr>
              <a:t>简单数据类型的表示范围 </a:t>
            </a:r>
          </a:p>
        </p:txBody>
      </p:sp>
      <p:grpSp>
        <p:nvGrpSpPr>
          <p:cNvPr id="804041" name="Group 201"/>
          <p:cNvGrpSpPr>
            <a:grpSpLocks/>
          </p:cNvGrpSpPr>
          <p:nvPr/>
        </p:nvGrpSpPr>
        <p:grpSpPr bwMode="auto">
          <a:xfrm>
            <a:off x="2091630" y="2461169"/>
            <a:ext cx="8323263" cy="1235076"/>
            <a:chOff x="512" y="990"/>
            <a:chExt cx="5243" cy="778"/>
          </a:xfrm>
        </p:grpSpPr>
        <p:grpSp>
          <p:nvGrpSpPr>
            <p:cNvPr id="804016" name="Group 176"/>
            <p:cNvGrpSpPr>
              <a:grpSpLocks/>
            </p:cNvGrpSpPr>
            <p:nvPr/>
          </p:nvGrpSpPr>
          <p:grpSpPr bwMode="auto">
            <a:xfrm>
              <a:off x="1136" y="990"/>
              <a:ext cx="4618" cy="291"/>
              <a:chOff x="893" y="1026"/>
              <a:chExt cx="4618" cy="291"/>
            </a:xfrm>
          </p:grpSpPr>
          <p:sp>
            <p:nvSpPr>
              <p:cNvPr id="804012" name="Text Box 172"/>
              <p:cNvSpPr txBox="1">
                <a:spLocks noChangeArrowheads="1"/>
              </p:cNvSpPr>
              <p:nvPr/>
            </p:nvSpPr>
            <p:spPr bwMode="auto">
              <a:xfrm>
                <a:off x="1565" y="1026"/>
                <a:ext cx="2812" cy="291"/>
              </a:xfrm>
              <a:prstGeom prst="rect">
                <a:avLst/>
              </a:prstGeom>
              <a:noFill/>
              <a:ln w="9525">
                <a:noFill/>
                <a:miter lim="800000"/>
                <a:headEnd/>
                <a:tailEnd/>
              </a:ln>
              <a:effectLst/>
            </p:spPr>
            <p:txBody>
              <a:bodyPr>
                <a:spAutoFit/>
              </a:bodyPr>
              <a:lstStyle/>
              <a:p>
                <a:pPr>
                  <a:spcBef>
                    <a:spcPct val="50000"/>
                  </a:spcBef>
                </a:pPr>
                <a:r>
                  <a:rPr lang="en-US" altLang="zh-CN" b="1">
                    <a:effectLst>
                      <a:outerShdw blurRad="38100" dist="38100" dir="2700000" algn="tl">
                        <a:srgbClr val="FFFFFF"/>
                      </a:outerShdw>
                    </a:effectLst>
                    <a:latin typeface="+mn-lt"/>
                    <a:ea typeface="楷体" pitchFamily="49" charset="-122"/>
                  </a:rPr>
                  <a:t>0 1 1 1   1 1 1 1   1 1 1 1   1 1 1 1</a:t>
                </a:r>
                <a:r>
                  <a:rPr lang="en-US" altLang="zh-CN">
                    <a:latin typeface="+mn-lt"/>
                    <a:ea typeface="楷体" pitchFamily="49" charset="-122"/>
                  </a:rPr>
                  <a:t> </a:t>
                </a:r>
              </a:p>
            </p:txBody>
          </p:sp>
          <p:sp>
            <p:nvSpPr>
              <p:cNvPr id="804013" name="Text Box 173"/>
              <p:cNvSpPr txBox="1">
                <a:spLocks noChangeArrowheads="1"/>
              </p:cNvSpPr>
              <p:nvPr/>
            </p:nvSpPr>
            <p:spPr bwMode="auto">
              <a:xfrm>
                <a:off x="893" y="1035"/>
                <a:ext cx="771" cy="250"/>
              </a:xfrm>
              <a:prstGeom prst="rect">
                <a:avLst/>
              </a:prstGeom>
              <a:noFill/>
              <a:ln w="9525">
                <a:noFill/>
                <a:miter lim="800000"/>
                <a:headEnd/>
                <a:tailEnd/>
              </a:ln>
              <a:effectLst/>
            </p:spPr>
            <p:txBody>
              <a:bodyPr>
                <a:spAutoFit/>
              </a:bodyPr>
              <a:lstStyle/>
              <a:p>
                <a:pPr>
                  <a:spcBef>
                    <a:spcPct val="50000"/>
                  </a:spcBef>
                </a:pPr>
                <a:r>
                  <a:rPr lang="zh-CN" altLang="en-US" sz="2000" b="1">
                    <a:effectLst>
                      <a:outerShdw blurRad="38100" dist="38100" dir="2700000" algn="tl">
                        <a:srgbClr val="FFFFFF"/>
                      </a:outerShdw>
                    </a:effectLst>
                    <a:latin typeface="+mn-lt"/>
                    <a:ea typeface="楷体" pitchFamily="49" charset="-122"/>
                  </a:rPr>
                  <a:t>最大值：</a:t>
                </a:r>
              </a:p>
            </p:txBody>
          </p:sp>
          <p:sp>
            <p:nvSpPr>
              <p:cNvPr id="804014" name="Line 174"/>
              <p:cNvSpPr>
                <a:spLocks noChangeShapeType="1"/>
              </p:cNvSpPr>
              <p:nvPr/>
            </p:nvSpPr>
            <p:spPr bwMode="auto">
              <a:xfrm>
                <a:off x="4277" y="1180"/>
                <a:ext cx="408" cy="0"/>
              </a:xfrm>
              <a:prstGeom prst="line">
                <a:avLst/>
              </a:prstGeom>
              <a:noFill/>
              <a:ln w="28575">
                <a:solidFill>
                  <a:srgbClr val="FF3300"/>
                </a:solidFill>
                <a:round/>
                <a:headEnd/>
                <a:tailEnd type="stealth" w="lg" len="lg"/>
              </a:ln>
              <a:effectLst/>
            </p:spPr>
            <p:txBody>
              <a:bodyPr/>
              <a:lstStyle/>
              <a:p>
                <a:endParaRPr lang="zh-CN" altLang="en-US">
                  <a:latin typeface="+mn-lt"/>
                  <a:ea typeface="楷体" pitchFamily="49" charset="-122"/>
                </a:endParaRPr>
              </a:p>
            </p:txBody>
          </p:sp>
          <p:sp>
            <p:nvSpPr>
              <p:cNvPr id="804015" name="Text Box 175"/>
              <p:cNvSpPr txBox="1">
                <a:spLocks noChangeArrowheads="1"/>
              </p:cNvSpPr>
              <p:nvPr/>
            </p:nvSpPr>
            <p:spPr bwMode="auto">
              <a:xfrm>
                <a:off x="4740" y="1044"/>
                <a:ext cx="771"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000099"/>
                    </a:solidFill>
                    <a:effectLst>
                      <a:outerShdw blurRad="38100" dist="38100" dir="2700000" algn="tl">
                        <a:srgbClr val="000000"/>
                      </a:outerShdw>
                    </a:effectLst>
                    <a:latin typeface="+mn-lt"/>
                    <a:ea typeface="楷体" pitchFamily="49" charset="-122"/>
                  </a:rPr>
                  <a:t>+32767</a:t>
                </a:r>
              </a:p>
            </p:txBody>
          </p:sp>
        </p:grpSp>
        <p:grpSp>
          <p:nvGrpSpPr>
            <p:cNvPr id="804017" name="Group 177"/>
            <p:cNvGrpSpPr>
              <a:grpSpLocks/>
            </p:cNvGrpSpPr>
            <p:nvPr/>
          </p:nvGrpSpPr>
          <p:grpSpPr bwMode="auto">
            <a:xfrm>
              <a:off x="1137" y="1477"/>
              <a:ext cx="4618" cy="291"/>
              <a:chOff x="893" y="1026"/>
              <a:chExt cx="4618" cy="291"/>
            </a:xfrm>
          </p:grpSpPr>
          <p:sp>
            <p:nvSpPr>
              <p:cNvPr id="804018" name="Text Box 178"/>
              <p:cNvSpPr txBox="1">
                <a:spLocks noChangeArrowheads="1"/>
              </p:cNvSpPr>
              <p:nvPr/>
            </p:nvSpPr>
            <p:spPr bwMode="auto">
              <a:xfrm>
                <a:off x="1565" y="1026"/>
                <a:ext cx="2812" cy="291"/>
              </a:xfrm>
              <a:prstGeom prst="rect">
                <a:avLst/>
              </a:prstGeom>
              <a:noFill/>
              <a:ln w="9525">
                <a:noFill/>
                <a:miter lim="800000"/>
                <a:headEnd/>
                <a:tailEnd/>
              </a:ln>
              <a:effectLst/>
            </p:spPr>
            <p:txBody>
              <a:bodyPr>
                <a:spAutoFit/>
              </a:bodyPr>
              <a:lstStyle/>
              <a:p>
                <a:pPr>
                  <a:spcBef>
                    <a:spcPct val="50000"/>
                  </a:spcBef>
                </a:pPr>
                <a:r>
                  <a:rPr lang="en-US" altLang="zh-CN" b="1">
                    <a:effectLst>
                      <a:outerShdw blurRad="38100" dist="38100" dir="2700000" algn="tl">
                        <a:srgbClr val="FFFFFF"/>
                      </a:outerShdw>
                    </a:effectLst>
                    <a:latin typeface="+mn-lt"/>
                    <a:ea typeface="楷体" pitchFamily="49" charset="-122"/>
                  </a:rPr>
                  <a:t>1 0 0 0   0 0 0 0   0 0 0 0   0 0 0 0</a:t>
                </a:r>
                <a:r>
                  <a:rPr lang="en-US" altLang="zh-CN">
                    <a:latin typeface="+mn-lt"/>
                    <a:ea typeface="楷体" pitchFamily="49" charset="-122"/>
                  </a:rPr>
                  <a:t> </a:t>
                </a:r>
              </a:p>
            </p:txBody>
          </p:sp>
          <p:sp>
            <p:nvSpPr>
              <p:cNvPr id="804019" name="Text Box 179"/>
              <p:cNvSpPr txBox="1">
                <a:spLocks noChangeArrowheads="1"/>
              </p:cNvSpPr>
              <p:nvPr/>
            </p:nvSpPr>
            <p:spPr bwMode="auto">
              <a:xfrm>
                <a:off x="893" y="1035"/>
                <a:ext cx="771" cy="250"/>
              </a:xfrm>
              <a:prstGeom prst="rect">
                <a:avLst/>
              </a:prstGeom>
              <a:noFill/>
              <a:ln w="9525">
                <a:noFill/>
                <a:miter lim="800000"/>
                <a:headEnd/>
                <a:tailEnd/>
              </a:ln>
              <a:effectLst/>
            </p:spPr>
            <p:txBody>
              <a:bodyPr>
                <a:spAutoFit/>
              </a:bodyPr>
              <a:lstStyle/>
              <a:p>
                <a:pPr>
                  <a:spcBef>
                    <a:spcPct val="50000"/>
                  </a:spcBef>
                </a:pPr>
                <a:r>
                  <a:rPr lang="zh-CN" altLang="en-US" sz="2000" b="1">
                    <a:effectLst>
                      <a:outerShdw blurRad="38100" dist="38100" dir="2700000" algn="tl">
                        <a:srgbClr val="FFFFFF"/>
                      </a:outerShdw>
                    </a:effectLst>
                    <a:latin typeface="+mn-lt"/>
                    <a:ea typeface="楷体" pitchFamily="49" charset="-122"/>
                  </a:rPr>
                  <a:t>最小值：</a:t>
                </a:r>
              </a:p>
            </p:txBody>
          </p:sp>
          <p:sp>
            <p:nvSpPr>
              <p:cNvPr id="804020" name="Line 180"/>
              <p:cNvSpPr>
                <a:spLocks noChangeShapeType="1"/>
              </p:cNvSpPr>
              <p:nvPr/>
            </p:nvSpPr>
            <p:spPr bwMode="auto">
              <a:xfrm>
                <a:off x="4277" y="1180"/>
                <a:ext cx="408" cy="0"/>
              </a:xfrm>
              <a:prstGeom prst="line">
                <a:avLst/>
              </a:prstGeom>
              <a:noFill/>
              <a:ln w="28575">
                <a:solidFill>
                  <a:srgbClr val="FF3300"/>
                </a:solidFill>
                <a:round/>
                <a:headEnd/>
                <a:tailEnd type="stealth" w="lg" len="lg"/>
              </a:ln>
              <a:effectLst/>
            </p:spPr>
            <p:txBody>
              <a:bodyPr/>
              <a:lstStyle/>
              <a:p>
                <a:endParaRPr lang="zh-CN" altLang="en-US">
                  <a:latin typeface="+mn-lt"/>
                  <a:ea typeface="楷体" pitchFamily="49" charset="-122"/>
                </a:endParaRPr>
              </a:p>
            </p:txBody>
          </p:sp>
          <p:sp>
            <p:nvSpPr>
              <p:cNvPr id="804021" name="Text Box 181"/>
              <p:cNvSpPr txBox="1">
                <a:spLocks noChangeArrowheads="1"/>
              </p:cNvSpPr>
              <p:nvPr/>
            </p:nvSpPr>
            <p:spPr bwMode="auto">
              <a:xfrm>
                <a:off x="4740" y="1044"/>
                <a:ext cx="771"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000099"/>
                    </a:solidFill>
                    <a:effectLst>
                      <a:outerShdw blurRad="38100" dist="38100" dir="2700000" algn="tl">
                        <a:srgbClr val="000000"/>
                      </a:outerShdw>
                    </a:effectLst>
                    <a:latin typeface="+mn-lt"/>
                    <a:ea typeface="楷体" pitchFamily="49" charset="-122"/>
                  </a:rPr>
                  <a:t>-32768</a:t>
                </a:r>
              </a:p>
            </p:txBody>
          </p:sp>
        </p:grpSp>
        <p:sp>
          <p:nvSpPr>
            <p:cNvPr id="804022" name="AutoShape 182"/>
            <p:cNvSpPr>
              <a:spLocks/>
            </p:cNvSpPr>
            <p:nvPr/>
          </p:nvSpPr>
          <p:spPr bwMode="auto">
            <a:xfrm>
              <a:off x="1127" y="1117"/>
              <a:ext cx="46" cy="544"/>
            </a:xfrm>
            <a:prstGeom prst="leftBrace">
              <a:avLst>
                <a:gd name="adj1" fmla="val 98551"/>
                <a:gd name="adj2" fmla="val 50000"/>
              </a:avLst>
            </a:prstGeom>
            <a:noFill/>
            <a:ln w="28575">
              <a:solidFill>
                <a:schemeClr val="tx1"/>
              </a:solidFill>
              <a:round/>
              <a:headEnd/>
              <a:tailEnd/>
            </a:ln>
            <a:effectLst/>
          </p:spPr>
          <p:txBody>
            <a:bodyPr wrap="none" anchor="ctr"/>
            <a:lstStyle/>
            <a:p>
              <a:endParaRPr lang="zh-CN" altLang="en-US">
                <a:latin typeface="+mn-lt"/>
                <a:ea typeface="楷体" pitchFamily="49" charset="-122"/>
              </a:endParaRPr>
            </a:p>
          </p:txBody>
        </p:sp>
        <p:sp>
          <p:nvSpPr>
            <p:cNvPr id="804023" name="Text Box 183"/>
            <p:cNvSpPr txBox="1">
              <a:spLocks noChangeArrowheads="1"/>
            </p:cNvSpPr>
            <p:nvPr/>
          </p:nvSpPr>
          <p:spPr bwMode="auto">
            <a:xfrm>
              <a:off x="512" y="1209"/>
              <a:ext cx="644" cy="330"/>
            </a:xfrm>
            <a:prstGeom prst="rect">
              <a:avLst/>
            </a:prstGeom>
            <a:noFill/>
            <a:ln w="9525">
              <a:noFill/>
              <a:miter lim="800000"/>
              <a:headEnd/>
              <a:tailEnd/>
            </a:ln>
            <a:effectLst/>
          </p:spPr>
          <p:txBody>
            <a:bodyPr wrap="square">
              <a:spAutoFit/>
            </a:bodyPr>
            <a:lstStyle/>
            <a:p>
              <a:pPr>
                <a:spcBef>
                  <a:spcPct val="50000"/>
                </a:spcBef>
              </a:pPr>
              <a:r>
                <a:rPr lang="en-US" altLang="zh-CN" sz="2800" b="1" dirty="0">
                  <a:solidFill>
                    <a:srgbClr val="C01920"/>
                  </a:solidFill>
                  <a:latin typeface="+mn-lt"/>
                  <a:ea typeface="楷体" pitchFamily="49" charset="-122"/>
                </a:rPr>
                <a:t>short</a:t>
              </a:r>
            </a:p>
          </p:txBody>
        </p:sp>
      </p:grpSp>
      <p:sp>
        <p:nvSpPr>
          <p:cNvPr id="804024" name="Oval 184"/>
          <p:cNvSpPr>
            <a:spLocks noChangeArrowheads="1"/>
          </p:cNvSpPr>
          <p:nvPr/>
        </p:nvSpPr>
        <p:spPr bwMode="auto">
          <a:xfrm>
            <a:off x="4177604" y="2446882"/>
            <a:ext cx="287338" cy="1223962"/>
          </a:xfrm>
          <a:prstGeom prst="ellipse">
            <a:avLst/>
          </a:prstGeom>
          <a:noFill/>
          <a:ln w="28575">
            <a:solidFill>
              <a:srgbClr val="FF0000"/>
            </a:solidFill>
            <a:round/>
            <a:headEnd/>
            <a:tailEnd/>
          </a:ln>
          <a:effectLst/>
        </p:spPr>
        <p:txBody>
          <a:bodyPr wrap="none" anchor="ctr"/>
          <a:lstStyle/>
          <a:p>
            <a:endParaRPr lang="zh-CN" altLang="en-US"/>
          </a:p>
        </p:txBody>
      </p:sp>
      <p:sp>
        <p:nvSpPr>
          <p:cNvPr id="804025" name="AutoShape 185"/>
          <p:cNvSpPr>
            <a:spLocks noChangeArrowheads="1"/>
          </p:cNvSpPr>
          <p:nvPr/>
        </p:nvSpPr>
        <p:spPr bwMode="auto">
          <a:xfrm>
            <a:off x="2034479" y="2015082"/>
            <a:ext cx="1295400" cy="360362"/>
          </a:xfrm>
          <a:prstGeom prst="wedgeRoundRectCallout">
            <a:avLst>
              <a:gd name="adj1" fmla="val 121815"/>
              <a:gd name="adj2" fmla="val 85681"/>
              <a:gd name="adj3" fmla="val 16667"/>
            </a:avLst>
          </a:prstGeom>
          <a:gradFill flip="none" rotWithShape="1">
            <a:gsLst>
              <a:gs pos="0">
                <a:srgbClr val="CFCFD1"/>
              </a:gs>
              <a:gs pos="100000">
                <a:schemeClr val="bg1">
                  <a:lumMod val="95000"/>
                </a:schemeClr>
              </a:gs>
            </a:gsLst>
            <a:path path="circle">
              <a:fillToRect l="100000" t="100000"/>
            </a:path>
            <a:tileRect r="-100000" b="-100000"/>
          </a:gradFill>
          <a:ln w="9525">
            <a:solidFill>
              <a:srgbClr val="C01920"/>
            </a:solidFill>
            <a:miter lim="800000"/>
            <a:headEnd/>
            <a:tailEnd/>
          </a:ln>
          <a:effectLst>
            <a:outerShdw dist="107763" dir="2700000" algn="ctr" rotWithShape="0">
              <a:schemeClr val="bg2">
                <a:alpha val="50000"/>
              </a:schemeClr>
            </a:outerShdw>
          </a:effectLst>
        </p:spPr>
        <p:txBody>
          <a:bodyPr/>
          <a:lstStyle/>
          <a:p>
            <a:pPr algn="ctr"/>
            <a:r>
              <a:rPr lang="zh-CN" altLang="en-US" sz="1800" b="1">
                <a:effectLst>
                  <a:outerShdw blurRad="38100" dist="38100" dir="2700000" algn="tl">
                    <a:srgbClr val="FFFFFF"/>
                  </a:outerShdw>
                </a:effectLst>
                <a:latin typeface="+mn-lt"/>
                <a:ea typeface="楷体" pitchFamily="49" charset="-122"/>
              </a:rPr>
              <a:t>符号位</a:t>
            </a:r>
          </a:p>
        </p:txBody>
      </p:sp>
      <p:sp>
        <p:nvSpPr>
          <p:cNvPr id="804026" name="Rectangle 186"/>
          <p:cNvSpPr>
            <a:spLocks noChangeArrowheads="1"/>
          </p:cNvSpPr>
          <p:nvPr/>
        </p:nvSpPr>
        <p:spPr bwMode="auto">
          <a:xfrm>
            <a:off x="3902926" y="1527175"/>
            <a:ext cx="4669868" cy="461665"/>
          </a:xfrm>
          <a:prstGeom prst="rect">
            <a:avLst/>
          </a:prstGeom>
          <a:noFill/>
          <a:ln w="9525">
            <a:noFill/>
            <a:miter lim="800000"/>
            <a:headEnd/>
            <a:tailEnd/>
          </a:ln>
          <a:effectLst/>
        </p:spPr>
        <p:txBody>
          <a:bodyPr wrap="none" anchor="ctr">
            <a:spAutoFit/>
          </a:bodyPr>
          <a:lstStyle/>
          <a:p>
            <a:r>
              <a:rPr lang="zh-CN" altLang="en-US" b="1" u="sng" dirty="0">
                <a:solidFill>
                  <a:srgbClr val="C01920"/>
                </a:solidFill>
                <a:latin typeface="楷体" panose="02010609060101010101" pitchFamily="49" charset="-122"/>
                <a:ea typeface="楷体" panose="02010609060101010101" pitchFamily="49" charset="-122"/>
              </a:rPr>
              <a:t>十六位整型数所表示的数据范围</a:t>
            </a:r>
            <a:r>
              <a:rPr lang="zh-CN" altLang="en-US" dirty="0">
                <a:solidFill>
                  <a:srgbClr val="C01920"/>
                </a:solidFill>
                <a:latin typeface="楷体" panose="02010609060101010101" pitchFamily="49" charset="-122"/>
                <a:ea typeface="楷体" panose="02010609060101010101" pitchFamily="49" charset="-122"/>
              </a:rPr>
              <a:t> </a:t>
            </a:r>
          </a:p>
        </p:txBody>
      </p:sp>
      <p:grpSp>
        <p:nvGrpSpPr>
          <p:cNvPr id="804043" name="Group 203"/>
          <p:cNvGrpSpPr>
            <a:grpSpLocks/>
          </p:cNvGrpSpPr>
          <p:nvPr/>
        </p:nvGrpSpPr>
        <p:grpSpPr bwMode="auto">
          <a:xfrm>
            <a:off x="1747143" y="4264695"/>
            <a:ext cx="8669337" cy="1235076"/>
            <a:chOff x="295" y="1990"/>
            <a:chExt cx="5461" cy="778"/>
          </a:xfrm>
        </p:grpSpPr>
        <p:grpSp>
          <p:nvGrpSpPr>
            <p:cNvPr id="804042" name="Group 202"/>
            <p:cNvGrpSpPr>
              <a:grpSpLocks/>
            </p:cNvGrpSpPr>
            <p:nvPr/>
          </p:nvGrpSpPr>
          <p:grpSpPr bwMode="auto">
            <a:xfrm>
              <a:off x="1128" y="1990"/>
              <a:ext cx="4628" cy="778"/>
              <a:chOff x="1128" y="1990"/>
              <a:chExt cx="4628" cy="778"/>
            </a:xfrm>
          </p:grpSpPr>
          <p:grpSp>
            <p:nvGrpSpPr>
              <p:cNvPr id="804029" name="Group 189"/>
              <p:cNvGrpSpPr>
                <a:grpSpLocks/>
              </p:cNvGrpSpPr>
              <p:nvPr/>
            </p:nvGrpSpPr>
            <p:grpSpPr bwMode="auto">
              <a:xfrm>
                <a:off x="1137" y="1990"/>
                <a:ext cx="4618" cy="291"/>
                <a:chOff x="893" y="1026"/>
                <a:chExt cx="4618" cy="291"/>
              </a:xfrm>
            </p:grpSpPr>
            <p:sp>
              <p:nvSpPr>
                <p:cNvPr id="804030" name="Text Box 190"/>
                <p:cNvSpPr txBox="1">
                  <a:spLocks noChangeArrowheads="1"/>
                </p:cNvSpPr>
                <p:nvPr/>
              </p:nvSpPr>
              <p:spPr bwMode="auto">
                <a:xfrm>
                  <a:off x="1565" y="1026"/>
                  <a:ext cx="2812" cy="291"/>
                </a:xfrm>
                <a:prstGeom prst="rect">
                  <a:avLst/>
                </a:prstGeom>
                <a:noFill/>
                <a:ln w="9525">
                  <a:noFill/>
                  <a:miter lim="800000"/>
                  <a:headEnd/>
                  <a:tailEnd/>
                </a:ln>
                <a:effectLst/>
              </p:spPr>
              <p:txBody>
                <a:bodyPr>
                  <a:spAutoFit/>
                </a:bodyPr>
                <a:lstStyle/>
                <a:p>
                  <a:pPr>
                    <a:spcBef>
                      <a:spcPct val="50000"/>
                    </a:spcBef>
                  </a:pPr>
                  <a:r>
                    <a:rPr lang="en-US" altLang="zh-CN" b="1">
                      <a:effectLst>
                        <a:outerShdw blurRad="38100" dist="38100" dir="2700000" algn="tl">
                          <a:srgbClr val="FFFFFF"/>
                        </a:outerShdw>
                      </a:effectLst>
                      <a:latin typeface="+mn-lt"/>
                      <a:ea typeface="楷体" pitchFamily="49" charset="-122"/>
                    </a:rPr>
                    <a:t>1 1 1 1   1 1 1 1   1 1 1 1   1 1 1 1</a:t>
                  </a:r>
                  <a:r>
                    <a:rPr lang="en-US" altLang="zh-CN">
                      <a:latin typeface="+mn-lt"/>
                      <a:ea typeface="楷体" pitchFamily="49" charset="-122"/>
                    </a:rPr>
                    <a:t> </a:t>
                  </a:r>
                </a:p>
              </p:txBody>
            </p:sp>
            <p:sp>
              <p:nvSpPr>
                <p:cNvPr id="804031" name="Text Box 191"/>
                <p:cNvSpPr txBox="1">
                  <a:spLocks noChangeArrowheads="1"/>
                </p:cNvSpPr>
                <p:nvPr/>
              </p:nvSpPr>
              <p:spPr bwMode="auto">
                <a:xfrm>
                  <a:off x="893" y="1035"/>
                  <a:ext cx="771" cy="250"/>
                </a:xfrm>
                <a:prstGeom prst="rect">
                  <a:avLst/>
                </a:prstGeom>
                <a:noFill/>
                <a:ln w="9525">
                  <a:noFill/>
                  <a:miter lim="800000"/>
                  <a:headEnd/>
                  <a:tailEnd/>
                </a:ln>
                <a:effectLst/>
              </p:spPr>
              <p:txBody>
                <a:bodyPr>
                  <a:spAutoFit/>
                </a:bodyPr>
                <a:lstStyle/>
                <a:p>
                  <a:pPr>
                    <a:spcBef>
                      <a:spcPct val="50000"/>
                    </a:spcBef>
                  </a:pPr>
                  <a:r>
                    <a:rPr lang="zh-CN" altLang="en-US" sz="2000" b="1">
                      <a:effectLst>
                        <a:outerShdw blurRad="38100" dist="38100" dir="2700000" algn="tl">
                          <a:srgbClr val="FFFFFF"/>
                        </a:outerShdw>
                      </a:effectLst>
                      <a:latin typeface="+mn-lt"/>
                      <a:ea typeface="楷体" pitchFamily="49" charset="-122"/>
                    </a:rPr>
                    <a:t>最大值：</a:t>
                  </a:r>
                </a:p>
              </p:txBody>
            </p:sp>
            <p:sp>
              <p:nvSpPr>
                <p:cNvPr id="804032" name="Line 192"/>
                <p:cNvSpPr>
                  <a:spLocks noChangeShapeType="1"/>
                </p:cNvSpPr>
                <p:nvPr/>
              </p:nvSpPr>
              <p:spPr bwMode="auto">
                <a:xfrm>
                  <a:off x="4277" y="1180"/>
                  <a:ext cx="408" cy="0"/>
                </a:xfrm>
                <a:prstGeom prst="line">
                  <a:avLst/>
                </a:prstGeom>
                <a:noFill/>
                <a:ln w="28575">
                  <a:solidFill>
                    <a:srgbClr val="FF3300"/>
                  </a:solidFill>
                  <a:round/>
                  <a:headEnd/>
                  <a:tailEnd type="stealth" w="lg" len="lg"/>
                </a:ln>
                <a:effectLst/>
              </p:spPr>
              <p:txBody>
                <a:bodyPr/>
                <a:lstStyle/>
                <a:p>
                  <a:endParaRPr lang="zh-CN" altLang="en-US">
                    <a:latin typeface="+mn-lt"/>
                    <a:ea typeface="楷体" pitchFamily="49" charset="-122"/>
                  </a:endParaRPr>
                </a:p>
              </p:txBody>
            </p:sp>
            <p:sp>
              <p:nvSpPr>
                <p:cNvPr id="804033" name="Text Box 193"/>
                <p:cNvSpPr txBox="1">
                  <a:spLocks noChangeArrowheads="1"/>
                </p:cNvSpPr>
                <p:nvPr/>
              </p:nvSpPr>
              <p:spPr bwMode="auto">
                <a:xfrm>
                  <a:off x="4740" y="1044"/>
                  <a:ext cx="771"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000099"/>
                      </a:solidFill>
                      <a:effectLst>
                        <a:outerShdw blurRad="38100" dist="38100" dir="2700000" algn="tl">
                          <a:srgbClr val="000000"/>
                        </a:outerShdw>
                      </a:effectLst>
                      <a:latin typeface="+mn-lt"/>
                      <a:ea typeface="楷体" pitchFamily="49" charset="-122"/>
                    </a:rPr>
                    <a:t>65535</a:t>
                  </a:r>
                </a:p>
              </p:txBody>
            </p:sp>
          </p:grpSp>
          <p:grpSp>
            <p:nvGrpSpPr>
              <p:cNvPr id="804034" name="Group 194"/>
              <p:cNvGrpSpPr>
                <a:grpSpLocks/>
              </p:cNvGrpSpPr>
              <p:nvPr/>
            </p:nvGrpSpPr>
            <p:grpSpPr bwMode="auto">
              <a:xfrm>
                <a:off x="1138" y="2477"/>
                <a:ext cx="4618" cy="291"/>
                <a:chOff x="893" y="1026"/>
                <a:chExt cx="4618" cy="291"/>
              </a:xfrm>
            </p:grpSpPr>
            <p:sp>
              <p:nvSpPr>
                <p:cNvPr id="804035" name="Text Box 195"/>
                <p:cNvSpPr txBox="1">
                  <a:spLocks noChangeArrowheads="1"/>
                </p:cNvSpPr>
                <p:nvPr/>
              </p:nvSpPr>
              <p:spPr bwMode="auto">
                <a:xfrm>
                  <a:off x="1565" y="1026"/>
                  <a:ext cx="2812" cy="291"/>
                </a:xfrm>
                <a:prstGeom prst="rect">
                  <a:avLst/>
                </a:prstGeom>
                <a:noFill/>
                <a:ln w="9525">
                  <a:noFill/>
                  <a:miter lim="800000"/>
                  <a:headEnd/>
                  <a:tailEnd/>
                </a:ln>
                <a:effectLst/>
              </p:spPr>
              <p:txBody>
                <a:bodyPr>
                  <a:spAutoFit/>
                </a:bodyPr>
                <a:lstStyle/>
                <a:p>
                  <a:pPr>
                    <a:spcBef>
                      <a:spcPct val="50000"/>
                    </a:spcBef>
                  </a:pPr>
                  <a:r>
                    <a:rPr lang="en-US" altLang="zh-CN" b="1">
                      <a:effectLst>
                        <a:outerShdw blurRad="38100" dist="38100" dir="2700000" algn="tl">
                          <a:srgbClr val="FFFFFF"/>
                        </a:outerShdw>
                      </a:effectLst>
                      <a:latin typeface="+mn-lt"/>
                      <a:ea typeface="楷体" pitchFamily="49" charset="-122"/>
                    </a:rPr>
                    <a:t>0 0 0 0   0 0 0 0   0 0 0 0   0 0 0 0</a:t>
                  </a:r>
                  <a:r>
                    <a:rPr lang="en-US" altLang="zh-CN">
                      <a:latin typeface="+mn-lt"/>
                      <a:ea typeface="楷体" pitchFamily="49" charset="-122"/>
                    </a:rPr>
                    <a:t> </a:t>
                  </a:r>
                </a:p>
              </p:txBody>
            </p:sp>
            <p:sp>
              <p:nvSpPr>
                <p:cNvPr id="804036" name="Text Box 196"/>
                <p:cNvSpPr txBox="1">
                  <a:spLocks noChangeArrowheads="1"/>
                </p:cNvSpPr>
                <p:nvPr/>
              </p:nvSpPr>
              <p:spPr bwMode="auto">
                <a:xfrm>
                  <a:off x="893" y="1035"/>
                  <a:ext cx="771" cy="250"/>
                </a:xfrm>
                <a:prstGeom prst="rect">
                  <a:avLst/>
                </a:prstGeom>
                <a:noFill/>
                <a:ln w="9525">
                  <a:noFill/>
                  <a:miter lim="800000"/>
                  <a:headEnd/>
                  <a:tailEnd/>
                </a:ln>
                <a:effectLst/>
              </p:spPr>
              <p:txBody>
                <a:bodyPr>
                  <a:spAutoFit/>
                </a:bodyPr>
                <a:lstStyle/>
                <a:p>
                  <a:pPr>
                    <a:spcBef>
                      <a:spcPct val="50000"/>
                    </a:spcBef>
                  </a:pPr>
                  <a:r>
                    <a:rPr lang="zh-CN" altLang="en-US" sz="2000" b="1">
                      <a:effectLst>
                        <a:outerShdw blurRad="38100" dist="38100" dir="2700000" algn="tl">
                          <a:srgbClr val="FFFFFF"/>
                        </a:outerShdw>
                      </a:effectLst>
                      <a:latin typeface="+mn-lt"/>
                      <a:ea typeface="楷体" pitchFamily="49" charset="-122"/>
                    </a:rPr>
                    <a:t>最小值：</a:t>
                  </a:r>
                </a:p>
              </p:txBody>
            </p:sp>
            <p:sp>
              <p:nvSpPr>
                <p:cNvPr id="804037" name="Line 197"/>
                <p:cNvSpPr>
                  <a:spLocks noChangeShapeType="1"/>
                </p:cNvSpPr>
                <p:nvPr/>
              </p:nvSpPr>
              <p:spPr bwMode="auto">
                <a:xfrm>
                  <a:off x="4277" y="1180"/>
                  <a:ext cx="408" cy="0"/>
                </a:xfrm>
                <a:prstGeom prst="line">
                  <a:avLst/>
                </a:prstGeom>
                <a:noFill/>
                <a:ln w="28575">
                  <a:solidFill>
                    <a:srgbClr val="FF3300"/>
                  </a:solidFill>
                  <a:round/>
                  <a:headEnd/>
                  <a:tailEnd type="stealth" w="lg" len="lg"/>
                </a:ln>
                <a:effectLst/>
              </p:spPr>
              <p:txBody>
                <a:bodyPr/>
                <a:lstStyle/>
                <a:p>
                  <a:endParaRPr lang="zh-CN" altLang="en-US">
                    <a:latin typeface="+mn-lt"/>
                    <a:ea typeface="楷体" pitchFamily="49" charset="-122"/>
                  </a:endParaRPr>
                </a:p>
              </p:txBody>
            </p:sp>
            <p:sp>
              <p:nvSpPr>
                <p:cNvPr id="804038" name="Text Box 198"/>
                <p:cNvSpPr txBox="1">
                  <a:spLocks noChangeArrowheads="1"/>
                </p:cNvSpPr>
                <p:nvPr/>
              </p:nvSpPr>
              <p:spPr bwMode="auto">
                <a:xfrm>
                  <a:off x="4740" y="1044"/>
                  <a:ext cx="771" cy="250"/>
                </a:xfrm>
                <a:prstGeom prst="rect">
                  <a:avLst/>
                </a:prstGeom>
                <a:noFill/>
                <a:ln w="9525">
                  <a:noFill/>
                  <a:miter lim="800000"/>
                  <a:headEnd/>
                  <a:tailEnd/>
                </a:ln>
                <a:effectLst/>
              </p:spPr>
              <p:txBody>
                <a:bodyPr>
                  <a:spAutoFit/>
                </a:bodyPr>
                <a:lstStyle/>
                <a:p>
                  <a:pPr>
                    <a:spcBef>
                      <a:spcPct val="50000"/>
                    </a:spcBef>
                  </a:pPr>
                  <a:r>
                    <a:rPr lang="en-US" altLang="zh-CN" sz="2000" b="1">
                      <a:solidFill>
                        <a:srgbClr val="000099"/>
                      </a:solidFill>
                      <a:effectLst>
                        <a:outerShdw blurRad="38100" dist="38100" dir="2700000" algn="tl">
                          <a:srgbClr val="000000"/>
                        </a:outerShdw>
                      </a:effectLst>
                      <a:latin typeface="+mn-lt"/>
                      <a:ea typeface="楷体" pitchFamily="49" charset="-122"/>
                    </a:rPr>
                    <a:t>0</a:t>
                  </a:r>
                </a:p>
              </p:txBody>
            </p:sp>
          </p:grpSp>
          <p:sp>
            <p:nvSpPr>
              <p:cNvPr id="804039" name="AutoShape 199"/>
              <p:cNvSpPr>
                <a:spLocks/>
              </p:cNvSpPr>
              <p:nvPr/>
            </p:nvSpPr>
            <p:spPr bwMode="auto">
              <a:xfrm>
                <a:off x="1128" y="2117"/>
                <a:ext cx="46" cy="544"/>
              </a:xfrm>
              <a:prstGeom prst="leftBrace">
                <a:avLst>
                  <a:gd name="adj1" fmla="val 98551"/>
                  <a:gd name="adj2" fmla="val 50000"/>
                </a:avLst>
              </a:prstGeom>
              <a:noFill/>
              <a:ln w="28575">
                <a:solidFill>
                  <a:schemeClr val="tx1"/>
                </a:solidFill>
                <a:round/>
                <a:headEnd/>
                <a:tailEnd/>
              </a:ln>
              <a:effectLst/>
            </p:spPr>
            <p:txBody>
              <a:bodyPr wrap="none" anchor="ctr"/>
              <a:lstStyle/>
              <a:p>
                <a:endParaRPr lang="zh-CN" altLang="en-US">
                  <a:latin typeface="+mn-lt"/>
                  <a:ea typeface="楷体" pitchFamily="49" charset="-122"/>
                </a:endParaRPr>
              </a:p>
            </p:txBody>
          </p:sp>
        </p:grpSp>
        <p:sp>
          <p:nvSpPr>
            <p:cNvPr id="804040" name="Text Box 200"/>
            <p:cNvSpPr txBox="1">
              <a:spLocks noChangeArrowheads="1"/>
            </p:cNvSpPr>
            <p:nvPr/>
          </p:nvSpPr>
          <p:spPr bwMode="auto">
            <a:xfrm>
              <a:off x="295" y="2088"/>
              <a:ext cx="907" cy="640"/>
            </a:xfrm>
            <a:prstGeom prst="rect">
              <a:avLst/>
            </a:prstGeom>
            <a:noFill/>
            <a:ln w="9525">
              <a:noFill/>
              <a:miter lim="800000"/>
              <a:headEnd/>
              <a:tailEnd/>
            </a:ln>
            <a:effectLst/>
          </p:spPr>
          <p:txBody>
            <a:bodyPr>
              <a:spAutoFit/>
            </a:bodyPr>
            <a:lstStyle/>
            <a:p>
              <a:pPr>
                <a:spcBef>
                  <a:spcPct val="50000"/>
                </a:spcBef>
              </a:pPr>
              <a:r>
                <a:rPr lang="en-US" altLang="zh-CN" b="1" dirty="0">
                  <a:solidFill>
                    <a:srgbClr val="C01920"/>
                  </a:solidFill>
                  <a:latin typeface="+mn-lt"/>
                  <a:ea typeface="楷体" pitchFamily="49" charset="-122"/>
                </a:rPr>
                <a:t>unsigned</a:t>
              </a:r>
            </a:p>
            <a:p>
              <a:pPr>
                <a:spcBef>
                  <a:spcPct val="50000"/>
                </a:spcBef>
              </a:pPr>
              <a:r>
                <a:rPr lang="en-US" altLang="zh-CN" b="1" dirty="0">
                  <a:solidFill>
                    <a:srgbClr val="C01920"/>
                  </a:solidFill>
                  <a:latin typeface="+mn-lt"/>
                  <a:ea typeface="楷体" pitchFamily="49" charset="-122"/>
                </a:rPr>
                <a:t>    short</a:t>
              </a:r>
            </a:p>
          </p:txBody>
        </p:sp>
      </p:grpSp>
      <p:sp>
        <p:nvSpPr>
          <p:cNvPr id="804044" name="Oval 204"/>
          <p:cNvSpPr>
            <a:spLocks noChangeArrowheads="1"/>
          </p:cNvSpPr>
          <p:nvPr/>
        </p:nvSpPr>
        <p:spPr bwMode="auto">
          <a:xfrm>
            <a:off x="4164904" y="4293269"/>
            <a:ext cx="287338" cy="1223963"/>
          </a:xfrm>
          <a:prstGeom prst="ellipse">
            <a:avLst/>
          </a:prstGeom>
          <a:noFill/>
          <a:ln w="28575">
            <a:solidFill>
              <a:srgbClr val="FF0000"/>
            </a:solidFill>
            <a:round/>
            <a:headEnd/>
            <a:tailEnd/>
          </a:ln>
          <a:effectLst/>
        </p:spPr>
        <p:txBody>
          <a:bodyPr wrap="none" anchor="ctr"/>
          <a:lstStyle/>
          <a:p>
            <a:endParaRPr lang="zh-CN" altLang="en-US"/>
          </a:p>
        </p:txBody>
      </p:sp>
      <p:sp>
        <p:nvSpPr>
          <p:cNvPr id="804045" name="AutoShape 205"/>
          <p:cNvSpPr>
            <a:spLocks noChangeArrowheads="1"/>
          </p:cNvSpPr>
          <p:nvPr/>
        </p:nvSpPr>
        <p:spPr bwMode="auto">
          <a:xfrm>
            <a:off x="1977329" y="3670845"/>
            <a:ext cx="1295400" cy="360363"/>
          </a:xfrm>
          <a:prstGeom prst="wedgeRoundRectCallout">
            <a:avLst>
              <a:gd name="adj1" fmla="val 121815"/>
              <a:gd name="adj2" fmla="val 85681"/>
              <a:gd name="adj3" fmla="val 16667"/>
            </a:avLst>
          </a:prstGeom>
          <a:gradFill flip="none" rotWithShape="1">
            <a:gsLst>
              <a:gs pos="0">
                <a:srgbClr val="CFCFD1"/>
              </a:gs>
              <a:gs pos="100000">
                <a:schemeClr val="bg1">
                  <a:lumMod val="95000"/>
                </a:schemeClr>
              </a:gs>
            </a:gsLst>
            <a:path path="circle">
              <a:fillToRect l="100000" t="100000"/>
            </a:path>
            <a:tileRect r="-100000" b="-100000"/>
          </a:gradFill>
          <a:ln w="9525">
            <a:solidFill>
              <a:srgbClr val="C01920"/>
            </a:solidFill>
            <a:miter lim="800000"/>
            <a:headEnd/>
            <a:tailEnd/>
          </a:ln>
          <a:effectLst>
            <a:outerShdw dist="107763" dir="2700000" algn="ctr" rotWithShape="0">
              <a:schemeClr val="bg2">
                <a:alpha val="50000"/>
              </a:schemeClr>
            </a:outerShdw>
          </a:effectLst>
        </p:spPr>
        <p:txBody>
          <a:bodyPr/>
          <a:lstStyle/>
          <a:p>
            <a:pPr algn="ctr"/>
            <a:r>
              <a:rPr lang="zh-CN" altLang="en-US" sz="1800" b="1">
                <a:effectLst>
                  <a:outerShdw blurRad="38100" dist="38100" dir="2700000" algn="tl">
                    <a:srgbClr val="FFFFFF"/>
                  </a:outerShdw>
                </a:effectLst>
                <a:latin typeface="+mn-lt"/>
                <a:ea typeface="楷体" pitchFamily="49" charset="-122"/>
              </a:rPr>
              <a:t>数据位</a:t>
            </a:r>
          </a:p>
        </p:txBody>
      </p:sp>
      <p:graphicFrame>
        <p:nvGraphicFramePr>
          <p:cNvPr id="804489" name="Group 649"/>
          <p:cNvGraphicFramePr>
            <a:graphicFrameLocks noGrp="1"/>
          </p:cNvGraphicFramePr>
          <p:nvPr>
            <p:extLst>
              <p:ext uri="{D42A27DB-BD31-4B8C-83A1-F6EECF244321}">
                <p14:modId xmlns:p14="http://schemas.microsoft.com/office/powerpoint/2010/main" val="2389883967"/>
              </p:ext>
            </p:extLst>
          </p:nvPr>
        </p:nvGraphicFramePr>
        <p:xfrm>
          <a:off x="735756" y="872571"/>
          <a:ext cx="10656887" cy="5699760"/>
        </p:xfrm>
        <a:graphic>
          <a:graphicData uri="http://schemas.openxmlformats.org/drawingml/2006/table">
            <a:tbl>
              <a:tblPr>
                <a:effectLst>
                  <a:outerShdw blurRad="50800" dist="38100" dir="2700000" algn="tl" rotWithShape="0">
                    <a:prstClr val="black">
                      <a:alpha val="40000"/>
                    </a:prstClr>
                  </a:outerShdw>
                </a:effectLst>
              </a:tblPr>
              <a:tblGrid>
                <a:gridCol w="816321">
                  <a:extLst>
                    <a:ext uri="{9D8B030D-6E8A-4147-A177-3AD203B41FA5}">
                      <a16:colId xmlns:a16="http://schemas.microsoft.com/office/drawing/2014/main" val="20000"/>
                    </a:ext>
                  </a:extLst>
                </a:gridCol>
                <a:gridCol w="544214">
                  <a:extLst>
                    <a:ext uri="{9D8B030D-6E8A-4147-A177-3AD203B41FA5}">
                      <a16:colId xmlns:a16="http://schemas.microsoft.com/office/drawing/2014/main" val="20001"/>
                    </a:ext>
                  </a:extLst>
                </a:gridCol>
                <a:gridCol w="3718797">
                  <a:extLst>
                    <a:ext uri="{9D8B030D-6E8A-4147-A177-3AD203B41FA5}">
                      <a16:colId xmlns:a16="http://schemas.microsoft.com/office/drawing/2014/main" val="20002"/>
                    </a:ext>
                  </a:extLst>
                </a:gridCol>
                <a:gridCol w="816321">
                  <a:extLst>
                    <a:ext uri="{9D8B030D-6E8A-4147-A177-3AD203B41FA5}">
                      <a16:colId xmlns:a16="http://schemas.microsoft.com/office/drawing/2014/main" val="20003"/>
                    </a:ext>
                  </a:extLst>
                </a:gridCol>
                <a:gridCol w="4761234">
                  <a:extLst>
                    <a:ext uri="{9D8B030D-6E8A-4147-A177-3AD203B41FA5}">
                      <a16:colId xmlns:a16="http://schemas.microsoft.com/office/drawing/2014/main" val="20004"/>
                    </a:ext>
                  </a:extLst>
                </a:gridCol>
              </a:tblGrid>
              <a:tr h="53216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n-lt"/>
                          <a:ea typeface="楷体" pitchFamily="49" charset="-122"/>
                          <a:cs typeface="Times New Roman" pitchFamily="18" charset="0"/>
                        </a:rPr>
                        <a:t>类型</a:t>
                      </a:r>
                      <a:endParaRPr kumimoji="1" lang="zh-CN" altLang="en-US" sz="1600" b="1" i="0" u="none" strike="noStrike" cap="none" normalizeH="0" baseline="0" dirty="0">
                        <a:ln>
                          <a:noFill/>
                        </a:ln>
                        <a:solidFill>
                          <a:schemeClr val="bg1"/>
                        </a:solidFill>
                        <a:effectLst/>
                        <a:latin typeface="+mn-lt"/>
                        <a:ea typeface="楷体" pitchFamily="49" charset="-122"/>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n-lt"/>
                          <a:ea typeface="楷体" pitchFamily="49" charset="-122"/>
                          <a:cs typeface="Times New Roman" pitchFamily="18" charset="0"/>
                        </a:rPr>
                        <a:t>符号</a:t>
                      </a:r>
                      <a:endParaRPr kumimoji="1" lang="zh-CN" altLang="en-US" sz="1600" b="1" i="0" u="none" strike="noStrike" cap="none" normalizeH="0" baseline="0" dirty="0">
                        <a:ln>
                          <a:noFill/>
                        </a:ln>
                        <a:solidFill>
                          <a:schemeClr val="bg1"/>
                        </a:solidFill>
                        <a:effectLst/>
                        <a:latin typeface="+mn-lt"/>
                        <a:ea typeface="楷体"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n-lt"/>
                          <a:ea typeface="楷体" pitchFamily="49" charset="-122"/>
                          <a:cs typeface="Times New Roman" pitchFamily="18" charset="0"/>
                        </a:rPr>
                        <a:t>关键字</a:t>
                      </a:r>
                      <a:endParaRPr kumimoji="1" lang="zh-CN" altLang="en-US" sz="1600" b="1" i="0" u="none" strike="noStrike" cap="none" normalizeH="0" baseline="0" dirty="0">
                        <a:ln>
                          <a:noFill/>
                        </a:ln>
                        <a:solidFill>
                          <a:schemeClr val="bg1"/>
                        </a:solidFill>
                        <a:effectLst/>
                        <a:latin typeface="+mn-lt"/>
                        <a:ea typeface="楷体" pitchFamily="49" charset="-122"/>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n-lt"/>
                          <a:ea typeface="楷体" pitchFamily="49" charset="-122"/>
                          <a:cs typeface="Times New Roman" pitchFamily="18" charset="0"/>
                        </a:rPr>
                        <a:t>占字节数</a:t>
                      </a:r>
                      <a:endParaRPr kumimoji="1" lang="zh-CN" altLang="en-US" sz="1600" b="1" i="0" u="none" strike="noStrike" cap="none" normalizeH="0" baseline="0" dirty="0">
                        <a:ln>
                          <a:noFill/>
                        </a:ln>
                        <a:solidFill>
                          <a:schemeClr val="bg1"/>
                        </a:solidFill>
                        <a:effectLst/>
                        <a:latin typeface="+mn-lt"/>
                        <a:ea typeface="楷体"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bg1"/>
                          </a:solidFill>
                          <a:effectLst/>
                          <a:latin typeface="+mn-lt"/>
                          <a:ea typeface="楷体" pitchFamily="49" charset="-122"/>
                          <a:cs typeface="Times New Roman" pitchFamily="18" charset="0"/>
                        </a:rPr>
                        <a:t>数的表示范围</a:t>
                      </a:r>
                      <a:endParaRPr kumimoji="1" lang="zh-CN" altLang="en-US" sz="1600" b="1" i="0" u="none" strike="noStrike" cap="none" normalizeH="0" baseline="0" dirty="0">
                        <a:ln>
                          <a:noFill/>
                        </a:ln>
                        <a:solidFill>
                          <a:schemeClr val="bg1"/>
                        </a:solidFill>
                        <a:effectLst/>
                        <a:latin typeface="+mn-lt"/>
                        <a:ea typeface="楷体" pitchFamily="49" charset="-122"/>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extLst>
                  <a:ext uri="{0D108BD9-81ED-4DB2-BD59-A6C34878D82A}">
                    <a16:rowId xmlns:a16="http://schemas.microsoft.com/office/drawing/2014/main" val="10000"/>
                  </a:ext>
                </a:extLst>
              </a:tr>
              <a:tr h="336105">
                <a:tc rowSpan="8">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整</a:t>
                      </a:r>
                    </a:p>
                    <a:p>
                      <a:pPr marL="0" marR="0" lvl="0" indent="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型</a:t>
                      </a:r>
                      <a:endPar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row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有</a:t>
                      </a:r>
                      <a:endPar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(signed) </a:t>
                      </a:r>
                      <a:r>
                        <a:rPr kumimoji="1" lang="en-US" altLang="zh-CN" sz="18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int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在</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16</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位系统下</a:t>
                      </a:r>
                      <a:endPar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2</a:t>
                      </a:r>
                      <a:endPar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-32768</a:t>
                      </a: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32767</a:t>
                      </a:r>
                      <a:endPar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336105">
                <a:tc vMerge="1">
                  <a:txBody>
                    <a:bodyPr/>
                    <a:lstStyle/>
                    <a:p>
                      <a:endParaRPr lang="zh-CN" altLang="en-US"/>
                    </a:p>
                  </a:txBody>
                  <a:tcPr/>
                </a:tc>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在</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32</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位系统下</a:t>
                      </a:r>
                      <a:endPar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4</a:t>
                      </a:r>
                      <a:endPar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-2147483648</a:t>
                      </a: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2147483647</a:t>
                      </a:r>
                      <a:endPar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336105">
                <a:tc vMerge="1">
                  <a:txBody>
                    <a:bodyPr/>
                    <a:lstStyle/>
                    <a:p>
                      <a:endParaRPr lang="zh-CN" altLang="en-US"/>
                    </a:p>
                  </a:txBody>
                  <a:tcPr/>
                </a:tc>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(signed) short</a:t>
                      </a:r>
                      <a:endPar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2</a:t>
                      </a:r>
                      <a:endPar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-32768</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32767</a:t>
                      </a:r>
                      <a:endPar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336105">
                <a:tc vMerge="1">
                  <a:txBody>
                    <a:bodyPr/>
                    <a:lstStyle/>
                    <a:p>
                      <a:endParaRPr lang="zh-CN" altLang="en-US"/>
                    </a:p>
                  </a:txBody>
                  <a:tcPr/>
                </a:tc>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(signed) long</a:t>
                      </a:r>
                      <a:endPar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4</a:t>
                      </a:r>
                      <a:endPar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-2147483648</a:t>
                      </a: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2147483647</a:t>
                      </a:r>
                      <a:endPar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336105">
                <a:tc vMerge="1">
                  <a:txBody>
                    <a:bodyPr/>
                    <a:lstStyle/>
                    <a:p>
                      <a:endParaRPr lang="zh-CN" altLang="en-US"/>
                    </a:p>
                  </a:txBody>
                  <a:tcPr/>
                </a:tc>
                <a:tc row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无</a:t>
                      </a:r>
                      <a:endPar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unsigned </a:t>
                      </a:r>
                      <a:r>
                        <a:rPr kumimoji="1" lang="en-US" altLang="zh-CN" sz="18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int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在</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16</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位系统下</a:t>
                      </a:r>
                      <a:endPar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2</a:t>
                      </a:r>
                      <a:endPar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0</a:t>
                      </a: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65535</a:t>
                      </a:r>
                      <a:endPar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336105">
                <a:tc vMerge="1">
                  <a:txBody>
                    <a:bodyPr/>
                    <a:lstStyle/>
                    <a:p>
                      <a:endParaRPr lang="zh-CN" altLang="en-US"/>
                    </a:p>
                  </a:txBody>
                  <a:tcPr/>
                </a:tc>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在</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32</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位系统下</a:t>
                      </a:r>
                      <a:endPar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4</a:t>
                      </a:r>
                      <a:endPar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0</a:t>
                      </a: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4294967295</a:t>
                      </a:r>
                      <a:endPar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336105">
                <a:tc vMerge="1">
                  <a:txBody>
                    <a:bodyPr/>
                    <a:lstStyle/>
                    <a:p>
                      <a:endParaRPr lang="zh-CN" altLang="en-US"/>
                    </a:p>
                  </a:txBody>
                  <a:tcPr/>
                </a:tc>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unsigned short</a:t>
                      </a:r>
                      <a:endPar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2</a:t>
                      </a:r>
                      <a:endPar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0</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65535</a:t>
                      </a:r>
                      <a:endPar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r h="336105">
                <a:tc vMerge="1">
                  <a:txBody>
                    <a:bodyPr/>
                    <a:lstStyle/>
                    <a:p>
                      <a:endParaRPr lang="zh-CN" altLang="en-US"/>
                    </a:p>
                  </a:txBody>
                  <a:tcPr/>
                </a:tc>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unsigned long</a:t>
                      </a:r>
                      <a:endPar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4</a:t>
                      </a:r>
                      <a:endPar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0</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4294967295</a:t>
                      </a:r>
                      <a:endPar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8"/>
                  </a:ext>
                </a:extLst>
              </a:tr>
              <a:tr h="336105">
                <a:tc row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实</a:t>
                      </a:r>
                    </a:p>
                    <a:p>
                      <a:pPr marL="0" marR="0" lvl="0" indent="0" algn="ctr"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型</a:t>
                      </a:r>
                      <a:endPar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有</a:t>
                      </a:r>
                      <a:endPar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float</a:t>
                      </a:r>
                      <a:endPar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4</a:t>
                      </a:r>
                      <a:endPar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0</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以及绝对值</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1.2</a:t>
                      </a:r>
                      <a:r>
                        <a:rPr lang="en-US" altLang="zh-CN" sz="1800" kern="1200" dirty="0">
                          <a:solidFill>
                            <a:schemeClr val="tx1"/>
                          </a:solidFill>
                          <a:latin typeface="+mn-lt"/>
                          <a:ea typeface="+mn-ea"/>
                          <a:cs typeface="+mn-cs"/>
                          <a:sym typeface="Wingdings 2"/>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10</a:t>
                      </a:r>
                      <a:r>
                        <a:rPr kumimoji="1" lang="en-US" altLang="zh-CN" sz="1800" b="1" i="0" u="none" strike="noStrike" cap="none" normalizeH="0" baseline="3000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-38</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3.4</a:t>
                      </a:r>
                      <a:r>
                        <a:rPr lang="en-US" altLang="zh-CN" sz="1800" kern="1200" dirty="0">
                          <a:solidFill>
                            <a:schemeClr val="tx1"/>
                          </a:solidFill>
                          <a:latin typeface="+mn-lt"/>
                          <a:ea typeface="+mn-ea"/>
                          <a:cs typeface="+mn-cs"/>
                          <a:sym typeface="Wingdings 2"/>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10</a:t>
                      </a:r>
                      <a:r>
                        <a:rPr kumimoji="1" lang="en-US" altLang="zh-CN" sz="1800" b="1" i="0" u="none" strike="noStrike" cap="none" normalizeH="0" baseline="3000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38</a:t>
                      </a:r>
                      <a:endPar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9"/>
                  </a:ext>
                </a:extLst>
              </a:tr>
              <a:tr h="336105">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有</a:t>
                      </a:r>
                      <a:endPar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double</a:t>
                      </a:r>
                      <a:endPar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8</a:t>
                      </a:r>
                      <a:endPar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0</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以及绝对值</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2.3</a:t>
                      </a:r>
                      <a:r>
                        <a:rPr lang="en-US" altLang="zh-CN" sz="1800" kern="1200" dirty="0">
                          <a:solidFill>
                            <a:schemeClr val="tx1"/>
                          </a:solidFill>
                          <a:latin typeface="+mn-lt"/>
                          <a:ea typeface="+mn-ea"/>
                          <a:cs typeface="+mn-cs"/>
                          <a:sym typeface="Wingdings 2"/>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10</a:t>
                      </a:r>
                      <a:r>
                        <a:rPr kumimoji="1" lang="en-US" altLang="zh-CN" sz="1800" b="1" i="0" u="none" strike="noStrike" cap="none" normalizeH="0" baseline="3000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-308</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1.7</a:t>
                      </a:r>
                      <a:r>
                        <a:rPr lang="en-US" altLang="zh-CN" sz="1800" kern="1200" dirty="0">
                          <a:solidFill>
                            <a:schemeClr val="tx1"/>
                          </a:solidFill>
                          <a:latin typeface="+mn-lt"/>
                          <a:ea typeface="+mn-ea"/>
                          <a:cs typeface="+mn-cs"/>
                          <a:sym typeface="Wingdings 2"/>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10</a:t>
                      </a:r>
                      <a:r>
                        <a:rPr kumimoji="1" lang="en-US" altLang="zh-CN" sz="1800" b="1" i="0" u="none" strike="noStrike" cap="none" normalizeH="0" baseline="3000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308</a:t>
                      </a:r>
                      <a:endPar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0"/>
                  </a:ext>
                </a:extLst>
              </a:tr>
              <a:tr h="336105">
                <a:tc vMerge="1">
                  <a:txBody>
                    <a:bodyPr/>
                    <a:lstStyle/>
                    <a:p>
                      <a:endParaRPr lang="zh-CN" altLang="en-US"/>
                    </a:p>
                  </a:txBody>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有</a:t>
                      </a:r>
                      <a:endPar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long double</a:t>
                      </a:r>
                      <a:endPar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8</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0</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以及绝对值</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2.3</a:t>
                      </a:r>
                      <a:r>
                        <a:rPr lang="en-US" altLang="zh-CN" sz="1800" kern="1200" dirty="0">
                          <a:solidFill>
                            <a:schemeClr val="tx1"/>
                          </a:solidFill>
                          <a:latin typeface="+mn-lt"/>
                          <a:ea typeface="+mn-ea"/>
                          <a:cs typeface="+mn-cs"/>
                          <a:sym typeface="Wingdings 2"/>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10</a:t>
                      </a:r>
                      <a:r>
                        <a:rPr kumimoji="1" lang="en-US" altLang="zh-CN" sz="1800" b="1" i="0" u="none" strike="noStrike" cap="none" normalizeH="0" baseline="3000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-308</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1.7</a:t>
                      </a:r>
                      <a:r>
                        <a:rPr lang="en-US" altLang="zh-CN" sz="1800" kern="1200" dirty="0">
                          <a:solidFill>
                            <a:schemeClr val="tx1"/>
                          </a:solidFill>
                          <a:latin typeface="+mn-lt"/>
                          <a:ea typeface="+mn-ea"/>
                          <a:cs typeface="+mn-cs"/>
                          <a:sym typeface="Wingdings 2"/>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10</a:t>
                      </a:r>
                      <a:r>
                        <a:rPr kumimoji="1" lang="en-US" altLang="zh-CN" sz="1800" b="1" i="0" u="none" strike="noStrike" cap="none" normalizeH="0" baseline="3000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308</a:t>
                      </a:r>
                      <a:endPar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1"/>
                  </a:ext>
                </a:extLst>
              </a:tr>
              <a:tr h="336105">
                <a:tc vMerge="1">
                  <a:txBody>
                    <a:bodyPr/>
                    <a:lstStyle/>
                    <a:p>
                      <a:endParaRPr lang="zh-CN" altLang="en-US"/>
                    </a:p>
                  </a:txBody>
                  <a:tcPr/>
                </a:tc>
                <a:tc v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vMerge="1">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12</a:t>
                      </a:r>
                      <a:endPar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0</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以及绝对值</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3.4</a:t>
                      </a:r>
                      <a:r>
                        <a:rPr lang="en-US" altLang="zh-CN" sz="1800" kern="1200" dirty="0">
                          <a:solidFill>
                            <a:schemeClr val="tx1"/>
                          </a:solidFill>
                          <a:latin typeface="+mn-lt"/>
                          <a:ea typeface="+mn-ea"/>
                          <a:cs typeface="+mn-cs"/>
                          <a:sym typeface="Wingdings 2"/>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10</a:t>
                      </a:r>
                      <a:r>
                        <a:rPr kumimoji="1" lang="en-US" altLang="zh-CN" sz="1800" b="1" i="0" u="none" strike="noStrike" cap="none" normalizeH="0" baseline="3000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-4932</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1.2</a:t>
                      </a:r>
                      <a:r>
                        <a:rPr lang="en-US" altLang="zh-CN" sz="1800" kern="1200" dirty="0">
                          <a:solidFill>
                            <a:schemeClr val="tx1"/>
                          </a:solidFill>
                          <a:latin typeface="+mn-lt"/>
                          <a:ea typeface="+mn-ea"/>
                          <a:cs typeface="+mn-cs"/>
                          <a:sym typeface="Wingdings 2"/>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10</a:t>
                      </a:r>
                      <a:r>
                        <a:rPr kumimoji="1" lang="en-US" altLang="zh-CN" sz="1800" b="1" i="0" u="none" strike="noStrike" cap="none" normalizeH="0" baseline="3000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4932</a:t>
                      </a:r>
                      <a:endPar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2"/>
                  </a:ext>
                </a:extLst>
              </a:tr>
              <a:tr h="336105">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字符型</a:t>
                      </a:r>
                      <a:endPar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有</a:t>
                      </a:r>
                      <a:endPar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char</a:t>
                      </a:r>
                      <a:endPar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1</a:t>
                      </a:r>
                      <a:endPar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-128</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127</a:t>
                      </a:r>
                      <a:endPar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3"/>
                  </a:ext>
                </a:extLst>
              </a:tr>
              <a:tr h="336105">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无</a:t>
                      </a:r>
                      <a:endPar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unsigned char</a:t>
                      </a:r>
                      <a:endPar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1</a:t>
                      </a:r>
                      <a:endPar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0</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255</a:t>
                      </a:r>
                      <a:endPar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4"/>
                  </a:ext>
                </a:extLst>
              </a:tr>
            </a:tbl>
          </a:graphicData>
        </a:graphic>
      </p:graphicFrame>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blinds(horizontal)">
                                      <p:cBhvr>
                                        <p:cTn id="7" dur="500"/>
                                        <p:tgtEl>
                                          <p:spTgt spid="40"/>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04026"/>
                                        </p:tgtEl>
                                        <p:attrNameLst>
                                          <p:attrName>style.visibility</p:attrName>
                                        </p:attrNameLst>
                                      </p:cBhvr>
                                      <p:to>
                                        <p:strVal val="visible"/>
                                      </p:to>
                                    </p:set>
                                    <p:animEffect transition="in" filter="box(out)">
                                      <p:cBhvr>
                                        <p:cTn id="12" dur="500"/>
                                        <p:tgtEl>
                                          <p:spTgt spid="804026"/>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04041"/>
                                        </p:tgtEl>
                                        <p:attrNameLst>
                                          <p:attrName>style.visibility</p:attrName>
                                        </p:attrNameLst>
                                      </p:cBhvr>
                                      <p:to>
                                        <p:strVal val="visible"/>
                                      </p:to>
                                    </p:set>
                                    <p:animEffect transition="in" filter="blinds(horizontal)">
                                      <p:cBhvr>
                                        <p:cTn id="17" dur="500"/>
                                        <p:tgtEl>
                                          <p:spTgt spid="804041"/>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804024"/>
                                        </p:tgtEl>
                                        <p:attrNameLst>
                                          <p:attrName>style.visibility</p:attrName>
                                        </p:attrNameLst>
                                      </p:cBhvr>
                                      <p:to>
                                        <p:strVal val="visible"/>
                                      </p:to>
                                    </p:set>
                                    <p:animEffect transition="in" filter="strips(downLeft)">
                                      <p:cBhvr>
                                        <p:cTn id="22" dur="500"/>
                                        <p:tgtEl>
                                          <p:spTgt spid="804024"/>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par>
                          <p:cTn id="23" fill="hold">
                            <p:stCondLst>
                              <p:cond delay="500"/>
                            </p:stCondLst>
                            <p:childTnLst>
                              <p:par>
                                <p:cTn id="24" presetID="18" presetClass="entr" presetSubtype="12" fill="hold" grpId="0" nodeType="afterEffect">
                                  <p:stCondLst>
                                    <p:cond delay="0"/>
                                  </p:stCondLst>
                                  <p:childTnLst>
                                    <p:set>
                                      <p:cBhvr>
                                        <p:cTn id="25" dur="1" fill="hold">
                                          <p:stCondLst>
                                            <p:cond delay="0"/>
                                          </p:stCondLst>
                                        </p:cTn>
                                        <p:tgtEl>
                                          <p:spTgt spid="804025"/>
                                        </p:tgtEl>
                                        <p:attrNameLst>
                                          <p:attrName>style.visibility</p:attrName>
                                        </p:attrNameLst>
                                      </p:cBhvr>
                                      <p:to>
                                        <p:strVal val="visible"/>
                                      </p:to>
                                    </p:set>
                                    <p:animEffect transition="in" filter="strips(downLeft)">
                                      <p:cBhvr>
                                        <p:cTn id="26" dur="500"/>
                                        <p:tgtEl>
                                          <p:spTgt spid="804025"/>
                                        </p:tgtEl>
                                      </p:cBhvr>
                                    </p:animEffect>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804043"/>
                                        </p:tgtEl>
                                        <p:attrNameLst>
                                          <p:attrName>style.visibility</p:attrName>
                                        </p:attrNameLst>
                                      </p:cBhvr>
                                      <p:to>
                                        <p:strVal val="visible"/>
                                      </p:to>
                                    </p:set>
                                    <p:animEffect transition="in" filter="blinds(horizontal)">
                                      <p:cBhvr>
                                        <p:cTn id="31" dur="500"/>
                                        <p:tgtEl>
                                          <p:spTgt spid="804043"/>
                                        </p:tgtEl>
                                      </p:cBhvr>
                                    </p:animEffect>
                                  </p:childTnLst>
                                </p:cTn>
                              </p:par>
                            </p:childTnLst>
                          </p:cTn>
                        </p:par>
                      </p:childTnLst>
                    </p:cTn>
                  </p:par>
                  <p:par>
                    <p:cTn id="32" fill="hold">
                      <p:stCondLst>
                        <p:cond delay="indefinite"/>
                      </p:stCondLst>
                      <p:childTnLst>
                        <p:par>
                          <p:cTn id="33" fill="hold">
                            <p:stCondLst>
                              <p:cond delay="0"/>
                            </p:stCondLst>
                            <p:childTnLst>
                              <p:par>
                                <p:cTn id="34" presetID="18" presetClass="entr" presetSubtype="12" fill="hold" grpId="0" nodeType="clickEffect">
                                  <p:stCondLst>
                                    <p:cond delay="0"/>
                                  </p:stCondLst>
                                  <p:childTnLst>
                                    <p:set>
                                      <p:cBhvr>
                                        <p:cTn id="35" dur="1" fill="hold">
                                          <p:stCondLst>
                                            <p:cond delay="0"/>
                                          </p:stCondLst>
                                        </p:cTn>
                                        <p:tgtEl>
                                          <p:spTgt spid="804044"/>
                                        </p:tgtEl>
                                        <p:attrNameLst>
                                          <p:attrName>style.visibility</p:attrName>
                                        </p:attrNameLst>
                                      </p:cBhvr>
                                      <p:to>
                                        <p:strVal val="visible"/>
                                      </p:to>
                                    </p:set>
                                    <p:animEffect transition="in" filter="strips(downLeft)">
                                      <p:cBhvr>
                                        <p:cTn id="36" dur="500"/>
                                        <p:tgtEl>
                                          <p:spTgt spid="804044"/>
                                        </p:tgtEl>
                                      </p:cBhvr>
                                    </p:animEffect>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par>
                          <p:cTn id="37" fill="hold">
                            <p:stCondLst>
                              <p:cond delay="500"/>
                            </p:stCondLst>
                            <p:childTnLst>
                              <p:par>
                                <p:cTn id="38" presetID="18" presetClass="entr" presetSubtype="12" fill="hold" grpId="0" nodeType="afterEffect">
                                  <p:stCondLst>
                                    <p:cond delay="0"/>
                                  </p:stCondLst>
                                  <p:childTnLst>
                                    <p:set>
                                      <p:cBhvr>
                                        <p:cTn id="39" dur="1" fill="hold">
                                          <p:stCondLst>
                                            <p:cond delay="0"/>
                                          </p:stCondLst>
                                        </p:cTn>
                                        <p:tgtEl>
                                          <p:spTgt spid="804045"/>
                                        </p:tgtEl>
                                        <p:attrNameLst>
                                          <p:attrName>style.visibility</p:attrName>
                                        </p:attrNameLst>
                                      </p:cBhvr>
                                      <p:to>
                                        <p:strVal val="visible"/>
                                      </p:to>
                                    </p:set>
                                    <p:animEffect transition="in" filter="strips(downLeft)">
                                      <p:cBhvr>
                                        <p:cTn id="40" dur="500"/>
                                        <p:tgtEl>
                                          <p:spTgt spid="804045"/>
                                        </p:tgtEl>
                                      </p:cBhvr>
                                    </p:animEffect>
                                  </p:childTnLst>
                                  <p:subTnLst>
                                    <p:audio>
                                      <p:cMediaNode>
                                        <p:cTn display="0" masterRel="sameClick">
                                          <p:stCondLst>
                                            <p:cond evt="begin" delay="0">
                                              <p:tn val="38"/>
                                            </p:cond>
                                          </p:stCondLst>
                                          <p:endCondLst>
                                            <p:cond evt="onStopAudio" delay="0">
                                              <p:tgtEl>
                                                <p:sldTgt/>
                                              </p:tgtEl>
                                            </p:cond>
                                          </p:endCondLst>
                                        </p:cTn>
                                        <p:tgtEl>
                                          <p:sndTgt r:embed="rId3" name="camera.wav"/>
                                        </p:tgtEl>
                                      </p:cMediaNode>
                                    </p:audio>
                                  </p:subTnLst>
                                </p:cTn>
                              </p:par>
                            </p:childTnLst>
                          </p:cTn>
                        </p:par>
                      </p:childTnLst>
                    </p:cTn>
                  </p:par>
                  <p:par>
                    <p:cTn id="41" fill="hold">
                      <p:stCondLst>
                        <p:cond delay="indefinite"/>
                      </p:stCondLst>
                      <p:childTnLst>
                        <p:par>
                          <p:cTn id="42" fill="hold">
                            <p:stCondLst>
                              <p:cond delay="0"/>
                            </p:stCondLst>
                            <p:childTnLst>
                              <p:par>
                                <p:cTn id="43" presetID="4" presetClass="entr" presetSubtype="32" fill="hold" nodeType="clickEffect">
                                  <p:stCondLst>
                                    <p:cond delay="0"/>
                                  </p:stCondLst>
                                  <p:childTnLst>
                                    <p:set>
                                      <p:cBhvr>
                                        <p:cTn id="44" dur="1" fill="hold">
                                          <p:stCondLst>
                                            <p:cond delay="0"/>
                                          </p:stCondLst>
                                        </p:cTn>
                                        <p:tgtEl>
                                          <p:spTgt spid="804489"/>
                                        </p:tgtEl>
                                        <p:attrNameLst>
                                          <p:attrName>style.visibility</p:attrName>
                                        </p:attrNameLst>
                                      </p:cBhvr>
                                      <p:to>
                                        <p:strVal val="visible"/>
                                      </p:to>
                                    </p:set>
                                    <p:animEffect transition="in" filter="box(out)">
                                      <p:cBhvr>
                                        <p:cTn id="45" dur="500"/>
                                        <p:tgtEl>
                                          <p:spTgt spid="804489"/>
                                        </p:tgtEl>
                                      </p:cBhvr>
                                    </p:animEffect>
                                  </p:childTnLst>
                                  <p:subTnLst>
                                    <p:audio>
                                      <p:cMediaNode>
                                        <p:cTn display="0" masterRel="sameClick">
                                          <p:stCondLst>
                                            <p:cond evt="begin" delay="0">
                                              <p:tn val="43"/>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804024" grpId="0" animBg="1"/>
      <p:bldP spid="804025" grpId="0" animBg="1" autoUpdateAnimBg="0"/>
      <p:bldP spid="804026" grpId="0" autoUpdateAnimBg="0"/>
      <p:bldP spid="804044" grpId="0" animBg="1"/>
      <p:bldP spid="804045"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47EB2BCD-5BD8-43FD-86D4-5EFF45948285}"/>
              </a:ext>
            </a:extLst>
          </p:cNvPr>
          <p:cNvGrpSpPr/>
          <p:nvPr/>
        </p:nvGrpSpPr>
        <p:grpSpPr>
          <a:xfrm>
            <a:off x="8680541" y="5808985"/>
            <a:ext cx="2528028" cy="482973"/>
            <a:chOff x="8968573" y="4415034"/>
            <a:chExt cx="2528028" cy="482973"/>
          </a:xfrm>
        </p:grpSpPr>
        <p:sp>
          <p:nvSpPr>
            <p:cNvPr id="19" name="Text Box 119">
              <a:extLst>
                <a:ext uri="{FF2B5EF4-FFF2-40B4-BE49-F238E27FC236}">
                  <a16:creationId xmlns:a16="http://schemas.microsoft.com/office/drawing/2014/main" id="{6C5B3470-FA96-4710-983E-D618F658ADA5}"/>
                </a:ext>
              </a:extLst>
            </p:cNvPr>
            <p:cNvSpPr txBox="1">
              <a:spLocks noChangeArrowheads="1"/>
            </p:cNvSpPr>
            <p:nvPr/>
          </p:nvSpPr>
          <p:spPr bwMode="auto">
            <a:xfrm>
              <a:off x="9552385" y="4436342"/>
              <a:ext cx="1944216" cy="461665"/>
            </a:xfrm>
            <a:prstGeom prst="rect">
              <a:avLst/>
            </a:prstGeom>
            <a:solidFill>
              <a:schemeClr val="bg1"/>
            </a:solidFill>
            <a:ln w="28575">
              <a:solidFill>
                <a:srgbClr val="002060"/>
              </a:solidFill>
              <a:miter lim="800000"/>
              <a:headEnd/>
              <a:tailEnd/>
            </a:ln>
            <a:effectLst>
              <a:outerShdw blurRad="50800" dist="38100" dir="2700000" algn="tl" rotWithShape="0">
                <a:prstClr val="black">
                  <a:alpha val="40000"/>
                </a:prstClr>
              </a:outerShdw>
            </a:effectLst>
          </p:spPr>
          <p:txBody>
            <a:bodyPr wrap="square">
              <a:spAutoFit/>
            </a:bodyPr>
            <a:lstStyle/>
            <a:p>
              <a:pPr algn="ctr">
                <a:spcBef>
                  <a:spcPct val="50000"/>
                </a:spcBef>
              </a:pPr>
              <a:r>
                <a:rPr lang="en-US" altLang="zh-CN" dirty="0"/>
                <a:t>1 0 0 0 0 0 1 0</a:t>
              </a:r>
            </a:p>
          </p:txBody>
        </p:sp>
        <p:sp>
          <p:nvSpPr>
            <p:cNvPr id="2" name="文本框 1">
              <a:extLst>
                <a:ext uri="{FF2B5EF4-FFF2-40B4-BE49-F238E27FC236}">
                  <a16:creationId xmlns:a16="http://schemas.microsoft.com/office/drawing/2014/main" id="{1CA6FAC7-1A93-42B7-8B78-7015918F57F4}"/>
                </a:ext>
              </a:extLst>
            </p:cNvPr>
            <p:cNvSpPr txBox="1"/>
            <p:nvPr/>
          </p:nvSpPr>
          <p:spPr>
            <a:xfrm>
              <a:off x="8968573" y="4415034"/>
              <a:ext cx="504056" cy="461665"/>
            </a:xfrm>
            <a:prstGeom prst="rect">
              <a:avLst/>
            </a:prstGeom>
            <a:noFill/>
          </p:spPr>
          <p:txBody>
            <a:bodyPr wrap="square" rtlCol="0">
              <a:spAutoFit/>
            </a:bodyPr>
            <a:lstStyle/>
            <a:p>
              <a:r>
                <a:rPr lang="en-US" altLang="zh-CN" dirty="0" err="1">
                  <a:effectLst>
                    <a:outerShdw blurRad="38100" dist="38100" dir="2700000" algn="tl">
                      <a:srgbClr val="FFFFFF"/>
                    </a:outerShdw>
                  </a:effectLst>
                </a:rPr>
                <a:t>ch</a:t>
              </a:r>
              <a:endParaRPr lang="zh-CN" altLang="en-US" dirty="0">
                <a:effectLst>
                  <a:outerShdw blurRad="38100" dist="38100" dir="2700000" algn="tl">
                    <a:srgbClr val="FFFFFF"/>
                  </a:outerShdw>
                </a:effectLst>
              </a:endParaRPr>
            </a:p>
          </p:txBody>
        </p:sp>
      </p:grpSp>
      <p:sp>
        <p:nvSpPr>
          <p:cNvPr id="805893" name="Rectangle 5"/>
          <p:cNvSpPr>
            <a:spLocks noChangeArrowheads="1"/>
          </p:cNvSpPr>
          <p:nvPr/>
        </p:nvSpPr>
        <p:spPr bwMode="auto">
          <a:xfrm>
            <a:off x="663034" y="1340768"/>
            <a:ext cx="3756025" cy="519112"/>
          </a:xfrm>
          <a:prstGeom prst="rect">
            <a:avLst/>
          </a:prstGeom>
          <a:noFill/>
          <a:ln w="9525">
            <a:noFill/>
            <a:miter lim="800000"/>
            <a:headEnd/>
            <a:tailEnd/>
          </a:ln>
          <a:effectLst/>
        </p:spPr>
        <p:txBody>
          <a:bodyPr wrap="none" anchor="ctr">
            <a:spAutoFit/>
          </a:bodyPr>
          <a:lstStyle/>
          <a:p>
            <a:r>
              <a:rPr lang="en-US" altLang="zh-CN" sz="2800" b="1" dirty="0">
                <a:solidFill>
                  <a:srgbClr val="C01920"/>
                </a:solidFill>
                <a:latin typeface="楷体" panose="02010609060101010101" pitchFamily="49" charset="-122"/>
                <a:ea typeface="楷体" panose="02010609060101010101" pitchFamily="49" charset="-122"/>
              </a:rPr>
              <a:t>【</a:t>
            </a:r>
            <a:r>
              <a:rPr lang="zh-CN" altLang="en-US" sz="2800" b="1" dirty="0">
                <a:solidFill>
                  <a:srgbClr val="C01920"/>
                </a:solidFill>
                <a:latin typeface="楷体" panose="02010609060101010101" pitchFamily="49" charset="-122"/>
                <a:ea typeface="楷体" panose="02010609060101010101" pitchFamily="49" charset="-122"/>
              </a:rPr>
              <a:t>例</a:t>
            </a:r>
            <a:r>
              <a:rPr lang="en-US" altLang="zh-CN" sz="2800" b="1" dirty="0">
                <a:solidFill>
                  <a:srgbClr val="C01920"/>
                </a:solidFill>
                <a:latin typeface="楷体" panose="02010609060101010101" pitchFamily="49" charset="-122"/>
                <a:ea typeface="楷体" panose="02010609060101010101" pitchFamily="49" charset="-122"/>
              </a:rPr>
              <a:t>】</a:t>
            </a:r>
            <a:r>
              <a:rPr lang="zh-CN" altLang="en-US" sz="2800" b="1" dirty="0">
                <a:solidFill>
                  <a:srgbClr val="C01920"/>
                </a:solidFill>
                <a:latin typeface="楷体" panose="02010609060101010101" pitchFamily="49" charset="-122"/>
                <a:ea typeface="楷体" panose="02010609060101010101" pitchFamily="49" charset="-122"/>
              </a:rPr>
              <a:t>变量的存储范围</a:t>
            </a:r>
          </a:p>
        </p:txBody>
      </p:sp>
      <p:sp>
        <p:nvSpPr>
          <p:cNvPr id="806002" name="Rectangle 114"/>
          <p:cNvSpPr>
            <a:spLocks noChangeArrowheads="1"/>
          </p:cNvSpPr>
          <p:nvPr/>
        </p:nvSpPr>
        <p:spPr bwMode="auto">
          <a:xfrm>
            <a:off x="544195" y="1991737"/>
            <a:ext cx="3683871" cy="4893647"/>
          </a:xfrm>
          <a:prstGeom prst="rect">
            <a:avLst/>
          </a:prstGeom>
          <a:gradFill>
            <a:gsLst>
              <a:gs pos="0">
                <a:srgbClr val="CFCFD1"/>
              </a:gs>
              <a:gs pos="100000">
                <a:schemeClr val="bg1">
                  <a:lumMod val="95000"/>
                </a:schemeClr>
              </a:gs>
            </a:gsLst>
            <a:path path="circle">
              <a:fillToRect l="100000" b="100000"/>
            </a:path>
          </a:gra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190500">
              <a:tabLst>
                <a:tab pos="800100" algn="l"/>
              </a:tabLst>
            </a:pPr>
            <a:r>
              <a:rPr lang="en-US" altLang="zh-CN" dirty="0">
                <a:effectLst>
                  <a:outerShdw blurRad="38100" dist="38100" dir="2700000" algn="tl">
                    <a:srgbClr val="FFFFFF"/>
                  </a:outerShdw>
                </a:effectLst>
              </a:rPr>
              <a:t>#include &lt;</a:t>
            </a:r>
            <a:r>
              <a:rPr lang="en-US" altLang="zh-CN" dirty="0" err="1">
                <a:effectLst>
                  <a:outerShdw blurRad="38100" dist="38100" dir="2700000" algn="tl">
                    <a:srgbClr val="FFFFFF"/>
                  </a:outerShdw>
                </a:effectLst>
              </a:rPr>
              <a:t>stdio.h</a:t>
            </a:r>
            <a:r>
              <a:rPr lang="en-US" altLang="zh-CN" dirty="0">
                <a:effectLst>
                  <a:outerShdw blurRad="38100" dist="38100" dir="2700000" algn="tl">
                    <a:srgbClr val="FFFFFF"/>
                  </a:outerShdw>
                </a:effectLst>
              </a:rPr>
              <a:t>&gt;</a:t>
            </a:r>
          </a:p>
          <a:p>
            <a:pPr indent="190500">
              <a:tabLst>
                <a:tab pos="800100" algn="l"/>
              </a:tabLst>
            </a:pPr>
            <a:r>
              <a:rPr lang="en-US" altLang="zh-CN" dirty="0">
                <a:effectLst>
                  <a:outerShdw blurRad="38100" dist="38100" dir="2700000" algn="tl">
                    <a:srgbClr val="FFFFFF"/>
                  </a:outerShdw>
                </a:effectLst>
              </a:rPr>
              <a:t> </a:t>
            </a:r>
          </a:p>
          <a:p>
            <a:pPr indent="190500">
              <a:tabLst>
                <a:tab pos="800100" algn="l"/>
              </a:tabLst>
            </a:pPr>
            <a:r>
              <a:rPr lang="en-US" altLang="zh-CN" b="1" dirty="0" err="1">
                <a:solidFill>
                  <a:srgbClr val="C00000"/>
                </a:solidFill>
                <a:effectLst>
                  <a:outerShdw blurRad="38100" dist="38100" dir="2700000" algn="tl">
                    <a:srgbClr val="FFFFFF"/>
                  </a:outerShdw>
                </a:effectLst>
              </a:rPr>
              <a:t>int</a:t>
            </a:r>
            <a:r>
              <a:rPr lang="en-US" altLang="zh-CN" b="1" dirty="0">
                <a:solidFill>
                  <a:srgbClr val="C00000"/>
                </a:solidFill>
                <a:effectLst>
                  <a:outerShdw blurRad="38100" dist="38100" dir="2700000" algn="tl">
                    <a:srgbClr val="FFFFFF"/>
                  </a:outerShdw>
                </a:effectLst>
              </a:rPr>
              <a:t> main ( )</a:t>
            </a:r>
          </a:p>
          <a:p>
            <a:pPr indent="190500">
              <a:tabLst>
                <a:tab pos="800100" algn="l"/>
              </a:tabLst>
            </a:pPr>
            <a:r>
              <a:rPr lang="en-US" altLang="zh-CN" dirty="0">
                <a:effectLst>
                  <a:outerShdw blurRad="38100" dist="38100" dir="2700000" algn="tl">
                    <a:srgbClr val="FFFFFF"/>
                  </a:outerShdw>
                </a:effectLst>
              </a:rPr>
              <a:t>{</a:t>
            </a:r>
          </a:p>
          <a:p>
            <a:pPr indent="190500">
              <a:tabLst>
                <a:tab pos="800100" algn="l"/>
              </a:tabLst>
            </a:pPr>
            <a:r>
              <a:rPr lang="en-US" altLang="zh-CN" dirty="0">
                <a:effectLst>
                  <a:outerShdw blurRad="38100" dist="38100" dir="2700000" algn="tl">
                    <a:srgbClr val="FFFFFF"/>
                  </a:outerShdw>
                </a:effectLst>
              </a:rPr>
              <a:t>  char </a:t>
            </a:r>
            <a:r>
              <a:rPr lang="en-US" altLang="zh-CN" dirty="0" err="1">
                <a:effectLst>
                  <a:outerShdw blurRad="38100" dist="38100" dir="2700000" algn="tl">
                    <a:srgbClr val="FFFFFF"/>
                  </a:outerShdw>
                </a:effectLst>
              </a:rPr>
              <a:t>ch</a:t>
            </a:r>
            <a:r>
              <a:rPr lang="en-US" altLang="zh-CN" dirty="0">
                <a:effectLst>
                  <a:outerShdw blurRad="38100" dist="38100" dir="2700000" algn="tl">
                    <a:srgbClr val="FFFFFF"/>
                  </a:outerShdw>
                </a:effectLst>
              </a:rPr>
              <a:t>;</a:t>
            </a:r>
          </a:p>
          <a:p>
            <a:pPr indent="190500">
              <a:tabLst>
                <a:tab pos="800100" algn="l"/>
              </a:tabLst>
            </a:pPr>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int</a:t>
            </a:r>
            <a:r>
              <a:rPr lang="en-US" altLang="zh-CN" dirty="0">
                <a:effectLst>
                  <a:outerShdw blurRad="38100" dist="38100" dir="2700000" algn="tl">
                    <a:srgbClr val="FFFFFF"/>
                  </a:outerShdw>
                </a:effectLst>
              </a:rPr>
              <a:t> x;</a:t>
            </a:r>
          </a:p>
          <a:p>
            <a:pPr indent="190500">
              <a:tabLst>
                <a:tab pos="800100" algn="l"/>
              </a:tabLst>
            </a:pPr>
            <a:endParaRPr lang="en-US" altLang="zh-CN" dirty="0">
              <a:effectLst>
                <a:outerShdw blurRad="38100" dist="38100" dir="2700000" algn="tl">
                  <a:srgbClr val="FFFFFF"/>
                </a:outerShdw>
              </a:effectLst>
            </a:endParaRPr>
          </a:p>
          <a:p>
            <a:pPr indent="190500">
              <a:tabLst>
                <a:tab pos="800100" algn="l"/>
              </a:tabLst>
            </a:pPr>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ch</a:t>
            </a:r>
            <a:r>
              <a:rPr lang="en-US" altLang="zh-CN" dirty="0">
                <a:effectLst>
                  <a:outerShdw blurRad="38100" dist="38100" dir="2700000" algn="tl">
                    <a:srgbClr val="FFFFFF"/>
                  </a:outerShdw>
                </a:effectLst>
              </a:rPr>
              <a:t> = 80 + 50;</a:t>
            </a:r>
          </a:p>
          <a:p>
            <a:pPr indent="190500">
              <a:tabLst>
                <a:tab pos="800100" algn="l"/>
              </a:tabLst>
            </a:pPr>
            <a:r>
              <a:rPr lang="en-US" altLang="zh-CN" dirty="0">
                <a:effectLst>
                  <a:outerShdw blurRad="38100" dist="38100" dir="2700000" algn="tl">
                    <a:srgbClr val="FFFFFF"/>
                  </a:outerShdw>
                </a:effectLst>
              </a:rPr>
              <a:t>  x = 80 + 50;</a:t>
            </a:r>
          </a:p>
          <a:p>
            <a:pPr indent="190500">
              <a:tabLst>
                <a:tab pos="800100" algn="l"/>
              </a:tabLst>
            </a:pPr>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printf</a:t>
            </a:r>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ch</a:t>
            </a:r>
            <a:r>
              <a:rPr lang="en-US" altLang="zh-CN" dirty="0">
                <a:effectLst>
                  <a:outerShdw blurRad="38100" dist="38100" dir="2700000" algn="tl">
                    <a:srgbClr val="FFFFFF"/>
                  </a:outerShdw>
                </a:effectLst>
              </a:rPr>
              <a:t> = %d\n", </a:t>
            </a:r>
            <a:r>
              <a:rPr lang="en-US" altLang="zh-CN" dirty="0" err="1">
                <a:effectLst>
                  <a:outerShdw blurRad="38100" dist="38100" dir="2700000" algn="tl">
                    <a:srgbClr val="FFFFFF"/>
                  </a:outerShdw>
                </a:effectLst>
              </a:rPr>
              <a:t>ch</a:t>
            </a:r>
            <a:r>
              <a:rPr lang="en-US" altLang="zh-CN" dirty="0">
                <a:effectLst>
                  <a:outerShdw blurRad="38100" dist="38100" dir="2700000" algn="tl">
                    <a:srgbClr val="FFFFFF"/>
                  </a:outerShdw>
                </a:effectLst>
              </a:rPr>
              <a:t>);</a:t>
            </a:r>
          </a:p>
          <a:p>
            <a:pPr indent="190500">
              <a:tabLst>
                <a:tab pos="800100" algn="l"/>
              </a:tabLst>
            </a:pPr>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printf</a:t>
            </a:r>
            <a:r>
              <a:rPr lang="en-US" altLang="zh-CN" dirty="0">
                <a:effectLst>
                  <a:outerShdw blurRad="38100" dist="38100" dir="2700000" algn="tl">
                    <a:srgbClr val="FFFFFF"/>
                  </a:outerShdw>
                </a:effectLst>
              </a:rPr>
              <a:t> ("x = %d\n", x);</a:t>
            </a:r>
          </a:p>
          <a:p>
            <a:pPr indent="190500">
              <a:tabLst>
                <a:tab pos="800100" algn="l"/>
              </a:tabLst>
            </a:pPr>
            <a:r>
              <a:rPr lang="en-US" altLang="zh-CN" dirty="0">
                <a:effectLst>
                  <a:outerShdw blurRad="38100" dist="38100" dir="2700000" algn="tl">
                    <a:srgbClr val="FFFFFF"/>
                  </a:outerShdw>
                </a:effectLst>
              </a:rPr>
              <a:t>  return 0;</a:t>
            </a:r>
          </a:p>
          <a:p>
            <a:pPr indent="190500">
              <a:tabLst>
                <a:tab pos="800100" algn="l"/>
              </a:tabLst>
            </a:pPr>
            <a:r>
              <a:rPr lang="en-US" altLang="zh-CN" dirty="0">
                <a:effectLst>
                  <a:outerShdw blurRad="38100" dist="38100" dir="2700000" algn="tl">
                    <a:srgbClr val="FFFFFF"/>
                  </a:outerShdw>
                </a:effectLst>
              </a:rPr>
              <a:t>}</a:t>
            </a:r>
          </a:p>
        </p:txBody>
      </p:sp>
      <p:sp>
        <p:nvSpPr>
          <p:cNvPr id="806003" name="Text Box 115"/>
          <p:cNvSpPr txBox="1">
            <a:spLocks noChangeArrowheads="1"/>
          </p:cNvSpPr>
          <p:nvPr/>
        </p:nvSpPr>
        <p:spPr bwMode="auto">
          <a:xfrm>
            <a:off x="3003836" y="6100038"/>
            <a:ext cx="1681407" cy="720725"/>
          </a:xfrm>
          <a:prstGeom prst="rect">
            <a:avLst/>
          </a:prstGeom>
          <a:solidFill>
            <a:schemeClr val="bg1"/>
          </a:solidFill>
          <a:ln w="28575">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a:effectLst>
                  <a:outerShdw blurRad="38100" dist="38100" dir="2700000" algn="tl">
                    <a:srgbClr val="FFFFFF"/>
                  </a:outerShdw>
                </a:effectLst>
              </a:rPr>
              <a:t>ch = -126</a:t>
            </a:r>
          </a:p>
          <a:p>
            <a:pPr algn="just"/>
            <a:r>
              <a:rPr lang="en-US" altLang="zh-CN" sz="2000">
                <a:effectLst>
                  <a:outerShdw blurRad="38100" dist="38100" dir="2700000" algn="tl">
                    <a:srgbClr val="FFFFFF"/>
                  </a:outerShdw>
                </a:effectLst>
              </a:rPr>
              <a:t>x = 130</a:t>
            </a:r>
          </a:p>
        </p:txBody>
      </p:sp>
      <p:sp>
        <p:nvSpPr>
          <p:cNvPr id="806005" name="Oval 117"/>
          <p:cNvSpPr>
            <a:spLocks noChangeArrowheads="1"/>
          </p:cNvSpPr>
          <p:nvPr/>
        </p:nvSpPr>
        <p:spPr bwMode="auto">
          <a:xfrm>
            <a:off x="3378651" y="6381328"/>
            <a:ext cx="647700" cy="360362"/>
          </a:xfrm>
          <a:prstGeom prst="ellipse">
            <a:avLst/>
          </a:prstGeom>
          <a:noFill/>
          <a:ln w="28575">
            <a:solidFill>
              <a:srgbClr val="FF0000"/>
            </a:solidFill>
            <a:round/>
            <a:headEnd/>
            <a:tailEnd/>
          </a:ln>
          <a:effectLst>
            <a:glow rad="101600">
              <a:srgbClr val="F0E5B7">
                <a:alpha val="40000"/>
              </a:srgbClr>
            </a:glow>
            <a:outerShdw blurRad="50800" dist="38100" dir="2700000" algn="tl" rotWithShape="0">
              <a:prstClr val="black">
                <a:alpha val="40000"/>
              </a:prstClr>
            </a:outerShdw>
          </a:effectLst>
        </p:spPr>
        <p:txBody>
          <a:bodyPr wrap="none" anchor="ctr"/>
          <a:lstStyle/>
          <a:p>
            <a:endParaRPr lang="zh-CN" altLang="en-US"/>
          </a:p>
        </p:txBody>
      </p:sp>
      <p:sp>
        <p:nvSpPr>
          <p:cNvPr id="21" name="Oval 123">
            <a:extLst>
              <a:ext uri="{FF2B5EF4-FFF2-40B4-BE49-F238E27FC236}">
                <a16:creationId xmlns:a16="http://schemas.microsoft.com/office/drawing/2014/main" id="{A0CD8EC6-BAEB-4A9E-9F74-F26541922643}"/>
              </a:ext>
            </a:extLst>
          </p:cNvPr>
          <p:cNvSpPr>
            <a:spLocks noChangeArrowheads="1"/>
          </p:cNvSpPr>
          <p:nvPr/>
        </p:nvSpPr>
        <p:spPr bwMode="auto">
          <a:xfrm>
            <a:off x="9323834" y="5877272"/>
            <a:ext cx="215900" cy="358775"/>
          </a:xfrm>
          <a:prstGeom prst="ellipse">
            <a:avLst/>
          </a:prstGeom>
          <a:noFill/>
          <a:ln w="28575">
            <a:solidFill>
              <a:srgbClr val="FF0000"/>
            </a:solidFill>
            <a:round/>
            <a:headEnd/>
            <a:tailEnd/>
          </a:ln>
          <a:effectLst>
            <a:glow rad="63500">
              <a:srgbClr val="F0E5B7">
                <a:alpha val="40000"/>
              </a:srgbClr>
            </a:glow>
            <a:outerShdw blurRad="50800" dist="38100" dir="2700000" algn="tl" rotWithShape="0">
              <a:prstClr val="black">
                <a:alpha val="40000"/>
              </a:prstClr>
            </a:outerShdw>
          </a:effectLst>
        </p:spPr>
        <p:txBody>
          <a:bodyPr wrap="none" anchor="ctr"/>
          <a:lstStyle/>
          <a:p>
            <a:endParaRPr lang="zh-CN" altLang="en-US"/>
          </a:p>
        </p:txBody>
      </p:sp>
      <p:sp>
        <p:nvSpPr>
          <p:cNvPr id="22" name="AutoShape 124">
            <a:extLst>
              <a:ext uri="{FF2B5EF4-FFF2-40B4-BE49-F238E27FC236}">
                <a16:creationId xmlns:a16="http://schemas.microsoft.com/office/drawing/2014/main" id="{1C7FA817-2ED3-4F12-B9FE-6215C7072351}"/>
              </a:ext>
            </a:extLst>
          </p:cNvPr>
          <p:cNvSpPr>
            <a:spLocks noChangeArrowheads="1"/>
          </p:cNvSpPr>
          <p:nvPr/>
        </p:nvSpPr>
        <p:spPr bwMode="auto">
          <a:xfrm>
            <a:off x="7536160" y="5182221"/>
            <a:ext cx="1081088" cy="433388"/>
          </a:xfrm>
          <a:prstGeom prst="wedgeRoundRectCallout">
            <a:avLst>
              <a:gd name="adj1" fmla="val 125724"/>
              <a:gd name="adj2" fmla="val 112514"/>
              <a:gd name="adj3" fmla="val 16667"/>
            </a:avLst>
          </a:prstGeom>
          <a:gradFill flip="none" rotWithShape="1">
            <a:gsLst>
              <a:gs pos="0">
                <a:srgbClr val="CFCFD1"/>
              </a:gs>
              <a:gs pos="100000">
                <a:schemeClr val="bg1">
                  <a:lumMod val="95000"/>
                </a:schemeClr>
              </a:gs>
            </a:gsLst>
            <a:path path="circle">
              <a:fillToRect l="100000" b="100000"/>
            </a:path>
            <a:tileRect t="-100000" r="-100000"/>
          </a:gradFill>
          <a:ln w="9525">
            <a:solidFill>
              <a:schemeClr val="tx1"/>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dirty="0">
                <a:solidFill>
                  <a:srgbClr val="C01920"/>
                </a:solidFill>
                <a:latin typeface="楷体" pitchFamily="49" charset="-122"/>
                <a:ea typeface="楷体" pitchFamily="49" charset="-122"/>
              </a:rPr>
              <a:t>符号位</a:t>
            </a:r>
          </a:p>
        </p:txBody>
      </p:sp>
      <p:sp>
        <p:nvSpPr>
          <p:cNvPr id="23" name="AutoShape 126">
            <a:extLst>
              <a:ext uri="{FF2B5EF4-FFF2-40B4-BE49-F238E27FC236}">
                <a16:creationId xmlns:a16="http://schemas.microsoft.com/office/drawing/2014/main" id="{1030D367-56DA-4DE0-B67F-D5E143968EF9}"/>
              </a:ext>
            </a:extLst>
          </p:cNvPr>
          <p:cNvSpPr>
            <a:spLocks noChangeArrowheads="1"/>
          </p:cNvSpPr>
          <p:nvPr/>
        </p:nvSpPr>
        <p:spPr bwMode="auto">
          <a:xfrm>
            <a:off x="7356178" y="6315938"/>
            <a:ext cx="1908175" cy="504825"/>
          </a:xfrm>
          <a:prstGeom prst="wedgeRoundRectCallout">
            <a:avLst>
              <a:gd name="adj1" fmla="val 72298"/>
              <a:gd name="adj2" fmla="val -92887"/>
              <a:gd name="adj3" fmla="val 16667"/>
            </a:avLst>
          </a:prstGeom>
          <a:gradFill flip="none" rotWithShape="1">
            <a:gsLst>
              <a:gs pos="0">
                <a:srgbClr val="CFCFD1"/>
              </a:gs>
              <a:gs pos="100000">
                <a:schemeClr val="bg1">
                  <a:lumMod val="95000"/>
                </a:schemeClr>
              </a:gs>
            </a:gsLst>
            <a:path path="circle">
              <a:fillToRect l="100000" b="100000"/>
            </a:path>
            <a:tileRect t="-100000" r="-100000"/>
          </a:gradFill>
          <a:ln w="31750">
            <a:solidFill>
              <a:srgbClr val="C0192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dirty="0">
                <a:solidFill>
                  <a:srgbClr val="002060"/>
                </a:solidFill>
                <a:latin typeface="+mn-lt"/>
                <a:ea typeface="楷体" pitchFamily="49" charset="-122"/>
              </a:rPr>
              <a:t>真值：</a:t>
            </a:r>
            <a:r>
              <a:rPr lang="en-US" altLang="zh-CN" sz="2000" b="1" dirty="0">
                <a:solidFill>
                  <a:srgbClr val="002060"/>
                </a:solidFill>
                <a:latin typeface="+mn-lt"/>
                <a:ea typeface="楷体" pitchFamily="49" charset="-122"/>
              </a:rPr>
              <a:t>-126</a:t>
            </a:r>
          </a:p>
        </p:txBody>
      </p:sp>
      <p:sp>
        <p:nvSpPr>
          <p:cNvPr id="24" name="虚尾箭头 16">
            <a:extLst>
              <a:ext uri="{FF2B5EF4-FFF2-40B4-BE49-F238E27FC236}">
                <a16:creationId xmlns:a16="http://schemas.microsoft.com/office/drawing/2014/main" id="{D7F54BE2-DD4E-4182-84AA-87A6CB72BF75}"/>
              </a:ext>
            </a:extLst>
          </p:cNvPr>
          <p:cNvSpPr/>
          <p:nvPr/>
        </p:nvSpPr>
        <p:spPr bwMode="auto">
          <a:xfrm rot="7158368">
            <a:off x="10261249" y="5076520"/>
            <a:ext cx="1133060" cy="360040"/>
          </a:xfrm>
          <a:prstGeom prst="stripedRightArrow">
            <a:avLst/>
          </a:prstGeom>
          <a:solidFill>
            <a:srgbClr val="C01920"/>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endParaRPr lang="zh-CN" altLang="en-US"/>
          </a:p>
        </p:txBody>
      </p:sp>
      <p:sp>
        <p:nvSpPr>
          <p:cNvPr id="18" name="Text Box 118">
            <a:extLst>
              <a:ext uri="{FF2B5EF4-FFF2-40B4-BE49-F238E27FC236}">
                <a16:creationId xmlns:a16="http://schemas.microsoft.com/office/drawing/2014/main" id="{F39EFA99-D389-4831-8D6D-5258D288BE4F}"/>
              </a:ext>
            </a:extLst>
          </p:cNvPr>
          <p:cNvSpPr txBox="1">
            <a:spLocks noChangeArrowheads="1"/>
          </p:cNvSpPr>
          <p:nvPr/>
        </p:nvSpPr>
        <p:spPr bwMode="auto">
          <a:xfrm>
            <a:off x="4394660" y="2046719"/>
            <a:ext cx="7678004" cy="2677656"/>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6200000" scaled="1"/>
            <a:tileRect/>
          </a:gradFill>
          <a:ln w="38100">
            <a:solidFill>
              <a:srgbClr val="C0192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square">
            <a:spAutoFit/>
          </a:bodyPr>
          <a:lstStyle/>
          <a:p>
            <a:pPr>
              <a:spcBef>
                <a:spcPct val="50000"/>
              </a:spcBef>
            </a:pPr>
            <a:r>
              <a:rPr lang="zh-CN" altLang="en-US" b="1" dirty="0">
                <a:solidFill>
                  <a:srgbClr val="002060"/>
                </a:solidFill>
                <a:latin typeface="楷体" pitchFamily="49" charset="-122"/>
                <a:ea typeface="楷体" pitchFamily="49" charset="-122"/>
              </a:rPr>
              <a:t>十进制数         </a:t>
            </a:r>
            <a:r>
              <a:rPr lang="zh-CN" altLang="en-US" b="1" dirty="0">
                <a:solidFill>
                  <a:srgbClr val="002060"/>
                </a:solidFill>
                <a:latin typeface="+mn-lt"/>
                <a:ea typeface="楷体" pitchFamily="49" charset="-122"/>
              </a:rPr>
              <a:t>对应的机器数（</a:t>
            </a:r>
            <a:r>
              <a:rPr lang="en-US" altLang="zh-CN" b="1" dirty="0">
                <a:solidFill>
                  <a:srgbClr val="002060"/>
                </a:solidFill>
                <a:latin typeface="+mn-lt"/>
                <a:ea typeface="楷体" pitchFamily="49" charset="-122"/>
              </a:rPr>
              <a:t>32</a:t>
            </a:r>
            <a:r>
              <a:rPr lang="zh-CN" altLang="en-US" b="1" dirty="0">
                <a:solidFill>
                  <a:srgbClr val="002060"/>
                </a:solidFill>
                <a:latin typeface="+mn-lt"/>
                <a:ea typeface="楷体" pitchFamily="49" charset="-122"/>
              </a:rPr>
              <a:t>位补码）</a:t>
            </a:r>
          </a:p>
          <a:p>
            <a:pPr>
              <a:spcBef>
                <a:spcPct val="50000"/>
              </a:spcBef>
            </a:pPr>
            <a:r>
              <a:rPr lang="zh-CN" altLang="en-US" b="1" dirty="0">
                <a:latin typeface="楷体_GB2312" pitchFamily="49" charset="-122"/>
                <a:ea typeface="楷体_GB2312" pitchFamily="49" charset="-122"/>
              </a:rPr>
              <a:t>     </a:t>
            </a:r>
            <a:r>
              <a:rPr lang="en-US" altLang="zh-CN" b="1" dirty="0">
                <a:solidFill>
                  <a:srgbClr val="000099"/>
                </a:solidFill>
                <a:effectLst>
                  <a:outerShdw blurRad="38100" dist="38100" dir="2700000" algn="tl">
                    <a:srgbClr val="C0C0C0"/>
                  </a:outerShdw>
                </a:effectLst>
                <a:ea typeface="楷体_GB2312" pitchFamily="49" charset="-122"/>
              </a:rPr>
              <a:t>80         </a:t>
            </a:r>
            <a:r>
              <a:rPr lang="en-US" altLang="zh-CN" b="1" dirty="0">
                <a:solidFill>
                  <a:srgbClr val="C01920"/>
                </a:solidFill>
                <a:effectLst>
                  <a:outerShdw blurRad="38100" dist="38100" dir="2700000" algn="tl">
                    <a:srgbClr val="C0C0C0"/>
                  </a:outerShdw>
                </a:effectLst>
              </a:rPr>
              <a:t>0</a:t>
            </a:r>
            <a:r>
              <a:rPr lang="en-US" altLang="zh-CN" dirty="0">
                <a:effectLst>
                  <a:outerShdw blurRad="38100" dist="38100" dir="2700000" algn="tl">
                    <a:srgbClr val="C0C0C0"/>
                  </a:outerShdw>
                </a:effectLst>
              </a:rPr>
              <a:t>0000000   00000000    00000000    01010000 </a:t>
            </a:r>
          </a:p>
          <a:p>
            <a:pPr>
              <a:spcBef>
                <a:spcPct val="50000"/>
              </a:spcBef>
            </a:pPr>
            <a:r>
              <a:rPr lang="en-US" altLang="zh-CN" b="1" dirty="0">
                <a:effectLst>
                  <a:outerShdw blurRad="38100" dist="38100" dir="2700000" algn="tl">
                    <a:srgbClr val="C0C0C0"/>
                  </a:outerShdw>
                </a:effectLst>
              </a:rPr>
              <a:t> +  </a:t>
            </a:r>
            <a:r>
              <a:rPr lang="en-US" altLang="zh-CN" b="1" dirty="0">
                <a:solidFill>
                  <a:srgbClr val="000099"/>
                </a:solidFill>
                <a:effectLst>
                  <a:outerShdw blurRad="38100" dist="38100" dir="2700000" algn="tl">
                    <a:srgbClr val="C0C0C0"/>
                  </a:outerShdw>
                </a:effectLst>
              </a:rPr>
              <a:t>50          </a:t>
            </a:r>
            <a:r>
              <a:rPr lang="en-US" altLang="zh-CN" b="1" dirty="0">
                <a:solidFill>
                  <a:srgbClr val="C01920"/>
                </a:solidFill>
                <a:effectLst>
                  <a:outerShdw blurRad="38100" dist="38100" dir="2700000" algn="tl">
                    <a:srgbClr val="C0C0C0"/>
                  </a:outerShdw>
                </a:effectLst>
              </a:rPr>
              <a:t>0</a:t>
            </a:r>
            <a:r>
              <a:rPr lang="en-US" altLang="zh-CN" dirty="0">
                <a:effectLst>
                  <a:outerShdw blurRad="38100" dist="38100" dir="2700000" algn="tl">
                    <a:srgbClr val="C0C0C0"/>
                  </a:outerShdw>
                </a:effectLst>
              </a:rPr>
              <a:t>0000000   00000000    00000000    00110010 </a:t>
            </a:r>
          </a:p>
          <a:p>
            <a:pPr>
              <a:spcBef>
                <a:spcPct val="50000"/>
              </a:spcBef>
            </a:pPr>
            <a:r>
              <a:rPr lang="en-US" altLang="zh-CN" dirty="0">
                <a:effectLst>
                  <a:outerShdw blurRad="38100" dist="38100" dir="2700000" algn="tl">
                    <a:srgbClr val="C0C0C0"/>
                  </a:outerShdw>
                </a:effectLst>
              </a:rPr>
              <a:t>————————————————————————</a:t>
            </a:r>
          </a:p>
          <a:p>
            <a:pPr>
              <a:spcBef>
                <a:spcPct val="50000"/>
              </a:spcBef>
            </a:pPr>
            <a:r>
              <a:rPr lang="en-US" altLang="zh-CN" b="1" dirty="0">
                <a:effectLst>
                  <a:outerShdw blurRad="38100" dist="38100" dir="2700000" algn="tl">
                    <a:srgbClr val="C0C0C0"/>
                  </a:outerShdw>
                </a:effectLst>
              </a:rPr>
              <a:t>                   </a:t>
            </a:r>
            <a:r>
              <a:rPr lang="en-US" altLang="zh-CN" b="1" dirty="0">
                <a:solidFill>
                  <a:srgbClr val="C01920"/>
                </a:solidFill>
                <a:effectLst>
                  <a:outerShdw blurRad="38100" dist="38100" dir="2700000" algn="tl">
                    <a:srgbClr val="C0C0C0"/>
                  </a:outerShdw>
                </a:effectLst>
              </a:rPr>
              <a:t>0</a:t>
            </a:r>
            <a:r>
              <a:rPr lang="en-US" altLang="zh-CN" dirty="0">
                <a:effectLst>
                  <a:outerShdw blurRad="38100" dist="38100" dir="2700000" algn="tl">
                    <a:srgbClr val="C0C0C0"/>
                  </a:outerShdw>
                </a:effectLst>
              </a:rPr>
              <a:t>0000000    00000000    00000000    10000010</a:t>
            </a:r>
          </a:p>
        </p:txBody>
      </p:sp>
      <p:sp>
        <p:nvSpPr>
          <p:cNvPr id="20" name="Oval 120">
            <a:extLst>
              <a:ext uri="{FF2B5EF4-FFF2-40B4-BE49-F238E27FC236}">
                <a16:creationId xmlns:a16="http://schemas.microsoft.com/office/drawing/2014/main" id="{31DB0255-DF56-4877-BDE7-6FA8EEEB6910}"/>
              </a:ext>
            </a:extLst>
          </p:cNvPr>
          <p:cNvSpPr>
            <a:spLocks noChangeArrowheads="1"/>
          </p:cNvSpPr>
          <p:nvPr/>
        </p:nvSpPr>
        <p:spPr bwMode="auto">
          <a:xfrm>
            <a:off x="10359628" y="4248779"/>
            <a:ext cx="1574864" cy="431800"/>
          </a:xfrm>
          <a:prstGeom prst="ellipse">
            <a:avLst/>
          </a:prstGeom>
          <a:noFill/>
          <a:ln w="28575">
            <a:solidFill>
              <a:srgbClr val="FF0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806004" name="AutoShape 116"/>
          <p:cNvSpPr>
            <a:spLocks noChangeArrowheads="1"/>
          </p:cNvSpPr>
          <p:nvPr/>
        </p:nvSpPr>
        <p:spPr bwMode="auto">
          <a:xfrm>
            <a:off x="3839222" y="4352263"/>
            <a:ext cx="3024509" cy="1007938"/>
          </a:xfrm>
          <a:prstGeom prst="cloudCallout">
            <a:avLst>
              <a:gd name="adj1" fmla="val -48912"/>
              <a:gd name="adj2" fmla="val 155579"/>
            </a:avLst>
          </a:prstGeom>
          <a:solidFill>
            <a:srgbClr val="CFCFD1"/>
          </a:solidFill>
          <a:ln w="19050">
            <a:solidFill>
              <a:srgbClr val="C01920"/>
            </a:solidFill>
            <a:round/>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lstStyle/>
          <a:p>
            <a:pPr algn="ctr"/>
            <a:r>
              <a:rPr lang="zh-CN" altLang="en-US" sz="3200" b="1" dirty="0">
                <a:solidFill>
                  <a:srgbClr val="002060"/>
                </a:solidFill>
                <a:latin typeface="隶书" pitchFamily="49" charset="-122"/>
                <a:ea typeface="隶书" pitchFamily="49" charset="-122"/>
              </a:rPr>
              <a:t>为什么</a:t>
            </a:r>
            <a:r>
              <a:rPr lang="en-US" altLang="zh-CN" sz="3200" b="1" dirty="0">
                <a:solidFill>
                  <a:srgbClr val="002060"/>
                </a:solidFill>
                <a:latin typeface="隶书" pitchFamily="49" charset="-122"/>
                <a:ea typeface="隶书" pitchFamily="49" charset="-122"/>
              </a:rPr>
              <a:t>???</a:t>
            </a:r>
          </a:p>
        </p:txBody>
      </p:sp>
      <p:sp>
        <p:nvSpPr>
          <p:cNvPr id="25" name="Rectangle 4">
            <a:extLst>
              <a:ext uri="{FF2B5EF4-FFF2-40B4-BE49-F238E27FC236}">
                <a16:creationId xmlns:a16="http://schemas.microsoft.com/office/drawing/2014/main" id="{37AC7439-D2BD-47E9-920E-8DF858F8D60E}"/>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简单数据类型与表示范围</a:t>
            </a:r>
          </a:p>
        </p:txBody>
      </p:sp>
      <p:sp>
        <p:nvSpPr>
          <p:cNvPr id="26" name="Rectangle 5">
            <a:extLst>
              <a:ext uri="{FF2B5EF4-FFF2-40B4-BE49-F238E27FC236}">
                <a16:creationId xmlns:a16="http://schemas.microsoft.com/office/drawing/2014/main" id="{C421E315-4328-4051-A77A-0DB870DA7C12}"/>
              </a:ext>
            </a:extLst>
          </p:cNvPr>
          <p:cNvSpPr>
            <a:spLocks noChangeArrowheads="1"/>
          </p:cNvSpPr>
          <p:nvPr/>
        </p:nvSpPr>
        <p:spPr bwMode="auto">
          <a:xfrm>
            <a:off x="762764" y="764704"/>
            <a:ext cx="5543505" cy="584775"/>
          </a:xfrm>
          <a:prstGeom prst="rect">
            <a:avLst/>
          </a:prstGeom>
          <a:noFill/>
          <a:ln w="9525">
            <a:noFill/>
            <a:miter lim="800000"/>
            <a:headEnd/>
            <a:tailEnd/>
          </a:ln>
          <a:effectLst/>
        </p:spPr>
        <p:txBody>
          <a:bodyPr wrap="none" anchor="ctr">
            <a:spAutoFit/>
          </a:bodyPr>
          <a:lstStyle/>
          <a:p>
            <a:r>
              <a:rPr lang="en-US" altLang="zh-CN" sz="3200" b="1" dirty="0">
                <a:solidFill>
                  <a:srgbClr val="C01920"/>
                </a:solidFill>
                <a:latin typeface="楷体" panose="02010609060101010101" pitchFamily="49" charset="-122"/>
                <a:ea typeface="楷体" panose="02010609060101010101" pitchFamily="49" charset="-122"/>
              </a:rPr>
              <a:t>7. </a:t>
            </a:r>
            <a:r>
              <a:rPr lang="zh-CN" altLang="en-US" sz="3200" b="1" dirty="0">
                <a:solidFill>
                  <a:srgbClr val="C01920"/>
                </a:solidFill>
                <a:latin typeface="楷体" panose="02010609060101010101" pitchFamily="49" charset="-122"/>
                <a:ea typeface="楷体" panose="02010609060101010101" pitchFamily="49" charset="-122"/>
              </a:rPr>
              <a:t>简单数据类型的表示范围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linds(horizontal)">
                                      <p:cBhvr>
                                        <p:cTn id="7" dur="500"/>
                                        <p:tgtEl>
                                          <p:spTgt spid="26"/>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05893"/>
                                        </p:tgtEl>
                                        <p:attrNameLst>
                                          <p:attrName>style.visibility</p:attrName>
                                        </p:attrNameLst>
                                      </p:cBhvr>
                                      <p:to>
                                        <p:strVal val="visible"/>
                                      </p:to>
                                    </p:set>
                                    <p:animEffect transition="in" filter="blinds(horizontal)">
                                      <p:cBhvr>
                                        <p:cTn id="12" dur="500"/>
                                        <p:tgtEl>
                                          <p:spTgt spid="805893"/>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806002"/>
                                        </p:tgtEl>
                                        <p:attrNameLst>
                                          <p:attrName>style.visibility</p:attrName>
                                        </p:attrNameLst>
                                      </p:cBhvr>
                                      <p:to>
                                        <p:strVal val="visible"/>
                                      </p:to>
                                    </p:set>
                                    <p:animEffect transition="in" filter="box(out)">
                                      <p:cBhvr>
                                        <p:cTn id="17" dur="500"/>
                                        <p:tgtEl>
                                          <p:spTgt spid="806002"/>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806003"/>
                                        </p:tgtEl>
                                        <p:attrNameLst>
                                          <p:attrName>style.visibility</p:attrName>
                                        </p:attrNameLst>
                                      </p:cBhvr>
                                      <p:to>
                                        <p:strVal val="visible"/>
                                      </p:to>
                                    </p:set>
                                    <p:animEffect transition="in" filter="box(out)">
                                      <p:cBhvr>
                                        <p:cTn id="22" dur="500"/>
                                        <p:tgtEl>
                                          <p:spTgt spid="806003"/>
                                        </p:tgtEl>
                                      </p:cBhvr>
                                    </p:animEffect>
                                  </p:childTnLst>
                                </p:cTn>
                              </p:par>
                            </p:childTnLst>
                          </p:cTn>
                        </p:par>
                        <p:par>
                          <p:cTn id="23" fill="hold">
                            <p:stCondLst>
                              <p:cond delay="500"/>
                            </p:stCondLst>
                            <p:childTnLst>
                              <p:par>
                                <p:cTn id="24" presetID="18" presetClass="entr" presetSubtype="12" fill="hold" grpId="0" nodeType="afterEffect">
                                  <p:stCondLst>
                                    <p:cond delay="0"/>
                                  </p:stCondLst>
                                  <p:childTnLst>
                                    <p:set>
                                      <p:cBhvr>
                                        <p:cTn id="25" dur="1" fill="hold">
                                          <p:stCondLst>
                                            <p:cond delay="0"/>
                                          </p:stCondLst>
                                        </p:cTn>
                                        <p:tgtEl>
                                          <p:spTgt spid="806005"/>
                                        </p:tgtEl>
                                        <p:attrNameLst>
                                          <p:attrName>style.visibility</p:attrName>
                                        </p:attrNameLst>
                                      </p:cBhvr>
                                      <p:to>
                                        <p:strVal val="visible"/>
                                      </p:to>
                                    </p:set>
                                    <p:animEffect transition="in" filter="strips(downLeft)">
                                      <p:cBhvr>
                                        <p:cTn id="26" dur="500"/>
                                        <p:tgtEl>
                                          <p:spTgt spid="806005"/>
                                        </p:tgtEl>
                                      </p:cBhvr>
                                    </p:animEffect>
                                  </p:childTnLst>
                                  <p:subTnLst>
                                    <p:audio>
                                      <p:cMediaNode>
                                        <p:cTn display="0" masterRel="sameClick">
                                          <p:stCondLst>
                                            <p:cond evt="begin" delay="0">
                                              <p:tn val="24"/>
                                            </p:cond>
                                          </p:stCondLst>
                                          <p:endCondLst>
                                            <p:cond evt="onStopAudio" delay="0">
                                              <p:tgtEl>
                                                <p:sldTgt/>
                                              </p:tgtEl>
                                            </p:cond>
                                          </p:endCondLst>
                                        </p:cTn>
                                        <p:tgtEl>
                                          <p:sndTgt r:embed="rId4" name="chimes.wav"/>
                                        </p:tgtEl>
                                      </p:cMediaNode>
                                    </p:audio>
                                  </p:subTnLst>
                                </p:cTn>
                              </p:par>
                            </p:childTnLst>
                          </p:cTn>
                        </p:par>
                        <p:par>
                          <p:cTn id="27" fill="hold">
                            <p:stCondLst>
                              <p:cond delay="1000"/>
                            </p:stCondLst>
                            <p:childTnLst>
                              <p:par>
                                <p:cTn id="28" presetID="18" presetClass="entr" presetSubtype="6" fill="hold" grpId="0" nodeType="afterEffect">
                                  <p:stCondLst>
                                    <p:cond delay="0"/>
                                  </p:stCondLst>
                                  <p:childTnLst>
                                    <p:set>
                                      <p:cBhvr>
                                        <p:cTn id="29" dur="1" fill="hold">
                                          <p:stCondLst>
                                            <p:cond delay="0"/>
                                          </p:stCondLst>
                                        </p:cTn>
                                        <p:tgtEl>
                                          <p:spTgt spid="806004"/>
                                        </p:tgtEl>
                                        <p:attrNameLst>
                                          <p:attrName>style.visibility</p:attrName>
                                        </p:attrNameLst>
                                      </p:cBhvr>
                                      <p:to>
                                        <p:strVal val="visible"/>
                                      </p:to>
                                    </p:set>
                                    <p:animEffect transition="in" filter="strips(downRight)">
                                      <p:cBhvr>
                                        <p:cTn id="30" dur="500"/>
                                        <p:tgtEl>
                                          <p:spTgt spid="806004"/>
                                        </p:tgtEl>
                                      </p:cBhvr>
                                    </p:animEffect>
                                  </p:childTnLst>
                                  <p:subTnLst>
                                    <p:set>
                                      <p:cBhvr override="childStyle">
                                        <p:cTn dur="1" fill="hold" display="0" masterRel="nextClick" afterEffect="1"/>
                                        <p:tgtEl>
                                          <p:spTgt spid="806004"/>
                                        </p:tgtEl>
                                        <p:attrNameLst>
                                          <p:attrName>style.visibility</p:attrName>
                                        </p:attrNameLst>
                                      </p:cBhvr>
                                      <p:to>
                                        <p:strVal val="hidden"/>
                                      </p:to>
                                    </p:set>
                                    <p:audio>
                                      <p:cMediaNode>
                                        <p:cTn display="0" masterRel="sameClick">
                                          <p:stCondLst>
                                            <p:cond evt="begin" delay="0">
                                              <p:tn val="28"/>
                                            </p:cond>
                                          </p:stCondLst>
                                          <p:endCondLst>
                                            <p:cond evt="onStopAudio" delay="0">
                                              <p:tgtEl>
                                                <p:sldTgt/>
                                              </p:tgtEl>
                                            </p:cond>
                                          </p:endCondLst>
                                        </p:cTn>
                                        <p:tgtEl>
                                          <p:sndTgt r:embed="rId5" name="laser.wav"/>
                                        </p:tgtEl>
                                      </p:cMediaNode>
                                    </p:audio>
                                  </p:sub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blinds(horizontal)">
                                      <p:cBhvr>
                                        <p:cTn id="35" dur="500"/>
                                        <p:tgtEl>
                                          <p:spTgt spid="18"/>
                                        </p:tgtEl>
                                      </p:cBhvr>
                                    </p:animEffect>
                                  </p:childTnLst>
                                  <p:subTnLst>
                                    <p:audio>
                                      <p:cMediaNode>
                                        <p:cTn display="0" masterRel="sameClick">
                                          <p:stCondLst>
                                            <p:cond evt="begin" delay="0">
                                              <p:tn val="33"/>
                                            </p:cond>
                                          </p:stCondLst>
                                          <p:endCondLst>
                                            <p:cond evt="onStopAudio" delay="0">
                                              <p:tgtEl>
                                                <p:sldTgt/>
                                              </p:tgtEl>
                                            </p:cond>
                                          </p:endCondLst>
                                        </p:cTn>
                                        <p:tgtEl>
                                          <p:sndTgt r:embed="rId4" name="chimes.wav"/>
                                        </p:tgtEl>
                                      </p:cMediaNode>
                                    </p:audio>
                                  </p:subTnLst>
                                </p:cTn>
                              </p:par>
                            </p:childTnLst>
                          </p:cTn>
                        </p:par>
                      </p:childTnLst>
                    </p:cTn>
                  </p:par>
                  <p:par>
                    <p:cTn id="36" fill="hold">
                      <p:stCondLst>
                        <p:cond delay="indefinite"/>
                      </p:stCondLst>
                      <p:childTnLst>
                        <p:par>
                          <p:cTn id="37" fill="hold">
                            <p:stCondLst>
                              <p:cond delay="0"/>
                            </p:stCondLst>
                            <p:childTnLst>
                              <p:par>
                                <p:cTn id="38" presetID="18" presetClass="entr" presetSubtype="12"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strips(downLeft)">
                                      <p:cBhvr>
                                        <p:cTn id="40" dur="500"/>
                                        <p:tgtEl>
                                          <p:spTgt spid="20"/>
                                        </p:tgtEl>
                                      </p:cBhvr>
                                    </p:animEffect>
                                  </p:childTnLst>
                                  <p:subTnLst>
                                    <p:audio>
                                      <p:cMediaNode>
                                        <p:cTn display="0" masterRel="sameClick">
                                          <p:stCondLst>
                                            <p:cond evt="begin" delay="0">
                                              <p:tn val="38"/>
                                            </p:cond>
                                          </p:stCondLst>
                                          <p:endCondLst>
                                            <p:cond evt="onStopAudio" delay="0">
                                              <p:tgtEl>
                                                <p:sldTgt/>
                                              </p:tgtEl>
                                            </p:cond>
                                          </p:endCondLst>
                                        </p:cTn>
                                        <p:tgtEl>
                                          <p:sndTgt r:embed="rId4" name="chimes.wav"/>
                                        </p:tgtEl>
                                      </p:cMediaNode>
                                    </p:audio>
                                  </p:subTnLst>
                                </p:cTn>
                              </p:par>
                            </p:childTnLst>
                          </p:cTn>
                        </p:par>
                        <p:par>
                          <p:cTn id="41" fill="hold">
                            <p:stCondLst>
                              <p:cond delay="500"/>
                            </p:stCondLst>
                            <p:childTnLst>
                              <p:par>
                                <p:cTn id="42" presetID="18" presetClass="entr" presetSubtype="12" fill="hold" grpId="0" nodeType="after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strips(downLeft)">
                                      <p:cBhvr>
                                        <p:cTn id="44" dur="500"/>
                                        <p:tgtEl>
                                          <p:spTgt spid="24"/>
                                        </p:tgtEl>
                                      </p:cBhvr>
                                    </p:animEffect>
                                  </p:childTnLst>
                                </p:cTn>
                              </p:par>
                            </p:childTnLst>
                          </p:cTn>
                        </p:par>
                        <p:par>
                          <p:cTn id="45" fill="hold">
                            <p:stCondLst>
                              <p:cond delay="1000"/>
                            </p:stCondLst>
                            <p:childTnLst>
                              <p:par>
                                <p:cTn id="46" presetID="4" presetClass="entr" presetSubtype="16" fill="hold" nodeType="afterEffect">
                                  <p:stCondLst>
                                    <p:cond delay="0"/>
                                  </p:stCondLst>
                                  <p:childTnLst>
                                    <p:set>
                                      <p:cBhvr>
                                        <p:cTn id="47" dur="1" fill="hold">
                                          <p:stCondLst>
                                            <p:cond delay="0"/>
                                          </p:stCondLst>
                                        </p:cTn>
                                        <p:tgtEl>
                                          <p:spTgt spid="3"/>
                                        </p:tgtEl>
                                        <p:attrNameLst>
                                          <p:attrName>style.visibility</p:attrName>
                                        </p:attrNameLst>
                                      </p:cBhvr>
                                      <p:to>
                                        <p:strVal val="visible"/>
                                      </p:to>
                                    </p:set>
                                    <p:animEffect transition="in" filter="box(in)">
                                      <p:cBhvr>
                                        <p:cTn id="48" dur="2000"/>
                                        <p:tgtEl>
                                          <p:spTgt spid="3"/>
                                        </p:tgtEl>
                                      </p:cBhvr>
                                    </p:animEffect>
                                  </p:childTnLst>
                                  <p:subTnLst>
                                    <p:audio>
                                      <p:cMediaNode>
                                        <p:cTn display="0" masterRel="sameClick">
                                          <p:stCondLst>
                                            <p:cond evt="begin" delay="0">
                                              <p:tn val="46"/>
                                            </p:cond>
                                          </p:stCondLst>
                                          <p:endCondLst>
                                            <p:cond evt="onStopAudio" delay="0">
                                              <p:tgtEl>
                                                <p:sldTgt/>
                                              </p:tgtEl>
                                            </p:cond>
                                          </p:endCondLst>
                                        </p:cTn>
                                        <p:tgtEl>
                                          <p:sndTgt r:embed="rId3" name="camera.wav"/>
                                        </p:tgtEl>
                                      </p:cMediaNode>
                                    </p:audio>
                                  </p:subTnLst>
                                </p:cTn>
                              </p:par>
                            </p:childTnLst>
                          </p:cTn>
                        </p:par>
                      </p:childTnLst>
                    </p:cTn>
                  </p:par>
                  <p:par>
                    <p:cTn id="49" fill="hold">
                      <p:stCondLst>
                        <p:cond delay="indefinite"/>
                      </p:stCondLst>
                      <p:childTnLst>
                        <p:par>
                          <p:cTn id="50" fill="hold">
                            <p:stCondLst>
                              <p:cond delay="0"/>
                            </p:stCondLst>
                            <p:childTnLst>
                              <p:par>
                                <p:cTn id="51" presetID="18" presetClass="entr" presetSubtype="12" fill="hold" grpId="0" nodeType="click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strips(downLeft)">
                                      <p:cBhvr>
                                        <p:cTn id="53" dur="500"/>
                                        <p:tgtEl>
                                          <p:spTgt spid="21"/>
                                        </p:tgtEl>
                                      </p:cBhvr>
                                    </p:animEffect>
                                  </p:childTnLst>
                                  <p:subTnLst>
                                    <p:audio>
                                      <p:cMediaNode>
                                        <p:cTn display="0" masterRel="sameClick">
                                          <p:stCondLst>
                                            <p:cond evt="begin" delay="0">
                                              <p:tn val="51"/>
                                            </p:cond>
                                          </p:stCondLst>
                                          <p:endCondLst>
                                            <p:cond evt="onStopAudio" delay="0">
                                              <p:tgtEl>
                                                <p:sldTgt/>
                                              </p:tgtEl>
                                            </p:cond>
                                          </p:endCondLst>
                                        </p:cTn>
                                        <p:tgtEl>
                                          <p:sndTgt r:embed="rId3" name="camera.wav"/>
                                        </p:tgtEl>
                                      </p:cMediaNode>
                                    </p:audio>
                                  </p:subTnLst>
                                </p:cTn>
                              </p:par>
                            </p:childTnLst>
                          </p:cTn>
                        </p:par>
                        <p:par>
                          <p:cTn id="54" fill="hold">
                            <p:stCondLst>
                              <p:cond delay="500"/>
                            </p:stCondLst>
                            <p:childTnLst>
                              <p:par>
                                <p:cTn id="55" presetID="18" presetClass="entr" presetSubtype="6" fill="hold" grpId="0" nodeType="after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strips(downRight)">
                                      <p:cBhvr>
                                        <p:cTn id="57" dur="500"/>
                                        <p:tgtEl>
                                          <p:spTgt spid="22"/>
                                        </p:tgtEl>
                                      </p:cBhvr>
                                    </p:animEffect>
                                  </p:childTnLst>
                                  <p:subTnLst>
                                    <p:audio>
                                      <p:cMediaNode>
                                        <p:cTn display="0" masterRel="sameClick">
                                          <p:stCondLst>
                                            <p:cond evt="begin" delay="0">
                                              <p:tn val="55"/>
                                            </p:cond>
                                          </p:stCondLst>
                                          <p:endCondLst>
                                            <p:cond evt="onStopAudio" delay="0">
                                              <p:tgtEl>
                                                <p:sldTgt/>
                                              </p:tgtEl>
                                            </p:cond>
                                          </p:endCondLst>
                                        </p:cTn>
                                        <p:tgtEl>
                                          <p:sndTgt r:embed="rId3" name="camera.wav"/>
                                        </p:tgtEl>
                                      </p:cMediaNode>
                                    </p:audio>
                                  </p:subTnLst>
                                </p:cTn>
                              </p:par>
                            </p:childTnLst>
                          </p:cTn>
                        </p:par>
                        <p:par>
                          <p:cTn id="58" fill="hold">
                            <p:stCondLst>
                              <p:cond delay="1000"/>
                            </p:stCondLst>
                            <p:childTnLst>
                              <p:par>
                                <p:cTn id="59" presetID="18" presetClass="entr" presetSubtype="12" fill="hold" grpId="0" nodeType="after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strips(downLeft)">
                                      <p:cBhvr>
                                        <p:cTn id="61" dur="500"/>
                                        <p:tgtEl>
                                          <p:spTgt spid="23"/>
                                        </p:tgtEl>
                                      </p:cBhvr>
                                    </p:animEffect>
                                  </p:childTnLst>
                                  <p:subTnLst>
                                    <p:audio>
                                      <p:cMediaNode>
                                        <p:cTn display="0" masterRel="sameClick">
                                          <p:stCondLst>
                                            <p:cond evt="begin" delay="0">
                                              <p:tn val="59"/>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5893" grpId="0"/>
      <p:bldP spid="806002" grpId="0" animBg="1"/>
      <p:bldP spid="806003" grpId="0" animBg="1"/>
      <p:bldP spid="806005" grpId="0" animBg="1"/>
      <p:bldP spid="21" grpId="0" animBg="1"/>
      <p:bldP spid="22" grpId="0" animBg="1"/>
      <p:bldP spid="23" grpId="0" animBg="1"/>
      <p:bldP spid="24" grpId="0" animBg="1"/>
      <p:bldP spid="18" grpId="0" animBg="1"/>
      <p:bldP spid="20" grpId="0" animBg="1"/>
      <p:bldP spid="806004" grpId="0" animBg="1"/>
      <p:bldP spid="2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7946" name="Rectangle 10"/>
          <p:cNvSpPr>
            <a:spLocks noChangeArrowheads="1"/>
          </p:cNvSpPr>
          <p:nvPr/>
        </p:nvSpPr>
        <p:spPr bwMode="auto">
          <a:xfrm>
            <a:off x="542234" y="1340768"/>
            <a:ext cx="11098382" cy="830997"/>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楷体" pitchFamily="49" charset="-122"/>
                <a:ea typeface="楷体" pitchFamily="49" charset="-122"/>
              </a:rPr>
              <a:t>    C</a:t>
            </a:r>
            <a:r>
              <a:rPr lang="zh-CN" altLang="en-US" b="1" dirty="0">
                <a:effectLst>
                  <a:outerShdw blurRad="38100" dist="38100" dir="2700000" algn="tl">
                    <a:srgbClr val="FFFFFF"/>
                  </a:outerShdw>
                </a:effectLst>
                <a:latin typeface="楷体" pitchFamily="49" charset="-122"/>
                <a:ea typeface="楷体" pitchFamily="49" charset="-122"/>
              </a:rPr>
              <a:t>语言中没有用于输出的语句，只能通过标准库函数的调用来完成数据的输出任务。库函数的一般调用格式为：</a:t>
            </a:r>
          </a:p>
        </p:txBody>
      </p:sp>
      <p:sp>
        <p:nvSpPr>
          <p:cNvPr id="807947" name="Text Box 11"/>
          <p:cNvSpPr txBox="1">
            <a:spLocks noChangeArrowheads="1"/>
          </p:cNvSpPr>
          <p:nvPr/>
        </p:nvSpPr>
        <p:spPr bwMode="auto">
          <a:xfrm>
            <a:off x="1766891" y="2276674"/>
            <a:ext cx="8937621" cy="576262"/>
          </a:xfrm>
          <a:prstGeom prst="rect">
            <a:avLst/>
          </a:prstGeom>
          <a:gradFill rotWithShape="1">
            <a:gsLst>
              <a:gs pos="0">
                <a:srgbClr val="CFCFD1"/>
              </a:gs>
              <a:gs pos="100000">
                <a:schemeClr val="bg1">
                  <a:lumMod val="95000"/>
                </a:schemeClr>
              </a:gs>
            </a:gsLst>
            <a:lin ang="5400000" scaled="1"/>
          </a:gra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1"/>
          <a:lstStyle/>
          <a:p>
            <a:pPr algn="ctr"/>
            <a:r>
              <a:rPr lang="zh-CN" altLang="en-US" b="1">
                <a:solidFill>
                  <a:srgbClr val="C01920"/>
                </a:solidFill>
                <a:latin typeface="隶书" pitchFamily="49" charset="-122"/>
                <a:ea typeface="隶书" pitchFamily="49" charset="-122"/>
              </a:rPr>
              <a:t>函数名（参数</a:t>
            </a:r>
            <a:r>
              <a:rPr lang="en-US" altLang="zh-CN" b="1">
                <a:solidFill>
                  <a:srgbClr val="C01920"/>
                </a:solidFill>
                <a:latin typeface="隶书" pitchFamily="49" charset="-122"/>
                <a:ea typeface="隶书" pitchFamily="49" charset="-122"/>
              </a:rPr>
              <a:t>1</a:t>
            </a:r>
            <a:r>
              <a:rPr lang="zh-CN" altLang="en-US" b="1">
                <a:solidFill>
                  <a:srgbClr val="C01920"/>
                </a:solidFill>
                <a:latin typeface="隶书" pitchFamily="49" charset="-122"/>
                <a:ea typeface="隶书" pitchFamily="49" charset="-122"/>
              </a:rPr>
              <a:t>，参数</a:t>
            </a:r>
            <a:r>
              <a:rPr lang="en-US" altLang="zh-CN" b="1">
                <a:solidFill>
                  <a:srgbClr val="C01920"/>
                </a:solidFill>
                <a:latin typeface="隶书" pitchFamily="49" charset="-122"/>
                <a:ea typeface="隶书" pitchFamily="49" charset="-122"/>
              </a:rPr>
              <a:t>2</a:t>
            </a:r>
            <a:r>
              <a:rPr lang="zh-CN" altLang="en-US" b="1">
                <a:solidFill>
                  <a:srgbClr val="C01920"/>
                </a:solidFill>
                <a:latin typeface="隶书" pitchFamily="49" charset="-122"/>
                <a:ea typeface="隶书" pitchFamily="49" charset="-122"/>
              </a:rPr>
              <a:t>，</a:t>
            </a:r>
            <a:r>
              <a:rPr lang="en-US" altLang="zh-CN" b="1">
                <a:solidFill>
                  <a:srgbClr val="C01920"/>
                </a:solidFill>
                <a:latin typeface="Times New Roman"/>
                <a:ea typeface="隶书" pitchFamily="49" charset="-122"/>
              </a:rPr>
              <a:t>……</a:t>
            </a:r>
            <a:r>
              <a:rPr lang="zh-CN" altLang="en-US" b="1">
                <a:solidFill>
                  <a:srgbClr val="C01920"/>
                </a:solidFill>
                <a:latin typeface="隶书" pitchFamily="49" charset="-122"/>
                <a:ea typeface="隶书" pitchFamily="49" charset="-122"/>
              </a:rPr>
              <a:t>，参数</a:t>
            </a:r>
            <a:r>
              <a:rPr lang="en-US" altLang="zh-CN" b="1">
                <a:solidFill>
                  <a:srgbClr val="C01920"/>
                </a:solidFill>
                <a:latin typeface="隶书" pitchFamily="49" charset="-122"/>
                <a:ea typeface="隶书" pitchFamily="49" charset="-122"/>
              </a:rPr>
              <a:t>n</a:t>
            </a:r>
            <a:r>
              <a:rPr lang="zh-CN" altLang="en-US" b="1">
                <a:solidFill>
                  <a:srgbClr val="C01920"/>
                </a:solidFill>
                <a:latin typeface="隶书" pitchFamily="49" charset="-122"/>
                <a:ea typeface="隶书" pitchFamily="49" charset="-122"/>
              </a:rPr>
              <a:t>）；</a:t>
            </a:r>
          </a:p>
        </p:txBody>
      </p:sp>
      <p:sp>
        <p:nvSpPr>
          <p:cNvPr id="807961" name="Rectangle 25"/>
          <p:cNvSpPr>
            <a:spLocks noChangeArrowheads="1"/>
          </p:cNvSpPr>
          <p:nvPr/>
        </p:nvSpPr>
        <p:spPr bwMode="auto">
          <a:xfrm>
            <a:off x="669819" y="3019554"/>
            <a:ext cx="6840537" cy="457200"/>
          </a:xfrm>
          <a:prstGeom prst="rect">
            <a:avLst/>
          </a:prstGeom>
          <a:noFill/>
          <a:ln w="9525">
            <a:noFill/>
            <a:miter lim="800000"/>
            <a:headEnd/>
            <a:tailEnd/>
          </a:ln>
          <a:effectLst/>
        </p:spPr>
        <p:txBody>
          <a:bodyPr anchor="ctr">
            <a:spAutoFit/>
          </a:bodyPr>
          <a:lstStyle/>
          <a:p>
            <a:r>
              <a:rPr lang="en-US" altLang="zh-CN" b="1" dirty="0">
                <a:solidFill>
                  <a:srgbClr val="C01920"/>
                </a:solidFill>
                <a:latin typeface="+mn-lt"/>
                <a:ea typeface="楷体" pitchFamily="49" charset="-122"/>
              </a:rPr>
              <a:t>  </a:t>
            </a:r>
            <a:r>
              <a:rPr lang="en-US" altLang="zh-CN" b="1" dirty="0" err="1">
                <a:solidFill>
                  <a:srgbClr val="C01920"/>
                </a:solidFill>
                <a:latin typeface="+mn-lt"/>
                <a:ea typeface="楷体" pitchFamily="49" charset="-122"/>
              </a:rPr>
              <a:t>printf</a:t>
            </a:r>
            <a:r>
              <a:rPr lang="zh-CN" altLang="en-US" b="1" dirty="0">
                <a:solidFill>
                  <a:srgbClr val="C01920"/>
                </a:solidFill>
                <a:latin typeface="+mn-lt"/>
                <a:ea typeface="楷体" pitchFamily="49" charset="-122"/>
              </a:rPr>
              <a:t>函数：</a:t>
            </a:r>
          </a:p>
        </p:txBody>
      </p:sp>
      <p:grpSp>
        <p:nvGrpSpPr>
          <p:cNvPr id="807972" name="Group 36"/>
          <p:cNvGrpSpPr>
            <a:grpSpLocks/>
          </p:cNvGrpSpPr>
          <p:nvPr/>
        </p:nvGrpSpPr>
        <p:grpSpPr bwMode="auto">
          <a:xfrm>
            <a:off x="2612727" y="3082156"/>
            <a:ext cx="6651625" cy="2055813"/>
            <a:chOff x="1049" y="1516"/>
            <a:chExt cx="4190" cy="1295"/>
          </a:xfrm>
        </p:grpSpPr>
        <p:sp>
          <p:nvSpPr>
            <p:cNvPr id="807950" name="Text Box 14"/>
            <p:cNvSpPr txBox="1">
              <a:spLocks noChangeArrowheads="1"/>
            </p:cNvSpPr>
            <p:nvPr/>
          </p:nvSpPr>
          <p:spPr bwMode="auto">
            <a:xfrm>
              <a:off x="1066" y="1842"/>
              <a:ext cx="3491" cy="357"/>
            </a:xfrm>
            <a:prstGeom prst="rect">
              <a:avLst/>
            </a:prstGeom>
            <a:noFill/>
            <a:ln w="9525">
              <a:noFill/>
              <a:miter lim="800000"/>
              <a:headEnd/>
              <a:tailEnd/>
            </a:ln>
          </p:spPr>
          <p:txBody>
            <a:bodyPr/>
            <a:lstStyle/>
            <a:p>
              <a:pPr algn="just"/>
              <a:r>
                <a:rPr lang="en-US" altLang="zh-CN" b="1" dirty="0" err="1"/>
                <a:t>printf</a:t>
              </a:r>
              <a:r>
                <a:rPr lang="zh-CN" altLang="en-US" b="1" dirty="0"/>
                <a:t>（</a:t>
              </a:r>
              <a:r>
                <a:rPr lang="en-US" altLang="zh-CN" b="1" dirty="0"/>
                <a:t>"variable  a = </a:t>
              </a:r>
              <a:r>
                <a:rPr lang="en-US" altLang="zh-CN" b="1" dirty="0">
                  <a:solidFill>
                    <a:srgbClr val="C01920"/>
                  </a:solidFill>
                </a:rPr>
                <a:t>%d</a:t>
              </a:r>
              <a:r>
                <a:rPr lang="en-US" altLang="zh-CN" b="1" dirty="0"/>
                <a:t>" </a:t>
              </a:r>
              <a:r>
                <a:rPr lang="zh-CN" altLang="en-US" b="1" dirty="0"/>
                <a:t>， </a:t>
              </a:r>
              <a:r>
                <a:rPr lang="en-US" altLang="zh-CN" b="1" dirty="0"/>
                <a:t>a </a:t>
              </a:r>
              <a:r>
                <a:rPr lang="zh-CN" altLang="en-US" b="1" dirty="0"/>
                <a:t>）；</a:t>
              </a:r>
            </a:p>
          </p:txBody>
        </p:sp>
        <p:sp>
          <p:nvSpPr>
            <p:cNvPr id="807962" name="AutoShape 26"/>
            <p:cNvSpPr>
              <a:spLocks/>
            </p:cNvSpPr>
            <p:nvPr/>
          </p:nvSpPr>
          <p:spPr bwMode="auto">
            <a:xfrm rot="-5400000">
              <a:off x="2462" y="1498"/>
              <a:ext cx="227" cy="1406"/>
            </a:xfrm>
            <a:prstGeom prst="leftBrace">
              <a:avLst>
                <a:gd name="adj1" fmla="val 51615"/>
                <a:gd name="adj2" fmla="val 50000"/>
              </a:avLst>
            </a:prstGeom>
            <a:noFill/>
            <a:ln w="25400">
              <a:solidFill>
                <a:srgbClr val="002060"/>
              </a:solidFill>
              <a:round/>
              <a:headEnd/>
              <a:tailEnd/>
            </a:ln>
            <a:effectLst/>
          </p:spPr>
          <p:txBody>
            <a:bodyPr wrap="none" anchor="ctr"/>
            <a:lstStyle/>
            <a:p>
              <a:endParaRPr lang="zh-CN" altLang="en-US">
                <a:solidFill>
                  <a:srgbClr val="002060"/>
                </a:solidFill>
              </a:endParaRPr>
            </a:p>
          </p:txBody>
        </p:sp>
        <p:sp>
          <p:nvSpPr>
            <p:cNvPr id="807963" name="Rectangle 27"/>
            <p:cNvSpPr>
              <a:spLocks noChangeArrowheads="1"/>
            </p:cNvSpPr>
            <p:nvPr/>
          </p:nvSpPr>
          <p:spPr bwMode="auto">
            <a:xfrm>
              <a:off x="2046" y="2305"/>
              <a:ext cx="1083" cy="442"/>
            </a:xfrm>
            <a:prstGeom prst="rect">
              <a:avLst/>
            </a:prstGeom>
            <a:noFill/>
            <a:ln w="9525">
              <a:noFill/>
              <a:miter lim="800000"/>
              <a:headEnd/>
              <a:tailEnd/>
            </a:ln>
            <a:effectLst/>
          </p:spPr>
          <p:txBody>
            <a:bodyPr wrap="none" anchor="ctr">
              <a:spAutoFit/>
            </a:bodyPr>
            <a:lstStyle/>
            <a:p>
              <a:pPr algn="ctr"/>
              <a:r>
                <a:rPr lang="zh-CN" altLang="en-US" sz="2000" b="1">
                  <a:solidFill>
                    <a:srgbClr val="002060"/>
                  </a:solidFill>
                  <a:effectLst>
                    <a:outerShdw blurRad="38100" dist="38100" dir="2700000" algn="tl">
                      <a:srgbClr val="FFFFFF"/>
                    </a:outerShdw>
                  </a:effectLst>
                  <a:latin typeface="楷体" pitchFamily="49" charset="-122"/>
                  <a:ea typeface="楷体" pitchFamily="49" charset="-122"/>
                </a:rPr>
                <a:t>参数</a:t>
              </a:r>
              <a:r>
                <a:rPr lang="en-US" altLang="zh-CN" sz="2000" b="1">
                  <a:solidFill>
                    <a:srgbClr val="002060"/>
                  </a:solidFill>
                  <a:effectLst>
                    <a:outerShdw blurRad="38100" dist="38100" dir="2700000" algn="tl">
                      <a:srgbClr val="FFFFFF"/>
                    </a:outerShdw>
                  </a:effectLst>
                  <a:latin typeface="楷体" pitchFamily="49" charset="-122"/>
                  <a:ea typeface="楷体" pitchFamily="49" charset="-122"/>
                </a:rPr>
                <a:t>1</a:t>
              </a:r>
            </a:p>
            <a:p>
              <a:pPr algn="ctr"/>
              <a:r>
                <a:rPr lang="en-US" altLang="zh-CN" sz="2000" b="1">
                  <a:solidFill>
                    <a:srgbClr val="002060"/>
                  </a:solidFill>
                  <a:effectLst>
                    <a:outerShdw blurRad="38100" dist="38100" dir="2700000" algn="tl">
                      <a:srgbClr val="FFFFFF"/>
                    </a:outerShdw>
                  </a:effectLst>
                  <a:latin typeface="楷体" pitchFamily="49" charset="-122"/>
                  <a:ea typeface="楷体" pitchFamily="49" charset="-122"/>
                </a:rPr>
                <a:t>(</a:t>
              </a:r>
              <a:r>
                <a:rPr lang="zh-CN" altLang="en-US" sz="2000" b="1">
                  <a:solidFill>
                    <a:srgbClr val="002060"/>
                  </a:solidFill>
                  <a:effectLst>
                    <a:outerShdw blurRad="38100" dist="38100" dir="2700000" algn="tl">
                      <a:srgbClr val="FFFFFF"/>
                    </a:outerShdw>
                  </a:effectLst>
                  <a:latin typeface="楷体" pitchFamily="49" charset="-122"/>
                  <a:ea typeface="楷体" pitchFamily="49" charset="-122"/>
                </a:rPr>
                <a:t>字符串常量</a:t>
              </a:r>
              <a:r>
                <a:rPr lang="en-US" altLang="zh-CN" sz="2000" b="1">
                  <a:solidFill>
                    <a:srgbClr val="002060"/>
                  </a:solidFill>
                  <a:effectLst>
                    <a:outerShdw blurRad="38100" dist="38100" dir="2700000" algn="tl">
                      <a:srgbClr val="FFFFFF"/>
                    </a:outerShdw>
                  </a:effectLst>
                  <a:latin typeface="楷体" pitchFamily="49" charset="-122"/>
                  <a:ea typeface="楷体" pitchFamily="49" charset="-122"/>
                </a:rPr>
                <a:t>)</a:t>
              </a:r>
            </a:p>
          </p:txBody>
        </p:sp>
        <p:sp>
          <p:nvSpPr>
            <p:cNvPr id="807964" name="Line 28"/>
            <p:cNvSpPr>
              <a:spLocks noChangeShapeType="1"/>
            </p:cNvSpPr>
            <p:nvPr/>
          </p:nvSpPr>
          <p:spPr bwMode="auto">
            <a:xfrm flipV="1">
              <a:off x="1338" y="2115"/>
              <a:ext cx="0" cy="317"/>
            </a:xfrm>
            <a:prstGeom prst="line">
              <a:avLst/>
            </a:prstGeom>
            <a:noFill/>
            <a:ln w="28575">
              <a:solidFill>
                <a:srgbClr val="002060"/>
              </a:solidFill>
              <a:round/>
              <a:headEnd/>
              <a:tailEnd type="stealth" w="lg" len="lg"/>
            </a:ln>
            <a:effectLst/>
          </p:spPr>
          <p:txBody>
            <a:bodyPr/>
            <a:lstStyle/>
            <a:p>
              <a:endParaRPr lang="zh-CN" altLang="en-US">
                <a:solidFill>
                  <a:srgbClr val="002060"/>
                </a:solidFill>
              </a:endParaRPr>
            </a:p>
          </p:txBody>
        </p:sp>
        <p:sp>
          <p:nvSpPr>
            <p:cNvPr id="807965" name="Rectangle 29"/>
            <p:cNvSpPr>
              <a:spLocks noChangeArrowheads="1"/>
            </p:cNvSpPr>
            <p:nvPr/>
          </p:nvSpPr>
          <p:spPr bwMode="auto">
            <a:xfrm>
              <a:off x="1049" y="2438"/>
              <a:ext cx="599" cy="250"/>
            </a:xfrm>
            <a:prstGeom prst="rect">
              <a:avLst/>
            </a:prstGeom>
            <a:noFill/>
            <a:ln w="9525">
              <a:noFill/>
              <a:miter lim="800000"/>
              <a:headEnd/>
              <a:tailEnd/>
            </a:ln>
            <a:effectLst/>
          </p:spPr>
          <p:txBody>
            <a:bodyPr wrap="none" anchor="ctr">
              <a:spAutoFit/>
            </a:bodyPr>
            <a:lstStyle/>
            <a:p>
              <a:pPr algn="ctr"/>
              <a:r>
                <a:rPr lang="zh-CN" altLang="en-US" sz="2000" b="1" dirty="0">
                  <a:solidFill>
                    <a:srgbClr val="002060"/>
                  </a:solidFill>
                  <a:effectLst>
                    <a:outerShdw blurRad="38100" dist="38100" dir="2700000" algn="tl">
                      <a:srgbClr val="FFFFFF"/>
                    </a:outerShdw>
                  </a:effectLst>
                  <a:latin typeface="楷体" pitchFamily="49" charset="-122"/>
                  <a:ea typeface="楷体" pitchFamily="49" charset="-122"/>
                </a:rPr>
                <a:t>函数名</a:t>
              </a:r>
            </a:p>
          </p:txBody>
        </p:sp>
        <p:sp>
          <p:nvSpPr>
            <p:cNvPr id="807966" name="Line 30"/>
            <p:cNvSpPr>
              <a:spLocks noChangeShapeType="1"/>
            </p:cNvSpPr>
            <p:nvPr/>
          </p:nvSpPr>
          <p:spPr bwMode="auto">
            <a:xfrm flipV="1">
              <a:off x="3724" y="2106"/>
              <a:ext cx="0" cy="317"/>
            </a:xfrm>
            <a:prstGeom prst="line">
              <a:avLst/>
            </a:prstGeom>
            <a:noFill/>
            <a:ln w="28575">
              <a:solidFill>
                <a:srgbClr val="002060"/>
              </a:solidFill>
              <a:round/>
              <a:headEnd/>
              <a:tailEnd type="stealth" w="lg" len="lg"/>
            </a:ln>
            <a:effectLst/>
          </p:spPr>
          <p:txBody>
            <a:bodyPr/>
            <a:lstStyle/>
            <a:p>
              <a:endParaRPr lang="zh-CN" altLang="en-US">
                <a:solidFill>
                  <a:srgbClr val="002060"/>
                </a:solidFill>
              </a:endParaRPr>
            </a:p>
          </p:txBody>
        </p:sp>
        <p:sp>
          <p:nvSpPr>
            <p:cNvPr id="807967" name="Rectangle 31"/>
            <p:cNvSpPr>
              <a:spLocks noChangeArrowheads="1"/>
            </p:cNvSpPr>
            <p:nvPr/>
          </p:nvSpPr>
          <p:spPr bwMode="auto">
            <a:xfrm>
              <a:off x="3441" y="2369"/>
              <a:ext cx="600" cy="442"/>
            </a:xfrm>
            <a:prstGeom prst="rect">
              <a:avLst/>
            </a:prstGeom>
            <a:noFill/>
            <a:ln w="9525">
              <a:noFill/>
              <a:miter lim="800000"/>
              <a:headEnd/>
              <a:tailEnd/>
            </a:ln>
            <a:effectLst/>
          </p:spPr>
          <p:txBody>
            <a:bodyPr wrap="none" anchor="ctr">
              <a:spAutoFit/>
            </a:bodyPr>
            <a:lstStyle/>
            <a:p>
              <a:pPr algn="ctr"/>
              <a:r>
                <a:rPr lang="zh-CN" altLang="en-US" sz="2000" b="1">
                  <a:solidFill>
                    <a:srgbClr val="002060"/>
                  </a:solidFill>
                  <a:effectLst>
                    <a:outerShdw blurRad="38100" dist="38100" dir="2700000" algn="tl">
                      <a:srgbClr val="FFFFFF"/>
                    </a:outerShdw>
                  </a:effectLst>
                  <a:latin typeface="楷体" pitchFamily="49" charset="-122"/>
                  <a:ea typeface="楷体" pitchFamily="49" charset="-122"/>
                </a:rPr>
                <a:t>参数</a:t>
              </a:r>
              <a:r>
                <a:rPr lang="en-US" altLang="zh-CN" sz="2000" b="1">
                  <a:solidFill>
                    <a:srgbClr val="002060"/>
                  </a:solidFill>
                  <a:effectLst>
                    <a:outerShdw blurRad="38100" dist="38100" dir="2700000" algn="tl">
                      <a:srgbClr val="FFFFFF"/>
                    </a:outerShdw>
                  </a:effectLst>
                  <a:latin typeface="楷体" pitchFamily="49" charset="-122"/>
                  <a:ea typeface="楷体" pitchFamily="49" charset="-122"/>
                </a:rPr>
                <a:t>2</a:t>
              </a:r>
            </a:p>
            <a:p>
              <a:pPr algn="ctr"/>
              <a:r>
                <a:rPr lang="en-US" altLang="zh-CN" sz="2000" b="1">
                  <a:solidFill>
                    <a:srgbClr val="002060"/>
                  </a:solidFill>
                  <a:effectLst>
                    <a:outerShdw blurRad="38100" dist="38100" dir="2700000" algn="tl">
                      <a:srgbClr val="FFFFFF"/>
                    </a:outerShdw>
                  </a:effectLst>
                  <a:latin typeface="楷体" pitchFamily="49" charset="-122"/>
                  <a:ea typeface="楷体" pitchFamily="49" charset="-122"/>
                </a:rPr>
                <a:t>(</a:t>
              </a:r>
              <a:r>
                <a:rPr lang="zh-CN" altLang="en-US" sz="2000" b="1">
                  <a:solidFill>
                    <a:srgbClr val="002060"/>
                  </a:solidFill>
                  <a:effectLst>
                    <a:outerShdw blurRad="38100" dist="38100" dir="2700000" algn="tl">
                      <a:srgbClr val="FFFFFF"/>
                    </a:outerShdw>
                  </a:effectLst>
                  <a:latin typeface="楷体" pitchFamily="49" charset="-122"/>
                  <a:ea typeface="楷体" pitchFamily="49" charset="-122"/>
                </a:rPr>
                <a:t>变量</a:t>
              </a:r>
              <a:r>
                <a:rPr lang="en-US" altLang="zh-CN" sz="2000" b="1">
                  <a:solidFill>
                    <a:srgbClr val="002060"/>
                  </a:solidFill>
                  <a:effectLst>
                    <a:outerShdw blurRad="38100" dist="38100" dir="2700000" algn="tl">
                      <a:srgbClr val="FFFFFF"/>
                    </a:outerShdw>
                  </a:effectLst>
                  <a:latin typeface="楷体" pitchFamily="49" charset="-122"/>
                  <a:ea typeface="楷体" pitchFamily="49" charset="-122"/>
                </a:rPr>
                <a:t>)</a:t>
              </a:r>
            </a:p>
          </p:txBody>
        </p:sp>
        <p:sp>
          <p:nvSpPr>
            <p:cNvPr id="807968" name="Line 32"/>
            <p:cNvSpPr>
              <a:spLocks noChangeShapeType="1"/>
            </p:cNvSpPr>
            <p:nvPr/>
          </p:nvSpPr>
          <p:spPr bwMode="auto">
            <a:xfrm>
              <a:off x="3470" y="1752"/>
              <a:ext cx="0" cy="181"/>
            </a:xfrm>
            <a:prstGeom prst="line">
              <a:avLst/>
            </a:prstGeom>
            <a:noFill/>
            <a:ln w="28575">
              <a:solidFill>
                <a:srgbClr val="002060"/>
              </a:solidFill>
              <a:round/>
              <a:headEnd/>
              <a:tailEnd type="stealth" w="lg" len="lg"/>
            </a:ln>
            <a:effectLst/>
          </p:spPr>
          <p:txBody>
            <a:bodyPr/>
            <a:lstStyle/>
            <a:p>
              <a:endParaRPr lang="zh-CN" altLang="en-US">
                <a:solidFill>
                  <a:srgbClr val="002060"/>
                </a:solidFill>
              </a:endParaRPr>
            </a:p>
          </p:txBody>
        </p:sp>
        <p:sp>
          <p:nvSpPr>
            <p:cNvPr id="807969" name="Rectangle 33"/>
            <p:cNvSpPr>
              <a:spLocks noChangeArrowheads="1"/>
            </p:cNvSpPr>
            <p:nvPr/>
          </p:nvSpPr>
          <p:spPr bwMode="auto">
            <a:xfrm>
              <a:off x="3062" y="1516"/>
              <a:ext cx="907" cy="250"/>
            </a:xfrm>
            <a:prstGeom prst="rect">
              <a:avLst/>
            </a:prstGeom>
            <a:noFill/>
            <a:ln w="9525">
              <a:noFill/>
              <a:miter lim="800000"/>
              <a:headEnd/>
              <a:tailEnd/>
            </a:ln>
            <a:effectLst/>
          </p:spPr>
          <p:txBody>
            <a:bodyPr anchor="ctr">
              <a:spAutoFit/>
            </a:bodyPr>
            <a:lstStyle/>
            <a:p>
              <a:pPr algn="ctr"/>
              <a:r>
                <a:rPr lang="zh-CN" altLang="en-US" sz="2000" b="1" dirty="0">
                  <a:solidFill>
                    <a:srgbClr val="002060"/>
                  </a:solidFill>
                  <a:effectLst>
                    <a:outerShdw blurRad="38100" dist="38100" dir="2700000" algn="tl">
                      <a:srgbClr val="FFFFFF"/>
                    </a:outerShdw>
                  </a:effectLst>
                  <a:latin typeface="楷体" pitchFamily="49" charset="-122"/>
                  <a:ea typeface="楷体" pitchFamily="49" charset="-122"/>
                </a:rPr>
                <a:t>逗号隔开</a:t>
              </a:r>
            </a:p>
          </p:txBody>
        </p:sp>
        <p:sp>
          <p:nvSpPr>
            <p:cNvPr id="807970" name="Line 34"/>
            <p:cNvSpPr>
              <a:spLocks noChangeShapeType="1"/>
            </p:cNvSpPr>
            <p:nvPr/>
          </p:nvSpPr>
          <p:spPr bwMode="auto">
            <a:xfrm flipH="1">
              <a:off x="4105" y="2024"/>
              <a:ext cx="272" cy="0"/>
            </a:xfrm>
            <a:prstGeom prst="line">
              <a:avLst/>
            </a:prstGeom>
            <a:noFill/>
            <a:ln w="28575">
              <a:solidFill>
                <a:srgbClr val="002060"/>
              </a:solidFill>
              <a:round/>
              <a:headEnd/>
              <a:tailEnd type="stealth" w="lg" len="lg"/>
            </a:ln>
            <a:effectLst/>
          </p:spPr>
          <p:txBody>
            <a:bodyPr/>
            <a:lstStyle/>
            <a:p>
              <a:endParaRPr lang="zh-CN" altLang="en-US">
                <a:solidFill>
                  <a:srgbClr val="002060"/>
                </a:solidFill>
              </a:endParaRPr>
            </a:p>
          </p:txBody>
        </p:sp>
        <p:sp>
          <p:nvSpPr>
            <p:cNvPr id="807971" name="Rectangle 35"/>
            <p:cNvSpPr>
              <a:spLocks noChangeArrowheads="1"/>
            </p:cNvSpPr>
            <p:nvPr/>
          </p:nvSpPr>
          <p:spPr bwMode="auto">
            <a:xfrm>
              <a:off x="4332" y="1888"/>
              <a:ext cx="907" cy="250"/>
            </a:xfrm>
            <a:prstGeom prst="rect">
              <a:avLst/>
            </a:prstGeom>
            <a:noFill/>
            <a:ln w="9525">
              <a:noFill/>
              <a:miter lim="800000"/>
              <a:headEnd/>
              <a:tailEnd/>
            </a:ln>
            <a:effectLst/>
          </p:spPr>
          <p:txBody>
            <a:bodyPr anchor="ctr">
              <a:spAutoFit/>
            </a:bodyPr>
            <a:lstStyle/>
            <a:p>
              <a:pPr algn="ctr"/>
              <a:r>
                <a:rPr lang="zh-CN" altLang="en-US" sz="2000" b="1" dirty="0">
                  <a:solidFill>
                    <a:srgbClr val="002060"/>
                  </a:solidFill>
                  <a:effectLst>
                    <a:outerShdw blurRad="38100" dist="38100" dir="2700000" algn="tl">
                      <a:srgbClr val="FFFFFF"/>
                    </a:outerShdw>
                  </a:effectLst>
                  <a:latin typeface="楷体" pitchFamily="49" charset="-122"/>
                  <a:ea typeface="楷体" pitchFamily="49" charset="-122"/>
                </a:rPr>
                <a:t>分号结束</a:t>
              </a:r>
            </a:p>
          </p:txBody>
        </p:sp>
      </p:grpSp>
      <p:sp>
        <p:nvSpPr>
          <p:cNvPr id="807973" name="Rectangle 37"/>
          <p:cNvSpPr>
            <a:spLocks noChangeArrowheads="1"/>
          </p:cNvSpPr>
          <p:nvPr/>
        </p:nvSpPr>
        <p:spPr bwMode="auto">
          <a:xfrm>
            <a:off x="1364938" y="5085184"/>
            <a:ext cx="5057167" cy="830997"/>
          </a:xfrm>
          <a:prstGeom prst="rect">
            <a:avLst/>
          </a:prstGeom>
          <a:gradFill flip="none" rotWithShape="1">
            <a:gsLst>
              <a:gs pos="0">
                <a:srgbClr val="FFFFFF">
                  <a:shade val="30000"/>
                  <a:satMod val="115000"/>
                </a:srgbClr>
              </a:gs>
              <a:gs pos="50000">
                <a:srgbClr val="FFFFFF">
                  <a:shade val="67500"/>
                  <a:satMod val="115000"/>
                </a:srgbClr>
              </a:gs>
              <a:gs pos="100000">
                <a:srgbClr val="FFFFFF">
                  <a:shade val="100000"/>
                  <a:satMod val="115000"/>
                </a:srgbClr>
              </a:gs>
            </a:gsLst>
            <a:lin ang="16200000" scaled="1"/>
            <a:tileRect/>
          </a:gra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隶书" pitchFamily="49" charset="-122"/>
                <a:ea typeface="隶书" pitchFamily="49" charset="-122"/>
              </a:rPr>
              <a:t>例：</a:t>
            </a:r>
          </a:p>
          <a:p>
            <a:r>
              <a:rPr lang="en-US" altLang="zh-CN" dirty="0">
                <a:effectLst>
                  <a:outerShdw blurRad="38100" dist="38100" dir="2700000" algn="tl">
                    <a:srgbClr val="C0C0C0"/>
                  </a:outerShdw>
                </a:effectLst>
              </a:rPr>
              <a:t>        </a:t>
            </a:r>
            <a:r>
              <a:rPr lang="en-US" altLang="zh-CN" dirty="0" err="1">
                <a:effectLst>
                  <a:outerShdw blurRad="38100" dist="38100" dir="2700000" algn="tl">
                    <a:srgbClr val="C0C0C0"/>
                  </a:outerShdw>
                </a:effectLst>
              </a:rPr>
              <a:t>printf</a:t>
            </a:r>
            <a:r>
              <a:rPr lang="zh-CN" altLang="en-US" dirty="0">
                <a:effectLst>
                  <a:outerShdw blurRad="38100" dist="38100" dir="2700000" algn="tl">
                    <a:srgbClr val="C0C0C0"/>
                  </a:outerShdw>
                </a:effectLst>
              </a:rPr>
              <a:t>（</a:t>
            </a:r>
            <a:r>
              <a:rPr lang="en-US" altLang="zh-CN" dirty="0">
                <a:effectLst>
                  <a:outerShdw blurRad="38100" dist="38100" dir="2700000" algn="tl">
                    <a:srgbClr val="C0C0C0"/>
                  </a:outerShdw>
                </a:effectLst>
              </a:rPr>
              <a:t>"How are you</a:t>
            </a:r>
            <a:r>
              <a:rPr lang="zh-CN" altLang="en-US" dirty="0">
                <a:effectLst>
                  <a:outerShdw blurRad="38100" dist="38100" dir="2700000" algn="tl">
                    <a:srgbClr val="C0C0C0"/>
                  </a:outerShdw>
                </a:effectLst>
              </a:rPr>
              <a:t>！</a:t>
            </a:r>
            <a:r>
              <a:rPr lang="en-US" altLang="zh-CN" dirty="0">
                <a:effectLst>
                  <a:outerShdw blurRad="38100" dist="38100" dir="2700000" algn="tl">
                    <a:srgbClr val="C0C0C0"/>
                  </a:outerShdw>
                </a:effectLst>
              </a:rPr>
              <a:t>"</a:t>
            </a:r>
            <a:r>
              <a:rPr lang="zh-CN" altLang="en-US" dirty="0">
                <a:effectLst>
                  <a:outerShdw blurRad="38100" dist="38100" dir="2700000" algn="tl">
                    <a:srgbClr val="C0C0C0"/>
                  </a:outerShdw>
                </a:effectLst>
              </a:rPr>
              <a:t>）；</a:t>
            </a:r>
          </a:p>
        </p:txBody>
      </p:sp>
      <p:sp>
        <p:nvSpPr>
          <p:cNvPr id="807974" name="Rectangle 38"/>
          <p:cNvSpPr>
            <a:spLocks noChangeArrowheads="1"/>
          </p:cNvSpPr>
          <p:nvPr/>
        </p:nvSpPr>
        <p:spPr bwMode="auto">
          <a:xfrm>
            <a:off x="6780750" y="5092811"/>
            <a:ext cx="3537832" cy="830997"/>
          </a:xfrm>
          <a:prstGeom prst="rect">
            <a:avLst/>
          </a:prstGeom>
          <a:gradFill flip="none" rotWithShape="1">
            <a:gsLst>
              <a:gs pos="0">
                <a:srgbClr val="CFCFD1"/>
              </a:gs>
              <a:gs pos="100000">
                <a:schemeClr val="bg1"/>
              </a:gs>
            </a:gsLst>
            <a:lin ang="162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隶书" pitchFamily="49" charset="-122"/>
                <a:ea typeface="隶书" pitchFamily="49" charset="-122"/>
              </a:rPr>
              <a:t>输出：</a:t>
            </a:r>
          </a:p>
          <a:p>
            <a:r>
              <a:rPr lang="en-US" altLang="zh-CN" dirty="0">
                <a:effectLst>
                  <a:outerShdw blurRad="38100" dist="38100" dir="2700000" algn="tl">
                    <a:srgbClr val="FFFFFF"/>
                  </a:outerShdw>
                </a:effectLst>
              </a:rPr>
              <a:t>    How are you</a:t>
            </a:r>
            <a:r>
              <a:rPr lang="zh-CN" altLang="en-US" dirty="0">
                <a:effectLst>
                  <a:outerShdw blurRad="38100" dist="38100" dir="2700000" algn="tl">
                    <a:srgbClr val="FFFFFF"/>
                  </a:outerShdw>
                </a:effectLst>
              </a:rPr>
              <a:t>！</a:t>
            </a:r>
          </a:p>
        </p:txBody>
      </p:sp>
      <p:sp>
        <p:nvSpPr>
          <p:cNvPr id="807975" name="Rectangle 39"/>
          <p:cNvSpPr>
            <a:spLocks noChangeArrowheads="1"/>
          </p:cNvSpPr>
          <p:nvPr/>
        </p:nvSpPr>
        <p:spPr bwMode="auto">
          <a:xfrm>
            <a:off x="1343472" y="6074197"/>
            <a:ext cx="5078634" cy="830997"/>
          </a:xfrm>
          <a:prstGeom prst="rect">
            <a:avLst/>
          </a:prstGeom>
          <a:gradFill flip="none" rotWithShape="1">
            <a:gsLst>
              <a:gs pos="0">
                <a:srgbClr val="FFFFFF">
                  <a:shade val="30000"/>
                  <a:satMod val="115000"/>
                </a:srgbClr>
              </a:gs>
              <a:gs pos="50000">
                <a:srgbClr val="FFFFFF">
                  <a:shade val="67500"/>
                  <a:satMod val="115000"/>
                </a:srgbClr>
              </a:gs>
              <a:gs pos="100000">
                <a:srgbClr val="FFFFFF">
                  <a:shade val="100000"/>
                  <a:satMod val="115000"/>
                </a:srgbClr>
              </a:gs>
            </a:gsLst>
            <a:lin ang="16200000" scaled="1"/>
            <a:tileRect/>
          </a:gra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r>
              <a:rPr lang="zh-CN" altLang="en-US" b="1" dirty="0">
                <a:solidFill>
                  <a:srgbClr val="C01920"/>
                </a:solidFill>
                <a:latin typeface="隶书" pitchFamily="49" charset="-122"/>
                <a:ea typeface="隶书" pitchFamily="49" charset="-122"/>
              </a:rPr>
              <a:t>例：</a:t>
            </a:r>
            <a:r>
              <a:rPr lang="en-US" altLang="zh-CN" dirty="0" err="1">
                <a:effectLst>
                  <a:outerShdw blurRad="38100" dist="38100" dir="2700000" algn="tl">
                    <a:srgbClr val="C0C0C0"/>
                  </a:outerShdw>
                </a:effectLst>
              </a:rPr>
              <a:t>int</a:t>
            </a:r>
            <a:r>
              <a:rPr lang="en-US" altLang="zh-CN" dirty="0">
                <a:effectLst>
                  <a:outerShdw blurRad="38100" dist="38100" dir="2700000" algn="tl">
                    <a:srgbClr val="C0C0C0"/>
                  </a:outerShdw>
                </a:effectLst>
              </a:rPr>
              <a:t> a = 100</a:t>
            </a:r>
            <a:r>
              <a:rPr lang="zh-CN" altLang="en-US" dirty="0">
                <a:effectLst>
                  <a:outerShdw blurRad="38100" dist="38100" dir="2700000" algn="tl">
                    <a:srgbClr val="C0C0C0"/>
                  </a:outerShdw>
                </a:effectLst>
              </a:rPr>
              <a:t>；</a:t>
            </a:r>
          </a:p>
          <a:p>
            <a:pPr indent="266700"/>
            <a:r>
              <a:rPr lang="zh-CN" altLang="en-US" dirty="0">
                <a:effectLst>
                  <a:outerShdw blurRad="38100" dist="38100" dir="2700000" algn="tl">
                    <a:srgbClr val="C0C0C0"/>
                  </a:outerShdw>
                </a:effectLst>
              </a:rPr>
              <a:t>    </a:t>
            </a:r>
            <a:r>
              <a:rPr lang="en-US" altLang="zh-CN" dirty="0" err="1">
                <a:effectLst>
                  <a:outerShdw blurRad="38100" dist="38100" dir="2700000" algn="tl">
                    <a:srgbClr val="C0C0C0"/>
                  </a:outerShdw>
                </a:effectLst>
              </a:rPr>
              <a:t>printf</a:t>
            </a:r>
            <a:r>
              <a:rPr lang="zh-CN" altLang="en-US" dirty="0">
                <a:effectLst>
                  <a:outerShdw blurRad="38100" dist="38100" dir="2700000" algn="tl">
                    <a:srgbClr val="C0C0C0"/>
                  </a:outerShdw>
                </a:effectLst>
              </a:rPr>
              <a:t>（</a:t>
            </a:r>
            <a:r>
              <a:rPr lang="en-US" altLang="zh-CN" dirty="0">
                <a:effectLst>
                  <a:outerShdw blurRad="38100" dist="38100" dir="2700000" algn="tl">
                    <a:srgbClr val="C0C0C0"/>
                  </a:outerShdw>
                </a:effectLst>
              </a:rPr>
              <a:t>"variable a = %d"</a:t>
            </a:r>
            <a:r>
              <a:rPr lang="zh-CN" altLang="en-US" dirty="0">
                <a:effectLst>
                  <a:outerShdw blurRad="38100" dist="38100" dir="2700000" algn="tl">
                    <a:srgbClr val="C0C0C0"/>
                  </a:outerShdw>
                </a:effectLst>
              </a:rPr>
              <a:t>，</a:t>
            </a:r>
            <a:r>
              <a:rPr lang="en-US" altLang="zh-CN" dirty="0">
                <a:effectLst>
                  <a:outerShdw blurRad="38100" dist="38100" dir="2700000" algn="tl">
                    <a:srgbClr val="C0C0C0"/>
                  </a:outerShdw>
                </a:effectLst>
              </a:rPr>
              <a:t>a</a:t>
            </a:r>
            <a:r>
              <a:rPr lang="zh-CN" altLang="en-US" dirty="0">
                <a:effectLst>
                  <a:outerShdw blurRad="38100" dist="38100" dir="2700000" algn="tl">
                    <a:srgbClr val="C0C0C0"/>
                  </a:outerShdw>
                </a:effectLst>
              </a:rPr>
              <a:t>）；</a:t>
            </a:r>
          </a:p>
        </p:txBody>
      </p:sp>
      <p:sp>
        <p:nvSpPr>
          <p:cNvPr id="807976" name="Rectangle 40"/>
          <p:cNvSpPr>
            <a:spLocks noChangeArrowheads="1"/>
          </p:cNvSpPr>
          <p:nvPr/>
        </p:nvSpPr>
        <p:spPr bwMode="auto">
          <a:xfrm>
            <a:off x="6777864" y="6061977"/>
            <a:ext cx="3562184" cy="830997"/>
          </a:xfrm>
          <a:prstGeom prst="rect">
            <a:avLst/>
          </a:prstGeom>
          <a:gradFill flip="none" rotWithShape="1">
            <a:gsLst>
              <a:gs pos="0">
                <a:srgbClr val="CFCFD1"/>
              </a:gs>
              <a:gs pos="100000">
                <a:schemeClr val="bg1"/>
              </a:gs>
            </a:gsLst>
            <a:lin ang="162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隶书" pitchFamily="49" charset="-122"/>
                <a:ea typeface="隶书" pitchFamily="49" charset="-122"/>
              </a:rPr>
              <a:t>输出：</a:t>
            </a:r>
          </a:p>
          <a:p>
            <a:r>
              <a:rPr lang="en-US" altLang="zh-CN" dirty="0">
                <a:effectLst>
                  <a:outerShdw blurRad="38100" dist="38100" dir="2700000" algn="tl">
                    <a:srgbClr val="FFFFFF"/>
                  </a:outerShdw>
                </a:effectLst>
              </a:rPr>
              <a:t>    variable a = 100</a:t>
            </a:r>
          </a:p>
        </p:txBody>
      </p:sp>
      <p:sp>
        <p:nvSpPr>
          <p:cNvPr id="807978" name="AutoShape 42"/>
          <p:cNvSpPr>
            <a:spLocks noChangeArrowheads="1"/>
          </p:cNvSpPr>
          <p:nvPr/>
        </p:nvSpPr>
        <p:spPr bwMode="auto">
          <a:xfrm>
            <a:off x="4439319" y="2996952"/>
            <a:ext cx="1439863" cy="504825"/>
          </a:xfrm>
          <a:prstGeom prst="wedgeRoundRectCallout">
            <a:avLst>
              <a:gd name="adj1" fmla="val 55573"/>
              <a:gd name="adj2" fmla="val 92208"/>
              <a:gd name="adj3" fmla="val 16667"/>
            </a:avLst>
          </a:prstGeom>
          <a:gradFill flip="none" rotWithShape="1">
            <a:gsLst>
              <a:gs pos="0">
                <a:srgbClr val="F0E5B7"/>
              </a:gs>
              <a:gs pos="100000">
                <a:srgbClr val="F0E5B7"/>
              </a:gs>
            </a:gsLst>
            <a:lin ang="2700000" scaled="1"/>
            <a:tileRect/>
          </a:gradFill>
          <a:ln w="9525">
            <a:solidFill>
              <a:srgbClr val="000099"/>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a:lstStyle/>
          <a:p>
            <a:pPr algn="ctr"/>
            <a:r>
              <a:rPr lang="zh-CN" altLang="en-US" sz="1800" b="1" dirty="0">
                <a:solidFill>
                  <a:srgbClr val="C01920"/>
                </a:solidFill>
                <a:effectLst>
                  <a:outerShdw blurRad="38100" dist="38100" dir="2700000" algn="tl">
                    <a:srgbClr val="FFFFFF"/>
                  </a:outerShdw>
                </a:effectLst>
                <a:latin typeface="楷体" pitchFamily="49" charset="-122"/>
                <a:ea typeface="楷体" pitchFamily="49" charset="-122"/>
              </a:rPr>
              <a:t>格式控制符</a:t>
            </a:r>
          </a:p>
        </p:txBody>
      </p:sp>
      <p:sp>
        <p:nvSpPr>
          <p:cNvPr id="807977" name="Rectangle 41"/>
          <p:cNvSpPr>
            <a:spLocks noChangeArrowheads="1"/>
          </p:cNvSpPr>
          <p:nvPr/>
        </p:nvSpPr>
        <p:spPr bwMode="auto">
          <a:xfrm>
            <a:off x="1276017" y="3242667"/>
            <a:ext cx="9898961" cy="1938992"/>
          </a:xfrm>
          <a:prstGeom prst="rect">
            <a:avLst/>
          </a:prstGeom>
          <a:gradFill rotWithShape="1">
            <a:gsLst>
              <a:gs pos="0">
                <a:srgbClr val="CFCFD1"/>
              </a:gs>
              <a:gs pos="100000">
                <a:schemeClr val="bg1"/>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tabLst>
                <a:tab pos="457200" algn="l"/>
              </a:tabLst>
            </a:pPr>
            <a:r>
              <a:rPr lang="en-US" altLang="zh-CN" b="1" dirty="0">
                <a:solidFill>
                  <a:srgbClr val="C01920"/>
                </a:solidFill>
                <a:latin typeface="+mn-lt"/>
                <a:ea typeface="楷体" pitchFamily="49" charset="-122"/>
              </a:rPr>
              <a:t>%d</a:t>
            </a:r>
            <a:r>
              <a:rPr lang="zh-CN" altLang="en-US" b="1" dirty="0">
                <a:solidFill>
                  <a:srgbClr val="C01920"/>
                </a:solidFill>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用于显示有符号整型数据，如</a:t>
            </a:r>
            <a:r>
              <a:rPr lang="en-US" altLang="zh-CN" b="1" dirty="0" err="1">
                <a:effectLst>
                  <a:outerShdw blurRad="38100" dist="38100" dir="2700000" algn="tl">
                    <a:srgbClr val="FFFFFF"/>
                  </a:outerShdw>
                </a:effectLst>
                <a:latin typeface="+mn-lt"/>
                <a:ea typeface="楷体" pitchFamily="49" charset="-122"/>
              </a:rPr>
              <a:t>int</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short</a:t>
            </a:r>
            <a:r>
              <a:rPr lang="zh-CN" altLang="en-US" b="1" dirty="0">
                <a:effectLst>
                  <a:outerShdw blurRad="38100" dist="38100" dir="2700000" algn="tl">
                    <a:srgbClr val="FFFFFF"/>
                  </a:outerShdw>
                </a:effectLst>
                <a:latin typeface="+mn-lt"/>
                <a:ea typeface="楷体" pitchFamily="49" charset="-122"/>
              </a:rPr>
              <a:t>型数据；</a:t>
            </a:r>
          </a:p>
          <a:p>
            <a:pPr>
              <a:tabLst>
                <a:tab pos="457200" algn="l"/>
              </a:tabLst>
            </a:pPr>
            <a:r>
              <a:rPr lang="en-US" altLang="zh-CN" b="1" dirty="0">
                <a:solidFill>
                  <a:srgbClr val="C01920"/>
                </a:solidFill>
                <a:latin typeface="+mn-lt"/>
                <a:ea typeface="楷体" pitchFamily="49" charset="-122"/>
              </a:rPr>
              <a:t>%u</a:t>
            </a:r>
            <a:r>
              <a:rPr lang="zh-CN" altLang="en-US" b="1" dirty="0">
                <a:solidFill>
                  <a:srgbClr val="C01920"/>
                </a:solidFill>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用于显示无符号整型数据，如</a:t>
            </a:r>
            <a:r>
              <a:rPr lang="en-US" altLang="zh-CN" b="1" dirty="0">
                <a:effectLst>
                  <a:outerShdw blurRad="38100" dist="38100" dir="2700000" algn="tl">
                    <a:srgbClr val="FFFFFF"/>
                  </a:outerShdw>
                </a:effectLst>
                <a:latin typeface="+mn-lt"/>
                <a:ea typeface="楷体" pitchFamily="49" charset="-122"/>
              </a:rPr>
              <a:t>unsigned </a:t>
            </a:r>
            <a:r>
              <a:rPr lang="en-US" altLang="zh-CN" b="1" dirty="0" err="1">
                <a:effectLst>
                  <a:outerShdw blurRad="38100" dist="38100" dir="2700000" algn="tl">
                    <a:srgbClr val="FFFFFF"/>
                  </a:outerShdw>
                </a:effectLst>
                <a:latin typeface="+mn-lt"/>
                <a:ea typeface="楷体" pitchFamily="49" charset="-122"/>
              </a:rPr>
              <a:t>int</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unsigned short</a:t>
            </a:r>
            <a:r>
              <a:rPr lang="zh-CN" altLang="en-US" b="1" dirty="0">
                <a:effectLst>
                  <a:outerShdw blurRad="38100" dist="38100" dir="2700000" algn="tl">
                    <a:srgbClr val="FFFFFF"/>
                  </a:outerShdw>
                </a:effectLst>
                <a:latin typeface="+mn-lt"/>
                <a:ea typeface="楷体" pitchFamily="49" charset="-122"/>
              </a:rPr>
              <a:t>型数据；</a:t>
            </a:r>
          </a:p>
          <a:p>
            <a:pPr>
              <a:tabLst>
                <a:tab pos="457200" algn="l"/>
              </a:tabLst>
            </a:pPr>
            <a:r>
              <a:rPr lang="en-US" altLang="zh-CN" b="1" dirty="0">
                <a:solidFill>
                  <a:srgbClr val="C01920"/>
                </a:solidFill>
                <a:latin typeface="+mn-lt"/>
                <a:ea typeface="楷体" pitchFamily="49" charset="-122"/>
              </a:rPr>
              <a:t>%f</a:t>
            </a:r>
            <a:r>
              <a:rPr lang="zh-CN" altLang="en-US" b="1" dirty="0">
                <a:solidFill>
                  <a:srgbClr val="C01920"/>
                </a:solidFill>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用于显示实型数据，如</a:t>
            </a:r>
            <a:r>
              <a:rPr lang="en-US" altLang="zh-CN" b="1" dirty="0">
                <a:effectLst>
                  <a:outerShdw blurRad="38100" dist="38100" dir="2700000" algn="tl">
                    <a:srgbClr val="FFFFFF"/>
                  </a:outerShdw>
                </a:effectLst>
                <a:latin typeface="+mn-lt"/>
                <a:ea typeface="楷体" pitchFamily="49" charset="-122"/>
              </a:rPr>
              <a:t>float</a:t>
            </a:r>
            <a:r>
              <a:rPr lang="zh-CN" altLang="en-US" b="1" dirty="0">
                <a:effectLst>
                  <a:outerShdw blurRad="38100" dist="38100" dir="2700000" algn="tl">
                    <a:srgbClr val="FFFFFF"/>
                  </a:outerShdw>
                </a:effectLst>
                <a:latin typeface="+mn-lt"/>
                <a:ea typeface="楷体" pitchFamily="49" charset="-122"/>
              </a:rPr>
              <a:t>型数据；</a:t>
            </a:r>
          </a:p>
          <a:p>
            <a:pPr>
              <a:tabLst>
                <a:tab pos="457200" algn="l"/>
              </a:tabLst>
            </a:pPr>
            <a:r>
              <a:rPr lang="en-US" altLang="zh-CN" b="1" dirty="0">
                <a:solidFill>
                  <a:srgbClr val="C01920"/>
                </a:solidFill>
                <a:latin typeface="+mn-lt"/>
                <a:ea typeface="楷体" pitchFamily="49" charset="-122"/>
              </a:rPr>
              <a:t>%c</a:t>
            </a:r>
            <a:r>
              <a:rPr lang="zh-CN" altLang="en-US" b="1" dirty="0">
                <a:solidFill>
                  <a:srgbClr val="C01920"/>
                </a:solidFill>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用于显示字符型数据，如</a:t>
            </a:r>
            <a:r>
              <a:rPr lang="en-US" altLang="zh-CN" b="1" dirty="0">
                <a:effectLst>
                  <a:outerShdw blurRad="38100" dist="38100" dir="2700000" algn="tl">
                    <a:srgbClr val="FFFFFF"/>
                  </a:outerShdw>
                </a:effectLst>
                <a:latin typeface="+mn-lt"/>
                <a:ea typeface="楷体" pitchFamily="49" charset="-122"/>
              </a:rPr>
              <a:t>char</a:t>
            </a:r>
            <a:r>
              <a:rPr lang="zh-CN" altLang="en-US" b="1" dirty="0">
                <a:effectLst>
                  <a:outerShdw blurRad="38100" dist="38100" dir="2700000" algn="tl">
                    <a:srgbClr val="FFFFFF"/>
                  </a:outerShdw>
                </a:effectLst>
                <a:latin typeface="+mn-lt"/>
                <a:ea typeface="楷体" pitchFamily="49" charset="-122"/>
              </a:rPr>
              <a:t>型数据；</a:t>
            </a:r>
          </a:p>
          <a:p>
            <a:pPr>
              <a:tabLst>
                <a:tab pos="457200" algn="l"/>
              </a:tabLst>
            </a:pPr>
            <a:r>
              <a:rPr lang="en-US" altLang="zh-CN" b="1" dirty="0">
                <a:solidFill>
                  <a:srgbClr val="C01920"/>
                </a:solidFill>
                <a:latin typeface="+mn-lt"/>
                <a:ea typeface="楷体" pitchFamily="49" charset="-122"/>
              </a:rPr>
              <a:t>%s</a:t>
            </a:r>
            <a:r>
              <a:rPr lang="zh-CN" altLang="en-US" b="1" dirty="0">
                <a:solidFill>
                  <a:srgbClr val="C01920"/>
                </a:solidFill>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用于显示字符串数据。</a:t>
            </a:r>
          </a:p>
        </p:txBody>
      </p:sp>
      <p:sp>
        <p:nvSpPr>
          <p:cNvPr id="27" name="Rectangle 4">
            <a:extLst>
              <a:ext uri="{FF2B5EF4-FFF2-40B4-BE49-F238E27FC236}">
                <a16:creationId xmlns:a16="http://schemas.microsoft.com/office/drawing/2014/main" id="{452A5D3E-75D7-4676-8A0A-39EB925111EB}"/>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简单数据类型与表示范围</a:t>
            </a:r>
          </a:p>
        </p:txBody>
      </p:sp>
      <p:sp>
        <p:nvSpPr>
          <p:cNvPr id="28" name="Rectangle 5">
            <a:extLst>
              <a:ext uri="{FF2B5EF4-FFF2-40B4-BE49-F238E27FC236}">
                <a16:creationId xmlns:a16="http://schemas.microsoft.com/office/drawing/2014/main" id="{AAF7ACFE-A824-48BD-BBC1-521FBD1C3194}"/>
              </a:ext>
            </a:extLst>
          </p:cNvPr>
          <p:cNvSpPr>
            <a:spLocks noChangeArrowheads="1"/>
          </p:cNvSpPr>
          <p:nvPr/>
        </p:nvSpPr>
        <p:spPr bwMode="auto">
          <a:xfrm>
            <a:off x="762764" y="764704"/>
            <a:ext cx="3895618" cy="584775"/>
          </a:xfrm>
          <a:prstGeom prst="rect">
            <a:avLst/>
          </a:prstGeom>
          <a:noFill/>
          <a:ln w="9525">
            <a:noFill/>
            <a:miter lim="800000"/>
            <a:headEnd/>
            <a:tailEnd/>
          </a:ln>
          <a:effectLst/>
        </p:spPr>
        <p:txBody>
          <a:bodyPr wrap="none" anchor="ctr">
            <a:spAutoFit/>
          </a:bodyPr>
          <a:lstStyle/>
          <a:p>
            <a:r>
              <a:rPr lang="en-US" altLang="zh-CN" sz="3200" b="1" dirty="0">
                <a:solidFill>
                  <a:srgbClr val="C01920"/>
                </a:solidFill>
                <a:latin typeface="楷体" panose="02010609060101010101" pitchFamily="49" charset="-122"/>
                <a:ea typeface="楷体" panose="02010609060101010101" pitchFamily="49" charset="-122"/>
              </a:rPr>
              <a:t>8. </a:t>
            </a:r>
            <a:r>
              <a:rPr lang="zh-CN" altLang="en-US" sz="3200" b="1" dirty="0">
                <a:solidFill>
                  <a:srgbClr val="C01920"/>
                </a:solidFill>
                <a:latin typeface="楷体" panose="02010609060101010101" pitchFamily="49" charset="-122"/>
                <a:ea typeface="楷体" panose="02010609060101010101" pitchFamily="49" charset="-122"/>
              </a:rPr>
              <a:t>简单的数据输出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blinds(horizontal)">
                                      <p:cBhvr>
                                        <p:cTn id="7" dur="500"/>
                                        <p:tgtEl>
                                          <p:spTgt spid="28"/>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07946"/>
                                        </p:tgtEl>
                                        <p:attrNameLst>
                                          <p:attrName>style.visibility</p:attrName>
                                        </p:attrNameLst>
                                      </p:cBhvr>
                                      <p:to>
                                        <p:strVal val="visible"/>
                                      </p:to>
                                    </p:set>
                                    <p:animEffect transition="in" filter="box(out)">
                                      <p:cBhvr>
                                        <p:cTn id="12" dur="500"/>
                                        <p:tgtEl>
                                          <p:spTgt spid="807946"/>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807947"/>
                                        </p:tgtEl>
                                        <p:attrNameLst>
                                          <p:attrName>style.visibility</p:attrName>
                                        </p:attrNameLst>
                                      </p:cBhvr>
                                      <p:to>
                                        <p:strVal val="visible"/>
                                      </p:to>
                                    </p:set>
                                    <p:animEffect transition="in" filter="box(out)">
                                      <p:cBhvr>
                                        <p:cTn id="17" dur="500"/>
                                        <p:tgtEl>
                                          <p:spTgt spid="807947"/>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07961"/>
                                        </p:tgtEl>
                                        <p:attrNameLst>
                                          <p:attrName>style.visibility</p:attrName>
                                        </p:attrNameLst>
                                      </p:cBhvr>
                                      <p:to>
                                        <p:strVal val="visible"/>
                                      </p:to>
                                    </p:set>
                                    <p:animEffect transition="in" filter="blinds(horizontal)">
                                      <p:cBhvr>
                                        <p:cTn id="22" dur="500"/>
                                        <p:tgtEl>
                                          <p:spTgt spid="807961"/>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07972"/>
                                        </p:tgtEl>
                                        <p:attrNameLst>
                                          <p:attrName>style.visibility</p:attrName>
                                        </p:attrNameLst>
                                      </p:cBhvr>
                                      <p:to>
                                        <p:strVal val="visible"/>
                                      </p:to>
                                    </p:set>
                                    <p:animEffect transition="in" filter="blinds(horizontal)">
                                      <p:cBhvr>
                                        <p:cTn id="27" dur="500"/>
                                        <p:tgtEl>
                                          <p:spTgt spid="807972"/>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par>
                          <p:cTn id="28" fill="hold">
                            <p:stCondLst>
                              <p:cond delay="500"/>
                            </p:stCondLst>
                            <p:childTnLst>
                              <p:par>
                                <p:cTn id="29" presetID="18" presetClass="entr" presetSubtype="12" fill="hold" grpId="0" nodeType="afterEffect">
                                  <p:stCondLst>
                                    <p:cond delay="0"/>
                                  </p:stCondLst>
                                  <p:childTnLst>
                                    <p:set>
                                      <p:cBhvr>
                                        <p:cTn id="30" dur="1" fill="hold">
                                          <p:stCondLst>
                                            <p:cond delay="0"/>
                                          </p:stCondLst>
                                        </p:cTn>
                                        <p:tgtEl>
                                          <p:spTgt spid="807978"/>
                                        </p:tgtEl>
                                        <p:attrNameLst>
                                          <p:attrName>style.visibility</p:attrName>
                                        </p:attrNameLst>
                                      </p:cBhvr>
                                      <p:to>
                                        <p:strVal val="visible"/>
                                      </p:to>
                                    </p:set>
                                    <p:animEffect transition="in" filter="strips(downLeft)">
                                      <p:cBhvr>
                                        <p:cTn id="31" dur="500"/>
                                        <p:tgtEl>
                                          <p:spTgt spid="807978"/>
                                        </p:tgtEl>
                                      </p:cBhvr>
                                    </p:animEffect>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childTnLst>
                    </p:cTn>
                  </p:par>
                  <p:par>
                    <p:cTn id="32" fill="hold">
                      <p:stCondLst>
                        <p:cond delay="indefinite"/>
                      </p:stCondLst>
                      <p:childTnLst>
                        <p:par>
                          <p:cTn id="33" fill="hold">
                            <p:stCondLst>
                              <p:cond delay="0"/>
                            </p:stCondLst>
                            <p:childTnLst>
                              <p:par>
                                <p:cTn id="34" presetID="4" presetClass="entr" presetSubtype="32" fill="hold" grpId="0" nodeType="clickEffect">
                                  <p:stCondLst>
                                    <p:cond delay="0"/>
                                  </p:stCondLst>
                                  <p:childTnLst>
                                    <p:set>
                                      <p:cBhvr>
                                        <p:cTn id="35" dur="1" fill="hold">
                                          <p:stCondLst>
                                            <p:cond delay="0"/>
                                          </p:stCondLst>
                                        </p:cTn>
                                        <p:tgtEl>
                                          <p:spTgt spid="807977"/>
                                        </p:tgtEl>
                                        <p:attrNameLst>
                                          <p:attrName>style.visibility</p:attrName>
                                        </p:attrNameLst>
                                      </p:cBhvr>
                                      <p:to>
                                        <p:strVal val="visible"/>
                                      </p:to>
                                    </p:set>
                                    <p:animEffect transition="in" filter="box(out)">
                                      <p:cBhvr>
                                        <p:cTn id="36" dur="500"/>
                                        <p:tgtEl>
                                          <p:spTgt spid="807977"/>
                                        </p:tgtEl>
                                      </p:cBhvr>
                                    </p:animEffect>
                                  </p:childTnLst>
                                  <p:subTnLst>
                                    <p:set>
                                      <p:cBhvr override="childStyle">
                                        <p:cTn dur="1" fill="hold" display="0" masterRel="nextClick" afterEffect="1"/>
                                        <p:tgtEl>
                                          <p:spTgt spid="807977"/>
                                        </p:tgtEl>
                                        <p:attrNameLst>
                                          <p:attrName>style.visibility</p:attrName>
                                        </p:attrNameLst>
                                      </p:cBhvr>
                                      <p:to>
                                        <p:strVal val="hidden"/>
                                      </p:to>
                                    </p:se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807973"/>
                                        </p:tgtEl>
                                        <p:attrNameLst>
                                          <p:attrName>style.visibility</p:attrName>
                                        </p:attrNameLst>
                                      </p:cBhvr>
                                      <p:to>
                                        <p:strVal val="visible"/>
                                      </p:to>
                                    </p:set>
                                    <p:animEffect transition="in" filter="blinds(horizontal)">
                                      <p:cBhvr>
                                        <p:cTn id="41" dur="500"/>
                                        <p:tgtEl>
                                          <p:spTgt spid="807973"/>
                                        </p:tgtEl>
                                      </p:cBhvr>
                                    </p:animEffect>
                                  </p:childTnLst>
                                  <p:subTnLst>
                                    <p:audio>
                                      <p:cMediaNode>
                                        <p:cTn display="0" masterRel="sameClick">
                                          <p:stCondLst>
                                            <p:cond evt="begin" delay="0">
                                              <p:tn val="39"/>
                                            </p:cond>
                                          </p:stCondLst>
                                          <p:endCondLst>
                                            <p:cond evt="onStopAudio" delay="0">
                                              <p:tgtEl>
                                                <p:sldTgt/>
                                              </p:tgtEl>
                                            </p:cond>
                                          </p:endCondLst>
                                        </p:cTn>
                                        <p:tgtEl>
                                          <p:sndTgt r:embed="rId2" name="camera.wav"/>
                                        </p:tgtEl>
                                      </p:cMediaNode>
                                    </p:audio>
                                  </p:sub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807974"/>
                                        </p:tgtEl>
                                        <p:attrNameLst>
                                          <p:attrName>style.visibility</p:attrName>
                                        </p:attrNameLst>
                                      </p:cBhvr>
                                      <p:to>
                                        <p:strVal val="visible"/>
                                      </p:to>
                                    </p:set>
                                    <p:animEffect transition="in" filter="blinds(horizontal)">
                                      <p:cBhvr>
                                        <p:cTn id="46" dur="500"/>
                                        <p:tgtEl>
                                          <p:spTgt spid="807974"/>
                                        </p:tgtEl>
                                      </p:cBhvr>
                                    </p:animEffect>
                                  </p:childTnLst>
                                  <p:subTnLst>
                                    <p:audio>
                                      <p:cMediaNode>
                                        <p:cTn display="0" masterRel="sameClick">
                                          <p:stCondLst>
                                            <p:cond evt="begin" delay="0">
                                              <p:tn val="44"/>
                                            </p:cond>
                                          </p:stCondLst>
                                          <p:endCondLst>
                                            <p:cond evt="onStopAudio" delay="0">
                                              <p:tgtEl>
                                                <p:sldTgt/>
                                              </p:tgtEl>
                                            </p:cond>
                                          </p:endCondLst>
                                        </p:cTn>
                                        <p:tgtEl>
                                          <p:sndTgt r:embed="rId2" name="camera.wav"/>
                                        </p:tgtEl>
                                      </p:cMediaNode>
                                    </p:audio>
                                  </p:sub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807975"/>
                                        </p:tgtEl>
                                        <p:attrNameLst>
                                          <p:attrName>style.visibility</p:attrName>
                                        </p:attrNameLst>
                                      </p:cBhvr>
                                      <p:to>
                                        <p:strVal val="visible"/>
                                      </p:to>
                                    </p:set>
                                    <p:animEffect transition="in" filter="blinds(horizontal)">
                                      <p:cBhvr>
                                        <p:cTn id="51" dur="500"/>
                                        <p:tgtEl>
                                          <p:spTgt spid="807975"/>
                                        </p:tgtEl>
                                      </p:cBhvr>
                                    </p:animEffect>
                                  </p:childTnLst>
                                  <p:subTnLst>
                                    <p:audio>
                                      <p:cMediaNode>
                                        <p:cTn display="0" masterRel="sameClick">
                                          <p:stCondLst>
                                            <p:cond evt="begin" delay="0">
                                              <p:tn val="49"/>
                                            </p:cond>
                                          </p:stCondLst>
                                          <p:endCondLst>
                                            <p:cond evt="onStopAudio" delay="0">
                                              <p:tgtEl>
                                                <p:sldTgt/>
                                              </p:tgtEl>
                                            </p:cond>
                                          </p:endCondLst>
                                        </p:cTn>
                                        <p:tgtEl>
                                          <p:sndTgt r:embed="rId2" name="camera.wav"/>
                                        </p:tgtEl>
                                      </p:cMediaNode>
                                    </p:audio>
                                  </p:sub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807976"/>
                                        </p:tgtEl>
                                        <p:attrNameLst>
                                          <p:attrName>style.visibility</p:attrName>
                                        </p:attrNameLst>
                                      </p:cBhvr>
                                      <p:to>
                                        <p:strVal val="visible"/>
                                      </p:to>
                                    </p:set>
                                    <p:animEffect transition="in" filter="blinds(horizontal)">
                                      <p:cBhvr>
                                        <p:cTn id="56" dur="500"/>
                                        <p:tgtEl>
                                          <p:spTgt spid="807976"/>
                                        </p:tgtEl>
                                      </p:cBhvr>
                                    </p:animEffect>
                                  </p:childTnLst>
                                  <p:subTnLst>
                                    <p:audio>
                                      <p:cMediaNode>
                                        <p:cTn display="0" masterRel="sameClick">
                                          <p:stCondLst>
                                            <p:cond evt="begin" delay="0">
                                              <p:tn val="54"/>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7946" grpId="0"/>
      <p:bldP spid="807947" grpId="0" animBg="1"/>
      <p:bldP spid="807961" grpId="0"/>
      <p:bldP spid="807973" grpId="0" animBg="1"/>
      <p:bldP spid="807974" grpId="0" animBg="1"/>
      <p:bldP spid="807975" grpId="0" animBg="1"/>
      <p:bldP spid="807976" grpId="0" animBg="1"/>
      <p:bldP spid="807978" grpId="0" animBg="1"/>
      <p:bldP spid="807977" grpId="0" animBg="1"/>
      <p:bldP spid="2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
            <a:extLst>
              <a:ext uri="{FF2B5EF4-FFF2-40B4-BE49-F238E27FC236}">
                <a16:creationId xmlns:a16="http://schemas.microsoft.com/office/drawing/2014/main" id="{B59EBB0D-E927-45AF-8628-C06B73748493}"/>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简单数据类型与表示范围</a:t>
            </a:r>
          </a:p>
        </p:txBody>
      </p:sp>
      <p:sp>
        <p:nvSpPr>
          <p:cNvPr id="46" name="Rectangle 5">
            <a:extLst>
              <a:ext uri="{FF2B5EF4-FFF2-40B4-BE49-F238E27FC236}">
                <a16:creationId xmlns:a16="http://schemas.microsoft.com/office/drawing/2014/main" id="{B45D393E-6306-4462-84D1-1FCFA438396C}"/>
              </a:ext>
            </a:extLst>
          </p:cNvPr>
          <p:cNvSpPr>
            <a:spLocks noChangeArrowheads="1"/>
          </p:cNvSpPr>
          <p:nvPr/>
        </p:nvSpPr>
        <p:spPr bwMode="auto">
          <a:xfrm>
            <a:off x="762764" y="764704"/>
            <a:ext cx="3895618" cy="584775"/>
          </a:xfrm>
          <a:prstGeom prst="rect">
            <a:avLst/>
          </a:prstGeom>
          <a:noFill/>
          <a:ln w="9525">
            <a:noFill/>
            <a:miter lim="800000"/>
            <a:headEnd/>
            <a:tailEnd/>
          </a:ln>
          <a:effectLst/>
        </p:spPr>
        <p:txBody>
          <a:bodyPr wrap="none" anchor="ctr">
            <a:spAutoFit/>
          </a:bodyPr>
          <a:lstStyle/>
          <a:p>
            <a:r>
              <a:rPr lang="en-US" altLang="zh-CN" sz="3200" b="1" dirty="0">
                <a:solidFill>
                  <a:srgbClr val="C01920"/>
                </a:solidFill>
                <a:latin typeface="楷体" panose="02010609060101010101" pitchFamily="49" charset="-122"/>
                <a:ea typeface="楷体" panose="02010609060101010101" pitchFamily="49" charset="-122"/>
              </a:rPr>
              <a:t>8. </a:t>
            </a:r>
            <a:r>
              <a:rPr lang="zh-CN" altLang="en-US" sz="3200" b="1" dirty="0">
                <a:solidFill>
                  <a:srgbClr val="C01920"/>
                </a:solidFill>
                <a:latin typeface="楷体" panose="02010609060101010101" pitchFamily="49" charset="-122"/>
                <a:ea typeface="楷体" panose="02010609060101010101" pitchFamily="49" charset="-122"/>
              </a:rPr>
              <a:t>简单的数据输出 </a:t>
            </a:r>
          </a:p>
        </p:txBody>
      </p:sp>
      <p:sp>
        <p:nvSpPr>
          <p:cNvPr id="808965" name="Rectangle 5"/>
          <p:cNvSpPr>
            <a:spLocks noChangeArrowheads="1"/>
          </p:cNvSpPr>
          <p:nvPr/>
        </p:nvSpPr>
        <p:spPr bwMode="auto">
          <a:xfrm>
            <a:off x="762764" y="1339081"/>
            <a:ext cx="4338637" cy="579437"/>
          </a:xfrm>
          <a:prstGeom prst="rect">
            <a:avLst/>
          </a:prstGeom>
          <a:noFill/>
          <a:ln w="9525">
            <a:noFill/>
            <a:miter lim="800000"/>
            <a:headEnd/>
            <a:tailEnd/>
          </a:ln>
          <a:effectLst/>
        </p:spPr>
        <p:txBody>
          <a:bodyPr wrap="none" anchor="ctr">
            <a:spAutoFit/>
          </a:bodyPr>
          <a:lstStyle/>
          <a:p>
            <a:r>
              <a:rPr lang="zh-CN" altLang="en-US" sz="3200" b="1" dirty="0">
                <a:solidFill>
                  <a:srgbClr val="C01920"/>
                </a:solidFill>
                <a:ea typeface="隶书" pitchFamily="49" charset="-122"/>
              </a:rPr>
              <a:t>例：简单的数据输出</a:t>
            </a:r>
            <a:r>
              <a:rPr lang="zh-CN" altLang="en-US" dirty="0">
                <a:solidFill>
                  <a:srgbClr val="C01920"/>
                </a:solidFill>
              </a:rPr>
              <a:t> </a:t>
            </a:r>
            <a:r>
              <a:rPr lang="zh-CN" altLang="en-US" sz="3200" dirty="0">
                <a:solidFill>
                  <a:srgbClr val="C01920"/>
                </a:solidFill>
                <a:latin typeface="隶书" pitchFamily="49" charset="-122"/>
                <a:ea typeface="隶书" pitchFamily="49" charset="-122"/>
              </a:rPr>
              <a:t>  </a:t>
            </a:r>
          </a:p>
        </p:txBody>
      </p:sp>
      <p:sp>
        <p:nvSpPr>
          <p:cNvPr id="808987" name="Rectangle 27"/>
          <p:cNvSpPr>
            <a:spLocks noChangeArrowheads="1"/>
          </p:cNvSpPr>
          <p:nvPr/>
        </p:nvSpPr>
        <p:spPr bwMode="auto">
          <a:xfrm>
            <a:off x="913529" y="836712"/>
            <a:ext cx="4067617" cy="5940088"/>
          </a:xfrm>
          <a:prstGeom prst="rect">
            <a:avLst/>
          </a:prstGeom>
          <a:gradFill>
            <a:gsLst>
              <a:gs pos="0">
                <a:srgbClr val="CFCFD1"/>
              </a:gs>
              <a:gs pos="100000">
                <a:schemeClr val="bg1"/>
              </a:gs>
            </a:gsLst>
            <a:lin ang="5400000" scaled="1"/>
          </a:gra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190500">
              <a:tabLst>
                <a:tab pos="800100" algn="l"/>
              </a:tabLst>
            </a:pPr>
            <a:r>
              <a:rPr lang="en-US" altLang="zh-CN" sz="2000" dirty="0">
                <a:effectLst>
                  <a:outerShdw blurRad="50800" dist="38100" dir="8100000" algn="tr" rotWithShape="0">
                    <a:prstClr val="black">
                      <a:alpha val="40000"/>
                    </a:prstClr>
                  </a:outerShdw>
                </a:effectLst>
              </a:rPr>
              <a:t>#include  &lt;</a:t>
            </a:r>
            <a:r>
              <a:rPr lang="en-US" altLang="zh-CN" sz="2000" dirty="0" err="1">
                <a:effectLst>
                  <a:outerShdw blurRad="50800" dist="38100" dir="8100000" algn="tr" rotWithShape="0">
                    <a:prstClr val="black">
                      <a:alpha val="40000"/>
                    </a:prstClr>
                  </a:outerShdw>
                </a:effectLst>
              </a:rPr>
              <a:t>stdio.h</a:t>
            </a:r>
            <a:r>
              <a:rPr lang="en-US" altLang="zh-CN" sz="2000" dirty="0">
                <a:effectLst>
                  <a:outerShdw blurRad="50800" dist="38100" dir="8100000" algn="tr" rotWithShape="0">
                    <a:prstClr val="black">
                      <a:alpha val="40000"/>
                    </a:prstClr>
                  </a:outerShdw>
                </a:effectLst>
              </a:rPr>
              <a:t>&gt;</a:t>
            </a:r>
          </a:p>
          <a:p>
            <a:pPr indent="190500">
              <a:tabLst>
                <a:tab pos="800100" algn="l"/>
              </a:tabLst>
            </a:pPr>
            <a:r>
              <a:rPr lang="en-US" altLang="zh-CN" sz="2000" dirty="0">
                <a:effectLst>
                  <a:outerShdw blurRad="50800" dist="38100" dir="8100000" algn="tr" rotWithShape="0">
                    <a:prstClr val="black">
                      <a:alpha val="40000"/>
                    </a:prstClr>
                  </a:outerShdw>
                </a:effectLst>
              </a:rPr>
              <a:t>	</a:t>
            </a:r>
          </a:p>
          <a:p>
            <a:pPr indent="190500">
              <a:tabLst>
                <a:tab pos="800100" algn="l"/>
              </a:tabLst>
            </a:pPr>
            <a:r>
              <a:rPr lang="en-US" altLang="zh-CN" sz="2000" dirty="0" err="1">
                <a:effectLst>
                  <a:outerShdw blurRad="50800" dist="38100" dir="8100000" algn="tr" rotWithShape="0">
                    <a:prstClr val="black">
                      <a:alpha val="40000"/>
                    </a:prstClr>
                  </a:outerShdw>
                </a:effectLst>
              </a:rPr>
              <a:t>int</a:t>
            </a:r>
            <a:r>
              <a:rPr lang="en-US" altLang="zh-CN" sz="2000" dirty="0">
                <a:effectLst>
                  <a:outerShdw blurRad="50800" dist="38100" dir="8100000" algn="tr" rotWithShape="0">
                    <a:prstClr val="black">
                      <a:alpha val="40000"/>
                    </a:prstClr>
                  </a:outerShdw>
                </a:effectLst>
              </a:rPr>
              <a:t> main()</a:t>
            </a:r>
          </a:p>
          <a:p>
            <a:pPr indent="190500">
              <a:tabLst>
                <a:tab pos="800100" algn="l"/>
              </a:tabLst>
            </a:pPr>
            <a:r>
              <a:rPr lang="en-US" altLang="zh-CN" sz="2000" dirty="0">
                <a:effectLst>
                  <a:outerShdw blurRad="50800" dist="38100" dir="8100000" algn="tr" rotWithShape="0">
                    <a:prstClr val="black">
                      <a:alpha val="40000"/>
                    </a:prstClr>
                  </a:outerShdw>
                </a:effectLst>
              </a:rPr>
              <a:t>{</a:t>
            </a:r>
          </a:p>
          <a:p>
            <a:pPr indent="190500">
              <a:tabLst>
                <a:tab pos="800100" algn="l"/>
              </a:tabLst>
            </a:pPr>
            <a:r>
              <a:rPr lang="en-US" altLang="zh-CN" sz="2000" dirty="0">
                <a:effectLst>
                  <a:outerShdw blurRad="50800" dist="38100" dir="8100000" algn="tr" rotWithShape="0">
                    <a:prstClr val="black">
                      <a:alpha val="40000"/>
                    </a:prstClr>
                  </a:outerShdw>
                </a:effectLst>
              </a:rPr>
              <a:t>   </a:t>
            </a:r>
            <a:r>
              <a:rPr lang="en-US" altLang="zh-CN" sz="2000" dirty="0" err="1">
                <a:effectLst>
                  <a:outerShdw blurRad="50800" dist="38100" dir="8100000" algn="tr" rotWithShape="0">
                    <a:prstClr val="black">
                      <a:alpha val="40000"/>
                    </a:prstClr>
                  </a:outerShdw>
                </a:effectLst>
              </a:rPr>
              <a:t>int</a:t>
            </a:r>
            <a:r>
              <a:rPr lang="en-US" altLang="zh-CN" sz="2000" dirty="0">
                <a:effectLst>
                  <a:outerShdw blurRad="50800" dist="38100" dir="8100000" algn="tr" rotWithShape="0">
                    <a:prstClr val="black">
                      <a:alpha val="40000"/>
                    </a:prstClr>
                  </a:outerShdw>
                </a:effectLst>
              </a:rPr>
              <a:t> a, b;</a:t>
            </a:r>
          </a:p>
          <a:p>
            <a:pPr indent="190500">
              <a:tabLst>
                <a:tab pos="800100" algn="l"/>
              </a:tabLst>
            </a:pPr>
            <a:r>
              <a:rPr lang="en-US" altLang="zh-CN" sz="2000" dirty="0">
                <a:effectLst>
                  <a:outerShdw blurRad="50800" dist="38100" dir="8100000" algn="tr" rotWithShape="0">
                    <a:prstClr val="black">
                      <a:alpha val="40000"/>
                    </a:prstClr>
                  </a:outerShdw>
                </a:effectLst>
              </a:rPr>
              <a:t>   unsigned short c;</a:t>
            </a:r>
          </a:p>
          <a:p>
            <a:pPr indent="190500">
              <a:tabLst>
                <a:tab pos="800100" algn="l"/>
              </a:tabLst>
            </a:pPr>
            <a:r>
              <a:rPr lang="en-US" altLang="zh-CN" sz="2000" dirty="0">
                <a:effectLst>
                  <a:outerShdw blurRad="50800" dist="38100" dir="8100000" algn="tr" rotWithShape="0">
                    <a:prstClr val="black">
                      <a:alpha val="40000"/>
                    </a:prstClr>
                  </a:outerShdw>
                </a:effectLst>
              </a:rPr>
              <a:t>   unsigned </a:t>
            </a:r>
            <a:r>
              <a:rPr lang="en-US" altLang="zh-CN" sz="2000" dirty="0" err="1">
                <a:effectLst>
                  <a:outerShdw blurRad="50800" dist="38100" dir="8100000" algn="tr" rotWithShape="0">
                    <a:prstClr val="black">
                      <a:alpha val="40000"/>
                    </a:prstClr>
                  </a:outerShdw>
                </a:effectLst>
              </a:rPr>
              <a:t>int</a:t>
            </a:r>
            <a:r>
              <a:rPr lang="en-US" altLang="zh-CN" sz="2000" dirty="0">
                <a:effectLst>
                  <a:outerShdw blurRad="50800" dist="38100" dir="8100000" algn="tr" rotWithShape="0">
                    <a:prstClr val="black">
                      <a:alpha val="40000"/>
                    </a:prstClr>
                  </a:outerShdw>
                </a:effectLst>
              </a:rPr>
              <a:t> u;</a:t>
            </a:r>
          </a:p>
          <a:p>
            <a:pPr indent="190500">
              <a:tabLst>
                <a:tab pos="800100" algn="l"/>
              </a:tabLst>
            </a:pPr>
            <a:r>
              <a:rPr lang="en-US" altLang="zh-CN" sz="2000" dirty="0">
                <a:effectLst>
                  <a:outerShdw blurRad="50800" dist="38100" dir="8100000" algn="tr" rotWithShape="0">
                    <a:prstClr val="black">
                      <a:alpha val="40000"/>
                    </a:prstClr>
                  </a:outerShdw>
                </a:effectLst>
              </a:rPr>
              <a:t>   long d, e;</a:t>
            </a:r>
          </a:p>
          <a:p>
            <a:pPr indent="190500">
              <a:tabLst>
                <a:tab pos="800100" algn="l"/>
              </a:tabLst>
            </a:pPr>
            <a:r>
              <a:rPr lang="en-US" altLang="zh-CN" sz="2000" dirty="0">
                <a:effectLst>
                  <a:outerShdw blurRad="50800" dist="38100" dir="8100000" algn="tr" rotWithShape="0">
                    <a:prstClr val="black">
                      <a:alpha val="40000"/>
                    </a:prstClr>
                  </a:outerShdw>
                </a:effectLst>
              </a:rPr>
              <a:t>   char </a:t>
            </a:r>
            <a:r>
              <a:rPr lang="en-US" altLang="zh-CN" sz="2000" dirty="0" err="1">
                <a:effectLst>
                  <a:outerShdw blurRad="50800" dist="38100" dir="8100000" algn="tr" rotWithShape="0">
                    <a:prstClr val="black">
                      <a:alpha val="40000"/>
                    </a:prstClr>
                  </a:outerShdw>
                </a:effectLst>
              </a:rPr>
              <a:t>ch</a:t>
            </a:r>
            <a:r>
              <a:rPr lang="en-US" altLang="zh-CN" sz="2000" dirty="0">
                <a:effectLst>
                  <a:outerShdw blurRad="50800" dist="38100" dir="8100000" algn="tr" rotWithShape="0">
                    <a:prstClr val="black">
                      <a:alpha val="40000"/>
                    </a:prstClr>
                  </a:outerShdw>
                </a:effectLst>
              </a:rPr>
              <a:t>;</a:t>
            </a:r>
          </a:p>
          <a:p>
            <a:pPr indent="190500">
              <a:tabLst>
                <a:tab pos="800100" algn="l"/>
              </a:tabLst>
            </a:pPr>
            <a:r>
              <a:rPr lang="en-US" altLang="zh-CN" sz="2000" dirty="0">
                <a:effectLst>
                  <a:outerShdw blurRad="50800" dist="38100" dir="8100000" algn="tr" rotWithShape="0">
                    <a:prstClr val="black">
                      <a:alpha val="40000"/>
                    </a:prstClr>
                  </a:outerShdw>
                </a:effectLst>
              </a:rPr>
              <a:t>   float f;</a:t>
            </a:r>
          </a:p>
          <a:p>
            <a:pPr indent="190500">
              <a:tabLst>
                <a:tab pos="800100" algn="l"/>
              </a:tabLst>
            </a:pPr>
            <a:endParaRPr lang="en-US" altLang="zh-CN" sz="2000" dirty="0">
              <a:effectLst>
                <a:outerShdw blurRad="50800" dist="38100" dir="8100000" algn="tr" rotWithShape="0">
                  <a:prstClr val="black">
                    <a:alpha val="40000"/>
                  </a:prstClr>
                </a:outerShdw>
              </a:effectLst>
            </a:endParaRPr>
          </a:p>
          <a:p>
            <a:pPr indent="190500">
              <a:tabLst>
                <a:tab pos="800100" algn="l"/>
              </a:tabLst>
            </a:pPr>
            <a:r>
              <a:rPr lang="en-US" altLang="zh-CN" sz="2000" dirty="0">
                <a:effectLst>
                  <a:outerShdw blurRad="50800" dist="38100" dir="8100000" algn="tr" rotWithShape="0">
                    <a:prstClr val="black">
                      <a:alpha val="40000"/>
                    </a:prstClr>
                  </a:outerShdw>
                </a:effectLst>
              </a:rPr>
              <a:t>   a = 200; </a:t>
            </a:r>
          </a:p>
          <a:p>
            <a:pPr indent="190500">
              <a:tabLst>
                <a:tab pos="800100" algn="l"/>
              </a:tabLst>
            </a:pPr>
            <a:r>
              <a:rPr lang="en-US" altLang="zh-CN" sz="2000" dirty="0">
                <a:effectLst>
                  <a:outerShdw blurRad="50800" dist="38100" dir="8100000" algn="tr" rotWithShape="0">
                    <a:prstClr val="black">
                      <a:alpha val="40000"/>
                    </a:prstClr>
                  </a:outerShdw>
                </a:effectLst>
              </a:rPr>
              <a:t>   b = -1</a:t>
            </a:r>
            <a:r>
              <a:rPr lang="en-US" altLang="zh-CN" sz="1400" dirty="0">
                <a:effectLst>
                  <a:outerShdw blurRad="50800" dist="38100" dir="8100000" algn="tr" rotWithShape="0">
                    <a:prstClr val="black">
                      <a:alpha val="40000"/>
                    </a:prstClr>
                  </a:outerShdw>
                </a:effectLst>
                <a:latin typeface="楷体" pitchFamily="49" charset="-122"/>
                <a:ea typeface="楷体" pitchFamily="49" charset="-122"/>
              </a:rPr>
              <a:t>;</a:t>
            </a:r>
            <a:r>
              <a:rPr lang="en-US" altLang="zh-CN" sz="1400" dirty="0">
                <a:latin typeface="楷体" pitchFamily="49" charset="-122"/>
                <a:ea typeface="楷体" pitchFamily="49" charset="-122"/>
              </a:rPr>
              <a:t>  </a:t>
            </a:r>
            <a:endParaRPr lang="en-US" altLang="zh-CN" sz="1400" b="1" dirty="0">
              <a:solidFill>
                <a:srgbClr val="0000FF"/>
              </a:solidFill>
              <a:effectLst>
                <a:outerShdw blurRad="50800" dist="38100" dir="8100000" algn="tr" rotWithShape="0">
                  <a:prstClr val="black">
                    <a:alpha val="40000"/>
                  </a:prstClr>
                </a:outerShdw>
              </a:effectLst>
              <a:latin typeface="+mn-lt"/>
              <a:ea typeface="楷体" pitchFamily="49" charset="-122"/>
            </a:endParaRPr>
          </a:p>
          <a:p>
            <a:pPr indent="190500">
              <a:tabLst>
                <a:tab pos="800100" algn="l"/>
              </a:tabLst>
            </a:pPr>
            <a:r>
              <a:rPr lang="en-US" altLang="zh-CN" sz="2000" dirty="0">
                <a:effectLst>
                  <a:outerShdw blurRad="50800" dist="38100" dir="8100000" algn="tr" rotWithShape="0">
                    <a:prstClr val="black">
                      <a:alpha val="40000"/>
                    </a:prstClr>
                  </a:outerShdw>
                </a:effectLst>
              </a:rPr>
              <a:t>   c = b;   </a:t>
            </a:r>
            <a:endParaRPr lang="en-US" altLang="zh-CN" sz="1400" dirty="0">
              <a:solidFill>
                <a:srgbClr val="0000FF"/>
              </a:solidFill>
              <a:effectLst>
                <a:outerShdw blurRad="50800" dist="38100" dir="8100000" algn="tr" rotWithShape="0">
                  <a:prstClr val="black">
                    <a:alpha val="40000"/>
                  </a:prstClr>
                </a:outerShdw>
              </a:effectLst>
              <a:latin typeface="+mn-lt"/>
              <a:ea typeface="楷体" pitchFamily="49" charset="-122"/>
            </a:endParaRPr>
          </a:p>
          <a:p>
            <a:pPr indent="190500">
              <a:tabLst>
                <a:tab pos="800100" algn="l"/>
              </a:tabLst>
            </a:pPr>
            <a:r>
              <a:rPr lang="en-US" altLang="zh-CN" sz="2000" dirty="0">
                <a:effectLst>
                  <a:outerShdw blurRad="50800" dist="38100" dir="8100000" algn="tr" rotWithShape="0">
                    <a:prstClr val="black">
                      <a:alpha val="40000"/>
                    </a:prstClr>
                  </a:outerShdw>
                </a:effectLst>
              </a:rPr>
              <a:t>   u = b;    </a:t>
            </a:r>
            <a:endParaRPr lang="en-US" altLang="zh-CN" sz="1400" dirty="0">
              <a:effectLst>
                <a:outerShdw blurRad="50800" dist="38100" dir="8100000" algn="tr" rotWithShape="0">
                  <a:prstClr val="black">
                    <a:alpha val="40000"/>
                  </a:prstClr>
                </a:outerShdw>
              </a:effectLst>
            </a:endParaRPr>
          </a:p>
          <a:p>
            <a:pPr indent="190500">
              <a:tabLst>
                <a:tab pos="800100" algn="l"/>
              </a:tabLst>
            </a:pPr>
            <a:r>
              <a:rPr lang="en-US" altLang="zh-CN" sz="2000" dirty="0">
                <a:effectLst>
                  <a:outerShdw blurRad="50800" dist="38100" dir="8100000" algn="tr" rotWithShape="0">
                    <a:prstClr val="black">
                      <a:alpha val="40000"/>
                    </a:prstClr>
                  </a:outerShdw>
                </a:effectLst>
              </a:rPr>
              <a:t>   d = c;   </a:t>
            </a:r>
            <a:endParaRPr lang="en-US" altLang="zh-CN" sz="1400" dirty="0">
              <a:solidFill>
                <a:srgbClr val="0000FF"/>
              </a:solidFill>
              <a:effectLst>
                <a:outerShdw blurRad="50800" dist="38100" dir="8100000" algn="tr" rotWithShape="0">
                  <a:prstClr val="black">
                    <a:alpha val="40000"/>
                  </a:prstClr>
                </a:outerShdw>
              </a:effectLst>
              <a:latin typeface="+mn-lt"/>
              <a:ea typeface="楷体" pitchFamily="49" charset="-122"/>
            </a:endParaRPr>
          </a:p>
          <a:p>
            <a:pPr indent="190500">
              <a:tabLst>
                <a:tab pos="800100" algn="l"/>
              </a:tabLst>
            </a:pPr>
            <a:r>
              <a:rPr lang="en-US" altLang="zh-CN" sz="2000" dirty="0">
                <a:effectLst>
                  <a:outerShdw blurRad="50800" dist="38100" dir="8100000" algn="tr" rotWithShape="0">
                    <a:prstClr val="black">
                      <a:alpha val="40000"/>
                    </a:prstClr>
                  </a:outerShdw>
                </a:effectLst>
              </a:rPr>
              <a:t>   e = u;   </a:t>
            </a:r>
            <a:endParaRPr lang="en-US" altLang="zh-CN" sz="1400" dirty="0">
              <a:solidFill>
                <a:srgbClr val="0000FF"/>
              </a:solidFill>
              <a:effectLst>
                <a:outerShdw blurRad="50800" dist="38100" dir="8100000" algn="tr" rotWithShape="0">
                  <a:prstClr val="black">
                    <a:alpha val="40000"/>
                  </a:prstClr>
                </a:outerShdw>
              </a:effectLst>
              <a:latin typeface="+mn-lt"/>
              <a:ea typeface="楷体" pitchFamily="49" charset="-122"/>
            </a:endParaRPr>
          </a:p>
          <a:p>
            <a:pPr indent="190500">
              <a:tabLst>
                <a:tab pos="800100" algn="l"/>
              </a:tabLst>
            </a:pPr>
            <a:r>
              <a:rPr lang="en-US" altLang="zh-CN" sz="2000" dirty="0">
                <a:effectLst>
                  <a:outerShdw blurRad="50800" dist="38100" dir="8100000" algn="tr" rotWithShape="0">
                    <a:prstClr val="black">
                      <a:alpha val="40000"/>
                    </a:prstClr>
                  </a:outerShdw>
                </a:effectLst>
              </a:rPr>
              <a:t>   </a:t>
            </a:r>
            <a:r>
              <a:rPr lang="en-US" altLang="zh-CN" sz="2000" dirty="0" err="1">
                <a:effectLst>
                  <a:outerShdw blurRad="50800" dist="38100" dir="8100000" algn="tr" rotWithShape="0">
                    <a:prstClr val="black">
                      <a:alpha val="40000"/>
                    </a:prstClr>
                  </a:outerShdw>
                </a:effectLst>
              </a:rPr>
              <a:t>ch</a:t>
            </a:r>
            <a:r>
              <a:rPr lang="en-US" altLang="zh-CN" sz="2000" dirty="0">
                <a:effectLst>
                  <a:outerShdw blurRad="50800" dist="38100" dir="8100000" algn="tr" rotWithShape="0">
                    <a:prstClr val="black">
                      <a:alpha val="40000"/>
                    </a:prstClr>
                  </a:outerShdw>
                </a:effectLst>
              </a:rPr>
              <a:t> = 'A'</a:t>
            </a:r>
            <a:r>
              <a:rPr lang="en-US" altLang="zh-CN" sz="1400" dirty="0">
                <a:effectLst>
                  <a:outerShdw blurRad="50800" dist="38100" dir="8100000" algn="tr" rotWithShape="0">
                    <a:prstClr val="black">
                      <a:alpha val="40000"/>
                    </a:prstClr>
                  </a:outerShdw>
                </a:effectLst>
                <a:latin typeface="+mn-lt"/>
                <a:ea typeface="楷体" pitchFamily="49" charset="-122"/>
              </a:rPr>
              <a:t>; </a:t>
            </a:r>
            <a:endParaRPr lang="en-US" altLang="zh-CN" sz="1400" dirty="0">
              <a:solidFill>
                <a:srgbClr val="0000FF"/>
              </a:solidFill>
              <a:effectLst>
                <a:outerShdw blurRad="50800" dist="38100" dir="8100000" algn="tr" rotWithShape="0">
                  <a:prstClr val="black">
                    <a:alpha val="40000"/>
                  </a:prstClr>
                </a:outerShdw>
              </a:effectLst>
              <a:latin typeface="+mn-lt"/>
              <a:ea typeface="楷体" pitchFamily="49" charset="-122"/>
            </a:endParaRPr>
          </a:p>
          <a:p>
            <a:pPr indent="190500">
              <a:tabLst>
                <a:tab pos="800100" algn="l"/>
              </a:tabLst>
            </a:pPr>
            <a:r>
              <a:rPr lang="en-US" altLang="zh-CN" sz="2000" dirty="0">
                <a:effectLst>
                  <a:outerShdw blurRad="50800" dist="38100" dir="8100000" algn="tr" rotWithShape="0">
                    <a:prstClr val="black">
                      <a:alpha val="40000"/>
                    </a:prstClr>
                  </a:outerShdw>
                </a:effectLst>
              </a:rPr>
              <a:t>   f = 32.17;</a:t>
            </a:r>
          </a:p>
        </p:txBody>
      </p:sp>
      <p:sp>
        <p:nvSpPr>
          <p:cNvPr id="808989" name="Rectangle 29"/>
          <p:cNvSpPr>
            <a:spLocks noChangeArrowheads="1"/>
          </p:cNvSpPr>
          <p:nvPr/>
        </p:nvSpPr>
        <p:spPr bwMode="auto">
          <a:xfrm>
            <a:off x="5303911" y="836712"/>
            <a:ext cx="6048674" cy="3785652"/>
          </a:xfrm>
          <a:prstGeom prst="rect">
            <a:avLst/>
          </a:prstGeom>
          <a:gradFill>
            <a:gsLst>
              <a:gs pos="0">
                <a:srgbClr val="CFCFD1"/>
              </a:gs>
              <a:gs pos="100000">
                <a:schemeClr val="bg1"/>
              </a:gs>
            </a:gsLst>
            <a:lin ang="5400000" scaled="1"/>
          </a:gra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190500">
              <a:tabLst>
                <a:tab pos="800100" algn="l"/>
              </a:tabLst>
            </a:pPr>
            <a:r>
              <a:rPr lang="en-US" altLang="zh-CN" sz="2000" dirty="0">
                <a:solidFill>
                  <a:srgbClr val="C01920"/>
                </a:solidFill>
              </a:rPr>
              <a:t>   </a:t>
            </a:r>
            <a:r>
              <a:rPr lang="en-US" altLang="zh-CN" sz="2000" dirty="0" err="1">
                <a:solidFill>
                  <a:srgbClr val="C01920"/>
                </a:solidFill>
              </a:rPr>
              <a:t>printf</a:t>
            </a:r>
            <a:r>
              <a:rPr lang="en-US" altLang="zh-CN" sz="2000" dirty="0">
                <a:solidFill>
                  <a:srgbClr val="C01920"/>
                </a:solidFill>
              </a:rPr>
              <a:t>("a = %d\</a:t>
            </a:r>
            <a:r>
              <a:rPr lang="en-US" altLang="zh-CN" sz="2000" dirty="0" err="1">
                <a:solidFill>
                  <a:srgbClr val="C01920"/>
                </a:solidFill>
              </a:rPr>
              <a:t>t",a</a:t>
            </a:r>
            <a:r>
              <a:rPr lang="en-US" altLang="zh-CN" sz="2000" dirty="0">
                <a:solidFill>
                  <a:srgbClr val="C01920"/>
                </a:solidFill>
              </a:rPr>
              <a:t>);</a:t>
            </a:r>
          </a:p>
          <a:p>
            <a:pPr indent="190500">
              <a:tabLst>
                <a:tab pos="800100" algn="l"/>
              </a:tabLst>
            </a:pPr>
            <a:r>
              <a:rPr lang="en-US" altLang="zh-CN" sz="2000" dirty="0">
                <a:solidFill>
                  <a:srgbClr val="C01920"/>
                </a:solidFill>
              </a:rPr>
              <a:t>   </a:t>
            </a:r>
            <a:r>
              <a:rPr lang="en-US" altLang="zh-CN" sz="2000" dirty="0" err="1">
                <a:solidFill>
                  <a:srgbClr val="C01920"/>
                </a:solidFill>
              </a:rPr>
              <a:t>printf</a:t>
            </a:r>
            <a:r>
              <a:rPr lang="en-US" altLang="zh-CN" sz="2000" dirty="0">
                <a:solidFill>
                  <a:srgbClr val="C01920"/>
                </a:solidFill>
              </a:rPr>
              <a:t>("b = %d\</a:t>
            </a:r>
            <a:r>
              <a:rPr lang="en-US" altLang="zh-CN" sz="2000" dirty="0" err="1">
                <a:solidFill>
                  <a:srgbClr val="C01920"/>
                </a:solidFill>
              </a:rPr>
              <a:t>t",b</a:t>
            </a:r>
            <a:r>
              <a:rPr lang="en-US" altLang="zh-CN" sz="2000" dirty="0">
                <a:solidFill>
                  <a:srgbClr val="C01920"/>
                </a:solidFill>
              </a:rPr>
              <a:t>);</a:t>
            </a:r>
          </a:p>
          <a:p>
            <a:pPr indent="190500">
              <a:tabLst>
                <a:tab pos="800100" algn="l"/>
              </a:tabLst>
            </a:pPr>
            <a:r>
              <a:rPr lang="en-US" altLang="zh-CN" sz="2000" dirty="0">
                <a:solidFill>
                  <a:srgbClr val="C01920"/>
                </a:solidFill>
              </a:rPr>
              <a:t>   </a:t>
            </a:r>
            <a:r>
              <a:rPr lang="en-US" altLang="zh-CN" sz="2000" dirty="0" err="1">
                <a:solidFill>
                  <a:srgbClr val="C01920"/>
                </a:solidFill>
              </a:rPr>
              <a:t>printf</a:t>
            </a:r>
            <a:r>
              <a:rPr lang="en-US" altLang="zh-CN" sz="2000" dirty="0">
                <a:solidFill>
                  <a:srgbClr val="C01920"/>
                </a:solidFill>
              </a:rPr>
              <a:t>("c = %d\</a:t>
            </a:r>
            <a:r>
              <a:rPr lang="en-US" altLang="zh-CN" sz="2000" dirty="0" err="1">
                <a:solidFill>
                  <a:srgbClr val="C01920"/>
                </a:solidFill>
              </a:rPr>
              <a:t>n",c</a:t>
            </a:r>
            <a:r>
              <a:rPr lang="en-US" altLang="zh-CN" sz="2000" dirty="0">
                <a:solidFill>
                  <a:srgbClr val="C01920"/>
                </a:solidFill>
              </a:rPr>
              <a:t>);</a:t>
            </a:r>
          </a:p>
          <a:p>
            <a:pPr indent="190500">
              <a:tabLst>
                <a:tab pos="800100" algn="l"/>
              </a:tabLst>
            </a:pPr>
            <a:r>
              <a:rPr lang="en-US" altLang="zh-CN" sz="2000" dirty="0">
                <a:solidFill>
                  <a:srgbClr val="C01920"/>
                </a:solidFill>
              </a:rPr>
              <a:t>   </a:t>
            </a:r>
            <a:r>
              <a:rPr lang="en-US" altLang="zh-CN" sz="2000" dirty="0" err="1">
                <a:solidFill>
                  <a:srgbClr val="C01920"/>
                </a:solidFill>
              </a:rPr>
              <a:t>printf</a:t>
            </a:r>
            <a:r>
              <a:rPr lang="en-US" altLang="zh-CN" sz="2000" dirty="0">
                <a:solidFill>
                  <a:srgbClr val="C01920"/>
                </a:solidFill>
              </a:rPr>
              <a:t>("u = %u\</a:t>
            </a:r>
            <a:r>
              <a:rPr lang="en-US" altLang="zh-CN" sz="2000" dirty="0" err="1">
                <a:solidFill>
                  <a:srgbClr val="C01920"/>
                </a:solidFill>
              </a:rPr>
              <a:t>t",u</a:t>
            </a:r>
            <a:r>
              <a:rPr lang="en-US" altLang="zh-CN" sz="2000" dirty="0">
                <a:solidFill>
                  <a:srgbClr val="C01920"/>
                </a:solidFill>
              </a:rPr>
              <a:t>);</a:t>
            </a:r>
          </a:p>
          <a:p>
            <a:pPr indent="190500">
              <a:tabLst>
                <a:tab pos="800100" algn="l"/>
              </a:tabLst>
            </a:pPr>
            <a:r>
              <a:rPr lang="en-US" altLang="zh-CN" sz="2000" dirty="0">
                <a:solidFill>
                  <a:srgbClr val="C01920"/>
                </a:solidFill>
              </a:rPr>
              <a:t>   </a:t>
            </a:r>
            <a:r>
              <a:rPr lang="en-US" altLang="zh-CN" sz="2000" dirty="0" err="1">
                <a:solidFill>
                  <a:srgbClr val="C01920"/>
                </a:solidFill>
              </a:rPr>
              <a:t>printf</a:t>
            </a:r>
            <a:r>
              <a:rPr lang="en-US" altLang="zh-CN" sz="2000" dirty="0">
                <a:solidFill>
                  <a:srgbClr val="C01920"/>
                </a:solidFill>
              </a:rPr>
              <a:t>("d = %ld\</a:t>
            </a:r>
            <a:r>
              <a:rPr lang="en-US" altLang="zh-CN" sz="2000" dirty="0" err="1">
                <a:solidFill>
                  <a:srgbClr val="C01920"/>
                </a:solidFill>
              </a:rPr>
              <a:t>t",d</a:t>
            </a:r>
            <a:r>
              <a:rPr lang="en-US" altLang="zh-CN" sz="2000" dirty="0">
                <a:solidFill>
                  <a:srgbClr val="C01920"/>
                </a:solidFill>
              </a:rPr>
              <a:t>);</a:t>
            </a:r>
          </a:p>
          <a:p>
            <a:pPr indent="190500">
              <a:tabLst>
                <a:tab pos="800100" algn="l"/>
              </a:tabLst>
            </a:pPr>
            <a:r>
              <a:rPr lang="en-US" altLang="zh-CN" sz="2000" dirty="0">
                <a:solidFill>
                  <a:srgbClr val="C01920"/>
                </a:solidFill>
              </a:rPr>
              <a:t>   </a:t>
            </a:r>
            <a:r>
              <a:rPr lang="en-US" altLang="zh-CN" sz="2000" dirty="0" err="1">
                <a:solidFill>
                  <a:srgbClr val="C01920"/>
                </a:solidFill>
              </a:rPr>
              <a:t>printf</a:t>
            </a:r>
            <a:r>
              <a:rPr lang="en-US" altLang="zh-CN" sz="2000" dirty="0">
                <a:solidFill>
                  <a:srgbClr val="C01920"/>
                </a:solidFill>
              </a:rPr>
              <a:t>("e = %ld\</a:t>
            </a:r>
            <a:r>
              <a:rPr lang="en-US" altLang="zh-CN" sz="2000" dirty="0" err="1">
                <a:solidFill>
                  <a:srgbClr val="C01920"/>
                </a:solidFill>
              </a:rPr>
              <a:t>n",e</a:t>
            </a:r>
            <a:r>
              <a:rPr lang="en-US" altLang="zh-CN" sz="2000" dirty="0">
                <a:solidFill>
                  <a:srgbClr val="C01920"/>
                </a:solidFill>
              </a:rPr>
              <a:t>);</a:t>
            </a:r>
          </a:p>
          <a:p>
            <a:pPr indent="190500">
              <a:tabLst>
                <a:tab pos="800100" algn="l"/>
              </a:tabLst>
            </a:pPr>
            <a:r>
              <a:rPr lang="en-US" altLang="zh-CN" sz="2000" dirty="0">
                <a:solidFill>
                  <a:srgbClr val="C01920"/>
                </a:solidFill>
              </a:rPr>
              <a:t>   </a:t>
            </a:r>
            <a:r>
              <a:rPr lang="en-US" altLang="zh-CN" sz="2000" dirty="0" err="1">
                <a:solidFill>
                  <a:srgbClr val="C01920"/>
                </a:solidFill>
              </a:rPr>
              <a:t>printf</a:t>
            </a:r>
            <a:r>
              <a:rPr lang="en-US" altLang="zh-CN" sz="2000" dirty="0">
                <a:solidFill>
                  <a:srgbClr val="C01920"/>
                </a:solidFill>
              </a:rPr>
              <a:t>("f = %f\</a:t>
            </a:r>
            <a:r>
              <a:rPr lang="en-US" altLang="zh-CN" sz="2000" dirty="0" err="1">
                <a:solidFill>
                  <a:srgbClr val="C01920"/>
                </a:solidFill>
              </a:rPr>
              <a:t>n",f</a:t>
            </a:r>
            <a:r>
              <a:rPr lang="en-US" altLang="zh-CN" sz="2000" dirty="0">
                <a:solidFill>
                  <a:srgbClr val="C01920"/>
                </a:solidFill>
              </a:rPr>
              <a:t>);</a:t>
            </a:r>
          </a:p>
          <a:p>
            <a:pPr indent="190500">
              <a:tabLst>
                <a:tab pos="800100" algn="l"/>
              </a:tabLst>
            </a:pPr>
            <a:r>
              <a:rPr lang="en-US" altLang="zh-CN" sz="2000" dirty="0">
                <a:solidFill>
                  <a:srgbClr val="C01920"/>
                </a:solidFill>
              </a:rPr>
              <a:t>   </a:t>
            </a:r>
            <a:r>
              <a:rPr lang="en-US" altLang="zh-CN" sz="2000" dirty="0" err="1">
                <a:solidFill>
                  <a:srgbClr val="C01920"/>
                </a:solidFill>
              </a:rPr>
              <a:t>printf</a:t>
            </a:r>
            <a:r>
              <a:rPr lang="en-US" altLang="zh-CN" sz="2000" dirty="0">
                <a:solidFill>
                  <a:srgbClr val="C01920"/>
                </a:solidFill>
              </a:rPr>
              <a:t>("</a:t>
            </a:r>
            <a:r>
              <a:rPr lang="en-US" altLang="zh-CN" sz="2000" dirty="0" err="1">
                <a:solidFill>
                  <a:srgbClr val="C01920"/>
                </a:solidFill>
              </a:rPr>
              <a:t>ch</a:t>
            </a:r>
            <a:r>
              <a:rPr lang="en-US" altLang="zh-CN" sz="2000" dirty="0">
                <a:solidFill>
                  <a:srgbClr val="C01920"/>
                </a:solidFill>
              </a:rPr>
              <a:t> is %c and value is %d\</a:t>
            </a:r>
            <a:r>
              <a:rPr lang="en-US" altLang="zh-CN" sz="2000" dirty="0" err="1">
                <a:solidFill>
                  <a:srgbClr val="C01920"/>
                </a:solidFill>
              </a:rPr>
              <a:t>n",ch,ch</a:t>
            </a:r>
            <a:r>
              <a:rPr lang="en-US" altLang="zh-CN" sz="2000" dirty="0">
                <a:solidFill>
                  <a:srgbClr val="C01920"/>
                </a:solidFill>
              </a:rPr>
              <a:t>);</a:t>
            </a:r>
          </a:p>
          <a:p>
            <a:pPr indent="190500">
              <a:tabLst>
                <a:tab pos="800100" algn="l"/>
              </a:tabLst>
            </a:pPr>
            <a:r>
              <a:rPr lang="en-US" altLang="zh-CN" sz="2000" dirty="0">
                <a:solidFill>
                  <a:srgbClr val="C01920"/>
                </a:solidFill>
              </a:rPr>
              <a:t>   </a:t>
            </a:r>
            <a:r>
              <a:rPr lang="en-US" altLang="zh-CN" sz="2000" dirty="0" err="1">
                <a:solidFill>
                  <a:srgbClr val="C01920"/>
                </a:solidFill>
              </a:rPr>
              <a:t>printf</a:t>
            </a:r>
            <a:r>
              <a:rPr lang="en-US" altLang="zh-CN" sz="2000" dirty="0">
                <a:solidFill>
                  <a:srgbClr val="C01920"/>
                </a:solidFill>
              </a:rPr>
              <a:t>("I   love C language!\</a:t>
            </a:r>
            <a:r>
              <a:rPr lang="en-US" altLang="zh-CN" sz="2000" dirty="0" err="1">
                <a:solidFill>
                  <a:srgbClr val="C01920"/>
                </a:solidFill>
              </a:rPr>
              <a:t>rYou</a:t>
            </a:r>
            <a:r>
              <a:rPr lang="en-US" altLang="zh-CN" sz="2000" dirty="0">
                <a:solidFill>
                  <a:srgbClr val="C01920"/>
                </a:solidFill>
              </a:rPr>
              <a:t>\n");</a:t>
            </a:r>
          </a:p>
          <a:p>
            <a:pPr indent="190500">
              <a:tabLst>
                <a:tab pos="800100" algn="l"/>
              </a:tabLst>
            </a:pPr>
            <a:r>
              <a:rPr lang="en-US" altLang="zh-CN" sz="2000" dirty="0">
                <a:solidFill>
                  <a:srgbClr val="C01920"/>
                </a:solidFill>
                <a:latin typeface="楷体" pitchFamily="49" charset="-122"/>
                <a:ea typeface="楷体" pitchFamily="49" charset="-122"/>
              </a:rPr>
              <a:t>                         </a:t>
            </a:r>
            <a:r>
              <a:rPr lang="en-US" altLang="zh-CN" sz="1600" dirty="0">
                <a:solidFill>
                  <a:srgbClr val="C01920"/>
                </a:solidFill>
                <a:latin typeface="+mn-lt"/>
                <a:ea typeface="楷体" pitchFamily="49" charset="-122"/>
              </a:rPr>
              <a:t>//I</a:t>
            </a:r>
            <a:r>
              <a:rPr lang="zh-CN" altLang="en-US" sz="1600" dirty="0">
                <a:solidFill>
                  <a:srgbClr val="C01920"/>
                </a:solidFill>
                <a:latin typeface="+mn-lt"/>
                <a:ea typeface="楷体" pitchFamily="49" charset="-122"/>
              </a:rPr>
              <a:t>后有三个空格</a:t>
            </a:r>
            <a:endParaRPr lang="en-US" altLang="zh-CN" sz="1600" dirty="0">
              <a:solidFill>
                <a:srgbClr val="C01920"/>
              </a:solidFill>
              <a:latin typeface="+mn-lt"/>
              <a:ea typeface="楷体" pitchFamily="49" charset="-122"/>
            </a:endParaRPr>
          </a:p>
          <a:p>
            <a:pPr indent="190500">
              <a:tabLst>
                <a:tab pos="800100" algn="l"/>
              </a:tabLst>
            </a:pPr>
            <a:r>
              <a:rPr lang="en-US" altLang="zh-CN" sz="2000" dirty="0">
                <a:solidFill>
                  <a:srgbClr val="C01920"/>
                </a:solidFill>
              </a:rPr>
              <a:t>   return 0;</a:t>
            </a:r>
          </a:p>
          <a:p>
            <a:pPr indent="190500">
              <a:tabLst>
                <a:tab pos="800100" algn="l"/>
              </a:tabLst>
            </a:pPr>
            <a:r>
              <a:rPr lang="en-US" altLang="zh-CN" sz="2000" dirty="0">
                <a:solidFill>
                  <a:srgbClr val="C01920"/>
                </a:solidFill>
              </a:rPr>
              <a:t>}</a:t>
            </a:r>
          </a:p>
        </p:txBody>
      </p:sp>
      <p:sp>
        <p:nvSpPr>
          <p:cNvPr id="808991" name="Text Box 31"/>
          <p:cNvSpPr txBox="1">
            <a:spLocks noChangeArrowheads="1"/>
          </p:cNvSpPr>
          <p:nvPr/>
        </p:nvSpPr>
        <p:spPr bwMode="auto">
          <a:xfrm>
            <a:off x="5326490" y="4725144"/>
            <a:ext cx="6026095" cy="1926585"/>
          </a:xfrm>
          <a:prstGeom prst="rect">
            <a:avLst/>
          </a:prstGeom>
          <a:solidFill>
            <a:srgbClr val="FFFFFF"/>
          </a:soli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dirty="0">
                <a:solidFill>
                  <a:srgbClr val="C01920"/>
                </a:solidFill>
                <a:latin typeface="隶书" panose="02010509060101010101" pitchFamily="49" charset="-122"/>
                <a:ea typeface="隶书" panose="02010509060101010101" pitchFamily="49" charset="-122"/>
              </a:rPr>
              <a:t>运行结果：</a:t>
            </a:r>
            <a:endParaRPr lang="en-US" altLang="zh-CN" sz="2000" b="1" dirty="0">
              <a:solidFill>
                <a:srgbClr val="C01920"/>
              </a:solidFill>
              <a:latin typeface="隶书" panose="02010509060101010101" pitchFamily="49" charset="-122"/>
              <a:ea typeface="隶书" panose="02010509060101010101" pitchFamily="49" charset="-122"/>
            </a:endParaRPr>
          </a:p>
          <a:p>
            <a:r>
              <a:rPr lang="en-US" altLang="zh-CN" sz="2000" dirty="0">
                <a:solidFill>
                  <a:srgbClr val="002060"/>
                </a:solidFill>
                <a:effectLst>
                  <a:outerShdw blurRad="38100" dist="38100" dir="2700000" algn="ctr" rotWithShape="0">
                    <a:schemeClr val="bg1"/>
                  </a:outerShdw>
                </a:effectLst>
              </a:rPr>
              <a:t>a = 200    b = -1   c = 65535</a:t>
            </a:r>
            <a:endParaRPr lang="zh-CN" altLang="zh-CN" sz="2000" dirty="0">
              <a:solidFill>
                <a:srgbClr val="002060"/>
              </a:solidFill>
              <a:effectLst>
                <a:outerShdw blurRad="38100" dist="38100" dir="2700000" algn="ctr" rotWithShape="0">
                  <a:schemeClr val="bg1"/>
                </a:outerShdw>
              </a:effectLst>
            </a:endParaRPr>
          </a:p>
          <a:p>
            <a:r>
              <a:rPr lang="en-US" altLang="zh-CN" sz="2000" dirty="0">
                <a:solidFill>
                  <a:srgbClr val="002060"/>
                </a:solidFill>
                <a:effectLst>
                  <a:outerShdw blurRad="38100" dist="38100" dir="2700000" algn="ctr" rotWithShape="0">
                    <a:schemeClr val="bg1"/>
                  </a:outerShdw>
                </a:effectLst>
              </a:rPr>
              <a:t>u = 4294967295     d = 65535     e = -1</a:t>
            </a:r>
            <a:endParaRPr lang="zh-CN" altLang="zh-CN" sz="2000" dirty="0">
              <a:solidFill>
                <a:srgbClr val="002060"/>
              </a:solidFill>
              <a:effectLst>
                <a:outerShdw blurRad="38100" dist="38100" dir="2700000" algn="ctr" rotWithShape="0">
                  <a:schemeClr val="bg1"/>
                </a:outerShdw>
              </a:effectLst>
            </a:endParaRPr>
          </a:p>
          <a:p>
            <a:r>
              <a:rPr lang="en-US" altLang="zh-CN" sz="2000" dirty="0">
                <a:solidFill>
                  <a:srgbClr val="002060"/>
                </a:solidFill>
                <a:effectLst>
                  <a:outerShdw blurRad="38100" dist="38100" dir="2700000" algn="ctr" rotWithShape="0">
                    <a:schemeClr val="bg1"/>
                  </a:outerShdw>
                </a:effectLst>
              </a:rPr>
              <a:t>f = 32.169998</a:t>
            </a:r>
            <a:endParaRPr lang="zh-CN" altLang="zh-CN" sz="2000" dirty="0">
              <a:solidFill>
                <a:srgbClr val="002060"/>
              </a:solidFill>
              <a:effectLst>
                <a:outerShdw blurRad="38100" dist="38100" dir="2700000" algn="ctr" rotWithShape="0">
                  <a:schemeClr val="bg1"/>
                </a:outerShdw>
              </a:effectLst>
            </a:endParaRPr>
          </a:p>
          <a:p>
            <a:r>
              <a:rPr lang="en-US" altLang="zh-CN" sz="2000" dirty="0" err="1">
                <a:solidFill>
                  <a:srgbClr val="002060"/>
                </a:solidFill>
                <a:effectLst>
                  <a:outerShdw blurRad="38100" dist="38100" dir="2700000" algn="ctr" rotWithShape="0">
                    <a:schemeClr val="bg1"/>
                  </a:outerShdw>
                </a:effectLst>
              </a:rPr>
              <a:t>ch</a:t>
            </a:r>
            <a:r>
              <a:rPr lang="en-US" altLang="zh-CN" sz="2000" dirty="0">
                <a:solidFill>
                  <a:srgbClr val="002060"/>
                </a:solidFill>
                <a:effectLst>
                  <a:outerShdw blurRad="38100" dist="38100" dir="2700000" algn="ctr" rotWithShape="0">
                    <a:schemeClr val="bg1"/>
                  </a:outerShdw>
                </a:effectLst>
              </a:rPr>
              <a:t> is A and value is 65</a:t>
            </a:r>
            <a:endParaRPr lang="zh-CN" altLang="zh-CN" sz="2000" dirty="0">
              <a:solidFill>
                <a:srgbClr val="002060"/>
              </a:solidFill>
              <a:effectLst>
                <a:outerShdw blurRad="38100" dist="38100" dir="2700000" algn="ctr" rotWithShape="0">
                  <a:schemeClr val="bg1"/>
                </a:outerShdw>
              </a:effectLst>
            </a:endParaRPr>
          </a:p>
          <a:p>
            <a:r>
              <a:rPr lang="en-US" altLang="zh-CN" sz="2000" dirty="0">
                <a:solidFill>
                  <a:srgbClr val="002060"/>
                </a:solidFill>
                <a:effectLst>
                  <a:outerShdw blurRad="38100" dist="38100" dir="2700000" algn="ctr" rotWithShape="0">
                    <a:schemeClr val="bg1"/>
                  </a:outerShdw>
                </a:effectLst>
              </a:rPr>
              <a:t>You love C language!</a:t>
            </a:r>
            <a:endParaRPr lang="zh-CN" altLang="zh-CN" sz="2000" dirty="0">
              <a:solidFill>
                <a:srgbClr val="002060"/>
              </a:solidFill>
              <a:effectLst>
                <a:outerShdw blurRad="38100" dist="38100" dir="2700000" algn="ctr" rotWithShape="0">
                  <a:schemeClr val="bg1"/>
                </a:outerShdw>
              </a:effectLst>
            </a:endParaRPr>
          </a:p>
        </p:txBody>
      </p:sp>
      <p:sp>
        <p:nvSpPr>
          <p:cNvPr id="12" name="TextBox 11"/>
          <p:cNvSpPr txBox="1"/>
          <p:nvPr/>
        </p:nvSpPr>
        <p:spPr>
          <a:xfrm>
            <a:off x="2510722" y="4532550"/>
            <a:ext cx="1901543" cy="338554"/>
          </a:xfrm>
          <a:prstGeom prst="rect">
            <a:avLst/>
          </a:prstGeom>
          <a:noFill/>
        </p:spPr>
        <p:txBody>
          <a:bodyPr wrap="square" rtlCol="0">
            <a:spAutoFit/>
          </a:bodyPr>
          <a:lstStyle/>
          <a:p>
            <a:r>
              <a:rPr lang="en-US" altLang="zh-CN" sz="1600" b="1" dirty="0">
                <a:solidFill>
                  <a:srgbClr val="002060"/>
                </a:solidFill>
                <a:ea typeface="楷体" pitchFamily="49" charset="-122"/>
              </a:rPr>
              <a:t>//b</a:t>
            </a:r>
            <a:r>
              <a:rPr lang="zh-CN" altLang="zh-CN" sz="1600" b="1" dirty="0">
                <a:solidFill>
                  <a:srgbClr val="002060"/>
                </a:solidFill>
                <a:ea typeface="楷体" pitchFamily="49" charset="-122"/>
              </a:rPr>
              <a:t>的值</a:t>
            </a:r>
            <a:r>
              <a:rPr lang="zh-CN" altLang="en-US" sz="1600" b="1" dirty="0">
                <a:solidFill>
                  <a:srgbClr val="002060"/>
                </a:solidFill>
                <a:ea typeface="楷体" pitchFamily="49" charset="-122"/>
              </a:rPr>
              <a:t>为</a:t>
            </a:r>
            <a:r>
              <a:rPr lang="en-US" altLang="zh-CN" sz="1600" b="1" dirty="0">
                <a:solidFill>
                  <a:srgbClr val="002060"/>
                </a:solidFill>
                <a:ea typeface="楷体" pitchFamily="49" charset="-122"/>
              </a:rPr>
              <a:t>0xffffffff</a:t>
            </a:r>
            <a:endParaRPr lang="zh-CN" altLang="en-US" sz="1600" dirty="0">
              <a:solidFill>
                <a:srgbClr val="002060"/>
              </a:solidFill>
            </a:endParaRPr>
          </a:p>
        </p:txBody>
      </p:sp>
      <p:sp>
        <p:nvSpPr>
          <p:cNvPr id="13" name="TextBox 12"/>
          <p:cNvSpPr txBox="1"/>
          <p:nvPr/>
        </p:nvSpPr>
        <p:spPr>
          <a:xfrm>
            <a:off x="2500892" y="4850078"/>
            <a:ext cx="2232246" cy="338554"/>
          </a:xfrm>
          <a:prstGeom prst="rect">
            <a:avLst/>
          </a:prstGeom>
          <a:noFill/>
        </p:spPr>
        <p:txBody>
          <a:bodyPr wrap="square" rtlCol="0">
            <a:spAutoFit/>
          </a:bodyPr>
          <a:lstStyle/>
          <a:p>
            <a:r>
              <a:rPr lang="en-US" altLang="zh-CN" sz="1600" b="1" dirty="0">
                <a:solidFill>
                  <a:srgbClr val="002060"/>
                </a:solidFill>
                <a:ea typeface="楷体" pitchFamily="49" charset="-122"/>
              </a:rPr>
              <a:t>//c</a:t>
            </a:r>
            <a:r>
              <a:rPr lang="zh-CN" altLang="zh-CN" sz="1600" b="1" dirty="0">
                <a:solidFill>
                  <a:srgbClr val="002060"/>
                </a:solidFill>
                <a:ea typeface="楷体" pitchFamily="49" charset="-122"/>
              </a:rPr>
              <a:t>的值为</a:t>
            </a:r>
            <a:r>
              <a:rPr lang="zh-CN" altLang="en-US" sz="1600" b="1" dirty="0">
                <a:solidFill>
                  <a:srgbClr val="002060"/>
                </a:solidFill>
                <a:ea typeface="楷体" pitchFamily="49" charset="-122"/>
              </a:rPr>
              <a:t>低</a:t>
            </a:r>
            <a:r>
              <a:rPr lang="en-US" altLang="zh-CN" sz="1600" b="1" dirty="0">
                <a:solidFill>
                  <a:srgbClr val="002060"/>
                </a:solidFill>
                <a:ea typeface="楷体" pitchFamily="49" charset="-122"/>
              </a:rPr>
              <a:t>16</a:t>
            </a:r>
            <a:r>
              <a:rPr lang="zh-CN" altLang="en-US" sz="1600" b="1" dirty="0">
                <a:solidFill>
                  <a:srgbClr val="002060"/>
                </a:solidFill>
                <a:ea typeface="楷体" pitchFamily="49" charset="-122"/>
              </a:rPr>
              <a:t>位</a:t>
            </a:r>
            <a:r>
              <a:rPr lang="en-US" altLang="zh-CN" sz="1600" b="1" dirty="0">
                <a:solidFill>
                  <a:srgbClr val="002060"/>
                </a:solidFill>
                <a:ea typeface="楷体" pitchFamily="49" charset="-122"/>
              </a:rPr>
              <a:t>0xffff</a:t>
            </a:r>
            <a:endParaRPr lang="zh-CN" altLang="en-US" sz="1600" b="1" dirty="0">
              <a:solidFill>
                <a:srgbClr val="002060"/>
              </a:solidFill>
            </a:endParaRPr>
          </a:p>
        </p:txBody>
      </p:sp>
      <p:sp>
        <p:nvSpPr>
          <p:cNvPr id="14" name="TextBox 13"/>
          <p:cNvSpPr txBox="1"/>
          <p:nvPr/>
        </p:nvSpPr>
        <p:spPr>
          <a:xfrm>
            <a:off x="2487874" y="5138110"/>
            <a:ext cx="1997180" cy="338554"/>
          </a:xfrm>
          <a:prstGeom prst="rect">
            <a:avLst/>
          </a:prstGeom>
          <a:noFill/>
        </p:spPr>
        <p:txBody>
          <a:bodyPr wrap="square" rtlCol="0">
            <a:spAutoFit/>
          </a:bodyPr>
          <a:lstStyle/>
          <a:p>
            <a:r>
              <a:rPr lang="en-US" altLang="zh-CN" sz="1600" b="1" dirty="0">
                <a:solidFill>
                  <a:srgbClr val="002060"/>
                </a:solidFill>
                <a:ea typeface="楷体" pitchFamily="49" charset="-122"/>
              </a:rPr>
              <a:t>//u</a:t>
            </a:r>
            <a:r>
              <a:rPr lang="zh-CN" altLang="zh-CN" sz="1600" b="1" dirty="0">
                <a:solidFill>
                  <a:srgbClr val="002060"/>
                </a:solidFill>
                <a:ea typeface="楷体" pitchFamily="49" charset="-122"/>
              </a:rPr>
              <a:t>的值</a:t>
            </a:r>
            <a:r>
              <a:rPr lang="zh-CN" altLang="en-US" sz="1600" b="1" dirty="0">
                <a:solidFill>
                  <a:srgbClr val="002060"/>
                </a:solidFill>
                <a:ea typeface="楷体" pitchFamily="49" charset="-122"/>
              </a:rPr>
              <a:t>为</a:t>
            </a:r>
            <a:r>
              <a:rPr lang="en-US" altLang="zh-CN" sz="1600" b="1" dirty="0">
                <a:solidFill>
                  <a:srgbClr val="002060"/>
                </a:solidFill>
                <a:ea typeface="楷体" pitchFamily="49" charset="-122"/>
              </a:rPr>
              <a:t>0xffffffff</a:t>
            </a:r>
            <a:endParaRPr lang="zh-CN" altLang="en-US" sz="1600" dirty="0">
              <a:solidFill>
                <a:srgbClr val="002060"/>
              </a:solidFill>
            </a:endParaRPr>
          </a:p>
        </p:txBody>
      </p:sp>
      <p:sp>
        <p:nvSpPr>
          <p:cNvPr id="15" name="TextBox 14"/>
          <p:cNvSpPr txBox="1"/>
          <p:nvPr/>
        </p:nvSpPr>
        <p:spPr>
          <a:xfrm>
            <a:off x="2477422" y="5448990"/>
            <a:ext cx="1997180" cy="338554"/>
          </a:xfrm>
          <a:prstGeom prst="rect">
            <a:avLst/>
          </a:prstGeom>
          <a:noFill/>
        </p:spPr>
        <p:txBody>
          <a:bodyPr wrap="square" rtlCol="0">
            <a:spAutoFit/>
          </a:bodyPr>
          <a:lstStyle/>
          <a:p>
            <a:r>
              <a:rPr lang="en-US" altLang="zh-CN" sz="1600" b="1" dirty="0">
                <a:solidFill>
                  <a:srgbClr val="002060"/>
                </a:solidFill>
                <a:ea typeface="楷体" pitchFamily="49" charset="-122"/>
              </a:rPr>
              <a:t>//d</a:t>
            </a:r>
            <a:r>
              <a:rPr lang="zh-CN" altLang="zh-CN" sz="1600" b="1" dirty="0">
                <a:solidFill>
                  <a:srgbClr val="002060"/>
                </a:solidFill>
                <a:ea typeface="楷体" pitchFamily="49" charset="-122"/>
              </a:rPr>
              <a:t>的值</a:t>
            </a:r>
            <a:r>
              <a:rPr lang="zh-CN" altLang="en-US" sz="1600" b="1" dirty="0">
                <a:solidFill>
                  <a:srgbClr val="002060"/>
                </a:solidFill>
                <a:ea typeface="楷体" pitchFamily="49" charset="-122"/>
              </a:rPr>
              <a:t>为</a:t>
            </a:r>
            <a:r>
              <a:rPr lang="en-US" altLang="zh-CN" sz="1600" b="1" dirty="0">
                <a:solidFill>
                  <a:srgbClr val="002060"/>
                </a:solidFill>
                <a:ea typeface="楷体" pitchFamily="49" charset="-122"/>
              </a:rPr>
              <a:t>0x0000ffff</a:t>
            </a:r>
            <a:endParaRPr lang="zh-CN" altLang="en-US" sz="1600" dirty="0">
              <a:solidFill>
                <a:srgbClr val="002060"/>
              </a:solidFill>
            </a:endParaRPr>
          </a:p>
        </p:txBody>
      </p:sp>
      <p:sp>
        <p:nvSpPr>
          <p:cNvPr id="16" name="TextBox 15"/>
          <p:cNvSpPr txBox="1"/>
          <p:nvPr/>
        </p:nvSpPr>
        <p:spPr>
          <a:xfrm>
            <a:off x="2477422" y="5756686"/>
            <a:ext cx="1997180" cy="338554"/>
          </a:xfrm>
          <a:prstGeom prst="rect">
            <a:avLst/>
          </a:prstGeom>
          <a:noFill/>
        </p:spPr>
        <p:txBody>
          <a:bodyPr wrap="square" rtlCol="0">
            <a:spAutoFit/>
          </a:bodyPr>
          <a:lstStyle/>
          <a:p>
            <a:r>
              <a:rPr lang="en-US" altLang="zh-CN" sz="1600" b="1" dirty="0">
                <a:solidFill>
                  <a:srgbClr val="002060"/>
                </a:solidFill>
                <a:ea typeface="楷体" pitchFamily="49" charset="-122"/>
              </a:rPr>
              <a:t>//e</a:t>
            </a:r>
            <a:r>
              <a:rPr lang="zh-CN" altLang="zh-CN" sz="1600" b="1" dirty="0">
                <a:solidFill>
                  <a:srgbClr val="002060"/>
                </a:solidFill>
                <a:ea typeface="楷体" pitchFamily="49" charset="-122"/>
              </a:rPr>
              <a:t>的值</a:t>
            </a:r>
            <a:r>
              <a:rPr lang="zh-CN" altLang="en-US" sz="1600" b="1" dirty="0">
                <a:solidFill>
                  <a:srgbClr val="002060"/>
                </a:solidFill>
                <a:ea typeface="楷体" pitchFamily="49" charset="-122"/>
              </a:rPr>
              <a:t>为</a:t>
            </a:r>
            <a:r>
              <a:rPr lang="en-US" altLang="zh-CN" sz="1600" b="1" dirty="0">
                <a:solidFill>
                  <a:srgbClr val="002060"/>
                </a:solidFill>
                <a:ea typeface="楷体" pitchFamily="49" charset="-122"/>
              </a:rPr>
              <a:t>0xffffffff</a:t>
            </a:r>
            <a:endParaRPr lang="zh-CN" altLang="en-US" sz="1600" dirty="0">
              <a:solidFill>
                <a:srgbClr val="002060"/>
              </a:solidFill>
            </a:endParaRPr>
          </a:p>
        </p:txBody>
      </p:sp>
      <p:sp>
        <p:nvSpPr>
          <p:cNvPr id="17" name="TextBox 16"/>
          <p:cNvSpPr txBox="1"/>
          <p:nvPr/>
        </p:nvSpPr>
        <p:spPr>
          <a:xfrm>
            <a:off x="2444742" y="6056372"/>
            <a:ext cx="1997180" cy="338554"/>
          </a:xfrm>
          <a:prstGeom prst="rect">
            <a:avLst/>
          </a:prstGeom>
          <a:noFill/>
        </p:spPr>
        <p:txBody>
          <a:bodyPr wrap="square" rtlCol="0">
            <a:spAutoFit/>
          </a:bodyPr>
          <a:lstStyle/>
          <a:p>
            <a:r>
              <a:rPr lang="en-US" altLang="zh-CN" sz="1600" b="1" dirty="0">
                <a:solidFill>
                  <a:srgbClr val="002060"/>
                </a:solidFill>
                <a:ea typeface="楷体" pitchFamily="49" charset="-122"/>
              </a:rPr>
              <a:t>//</a:t>
            </a:r>
            <a:r>
              <a:rPr lang="en-US" altLang="zh-CN" sz="1600" b="1" dirty="0" err="1">
                <a:solidFill>
                  <a:srgbClr val="002060"/>
                </a:solidFill>
                <a:ea typeface="楷体" pitchFamily="49" charset="-122"/>
              </a:rPr>
              <a:t>ch</a:t>
            </a:r>
            <a:r>
              <a:rPr lang="zh-CN" altLang="zh-CN" sz="1600" b="1" dirty="0">
                <a:solidFill>
                  <a:srgbClr val="002060"/>
                </a:solidFill>
                <a:ea typeface="楷体" pitchFamily="49" charset="-122"/>
              </a:rPr>
              <a:t>的值十进制</a:t>
            </a:r>
            <a:r>
              <a:rPr lang="en-US" altLang="zh-CN" sz="1600" b="1" dirty="0">
                <a:solidFill>
                  <a:srgbClr val="002060"/>
                </a:solidFill>
                <a:ea typeface="楷体" pitchFamily="49" charset="-122"/>
              </a:rPr>
              <a:t>65</a:t>
            </a:r>
            <a:endParaRPr lang="zh-CN" altLang="en-US" sz="1600" b="1" dirty="0">
              <a:solidFill>
                <a:srgbClr val="002060"/>
              </a:solidFill>
            </a:endParaRPr>
          </a:p>
        </p:txBody>
      </p:sp>
      <p:grpSp>
        <p:nvGrpSpPr>
          <p:cNvPr id="20" name="组合 19"/>
          <p:cNvGrpSpPr/>
          <p:nvPr/>
        </p:nvGrpSpPr>
        <p:grpSpPr>
          <a:xfrm>
            <a:off x="5686529" y="859290"/>
            <a:ext cx="4657942" cy="1273566"/>
            <a:chOff x="4234538" y="715274"/>
            <a:chExt cx="4657942" cy="1273566"/>
          </a:xfrm>
        </p:grpSpPr>
        <p:sp>
          <p:nvSpPr>
            <p:cNvPr id="18" name="AutoShape 34"/>
            <p:cNvSpPr>
              <a:spLocks noChangeArrowheads="1"/>
            </p:cNvSpPr>
            <p:nvPr/>
          </p:nvSpPr>
          <p:spPr bwMode="auto">
            <a:xfrm>
              <a:off x="6588224" y="1268760"/>
              <a:ext cx="2304256" cy="720080"/>
            </a:xfrm>
            <a:prstGeom prst="wedgeRoundRectCallout">
              <a:avLst>
                <a:gd name="adj1" fmla="val -58444"/>
                <a:gd name="adj2" fmla="val -95464"/>
                <a:gd name="adj3" fmla="val 16667"/>
              </a:avLst>
            </a:prstGeom>
            <a:gradFill flip="none" rotWithShape="1">
              <a:gsLst>
                <a:gs pos="0">
                  <a:srgbClr val="CFCFD1"/>
                </a:gs>
                <a:gs pos="100000">
                  <a:schemeClr val="bg1">
                    <a:lumMod val="95000"/>
                  </a:schemeClr>
                </a:gs>
              </a:gsLst>
              <a:lin ang="13500000" scaled="1"/>
              <a:tileRect/>
            </a:gradFill>
            <a:ln w="15875">
              <a:solidFill>
                <a:srgbClr val="002060"/>
              </a:solidFill>
              <a:miter lim="800000"/>
              <a:headEnd/>
              <a:tailEnd/>
            </a:ln>
            <a:effectLst>
              <a:outerShdw dist="107763" dir="2700000" algn="ctr" rotWithShape="0">
                <a:schemeClr val="bg2">
                  <a:alpha val="50000"/>
                </a:schemeClr>
              </a:outerShdw>
            </a:effectLst>
          </p:spPr>
          <p:txBody>
            <a:bodyPr/>
            <a:lstStyle/>
            <a:p>
              <a:r>
                <a:rPr lang="zh-CN" altLang="en-US" sz="1600" b="1" dirty="0">
                  <a:solidFill>
                    <a:srgbClr val="C01920"/>
                  </a:solidFill>
                  <a:latin typeface="+mn-lt"/>
                  <a:ea typeface="楷体" pitchFamily="49" charset="-122"/>
                </a:rPr>
                <a:t>将</a:t>
              </a:r>
              <a:r>
                <a:rPr lang="en-US" altLang="zh-CN" sz="1600" b="1" dirty="0">
                  <a:solidFill>
                    <a:srgbClr val="C01920"/>
                  </a:solidFill>
                  <a:latin typeface="+mn-lt"/>
                  <a:ea typeface="楷体" pitchFamily="49" charset="-122"/>
                </a:rPr>
                <a:t>a</a:t>
              </a:r>
              <a:r>
                <a:rPr lang="zh-CN" altLang="en-US" sz="1600" b="1" dirty="0">
                  <a:solidFill>
                    <a:srgbClr val="C01920"/>
                  </a:solidFill>
                  <a:latin typeface="+mn-lt"/>
                  <a:ea typeface="楷体" pitchFamily="49" charset="-122"/>
                </a:rPr>
                <a:t>的值</a:t>
              </a:r>
              <a:r>
                <a:rPr lang="en-US" altLang="zh-CN" sz="1600" b="1" dirty="0">
                  <a:solidFill>
                    <a:srgbClr val="C01920"/>
                  </a:solidFill>
                  <a:latin typeface="+mn-lt"/>
                  <a:ea typeface="楷体" pitchFamily="49" charset="-122"/>
                </a:rPr>
                <a:t>200</a:t>
              </a:r>
              <a:r>
                <a:rPr lang="zh-CN" altLang="en-US" sz="1600" b="1" dirty="0">
                  <a:solidFill>
                    <a:srgbClr val="C01920"/>
                  </a:solidFill>
                  <a:latin typeface="+mn-lt"/>
                  <a:ea typeface="楷体" pitchFamily="49" charset="-122"/>
                </a:rPr>
                <a:t>以十进制有符号形式输出</a:t>
              </a:r>
              <a:r>
                <a:rPr lang="zh-CN" altLang="en-US" sz="1800" b="1" dirty="0">
                  <a:solidFill>
                    <a:srgbClr val="C01920"/>
                  </a:solidFill>
                  <a:latin typeface="+mn-lt"/>
                  <a:ea typeface="楷体_GB2312" pitchFamily="49" charset="-122"/>
                </a:rPr>
                <a:t>。</a:t>
              </a:r>
            </a:p>
          </p:txBody>
        </p:sp>
        <p:sp>
          <p:nvSpPr>
            <p:cNvPr id="19" name="TextBox 18"/>
            <p:cNvSpPr txBox="1"/>
            <p:nvPr/>
          </p:nvSpPr>
          <p:spPr>
            <a:xfrm>
              <a:off x="4234538" y="715274"/>
              <a:ext cx="2304256" cy="400110"/>
            </a:xfrm>
            <a:prstGeom prst="rect">
              <a:avLst/>
            </a:prstGeom>
            <a:noFill/>
          </p:spPr>
          <p:txBody>
            <a:bodyPr wrap="square" rtlCol="0">
              <a:spAutoFit/>
            </a:bodyPr>
            <a:lstStyle/>
            <a:p>
              <a:r>
                <a:rPr lang="en-US" altLang="zh-CN" sz="2000" dirty="0" err="1">
                  <a:solidFill>
                    <a:srgbClr val="C01920"/>
                  </a:solidFill>
                </a:rPr>
                <a:t>printf</a:t>
              </a:r>
              <a:r>
                <a:rPr lang="en-US" altLang="zh-CN" sz="2000" dirty="0">
                  <a:solidFill>
                    <a:srgbClr val="C01920"/>
                  </a:solidFill>
                </a:rPr>
                <a:t>("a = %d\</a:t>
              </a:r>
              <a:r>
                <a:rPr lang="en-US" altLang="zh-CN" sz="2000" dirty="0" err="1">
                  <a:solidFill>
                    <a:srgbClr val="C01920"/>
                  </a:solidFill>
                </a:rPr>
                <a:t>t",a</a:t>
              </a:r>
              <a:r>
                <a:rPr lang="en-US" altLang="zh-CN" sz="2000" dirty="0">
                  <a:solidFill>
                    <a:srgbClr val="C01920"/>
                  </a:solidFill>
                </a:rPr>
                <a:t>);</a:t>
              </a:r>
              <a:endParaRPr lang="zh-CN" altLang="en-US" sz="2000" dirty="0">
                <a:solidFill>
                  <a:srgbClr val="C01920"/>
                </a:solidFill>
              </a:endParaRPr>
            </a:p>
          </p:txBody>
        </p:sp>
      </p:grpSp>
      <p:grpSp>
        <p:nvGrpSpPr>
          <p:cNvPr id="23" name="组合 22"/>
          <p:cNvGrpSpPr/>
          <p:nvPr/>
        </p:nvGrpSpPr>
        <p:grpSpPr>
          <a:xfrm>
            <a:off x="5686529" y="1156682"/>
            <a:ext cx="4657942" cy="1264206"/>
            <a:chOff x="4234538" y="1012666"/>
            <a:chExt cx="4657942" cy="1264206"/>
          </a:xfrm>
        </p:grpSpPr>
        <p:sp>
          <p:nvSpPr>
            <p:cNvPr id="21" name="TextBox 20"/>
            <p:cNvSpPr txBox="1"/>
            <p:nvPr/>
          </p:nvSpPr>
          <p:spPr>
            <a:xfrm>
              <a:off x="4234538" y="1012666"/>
              <a:ext cx="2304256" cy="400110"/>
            </a:xfrm>
            <a:prstGeom prst="rect">
              <a:avLst/>
            </a:prstGeom>
            <a:noFill/>
          </p:spPr>
          <p:txBody>
            <a:bodyPr wrap="square" rtlCol="0">
              <a:spAutoFit/>
            </a:bodyPr>
            <a:lstStyle/>
            <a:p>
              <a:r>
                <a:rPr lang="en-US" altLang="zh-CN" sz="2000" dirty="0" err="1">
                  <a:solidFill>
                    <a:srgbClr val="C01920"/>
                  </a:solidFill>
                </a:rPr>
                <a:t>printf</a:t>
              </a:r>
              <a:r>
                <a:rPr lang="en-US" altLang="zh-CN" sz="2000" dirty="0">
                  <a:solidFill>
                    <a:srgbClr val="C01920"/>
                  </a:solidFill>
                </a:rPr>
                <a:t>("b = %d\</a:t>
              </a:r>
              <a:r>
                <a:rPr lang="en-US" altLang="zh-CN" sz="2000" dirty="0" err="1">
                  <a:solidFill>
                    <a:srgbClr val="C01920"/>
                  </a:solidFill>
                </a:rPr>
                <a:t>t",b</a:t>
              </a:r>
              <a:r>
                <a:rPr lang="en-US" altLang="zh-CN" sz="2000" dirty="0">
                  <a:solidFill>
                    <a:srgbClr val="C01920"/>
                  </a:solidFill>
                </a:rPr>
                <a:t>);</a:t>
              </a:r>
              <a:endParaRPr lang="zh-CN" altLang="en-US" sz="2000" dirty="0">
                <a:solidFill>
                  <a:srgbClr val="C01920"/>
                </a:solidFill>
              </a:endParaRPr>
            </a:p>
          </p:txBody>
        </p:sp>
        <p:sp>
          <p:nvSpPr>
            <p:cNvPr id="22" name="AutoShape 34"/>
            <p:cNvSpPr>
              <a:spLocks noChangeArrowheads="1"/>
            </p:cNvSpPr>
            <p:nvPr/>
          </p:nvSpPr>
          <p:spPr bwMode="auto">
            <a:xfrm>
              <a:off x="6588224" y="1556792"/>
              <a:ext cx="2304256" cy="720080"/>
            </a:xfrm>
            <a:prstGeom prst="wedgeRoundRectCallout">
              <a:avLst>
                <a:gd name="adj1" fmla="val -58444"/>
                <a:gd name="adj2" fmla="val -95464"/>
                <a:gd name="adj3" fmla="val 16667"/>
              </a:avLst>
            </a:prstGeom>
            <a:gradFill flip="none" rotWithShape="1">
              <a:gsLst>
                <a:gs pos="0">
                  <a:srgbClr val="CFCFD1"/>
                </a:gs>
                <a:gs pos="100000">
                  <a:schemeClr val="bg1"/>
                </a:gs>
              </a:gsLst>
              <a:lin ang="13500000" scaled="1"/>
              <a:tileRect/>
            </a:gradFill>
            <a:ln w="15875">
              <a:solidFill>
                <a:srgbClr val="002060"/>
              </a:solidFill>
              <a:miter lim="800000"/>
              <a:headEnd/>
              <a:tailEnd/>
            </a:ln>
            <a:effectLst>
              <a:outerShdw dist="107763" dir="2700000" algn="ctr" rotWithShape="0">
                <a:schemeClr val="bg2">
                  <a:alpha val="50000"/>
                </a:schemeClr>
              </a:outerShdw>
            </a:effectLst>
          </p:spPr>
          <p:txBody>
            <a:bodyPr/>
            <a:lstStyle/>
            <a:p>
              <a:r>
                <a:rPr lang="zh-CN" altLang="en-US" sz="1600" b="1" dirty="0">
                  <a:solidFill>
                    <a:srgbClr val="C01920"/>
                  </a:solidFill>
                  <a:latin typeface="+mn-lt"/>
                  <a:ea typeface="楷体" pitchFamily="49" charset="-122"/>
                </a:rPr>
                <a:t>将</a:t>
              </a:r>
              <a:r>
                <a:rPr lang="en-US" altLang="zh-CN" sz="1600" b="1" dirty="0">
                  <a:solidFill>
                    <a:srgbClr val="C01920"/>
                  </a:solidFill>
                  <a:latin typeface="+mn-lt"/>
                  <a:ea typeface="楷体" pitchFamily="49" charset="-122"/>
                </a:rPr>
                <a:t>b</a:t>
              </a:r>
              <a:r>
                <a:rPr lang="zh-CN" altLang="en-US" sz="1600" b="1" dirty="0">
                  <a:solidFill>
                    <a:srgbClr val="C01920"/>
                  </a:solidFill>
                  <a:latin typeface="+mn-lt"/>
                  <a:ea typeface="楷体" pitchFamily="49" charset="-122"/>
                </a:rPr>
                <a:t>的值</a:t>
              </a:r>
              <a:r>
                <a:rPr lang="en-US" altLang="zh-CN" sz="1600" b="1" dirty="0">
                  <a:solidFill>
                    <a:srgbClr val="C01920"/>
                  </a:solidFill>
                  <a:latin typeface="+mn-lt"/>
                  <a:ea typeface="楷体" pitchFamily="49" charset="-122"/>
                </a:rPr>
                <a:t>-1</a:t>
              </a:r>
              <a:r>
                <a:rPr lang="zh-CN" altLang="en-US" sz="1600" b="1" dirty="0">
                  <a:solidFill>
                    <a:srgbClr val="C01920"/>
                  </a:solidFill>
                  <a:latin typeface="+mn-lt"/>
                  <a:ea typeface="楷体" pitchFamily="49" charset="-122"/>
                </a:rPr>
                <a:t>以十进制有符号形式输出</a:t>
              </a:r>
              <a:r>
                <a:rPr lang="zh-CN" altLang="en-US" sz="1800" b="1" dirty="0">
                  <a:solidFill>
                    <a:srgbClr val="C01920"/>
                  </a:solidFill>
                  <a:latin typeface="+mn-lt"/>
                  <a:ea typeface="楷体_GB2312" pitchFamily="49" charset="-122"/>
                </a:rPr>
                <a:t>。</a:t>
              </a:r>
            </a:p>
          </p:txBody>
        </p:sp>
      </p:grpSp>
      <p:grpSp>
        <p:nvGrpSpPr>
          <p:cNvPr id="26" name="组合 25"/>
          <p:cNvGrpSpPr/>
          <p:nvPr/>
        </p:nvGrpSpPr>
        <p:grpSpPr>
          <a:xfrm>
            <a:off x="5614521" y="1450918"/>
            <a:ext cx="4765446" cy="2050091"/>
            <a:chOff x="4162530" y="1306901"/>
            <a:chExt cx="4765446" cy="2050091"/>
          </a:xfrm>
        </p:grpSpPr>
        <p:sp>
          <p:nvSpPr>
            <p:cNvPr id="24" name="TextBox 23"/>
            <p:cNvSpPr txBox="1"/>
            <p:nvPr/>
          </p:nvSpPr>
          <p:spPr>
            <a:xfrm>
              <a:off x="4162530" y="1306901"/>
              <a:ext cx="2304256" cy="400110"/>
            </a:xfrm>
            <a:prstGeom prst="rect">
              <a:avLst/>
            </a:prstGeom>
            <a:noFill/>
          </p:spPr>
          <p:txBody>
            <a:bodyPr wrap="square" rtlCol="0">
              <a:spAutoFit/>
            </a:bodyPr>
            <a:lstStyle/>
            <a:p>
              <a:r>
                <a:rPr lang="en-US" altLang="zh-CN" sz="2000" dirty="0">
                  <a:solidFill>
                    <a:srgbClr val="C01920"/>
                  </a:solidFill>
                </a:rPr>
                <a:t> </a:t>
              </a:r>
              <a:r>
                <a:rPr lang="en-US" altLang="zh-CN" sz="2000" dirty="0" err="1">
                  <a:solidFill>
                    <a:srgbClr val="C01920"/>
                  </a:solidFill>
                </a:rPr>
                <a:t>printf</a:t>
              </a:r>
              <a:r>
                <a:rPr lang="en-US" altLang="zh-CN" sz="2000" dirty="0">
                  <a:solidFill>
                    <a:srgbClr val="C01920"/>
                  </a:solidFill>
                </a:rPr>
                <a:t>("c = %d\</a:t>
              </a:r>
              <a:r>
                <a:rPr lang="en-US" altLang="zh-CN" sz="2000" dirty="0" err="1">
                  <a:solidFill>
                    <a:srgbClr val="C01920"/>
                  </a:solidFill>
                </a:rPr>
                <a:t>n",c</a:t>
              </a:r>
              <a:r>
                <a:rPr lang="en-US" altLang="zh-CN" sz="2000" dirty="0">
                  <a:solidFill>
                    <a:srgbClr val="C01920"/>
                  </a:solidFill>
                </a:rPr>
                <a:t>);</a:t>
              </a:r>
              <a:endParaRPr lang="zh-CN" altLang="en-US" sz="2000" dirty="0">
                <a:solidFill>
                  <a:srgbClr val="C01920"/>
                </a:solidFill>
              </a:endParaRPr>
            </a:p>
          </p:txBody>
        </p:sp>
        <p:sp>
          <p:nvSpPr>
            <p:cNvPr id="25" name="AutoShape 34"/>
            <p:cNvSpPr>
              <a:spLocks noChangeArrowheads="1"/>
            </p:cNvSpPr>
            <p:nvPr/>
          </p:nvSpPr>
          <p:spPr bwMode="auto">
            <a:xfrm>
              <a:off x="4788024" y="1988840"/>
              <a:ext cx="4139952" cy="1368152"/>
            </a:xfrm>
            <a:prstGeom prst="wedgeRoundRectCallout">
              <a:avLst>
                <a:gd name="adj1" fmla="val -44234"/>
                <a:gd name="adj2" fmla="val -77311"/>
                <a:gd name="adj3" fmla="val 16667"/>
              </a:avLst>
            </a:prstGeom>
            <a:gradFill flip="none" rotWithShape="1">
              <a:gsLst>
                <a:gs pos="0">
                  <a:srgbClr val="CFCFD1"/>
                </a:gs>
                <a:gs pos="100000">
                  <a:schemeClr val="bg1">
                    <a:lumMod val="95000"/>
                  </a:schemeClr>
                </a:gs>
              </a:gsLst>
              <a:lin ang="13500000" scaled="1"/>
              <a:tileRect/>
            </a:gradFill>
            <a:ln w="19050">
              <a:solidFill>
                <a:srgbClr val="002060"/>
              </a:solidFill>
              <a:miter lim="800000"/>
              <a:headEnd/>
              <a:tailEnd/>
            </a:ln>
            <a:effectLst>
              <a:outerShdw dist="107763" dir="2700000" algn="ctr" rotWithShape="0">
                <a:schemeClr val="bg2">
                  <a:alpha val="50000"/>
                </a:schemeClr>
              </a:outerShdw>
            </a:effectLst>
          </p:spPr>
          <p:txBody>
            <a:bodyPr/>
            <a:lstStyle/>
            <a:p>
              <a:r>
                <a:rPr lang="en-US" altLang="zh-CN" sz="1600" b="1" dirty="0">
                  <a:solidFill>
                    <a:srgbClr val="C01920"/>
                  </a:solidFill>
                  <a:latin typeface="+mn-lt"/>
                  <a:ea typeface="楷体" pitchFamily="49" charset="-122"/>
                </a:rPr>
                <a:t>c</a:t>
              </a:r>
              <a:r>
                <a:rPr lang="zh-CN" altLang="en-US" sz="1600" b="1" dirty="0">
                  <a:solidFill>
                    <a:srgbClr val="C01920"/>
                  </a:solidFill>
                  <a:latin typeface="+mn-lt"/>
                  <a:ea typeface="楷体" pitchFamily="49" charset="-122"/>
                </a:rPr>
                <a:t>的</a:t>
              </a:r>
              <a:r>
                <a:rPr lang="zh-CN" altLang="zh-CN" sz="1600" b="1" dirty="0">
                  <a:solidFill>
                    <a:srgbClr val="C01920"/>
                  </a:solidFill>
                  <a:latin typeface="+mn-lt"/>
                  <a:ea typeface="楷体" pitchFamily="49" charset="-122"/>
                </a:rPr>
                <a:t>值</a:t>
              </a:r>
              <a:r>
                <a:rPr lang="zh-CN" altLang="en-US" sz="1600" b="1" dirty="0">
                  <a:solidFill>
                    <a:srgbClr val="C01920"/>
                  </a:solidFill>
                  <a:latin typeface="+mn-lt"/>
                  <a:ea typeface="楷体" pitchFamily="49" charset="-122"/>
                </a:rPr>
                <a:t>在内存表示</a:t>
              </a:r>
              <a:r>
                <a:rPr lang="zh-CN" altLang="zh-CN" sz="1600" b="1" dirty="0">
                  <a:solidFill>
                    <a:srgbClr val="C01920"/>
                  </a:solidFill>
                  <a:latin typeface="+mn-lt"/>
                  <a:ea typeface="楷体" pitchFamily="49" charset="-122"/>
                </a:rPr>
                <a:t>为</a:t>
              </a:r>
              <a:r>
                <a:rPr lang="en-US" altLang="zh-CN" sz="1600" b="1" dirty="0">
                  <a:solidFill>
                    <a:srgbClr val="C01920"/>
                  </a:solidFill>
                  <a:latin typeface="+mn-lt"/>
                  <a:ea typeface="楷体" pitchFamily="49" charset="-122"/>
                </a:rPr>
                <a:t>0xffff</a:t>
              </a:r>
              <a:r>
                <a:rPr lang="zh-CN" altLang="zh-CN" sz="1600" b="1" dirty="0">
                  <a:solidFill>
                    <a:srgbClr val="C01920"/>
                  </a:solidFill>
                  <a:latin typeface="+mn-lt"/>
                  <a:ea typeface="楷体" pitchFamily="49" charset="-122"/>
                </a:rPr>
                <a:t>。将</a:t>
              </a:r>
              <a:r>
                <a:rPr lang="en-US" altLang="zh-CN" sz="1600" b="1" dirty="0">
                  <a:solidFill>
                    <a:srgbClr val="C01920"/>
                  </a:solidFill>
                  <a:latin typeface="+mn-lt"/>
                  <a:ea typeface="楷体" pitchFamily="49" charset="-122"/>
                </a:rPr>
                <a:t>c</a:t>
              </a:r>
              <a:r>
                <a:rPr lang="zh-CN" altLang="zh-CN" sz="1600" b="1" dirty="0">
                  <a:solidFill>
                    <a:srgbClr val="C01920"/>
                  </a:solidFill>
                  <a:latin typeface="+mn-lt"/>
                  <a:ea typeface="楷体" pitchFamily="49" charset="-122"/>
                </a:rPr>
                <a:t>的值以</a:t>
              </a:r>
              <a:r>
                <a:rPr lang="en-US" altLang="zh-CN" sz="1600" b="1" dirty="0">
                  <a:solidFill>
                    <a:srgbClr val="C01920"/>
                  </a:solidFill>
                  <a:latin typeface="+mn-lt"/>
                  <a:ea typeface="楷体" pitchFamily="49" charset="-122"/>
                </a:rPr>
                <a:t>4</a:t>
              </a:r>
              <a:r>
                <a:rPr lang="zh-CN" altLang="zh-CN" sz="1600" b="1" dirty="0">
                  <a:solidFill>
                    <a:srgbClr val="C01920"/>
                  </a:solidFill>
                  <a:latin typeface="+mn-lt"/>
                  <a:ea typeface="楷体" pitchFamily="49" charset="-122"/>
                </a:rPr>
                <a:t>个字节有符号十进制整型形式输出（</a:t>
              </a:r>
              <a:r>
                <a:rPr lang="en-US" altLang="zh-CN" sz="1600" b="1" dirty="0">
                  <a:solidFill>
                    <a:srgbClr val="C01920"/>
                  </a:solidFill>
                  <a:latin typeface="+mn-lt"/>
                  <a:ea typeface="楷体" pitchFamily="49" charset="-122"/>
                </a:rPr>
                <a:t>%d</a:t>
              </a:r>
              <a:r>
                <a:rPr lang="zh-CN" altLang="zh-CN" sz="1600" b="1" dirty="0">
                  <a:solidFill>
                    <a:srgbClr val="C01920"/>
                  </a:solidFill>
                  <a:latin typeface="+mn-lt"/>
                  <a:ea typeface="楷体" pitchFamily="49" charset="-122"/>
                </a:rPr>
                <a:t>），因此</a:t>
              </a:r>
              <a:r>
                <a:rPr lang="en-US" altLang="zh-CN" sz="1600" b="1" dirty="0">
                  <a:solidFill>
                    <a:srgbClr val="C01920"/>
                  </a:solidFill>
                  <a:latin typeface="+mn-lt"/>
                  <a:ea typeface="楷体" pitchFamily="49" charset="-122"/>
                </a:rPr>
                <a:t>c</a:t>
              </a:r>
              <a:r>
                <a:rPr lang="zh-CN" altLang="zh-CN" sz="1600" b="1" dirty="0">
                  <a:solidFill>
                    <a:srgbClr val="C01920"/>
                  </a:solidFill>
                  <a:latin typeface="+mn-lt"/>
                  <a:ea typeface="楷体" pitchFamily="49" charset="-122"/>
                </a:rPr>
                <a:t>以</a:t>
              </a:r>
              <a:r>
                <a:rPr lang="en-US" altLang="zh-CN" sz="1600" b="1" dirty="0">
                  <a:solidFill>
                    <a:srgbClr val="C01920"/>
                  </a:solidFill>
                  <a:latin typeface="+mn-lt"/>
                  <a:ea typeface="楷体" pitchFamily="49" charset="-122"/>
                </a:rPr>
                <a:t>4</a:t>
              </a:r>
              <a:r>
                <a:rPr lang="zh-CN" altLang="zh-CN" sz="1600" b="1" dirty="0">
                  <a:solidFill>
                    <a:srgbClr val="C01920"/>
                  </a:solidFill>
                  <a:latin typeface="+mn-lt"/>
                  <a:ea typeface="楷体" pitchFamily="49" charset="-122"/>
                </a:rPr>
                <a:t>个字节整型表示为</a:t>
              </a:r>
              <a:r>
                <a:rPr lang="en-US" altLang="zh-CN" sz="1600" b="1" dirty="0">
                  <a:solidFill>
                    <a:srgbClr val="C01920"/>
                  </a:solidFill>
                  <a:latin typeface="+mn-lt"/>
                  <a:ea typeface="楷体" pitchFamily="49" charset="-122"/>
                </a:rPr>
                <a:t>0x0000ffff</a:t>
              </a:r>
              <a:r>
                <a:rPr lang="zh-CN" altLang="zh-CN" sz="1600" b="1" dirty="0">
                  <a:solidFill>
                    <a:srgbClr val="C01920"/>
                  </a:solidFill>
                  <a:latin typeface="+mn-lt"/>
                  <a:ea typeface="楷体" pitchFamily="49" charset="-122"/>
                </a:rPr>
                <a:t>（因</a:t>
              </a:r>
              <a:r>
                <a:rPr lang="en-US" altLang="zh-CN" sz="1600" b="1" dirty="0">
                  <a:solidFill>
                    <a:srgbClr val="C01920"/>
                  </a:solidFill>
                  <a:latin typeface="+mn-lt"/>
                  <a:ea typeface="楷体" pitchFamily="49" charset="-122"/>
                </a:rPr>
                <a:t>c</a:t>
              </a:r>
              <a:r>
                <a:rPr lang="zh-CN" altLang="zh-CN" sz="1600" b="1" dirty="0">
                  <a:solidFill>
                    <a:srgbClr val="C01920"/>
                  </a:solidFill>
                  <a:latin typeface="+mn-lt"/>
                  <a:ea typeface="楷体" pitchFamily="49" charset="-122"/>
                </a:rPr>
                <a:t>为无符号，高位补</a:t>
              </a:r>
              <a:r>
                <a:rPr lang="en-US" altLang="zh-CN" sz="1600" b="1" dirty="0">
                  <a:solidFill>
                    <a:srgbClr val="C01920"/>
                  </a:solidFill>
                  <a:latin typeface="+mn-lt"/>
                  <a:ea typeface="楷体" pitchFamily="49" charset="-122"/>
                </a:rPr>
                <a:t>0</a:t>
              </a:r>
              <a:r>
                <a:rPr lang="zh-CN" altLang="zh-CN" sz="1600" b="1" dirty="0">
                  <a:solidFill>
                    <a:srgbClr val="C01920"/>
                  </a:solidFill>
                  <a:latin typeface="+mn-lt"/>
                  <a:ea typeface="楷体" pitchFamily="49" charset="-122"/>
                </a:rPr>
                <a:t>），其对应的十进制整数为</a:t>
              </a:r>
              <a:r>
                <a:rPr lang="en-US" altLang="zh-CN" sz="1600" b="1" dirty="0">
                  <a:solidFill>
                    <a:srgbClr val="C01920"/>
                  </a:solidFill>
                  <a:latin typeface="+mn-lt"/>
                  <a:ea typeface="楷体" pitchFamily="49" charset="-122"/>
                </a:rPr>
                <a:t>65535</a:t>
              </a:r>
              <a:r>
                <a:rPr lang="zh-CN" altLang="en-US" sz="1600" b="1" dirty="0">
                  <a:solidFill>
                    <a:srgbClr val="C01920"/>
                  </a:solidFill>
                  <a:latin typeface="+mn-lt"/>
                  <a:ea typeface="楷体" pitchFamily="49" charset="-122"/>
                </a:rPr>
                <a:t>。</a:t>
              </a:r>
              <a:endParaRPr lang="zh-CN" altLang="en-US" sz="1800" b="1" dirty="0">
                <a:solidFill>
                  <a:srgbClr val="C01920"/>
                </a:solidFill>
                <a:latin typeface="+mn-lt"/>
                <a:ea typeface="楷体" pitchFamily="49" charset="-122"/>
              </a:endParaRPr>
            </a:p>
          </p:txBody>
        </p:sp>
      </p:grpSp>
      <p:grpSp>
        <p:nvGrpSpPr>
          <p:cNvPr id="29" name="组合 28"/>
          <p:cNvGrpSpPr/>
          <p:nvPr/>
        </p:nvGrpSpPr>
        <p:grpSpPr>
          <a:xfrm>
            <a:off x="5675675" y="1761094"/>
            <a:ext cx="4740805" cy="1667907"/>
            <a:chOff x="4223683" y="1617077"/>
            <a:chExt cx="4740805" cy="1667907"/>
          </a:xfrm>
        </p:grpSpPr>
        <p:sp>
          <p:nvSpPr>
            <p:cNvPr id="27" name="TextBox 26"/>
            <p:cNvSpPr txBox="1"/>
            <p:nvPr/>
          </p:nvSpPr>
          <p:spPr>
            <a:xfrm>
              <a:off x="4223683" y="1617077"/>
              <a:ext cx="2304256" cy="400110"/>
            </a:xfrm>
            <a:prstGeom prst="rect">
              <a:avLst/>
            </a:prstGeom>
            <a:noFill/>
          </p:spPr>
          <p:txBody>
            <a:bodyPr wrap="square" rtlCol="0">
              <a:spAutoFit/>
            </a:bodyPr>
            <a:lstStyle/>
            <a:p>
              <a:r>
                <a:rPr lang="en-US" altLang="zh-CN" sz="2000" dirty="0" err="1">
                  <a:solidFill>
                    <a:srgbClr val="C01920"/>
                  </a:solidFill>
                </a:rPr>
                <a:t>printf</a:t>
              </a:r>
              <a:r>
                <a:rPr lang="en-US" altLang="zh-CN" sz="2000" dirty="0">
                  <a:solidFill>
                    <a:srgbClr val="C01920"/>
                  </a:solidFill>
                </a:rPr>
                <a:t>("u = %u\</a:t>
              </a:r>
              <a:r>
                <a:rPr lang="en-US" altLang="zh-CN" sz="2000" dirty="0" err="1">
                  <a:solidFill>
                    <a:srgbClr val="C01920"/>
                  </a:solidFill>
                </a:rPr>
                <a:t>t",u</a:t>
              </a:r>
              <a:r>
                <a:rPr lang="en-US" altLang="zh-CN" sz="2000" dirty="0">
                  <a:solidFill>
                    <a:srgbClr val="C01920"/>
                  </a:solidFill>
                </a:rPr>
                <a:t>);</a:t>
              </a:r>
              <a:endParaRPr lang="zh-CN" altLang="en-US" sz="2000" dirty="0">
                <a:solidFill>
                  <a:srgbClr val="C01920"/>
                </a:solidFill>
              </a:endParaRPr>
            </a:p>
          </p:txBody>
        </p:sp>
        <p:sp>
          <p:nvSpPr>
            <p:cNvPr id="28" name="AutoShape 34"/>
            <p:cNvSpPr>
              <a:spLocks noChangeArrowheads="1"/>
            </p:cNvSpPr>
            <p:nvPr/>
          </p:nvSpPr>
          <p:spPr bwMode="auto">
            <a:xfrm>
              <a:off x="5724128" y="2348880"/>
              <a:ext cx="3240360" cy="936104"/>
            </a:xfrm>
            <a:prstGeom prst="wedgeRoundRectCallout">
              <a:avLst>
                <a:gd name="adj1" fmla="val -58444"/>
                <a:gd name="adj2" fmla="val -95464"/>
                <a:gd name="adj3" fmla="val 16667"/>
              </a:avLst>
            </a:prstGeom>
            <a:gradFill flip="none" rotWithShape="1">
              <a:gsLst>
                <a:gs pos="0">
                  <a:srgbClr val="CFCFD1"/>
                </a:gs>
                <a:gs pos="100000">
                  <a:schemeClr val="bg1">
                    <a:lumMod val="95000"/>
                  </a:schemeClr>
                </a:gs>
              </a:gsLst>
              <a:lin ang="13500000" scaled="1"/>
              <a:tileRect/>
            </a:gradFill>
            <a:ln w="19050">
              <a:solidFill>
                <a:schemeClr val="tx1"/>
              </a:solidFill>
              <a:miter lim="800000"/>
              <a:headEnd/>
              <a:tailEnd/>
            </a:ln>
            <a:effectLst>
              <a:outerShdw dist="107763" dir="2700000" algn="ctr" rotWithShape="0">
                <a:schemeClr val="bg2">
                  <a:alpha val="50000"/>
                </a:schemeClr>
              </a:outerShdw>
            </a:effectLst>
          </p:spPr>
          <p:txBody>
            <a:bodyPr/>
            <a:lstStyle/>
            <a:p>
              <a:r>
                <a:rPr lang="zh-CN" altLang="en-US" sz="1600" b="1" dirty="0">
                  <a:solidFill>
                    <a:srgbClr val="C01920"/>
                  </a:solidFill>
                  <a:latin typeface="+mn-lt"/>
                  <a:ea typeface="楷体" pitchFamily="49" charset="-122"/>
                </a:rPr>
                <a:t>将</a:t>
              </a:r>
              <a:r>
                <a:rPr lang="en-US" altLang="zh-CN" sz="1600" b="1" dirty="0">
                  <a:solidFill>
                    <a:srgbClr val="C01920"/>
                  </a:solidFill>
                  <a:latin typeface="+mn-lt"/>
                  <a:ea typeface="楷体" pitchFamily="49" charset="-122"/>
                </a:rPr>
                <a:t>u</a:t>
              </a:r>
              <a:r>
                <a:rPr lang="zh-CN" altLang="en-US" sz="1600" b="1" dirty="0">
                  <a:solidFill>
                    <a:srgbClr val="C01920"/>
                  </a:solidFill>
                  <a:latin typeface="+mn-lt"/>
                  <a:ea typeface="楷体" pitchFamily="49" charset="-122"/>
                </a:rPr>
                <a:t>的内存值</a:t>
              </a:r>
              <a:r>
                <a:rPr lang="en-US" altLang="zh-CN" sz="1600" b="1" dirty="0">
                  <a:solidFill>
                    <a:srgbClr val="C01920"/>
                  </a:solidFill>
                  <a:latin typeface="+mn-lt"/>
                  <a:ea typeface="楷体" pitchFamily="49" charset="-122"/>
                </a:rPr>
                <a:t>0xffffffff</a:t>
              </a:r>
              <a:r>
                <a:rPr lang="zh-CN" altLang="en-US" sz="1600" b="1" dirty="0">
                  <a:solidFill>
                    <a:srgbClr val="C01920"/>
                  </a:solidFill>
                  <a:latin typeface="+mn-lt"/>
                  <a:ea typeface="楷体" pitchFamily="49" charset="-122"/>
                </a:rPr>
                <a:t>以</a:t>
              </a:r>
              <a:r>
                <a:rPr lang="en-US" altLang="zh-CN" sz="1600" b="1" dirty="0">
                  <a:solidFill>
                    <a:srgbClr val="C01920"/>
                  </a:solidFill>
                  <a:latin typeface="+mn-lt"/>
                  <a:ea typeface="楷体" pitchFamily="49" charset="-122"/>
                </a:rPr>
                <a:t>4</a:t>
              </a:r>
              <a:r>
                <a:rPr lang="zh-CN" altLang="en-US" sz="1600" b="1" dirty="0">
                  <a:solidFill>
                    <a:srgbClr val="C01920"/>
                  </a:solidFill>
                  <a:latin typeface="+mn-lt"/>
                  <a:ea typeface="楷体" pitchFamily="49" charset="-122"/>
                </a:rPr>
                <a:t>个字节十进制无符号形式输出，对应的十进制整数为</a:t>
              </a:r>
              <a:r>
                <a:rPr lang="en-US" altLang="zh-CN" sz="1600" b="1" dirty="0">
                  <a:solidFill>
                    <a:srgbClr val="C01920"/>
                  </a:solidFill>
                  <a:latin typeface="+mn-lt"/>
                  <a:ea typeface="楷体" pitchFamily="49" charset="-122"/>
                </a:rPr>
                <a:t>4294967295</a:t>
              </a:r>
              <a:r>
                <a:rPr lang="zh-CN" altLang="en-US" sz="1800" b="1" dirty="0">
                  <a:solidFill>
                    <a:srgbClr val="C01920"/>
                  </a:solidFill>
                  <a:latin typeface="+mn-lt"/>
                  <a:ea typeface="楷体_GB2312" pitchFamily="49" charset="-122"/>
                </a:rPr>
                <a:t>。</a:t>
              </a:r>
            </a:p>
          </p:txBody>
        </p:sp>
      </p:grpSp>
      <p:grpSp>
        <p:nvGrpSpPr>
          <p:cNvPr id="32" name="组合 31"/>
          <p:cNvGrpSpPr/>
          <p:nvPr/>
        </p:nvGrpSpPr>
        <p:grpSpPr>
          <a:xfrm>
            <a:off x="5627113" y="2072572"/>
            <a:ext cx="4789367" cy="1644461"/>
            <a:chOff x="4175121" y="1928555"/>
            <a:chExt cx="4789367" cy="1644461"/>
          </a:xfrm>
        </p:grpSpPr>
        <p:sp>
          <p:nvSpPr>
            <p:cNvPr id="30" name="TextBox 29"/>
            <p:cNvSpPr txBox="1"/>
            <p:nvPr/>
          </p:nvSpPr>
          <p:spPr>
            <a:xfrm>
              <a:off x="4175121" y="1928555"/>
              <a:ext cx="2520280" cy="400110"/>
            </a:xfrm>
            <a:prstGeom prst="rect">
              <a:avLst/>
            </a:prstGeom>
            <a:noFill/>
          </p:spPr>
          <p:txBody>
            <a:bodyPr wrap="square" rtlCol="0">
              <a:spAutoFit/>
            </a:bodyPr>
            <a:lstStyle/>
            <a:p>
              <a:r>
                <a:rPr lang="en-US" altLang="zh-CN" sz="2000" dirty="0">
                  <a:solidFill>
                    <a:srgbClr val="C01920"/>
                  </a:solidFill>
                </a:rPr>
                <a:t> </a:t>
              </a:r>
              <a:r>
                <a:rPr lang="en-US" altLang="zh-CN" sz="2000" dirty="0" err="1">
                  <a:solidFill>
                    <a:srgbClr val="C01920"/>
                  </a:solidFill>
                </a:rPr>
                <a:t>printf</a:t>
              </a:r>
              <a:r>
                <a:rPr lang="en-US" altLang="zh-CN" sz="2000" dirty="0">
                  <a:solidFill>
                    <a:srgbClr val="C01920"/>
                  </a:solidFill>
                </a:rPr>
                <a:t>("d = %ld\</a:t>
              </a:r>
              <a:r>
                <a:rPr lang="en-US" altLang="zh-CN" sz="2000" dirty="0" err="1">
                  <a:solidFill>
                    <a:srgbClr val="C01920"/>
                  </a:solidFill>
                </a:rPr>
                <a:t>t",d</a:t>
              </a:r>
              <a:r>
                <a:rPr lang="en-US" altLang="zh-CN" sz="2000" dirty="0">
                  <a:solidFill>
                    <a:srgbClr val="C01920"/>
                  </a:solidFill>
                </a:rPr>
                <a:t>);</a:t>
              </a:r>
              <a:endParaRPr lang="zh-CN" altLang="en-US" sz="2000" dirty="0">
                <a:solidFill>
                  <a:srgbClr val="C01920"/>
                </a:solidFill>
              </a:endParaRPr>
            </a:p>
          </p:txBody>
        </p:sp>
        <p:sp>
          <p:nvSpPr>
            <p:cNvPr id="31" name="AutoShape 34"/>
            <p:cNvSpPr>
              <a:spLocks noChangeArrowheads="1"/>
            </p:cNvSpPr>
            <p:nvPr/>
          </p:nvSpPr>
          <p:spPr bwMode="auto">
            <a:xfrm>
              <a:off x="5724128" y="2636912"/>
              <a:ext cx="3240360" cy="936104"/>
            </a:xfrm>
            <a:prstGeom prst="wedgeRoundRectCallout">
              <a:avLst>
                <a:gd name="adj1" fmla="val -58444"/>
                <a:gd name="adj2" fmla="val -95464"/>
                <a:gd name="adj3" fmla="val 16667"/>
              </a:avLst>
            </a:prstGeom>
            <a:gradFill flip="none" rotWithShape="1">
              <a:gsLst>
                <a:gs pos="0">
                  <a:srgbClr val="CFCFD1"/>
                </a:gs>
                <a:gs pos="100000">
                  <a:schemeClr val="bg1">
                    <a:lumMod val="95000"/>
                  </a:schemeClr>
                </a:gs>
              </a:gsLst>
              <a:lin ang="13500000" scaled="1"/>
              <a:tileRect/>
            </a:gradFill>
            <a:ln w="19050">
              <a:solidFill>
                <a:srgbClr val="002060"/>
              </a:solidFill>
              <a:miter lim="800000"/>
              <a:headEnd/>
              <a:tailEnd/>
            </a:ln>
            <a:effectLst>
              <a:outerShdw dist="107763" dir="2700000" algn="ctr" rotWithShape="0">
                <a:schemeClr val="bg2">
                  <a:alpha val="50000"/>
                </a:schemeClr>
              </a:outerShdw>
            </a:effectLst>
          </p:spPr>
          <p:txBody>
            <a:bodyPr/>
            <a:lstStyle/>
            <a:p>
              <a:r>
                <a:rPr lang="zh-CN" altLang="en-US" sz="1600" b="1" dirty="0">
                  <a:solidFill>
                    <a:srgbClr val="C01920"/>
                  </a:solidFill>
                  <a:latin typeface="+mn-lt"/>
                  <a:ea typeface="楷体" pitchFamily="49" charset="-122"/>
                </a:rPr>
                <a:t>将</a:t>
              </a:r>
              <a:r>
                <a:rPr lang="en-US" altLang="zh-CN" sz="1600" b="1" dirty="0">
                  <a:solidFill>
                    <a:srgbClr val="C01920"/>
                  </a:solidFill>
                  <a:latin typeface="+mn-lt"/>
                  <a:ea typeface="楷体" pitchFamily="49" charset="-122"/>
                </a:rPr>
                <a:t>d</a:t>
              </a:r>
              <a:r>
                <a:rPr lang="zh-CN" altLang="en-US" sz="1600" b="1" dirty="0">
                  <a:solidFill>
                    <a:srgbClr val="C01920"/>
                  </a:solidFill>
                  <a:latin typeface="+mn-lt"/>
                  <a:ea typeface="楷体" pitchFamily="49" charset="-122"/>
                </a:rPr>
                <a:t>的内存值</a:t>
              </a:r>
              <a:r>
                <a:rPr lang="en-US" altLang="zh-CN" sz="1600" b="1" dirty="0">
                  <a:solidFill>
                    <a:srgbClr val="C01920"/>
                  </a:solidFill>
                  <a:latin typeface="+mn-lt"/>
                  <a:ea typeface="楷体" pitchFamily="49" charset="-122"/>
                </a:rPr>
                <a:t>0x0000ffff</a:t>
              </a:r>
              <a:r>
                <a:rPr lang="zh-CN" altLang="en-US" sz="1600" b="1" dirty="0">
                  <a:solidFill>
                    <a:srgbClr val="C01920"/>
                  </a:solidFill>
                  <a:latin typeface="+mn-lt"/>
                  <a:ea typeface="楷体" pitchFamily="49" charset="-122"/>
                </a:rPr>
                <a:t>以十进制有符号长整型形式输出，对应的十进制整数为</a:t>
              </a:r>
              <a:r>
                <a:rPr lang="en-US" altLang="zh-CN" sz="1600" b="1" dirty="0">
                  <a:solidFill>
                    <a:srgbClr val="C01920"/>
                  </a:solidFill>
                  <a:latin typeface="+mn-lt"/>
                  <a:ea typeface="楷体" pitchFamily="49" charset="-122"/>
                </a:rPr>
                <a:t>65535</a:t>
              </a:r>
              <a:r>
                <a:rPr lang="zh-CN" altLang="en-US" sz="1800" b="1" dirty="0">
                  <a:solidFill>
                    <a:srgbClr val="C01920"/>
                  </a:solidFill>
                  <a:latin typeface="+mn-lt"/>
                  <a:ea typeface="楷体_GB2312" pitchFamily="49" charset="-122"/>
                </a:rPr>
                <a:t>。</a:t>
              </a:r>
            </a:p>
          </p:txBody>
        </p:sp>
      </p:grpSp>
      <p:grpSp>
        <p:nvGrpSpPr>
          <p:cNvPr id="44" name="组合 43"/>
          <p:cNvGrpSpPr/>
          <p:nvPr/>
        </p:nvGrpSpPr>
        <p:grpSpPr>
          <a:xfrm>
            <a:off x="5627113" y="2369096"/>
            <a:ext cx="4789367" cy="1707977"/>
            <a:chOff x="4175121" y="2225079"/>
            <a:chExt cx="4789367" cy="1707977"/>
          </a:xfrm>
        </p:grpSpPr>
        <p:sp>
          <p:nvSpPr>
            <p:cNvPr id="33" name="TextBox 32"/>
            <p:cNvSpPr txBox="1"/>
            <p:nvPr/>
          </p:nvSpPr>
          <p:spPr>
            <a:xfrm>
              <a:off x="4175121" y="2225079"/>
              <a:ext cx="2520280" cy="400110"/>
            </a:xfrm>
            <a:prstGeom prst="rect">
              <a:avLst/>
            </a:prstGeom>
            <a:noFill/>
          </p:spPr>
          <p:txBody>
            <a:bodyPr wrap="square" rtlCol="0">
              <a:spAutoFit/>
            </a:bodyPr>
            <a:lstStyle/>
            <a:p>
              <a:r>
                <a:rPr lang="en-US" altLang="zh-CN" sz="2000" dirty="0">
                  <a:solidFill>
                    <a:srgbClr val="C01920"/>
                  </a:solidFill>
                </a:rPr>
                <a:t> </a:t>
              </a:r>
              <a:r>
                <a:rPr lang="en-US" altLang="zh-CN" sz="2000" dirty="0" err="1">
                  <a:solidFill>
                    <a:srgbClr val="C01920"/>
                  </a:solidFill>
                </a:rPr>
                <a:t>printf</a:t>
              </a:r>
              <a:r>
                <a:rPr lang="en-US" altLang="zh-CN" sz="2000" dirty="0">
                  <a:solidFill>
                    <a:srgbClr val="C01920"/>
                  </a:solidFill>
                </a:rPr>
                <a:t>("e = %ld\</a:t>
              </a:r>
              <a:r>
                <a:rPr lang="en-US" altLang="zh-CN" sz="2000" dirty="0" err="1">
                  <a:solidFill>
                    <a:srgbClr val="C01920"/>
                  </a:solidFill>
                </a:rPr>
                <a:t>n",e</a:t>
              </a:r>
              <a:r>
                <a:rPr lang="en-US" altLang="zh-CN" sz="2000" dirty="0">
                  <a:solidFill>
                    <a:srgbClr val="C01920"/>
                  </a:solidFill>
                </a:rPr>
                <a:t>);</a:t>
              </a:r>
            </a:p>
          </p:txBody>
        </p:sp>
        <p:sp>
          <p:nvSpPr>
            <p:cNvPr id="34" name="AutoShape 34"/>
            <p:cNvSpPr>
              <a:spLocks noChangeArrowheads="1"/>
            </p:cNvSpPr>
            <p:nvPr/>
          </p:nvSpPr>
          <p:spPr bwMode="auto">
            <a:xfrm>
              <a:off x="5724128" y="2996952"/>
              <a:ext cx="3240360" cy="936104"/>
            </a:xfrm>
            <a:prstGeom prst="wedgeRoundRectCallout">
              <a:avLst>
                <a:gd name="adj1" fmla="val -58444"/>
                <a:gd name="adj2" fmla="val -95464"/>
                <a:gd name="adj3" fmla="val 16667"/>
              </a:avLst>
            </a:prstGeom>
            <a:gradFill flip="none" rotWithShape="1">
              <a:gsLst>
                <a:gs pos="0">
                  <a:srgbClr val="CFCFD1"/>
                </a:gs>
                <a:gs pos="100000">
                  <a:schemeClr val="bg1">
                    <a:lumMod val="95000"/>
                  </a:schemeClr>
                </a:gs>
              </a:gsLst>
              <a:lin ang="13500000" scaled="1"/>
              <a:tileRect/>
            </a:gradFill>
            <a:ln w="19050">
              <a:solidFill>
                <a:srgbClr val="002060"/>
              </a:solidFill>
              <a:miter lim="800000"/>
              <a:headEnd/>
              <a:tailEnd/>
            </a:ln>
            <a:effectLst>
              <a:outerShdw dist="107763" dir="2700000" algn="ctr" rotWithShape="0">
                <a:schemeClr val="bg2">
                  <a:alpha val="50000"/>
                </a:schemeClr>
              </a:outerShdw>
            </a:effectLst>
          </p:spPr>
          <p:txBody>
            <a:bodyPr/>
            <a:lstStyle/>
            <a:p>
              <a:r>
                <a:rPr lang="zh-CN" altLang="en-US" sz="1600" b="1" dirty="0">
                  <a:solidFill>
                    <a:srgbClr val="C01920"/>
                  </a:solidFill>
                  <a:latin typeface="+mn-lt"/>
                  <a:ea typeface="楷体" pitchFamily="49" charset="-122"/>
                </a:rPr>
                <a:t>将</a:t>
              </a:r>
              <a:r>
                <a:rPr lang="en-US" altLang="zh-CN" sz="1600" b="1" dirty="0">
                  <a:solidFill>
                    <a:srgbClr val="C01920"/>
                  </a:solidFill>
                  <a:latin typeface="+mn-lt"/>
                  <a:ea typeface="楷体" pitchFamily="49" charset="-122"/>
                </a:rPr>
                <a:t>e</a:t>
              </a:r>
              <a:r>
                <a:rPr lang="zh-CN" altLang="en-US" sz="1600" b="1" dirty="0">
                  <a:solidFill>
                    <a:srgbClr val="C01920"/>
                  </a:solidFill>
                  <a:latin typeface="+mn-lt"/>
                  <a:ea typeface="楷体" pitchFamily="49" charset="-122"/>
                </a:rPr>
                <a:t>的内存值</a:t>
              </a:r>
              <a:r>
                <a:rPr lang="en-US" altLang="zh-CN" sz="1600" b="1" dirty="0">
                  <a:solidFill>
                    <a:srgbClr val="C01920"/>
                  </a:solidFill>
                  <a:latin typeface="+mn-lt"/>
                  <a:ea typeface="楷体" pitchFamily="49" charset="-122"/>
                </a:rPr>
                <a:t>0xffffffff</a:t>
              </a:r>
              <a:r>
                <a:rPr lang="zh-CN" altLang="en-US" sz="1600" b="1" dirty="0">
                  <a:solidFill>
                    <a:srgbClr val="C01920"/>
                  </a:solidFill>
                  <a:latin typeface="+mn-lt"/>
                  <a:ea typeface="楷体" pitchFamily="49" charset="-122"/>
                </a:rPr>
                <a:t>以十进制有符号长整型形式输出，对应的十进制整数为</a:t>
              </a:r>
              <a:r>
                <a:rPr lang="en-US" altLang="zh-CN" sz="1600" b="1" dirty="0">
                  <a:solidFill>
                    <a:srgbClr val="C01920"/>
                  </a:solidFill>
                  <a:latin typeface="+mn-lt"/>
                  <a:ea typeface="楷体" pitchFamily="49" charset="-122"/>
                </a:rPr>
                <a:t>-1</a:t>
              </a:r>
              <a:r>
                <a:rPr lang="zh-CN" altLang="en-US" sz="1800" b="1" dirty="0">
                  <a:solidFill>
                    <a:srgbClr val="C01920"/>
                  </a:solidFill>
                  <a:latin typeface="+mn-lt"/>
                  <a:ea typeface="楷体_GB2312" pitchFamily="49" charset="-122"/>
                </a:rPr>
                <a:t>。</a:t>
              </a:r>
            </a:p>
          </p:txBody>
        </p:sp>
      </p:grpSp>
      <p:grpSp>
        <p:nvGrpSpPr>
          <p:cNvPr id="37" name="组合 36"/>
          <p:cNvGrpSpPr/>
          <p:nvPr/>
        </p:nvGrpSpPr>
        <p:grpSpPr>
          <a:xfrm>
            <a:off x="5483097" y="2680574"/>
            <a:ext cx="4933383" cy="1396499"/>
            <a:chOff x="4031105" y="2536557"/>
            <a:chExt cx="4933383" cy="1396499"/>
          </a:xfrm>
        </p:grpSpPr>
        <p:sp>
          <p:nvSpPr>
            <p:cNvPr id="35" name="TextBox 34"/>
            <p:cNvSpPr txBox="1"/>
            <p:nvPr/>
          </p:nvSpPr>
          <p:spPr>
            <a:xfrm>
              <a:off x="4031105" y="2536557"/>
              <a:ext cx="2520280" cy="400110"/>
            </a:xfrm>
            <a:prstGeom prst="rect">
              <a:avLst/>
            </a:prstGeom>
            <a:noFill/>
          </p:spPr>
          <p:txBody>
            <a:bodyPr wrap="square" rtlCol="0">
              <a:spAutoFit/>
            </a:bodyPr>
            <a:lstStyle/>
            <a:p>
              <a:pPr indent="190500">
                <a:tabLst>
                  <a:tab pos="800100" algn="l"/>
                </a:tabLst>
              </a:pPr>
              <a:r>
                <a:rPr lang="en-US" altLang="zh-CN" sz="2000" dirty="0" err="1">
                  <a:solidFill>
                    <a:srgbClr val="C01920"/>
                  </a:solidFill>
                </a:rPr>
                <a:t>printf</a:t>
              </a:r>
              <a:r>
                <a:rPr lang="en-US" altLang="zh-CN" sz="2000" dirty="0">
                  <a:solidFill>
                    <a:srgbClr val="C01920"/>
                  </a:solidFill>
                </a:rPr>
                <a:t>("f = %f\</a:t>
              </a:r>
              <a:r>
                <a:rPr lang="en-US" altLang="zh-CN" sz="2000" dirty="0" err="1">
                  <a:solidFill>
                    <a:srgbClr val="C01920"/>
                  </a:solidFill>
                </a:rPr>
                <a:t>n",f</a:t>
              </a:r>
              <a:r>
                <a:rPr lang="en-US" altLang="zh-CN" sz="2000" dirty="0">
                  <a:solidFill>
                    <a:srgbClr val="C01920"/>
                  </a:solidFill>
                </a:rPr>
                <a:t>);</a:t>
              </a:r>
            </a:p>
          </p:txBody>
        </p:sp>
        <p:sp>
          <p:nvSpPr>
            <p:cNvPr id="36" name="AutoShape 34"/>
            <p:cNvSpPr>
              <a:spLocks noChangeArrowheads="1"/>
            </p:cNvSpPr>
            <p:nvPr/>
          </p:nvSpPr>
          <p:spPr bwMode="auto">
            <a:xfrm>
              <a:off x="5724128" y="3212976"/>
              <a:ext cx="3240360" cy="720080"/>
            </a:xfrm>
            <a:prstGeom prst="wedgeRoundRectCallout">
              <a:avLst>
                <a:gd name="adj1" fmla="val -58444"/>
                <a:gd name="adj2" fmla="val -95464"/>
                <a:gd name="adj3" fmla="val 16667"/>
              </a:avLst>
            </a:prstGeom>
            <a:gradFill flip="none" rotWithShape="1">
              <a:gsLst>
                <a:gs pos="0">
                  <a:srgbClr val="CFCFD1"/>
                </a:gs>
                <a:gs pos="100000">
                  <a:schemeClr val="bg1">
                    <a:lumMod val="95000"/>
                  </a:schemeClr>
                </a:gs>
              </a:gsLst>
              <a:lin ang="13500000" scaled="1"/>
              <a:tileRect/>
            </a:gradFill>
            <a:ln w="19050">
              <a:solidFill>
                <a:srgbClr val="002060"/>
              </a:solidFill>
              <a:miter lim="800000"/>
              <a:headEnd/>
              <a:tailEnd/>
            </a:ln>
            <a:effectLst>
              <a:outerShdw dist="107763" dir="2700000" algn="ctr" rotWithShape="0">
                <a:schemeClr val="bg2">
                  <a:alpha val="50000"/>
                </a:schemeClr>
              </a:outerShdw>
            </a:effectLst>
          </p:spPr>
          <p:txBody>
            <a:bodyPr/>
            <a:lstStyle/>
            <a:p>
              <a:r>
                <a:rPr lang="zh-CN" altLang="en-US" sz="1600" b="1" dirty="0">
                  <a:solidFill>
                    <a:srgbClr val="C01920"/>
                  </a:solidFill>
                  <a:latin typeface="+mn-lt"/>
                  <a:ea typeface="楷体" pitchFamily="49" charset="-122"/>
                </a:rPr>
                <a:t>将</a:t>
              </a:r>
              <a:r>
                <a:rPr lang="en-US" altLang="zh-CN" sz="1600" b="1" dirty="0">
                  <a:solidFill>
                    <a:srgbClr val="C01920"/>
                  </a:solidFill>
                  <a:latin typeface="+mn-lt"/>
                  <a:ea typeface="楷体" pitchFamily="49" charset="-122"/>
                </a:rPr>
                <a:t>f</a:t>
              </a:r>
              <a:r>
                <a:rPr lang="zh-CN" altLang="en-US" sz="1600" b="1" dirty="0">
                  <a:solidFill>
                    <a:srgbClr val="C01920"/>
                  </a:solidFill>
                  <a:latin typeface="+mn-lt"/>
                  <a:ea typeface="楷体" pitchFamily="49" charset="-122"/>
                </a:rPr>
                <a:t>的内存值以单精度浮点型形式输出，输出时保留小数点后</a:t>
              </a:r>
              <a:r>
                <a:rPr lang="en-US" altLang="zh-CN" sz="1600" b="1" dirty="0">
                  <a:solidFill>
                    <a:srgbClr val="C01920"/>
                  </a:solidFill>
                  <a:latin typeface="+mn-lt"/>
                  <a:ea typeface="楷体" pitchFamily="49" charset="-122"/>
                </a:rPr>
                <a:t>6</a:t>
              </a:r>
              <a:r>
                <a:rPr lang="zh-CN" altLang="en-US" sz="1600" b="1" dirty="0">
                  <a:solidFill>
                    <a:srgbClr val="C01920"/>
                  </a:solidFill>
                  <a:latin typeface="+mn-lt"/>
                  <a:ea typeface="楷体" pitchFamily="49" charset="-122"/>
                </a:rPr>
                <a:t>位</a:t>
              </a:r>
              <a:r>
                <a:rPr lang="zh-CN" altLang="en-US" sz="1800" b="1" dirty="0">
                  <a:solidFill>
                    <a:srgbClr val="C01920"/>
                  </a:solidFill>
                  <a:latin typeface="+mn-lt"/>
                  <a:ea typeface="楷体_GB2312" pitchFamily="49" charset="-122"/>
                </a:rPr>
                <a:t>。</a:t>
              </a:r>
            </a:p>
          </p:txBody>
        </p:sp>
      </p:grpSp>
      <p:grpSp>
        <p:nvGrpSpPr>
          <p:cNvPr id="40" name="组合 39"/>
          <p:cNvGrpSpPr/>
          <p:nvPr/>
        </p:nvGrpSpPr>
        <p:grpSpPr>
          <a:xfrm>
            <a:off x="5483097" y="2996952"/>
            <a:ext cx="4933383" cy="1728192"/>
            <a:chOff x="4031105" y="2852936"/>
            <a:chExt cx="4933383" cy="1728192"/>
          </a:xfrm>
        </p:grpSpPr>
        <p:sp>
          <p:nvSpPr>
            <p:cNvPr id="38" name="TextBox 37"/>
            <p:cNvSpPr txBox="1"/>
            <p:nvPr/>
          </p:nvSpPr>
          <p:spPr>
            <a:xfrm>
              <a:off x="4031105" y="2852936"/>
              <a:ext cx="4824536" cy="400110"/>
            </a:xfrm>
            <a:prstGeom prst="rect">
              <a:avLst/>
            </a:prstGeom>
            <a:noFill/>
          </p:spPr>
          <p:txBody>
            <a:bodyPr wrap="square" rtlCol="0">
              <a:spAutoFit/>
            </a:bodyPr>
            <a:lstStyle/>
            <a:p>
              <a:pPr indent="190500">
                <a:tabLst>
                  <a:tab pos="800100" algn="l"/>
                </a:tabLst>
              </a:pPr>
              <a:r>
                <a:rPr lang="en-US" altLang="zh-CN" sz="2000" dirty="0" err="1">
                  <a:solidFill>
                    <a:srgbClr val="C01920"/>
                  </a:solidFill>
                </a:rPr>
                <a:t>printf</a:t>
              </a:r>
              <a:r>
                <a:rPr lang="en-US" altLang="zh-CN" sz="2000" dirty="0">
                  <a:solidFill>
                    <a:srgbClr val="C01920"/>
                  </a:solidFill>
                </a:rPr>
                <a:t>("</a:t>
              </a:r>
              <a:r>
                <a:rPr lang="en-US" altLang="zh-CN" sz="2000" dirty="0" err="1">
                  <a:solidFill>
                    <a:srgbClr val="C01920"/>
                  </a:solidFill>
                </a:rPr>
                <a:t>ch</a:t>
              </a:r>
              <a:r>
                <a:rPr lang="en-US" altLang="zh-CN" sz="2000" dirty="0">
                  <a:solidFill>
                    <a:srgbClr val="C01920"/>
                  </a:solidFill>
                </a:rPr>
                <a:t> is %c and value is %d\</a:t>
              </a:r>
              <a:r>
                <a:rPr lang="en-US" altLang="zh-CN" sz="2000" dirty="0" err="1">
                  <a:solidFill>
                    <a:srgbClr val="C01920"/>
                  </a:solidFill>
                </a:rPr>
                <a:t>n",ch,ch</a:t>
              </a:r>
              <a:r>
                <a:rPr lang="en-US" altLang="zh-CN" sz="2000" dirty="0">
                  <a:solidFill>
                    <a:srgbClr val="C01920"/>
                  </a:solidFill>
                </a:rPr>
                <a:t>);</a:t>
              </a:r>
            </a:p>
          </p:txBody>
        </p:sp>
        <p:sp>
          <p:nvSpPr>
            <p:cNvPr id="39" name="AutoShape 34"/>
            <p:cNvSpPr>
              <a:spLocks noChangeArrowheads="1"/>
            </p:cNvSpPr>
            <p:nvPr/>
          </p:nvSpPr>
          <p:spPr bwMode="auto">
            <a:xfrm>
              <a:off x="4932040" y="3645024"/>
              <a:ext cx="4032448" cy="936104"/>
            </a:xfrm>
            <a:prstGeom prst="wedgeRoundRectCallout">
              <a:avLst>
                <a:gd name="adj1" fmla="val -48850"/>
                <a:gd name="adj2" fmla="val -106735"/>
                <a:gd name="adj3" fmla="val 16667"/>
              </a:avLst>
            </a:prstGeom>
            <a:gradFill flip="none" rotWithShape="1">
              <a:gsLst>
                <a:gs pos="0">
                  <a:srgbClr val="CFCFD1"/>
                </a:gs>
                <a:gs pos="100000">
                  <a:schemeClr val="bg1">
                    <a:lumMod val="95000"/>
                  </a:schemeClr>
                </a:gs>
              </a:gsLst>
              <a:lin ang="13500000" scaled="1"/>
              <a:tileRect/>
            </a:gradFill>
            <a:ln w="19050">
              <a:solidFill>
                <a:srgbClr val="002060"/>
              </a:solidFill>
              <a:miter lim="800000"/>
              <a:headEnd/>
              <a:tailEnd/>
            </a:ln>
            <a:effectLst>
              <a:outerShdw dist="107763" dir="2700000" algn="ctr" rotWithShape="0">
                <a:schemeClr val="bg2">
                  <a:alpha val="50000"/>
                </a:schemeClr>
              </a:outerShdw>
            </a:effectLst>
          </p:spPr>
          <p:txBody>
            <a:bodyPr/>
            <a:lstStyle/>
            <a:p>
              <a:r>
                <a:rPr lang="en-US" altLang="zh-CN" sz="1600" b="1" dirty="0" err="1">
                  <a:solidFill>
                    <a:srgbClr val="C01920"/>
                  </a:solidFill>
                  <a:latin typeface="+mn-lt"/>
                  <a:ea typeface="楷体" pitchFamily="49" charset="-122"/>
                </a:rPr>
                <a:t>ch</a:t>
              </a:r>
              <a:r>
                <a:rPr lang="zh-CN" altLang="zh-CN" sz="1600" b="1" dirty="0">
                  <a:solidFill>
                    <a:srgbClr val="C01920"/>
                  </a:solidFill>
                  <a:latin typeface="+mn-lt"/>
                  <a:ea typeface="楷体" pitchFamily="49" charset="-122"/>
                </a:rPr>
                <a:t>是字符型变量，可当成一个字节的整型变量看待，当用</a:t>
              </a:r>
              <a:r>
                <a:rPr lang="en-US" altLang="zh-CN" sz="1600" b="1" dirty="0">
                  <a:solidFill>
                    <a:srgbClr val="C01920"/>
                  </a:solidFill>
                  <a:latin typeface="+mn-lt"/>
                  <a:ea typeface="楷体" pitchFamily="49" charset="-122"/>
                </a:rPr>
                <a:t>%d</a:t>
              </a:r>
              <a:r>
                <a:rPr lang="zh-CN" altLang="zh-CN" sz="1600" b="1" dirty="0">
                  <a:solidFill>
                    <a:srgbClr val="C01920"/>
                  </a:solidFill>
                  <a:latin typeface="+mn-lt"/>
                  <a:ea typeface="楷体" pitchFamily="49" charset="-122"/>
                </a:rPr>
                <a:t>输出字符时，输出的是该字符</a:t>
              </a:r>
              <a:r>
                <a:rPr lang="en-US" altLang="zh-CN" sz="1600" b="1" dirty="0">
                  <a:solidFill>
                    <a:srgbClr val="C01920"/>
                  </a:solidFill>
                  <a:latin typeface="+mn-lt"/>
                  <a:ea typeface="楷体" pitchFamily="49" charset="-122"/>
                </a:rPr>
                <a:t>'A'</a:t>
              </a:r>
              <a:r>
                <a:rPr lang="zh-CN" altLang="zh-CN" sz="1600" b="1" dirty="0">
                  <a:solidFill>
                    <a:srgbClr val="C01920"/>
                  </a:solidFill>
                  <a:latin typeface="+mn-lt"/>
                  <a:ea typeface="楷体" pitchFamily="49" charset="-122"/>
                </a:rPr>
                <a:t>的</a:t>
              </a:r>
              <a:r>
                <a:rPr lang="en-US" altLang="zh-CN" sz="1600" b="1" dirty="0">
                  <a:solidFill>
                    <a:srgbClr val="C01920"/>
                  </a:solidFill>
                  <a:latin typeface="+mn-lt"/>
                  <a:ea typeface="楷体" pitchFamily="49" charset="-122"/>
                </a:rPr>
                <a:t>ASCII</a:t>
              </a:r>
              <a:r>
                <a:rPr lang="zh-CN" altLang="zh-CN" sz="1600" b="1" dirty="0">
                  <a:solidFill>
                    <a:srgbClr val="C01920"/>
                  </a:solidFill>
                  <a:latin typeface="+mn-lt"/>
                  <a:ea typeface="楷体" pitchFamily="49" charset="-122"/>
                </a:rPr>
                <a:t>码值</a:t>
              </a:r>
              <a:r>
                <a:rPr lang="en-US" altLang="zh-CN" sz="1600" b="1" dirty="0">
                  <a:solidFill>
                    <a:srgbClr val="C01920"/>
                  </a:solidFill>
                  <a:latin typeface="+mn-lt"/>
                  <a:ea typeface="楷体" pitchFamily="49" charset="-122"/>
                </a:rPr>
                <a:t>65</a:t>
              </a:r>
              <a:r>
                <a:rPr lang="zh-CN" altLang="zh-CN" sz="1600" b="1" dirty="0">
                  <a:solidFill>
                    <a:srgbClr val="C01920"/>
                  </a:solidFill>
                  <a:latin typeface="+mn-lt"/>
                  <a:ea typeface="楷体" pitchFamily="49" charset="-122"/>
                </a:rPr>
                <a:t>。</a:t>
              </a:r>
              <a:endParaRPr lang="zh-CN" altLang="en-US" sz="1800" b="1" dirty="0">
                <a:solidFill>
                  <a:srgbClr val="C01920"/>
                </a:solidFill>
                <a:latin typeface="+mn-lt"/>
                <a:ea typeface="楷体" pitchFamily="49" charset="-122"/>
              </a:endParaRPr>
            </a:p>
          </p:txBody>
        </p:sp>
      </p:grpSp>
      <p:grpSp>
        <p:nvGrpSpPr>
          <p:cNvPr id="43" name="组合 42"/>
          <p:cNvGrpSpPr/>
          <p:nvPr/>
        </p:nvGrpSpPr>
        <p:grpSpPr>
          <a:xfrm>
            <a:off x="5483097" y="3296708"/>
            <a:ext cx="4933383" cy="1716469"/>
            <a:chOff x="4031105" y="3152691"/>
            <a:chExt cx="4933383" cy="1716469"/>
          </a:xfrm>
        </p:grpSpPr>
        <p:sp>
          <p:nvSpPr>
            <p:cNvPr id="41" name="TextBox 40"/>
            <p:cNvSpPr txBox="1"/>
            <p:nvPr/>
          </p:nvSpPr>
          <p:spPr>
            <a:xfrm>
              <a:off x="4031105" y="3152691"/>
              <a:ext cx="4248472" cy="400110"/>
            </a:xfrm>
            <a:prstGeom prst="rect">
              <a:avLst/>
            </a:prstGeom>
            <a:noFill/>
          </p:spPr>
          <p:txBody>
            <a:bodyPr wrap="square" rtlCol="0">
              <a:spAutoFit/>
            </a:bodyPr>
            <a:lstStyle/>
            <a:p>
              <a:pPr indent="190500">
                <a:tabLst>
                  <a:tab pos="800100" algn="l"/>
                </a:tabLst>
              </a:pPr>
              <a:r>
                <a:rPr lang="en-US" altLang="zh-CN" sz="2000" dirty="0" err="1">
                  <a:solidFill>
                    <a:srgbClr val="C01920"/>
                  </a:solidFill>
                </a:rPr>
                <a:t>printf</a:t>
              </a:r>
              <a:r>
                <a:rPr lang="en-US" altLang="zh-CN" sz="2000" dirty="0">
                  <a:solidFill>
                    <a:srgbClr val="C01920"/>
                  </a:solidFill>
                </a:rPr>
                <a:t>("I   love C language!\</a:t>
              </a:r>
              <a:r>
                <a:rPr lang="en-US" altLang="zh-CN" sz="2000" dirty="0" err="1">
                  <a:solidFill>
                    <a:srgbClr val="C01920"/>
                  </a:solidFill>
                </a:rPr>
                <a:t>rYou</a:t>
              </a:r>
              <a:r>
                <a:rPr lang="en-US" altLang="zh-CN" sz="2000" dirty="0">
                  <a:solidFill>
                    <a:srgbClr val="C01920"/>
                  </a:solidFill>
                </a:rPr>
                <a:t>\n");</a:t>
              </a:r>
            </a:p>
          </p:txBody>
        </p:sp>
        <p:sp>
          <p:nvSpPr>
            <p:cNvPr id="42" name="AutoShape 34"/>
            <p:cNvSpPr>
              <a:spLocks noChangeArrowheads="1"/>
            </p:cNvSpPr>
            <p:nvPr/>
          </p:nvSpPr>
          <p:spPr bwMode="auto">
            <a:xfrm>
              <a:off x="4932040" y="3933056"/>
              <a:ext cx="4032448" cy="936104"/>
            </a:xfrm>
            <a:prstGeom prst="wedgeRoundRectCallout">
              <a:avLst>
                <a:gd name="adj1" fmla="val -43617"/>
                <a:gd name="adj2" fmla="val -106735"/>
                <a:gd name="adj3" fmla="val 16667"/>
              </a:avLst>
            </a:prstGeom>
            <a:gradFill flip="none" rotWithShape="1">
              <a:gsLst>
                <a:gs pos="0">
                  <a:srgbClr val="CFCFD1"/>
                </a:gs>
                <a:gs pos="100000">
                  <a:schemeClr val="bg1">
                    <a:lumMod val="95000"/>
                  </a:schemeClr>
                </a:gs>
              </a:gsLst>
              <a:lin ang="13500000" scaled="1"/>
              <a:tileRect/>
            </a:gradFill>
            <a:ln w="19050">
              <a:solidFill>
                <a:srgbClr val="002060"/>
              </a:solidFill>
              <a:miter lim="800000"/>
              <a:headEnd/>
              <a:tailEnd/>
            </a:ln>
            <a:effectLst>
              <a:outerShdw dist="107763" dir="2700000" algn="ctr" rotWithShape="0">
                <a:schemeClr val="bg2">
                  <a:alpha val="50000"/>
                </a:schemeClr>
              </a:outerShdw>
            </a:effectLst>
          </p:spPr>
          <p:txBody>
            <a:bodyPr/>
            <a:lstStyle/>
            <a:p>
              <a:r>
                <a:rPr lang="zh-CN" altLang="zh-CN" sz="1600" b="1" dirty="0">
                  <a:solidFill>
                    <a:srgbClr val="C01920"/>
                  </a:solidFill>
                  <a:latin typeface="+mn-lt"/>
                  <a:ea typeface="楷体" pitchFamily="49" charset="-122"/>
                </a:rPr>
                <a:t>当显示到</a:t>
              </a:r>
              <a:r>
                <a:rPr lang="en-US" altLang="zh-CN" sz="1600" b="1" dirty="0">
                  <a:solidFill>
                    <a:srgbClr val="C01920"/>
                  </a:solidFill>
                  <a:latin typeface="+mn-lt"/>
                  <a:ea typeface="楷体" pitchFamily="49" charset="-122"/>
                </a:rPr>
                <a:t>\r</a:t>
              </a:r>
              <a:r>
                <a:rPr lang="zh-CN" altLang="zh-CN" sz="1600" b="1" dirty="0">
                  <a:solidFill>
                    <a:srgbClr val="C01920"/>
                  </a:solidFill>
                  <a:latin typeface="+mn-lt"/>
                  <a:ea typeface="楷体" pitchFamily="49" charset="-122"/>
                </a:rPr>
                <a:t>时，光标又回到了行首，后面的“</a:t>
              </a:r>
              <a:r>
                <a:rPr lang="en-US" altLang="zh-CN" sz="1600" b="1" dirty="0">
                  <a:solidFill>
                    <a:srgbClr val="C01920"/>
                  </a:solidFill>
                  <a:latin typeface="+mn-lt"/>
                  <a:ea typeface="楷体" pitchFamily="49" charset="-122"/>
                </a:rPr>
                <a:t>You</a:t>
              </a:r>
              <a:r>
                <a:rPr lang="zh-CN" altLang="zh-CN" sz="1600" b="1" dirty="0">
                  <a:solidFill>
                    <a:srgbClr val="C01920"/>
                  </a:solidFill>
                  <a:latin typeface="+mn-lt"/>
                  <a:ea typeface="楷体" pitchFamily="49" charset="-122"/>
                </a:rPr>
                <a:t>”继续显示，覆盖了“</a:t>
              </a:r>
              <a:r>
                <a:rPr lang="en-US" altLang="zh-CN" sz="1600" b="1" dirty="0">
                  <a:solidFill>
                    <a:srgbClr val="C01920"/>
                  </a:solidFill>
                  <a:latin typeface="+mn-lt"/>
                  <a:ea typeface="楷体" pitchFamily="49" charset="-122"/>
                </a:rPr>
                <a:t>I</a:t>
              </a:r>
              <a:r>
                <a:rPr lang="zh-CN" altLang="zh-CN" sz="1600" b="1" dirty="0">
                  <a:solidFill>
                    <a:srgbClr val="C01920"/>
                  </a:solidFill>
                  <a:latin typeface="+mn-lt"/>
                  <a:ea typeface="楷体" pitchFamily="49" charset="-122"/>
                </a:rPr>
                <a:t>”以及后面的两个空格</a:t>
              </a:r>
              <a:r>
                <a:rPr lang="zh-CN" altLang="en-US" sz="1600" b="1" dirty="0">
                  <a:solidFill>
                    <a:srgbClr val="C01920"/>
                  </a:solidFill>
                  <a:latin typeface="+mn-lt"/>
                  <a:ea typeface="楷体" pitchFamily="49" charset="-122"/>
                </a:rPr>
                <a:t>。</a:t>
              </a:r>
              <a:endParaRPr lang="zh-CN" altLang="en-US" sz="1800" b="1" dirty="0">
                <a:solidFill>
                  <a:srgbClr val="C01920"/>
                </a:solidFill>
                <a:latin typeface="+mn-lt"/>
                <a:ea typeface="楷体" pitchFamily="49" charset="-122"/>
              </a:endParaRP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linds(horizontal)">
                                      <p:cBhvr>
                                        <p:cTn id="7" dur="500"/>
                                        <p:tgtEl>
                                          <p:spTgt spid="46"/>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08965"/>
                                        </p:tgtEl>
                                        <p:attrNameLst>
                                          <p:attrName>style.visibility</p:attrName>
                                        </p:attrNameLst>
                                      </p:cBhvr>
                                      <p:to>
                                        <p:strVal val="visible"/>
                                      </p:to>
                                    </p:set>
                                    <p:animEffect transition="in" filter="blinds(horizontal)">
                                      <p:cBhvr>
                                        <p:cTn id="12" dur="500"/>
                                        <p:tgtEl>
                                          <p:spTgt spid="808965"/>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808987"/>
                                        </p:tgtEl>
                                        <p:attrNameLst>
                                          <p:attrName>style.visibility</p:attrName>
                                        </p:attrNameLst>
                                      </p:cBhvr>
                                      <p:to>
                                        <p:strVal val="visible"/>
                                      </p:to>
                                    </p:set>
                                    <p:animEffect transition="in" filter="box(in)">
                                      <p:cBhvr>
                                        <p:cTn id="17" dur="500"/>
                                        <p:tgtEl>
                                          <p:spTgt spid="808987"/>
                                        </p:tgtEl>
                                      </p:cBhvr>
                                    </p:animEffect>
                                  </p:childTnLst>
                                  <p:subTnLst>
                                    <p:audio>
                                      <p:cMediaNode>
                                        <p:cTn display="0" masterRel="sameClick">
                                          <p:stCondLst>
                                            <p:cond evt="begin" delay="0">
                                              <p:tn val="15"/>
                                            </p:cond>
                                          </p:stCondLst>
                                          <p:endCondLst>
                                            <p:cond evt="onStopAudio" delay="0">
                                              <p:tgtEl>
                                                <p:sldTgt/>
                                              </p:tgtEl>
                                            </p:cond>
                                          </p:endCondLst>
                                        </p:cTn>
                                        <p:tgtEl>
                                          <p:sndTgt r:embed="rId3" name="chimes.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808989"/>
                                        </p:tgtEl>
                                        <p:attrNameLst>
                                          <p:attrName>style.visibility</p:attrName>
                                        </p:attrNameLst>
                                      </p:cBhvr>
                                      <p:to>
                                        <p:strVal val="visible"/>
                                      </p:to>
                                    </p:set>
                                    <p:animEffect transition="in" filter="box(in)">
                                      <p:cBhvr>
                                        <p:cTn id="22" dur="500"/>
                                        <p:tgtEl>
                                          <p:spTgt spid="808989"/>
                                        </p:tgtEl>
                                      </p:cBhvr>
                                    </p:animEffect>
                                  </p:childTnLst>
                                  <p:subTnLst>
                                    <p:audio>
                                      <p:cMediaNode>
                                        <p:cTn display="0" masterRel="sameClick">
                                          <p:stCondLst>
                                            <p:cond evt="begin" delay="0">
                                              <p:tn val="20"/>
                                            </p:cond>
                                          </p:stCondLst>
                                          <p:endCondLst>
                                            <p:cond evt="onStopAudio" delay="0">
                                              <p:tgtEl>
                                                <p:sldTgt/>
                                              </p:tgtEl>
                                            </p:cond>
                                          </p:endCondLst>
                                        </p:cTn>
                                        <p:tgtEl>
                                          <p:sndTgt r:embed="rId3" name="chimes.wav"/>
                                        </p:tgtEl>
                                      </p:cMediaNode>
                                    </p:audio>
                                  </p:sub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4" name="laser.wav"/>
                                        </p:tgtEl>
                                      </p:cMediaNode>
                                    </p:audio>
                                  </p:sub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500" fill="hold"/>
                                        <p:tgtEl>
                                          <p:spTgt spid="13"/>
                                        </p:tgtEl>
                                        <p:attrNameLst>
                                          <p:attrName>ppt_x</p:attrName>
                                        </p:attrNameLst>
                                      </p:cBhvr>
                                      <p:tavLst>
                                        <p:tav tm="0">
                                          <p:val>
                                            <p:strVal val="#ppt_x"/>
                                          </p:val>
                                        </p:tav>
                                        <p:tav tm="100000">
                                          <p:val>
                                            <p:strVal val="#ppt_x"/>
                                          </p:val>
                                        </p:tav>
                                      </p:tavLst>
                                    </p:anim>
                                    <p:anim calcmode="lin" valueType="num">
                                      <p:cBhvr additive="base">
                                        <p:cTn id="34" dur="500" fill="hold"/>
                                        <p:tgtEl>
                                          <p:spTgt spid="13"/>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4" name="laser.wav"/>
                                        </p:tgtEl>
                                      </p:cMediaNode>
                                    </p:audio>
                                  </p:sub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fill="hold"/>
                                        <p:tgtEl>
                                          <p:spTgt spid="14"/>
                                        </p:tgtEl>
                                        <p:attrNameLst>
                                          <p:attrName>ppt_x</p:attrName>
                                        </p:attrNameLst>
                                      </p:cBhvr>
                                      <p:tavLst>
                                        <p:tav tm="0">
                                          <p:val>
                                            <p:strVal val="#ppt_x"/>
                                          </p:val>
                                        </p:tav>
                                        <p:tav tm="100000">
                                          <p:val>
                                            <p:strVal val="#ppt_x"/>
                                          </p:val>
                                        </p:tav>
                                      </p:tavLst>
                                    </p:anim>
                                    <p:anim calcmode="lin" valueType="num">
                                      <p:cBhvr additive="base">
                                        <p:cTn id="40" dur="500" fill="hold"/>
                                        <p:tgtEl>
                                          <p:spTgt spid="1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4" name="laser.wav"/>
                                        </p:tgtEl>
                                      </p:cMediaNode>
                                    </p:audio>
                                  </p:sub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500" fill="hold"/>
                                        <p:tgtEl>
                                          <p:spTgt spid="15"/>
                                        </p:tgtEl>
                                        <p:attrNameLst>
                                          <p:attrName>ppt_x</p:attrName>
                                        </p:attrNameLst>
                                      </p:cBhvr>
                                      <p:tavLst>
                                        <p:tav tm="0">
                                          <p:val>
                                            <p:strVal val="#ppt_x"/>
                                          </p:val>
                                        </p:tav>
                                        <p:tav tm="100000">
                                          <p:val>
                                            <p:strVal val="#ppt_x"/>
                                          </p:val>
                                        </p:tav>
                                      </p:tavLst>
                                    </p:anim>
                                    <p:anim calcmode="lin" valueType="num">
                                      <p:cBhvr additive="base">
                                        <p:cTn id="46" dur="500" fill="hold"/>
                                        <p:tgtEl>
                                          <p:spTgt spid="15"/>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3"/>
                                            </p:cond>
                                          </p:stCondLst>
                                          <p:endCondLst>
                                            <p:cond evt="onStopAudio" delay="0">
                                              <p:tgtEl>
                                                <p:sldTgt/>
                                              </p:tgtEl>
                                            </p:cond>
                                          </p:endCondLst>
                                        </p:cTn>
                                        <p:tgtEl>
                                          <p:sndTgt r:embed="rId4" name="laser.wav"/>
                                        </p:tgtEl>
                                      </p:cMediaNode>
                                    </p:audio>
                                  </p:sub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additive="base">
                                        <p:cTn id="51" dur="500" fill="hold"/>
                                        <p:tgtEl>
                                          <p:spTgt spid="16"/>
                                        </p:tgtEl>
                                        <p:attrNameLst>
                                          <p:attrName>ppt_x</p:attrName>
                                        </p:attrNameLst>
                                      </p:cBhvr>
                                      <p:tavLst>
                                        <p:tav tm="0">
                                          <p:val>
                                            <p:strVal val="#ppt_x"/>
                                          </p:val>
                                        </p:tav>
                                        <p:tav tm="100000">
                                          <p:val>
                                            <p:strVal val="#ppt_x"/>
                                          </p:val>
                                        </p:tav>
                                      </p:tavLst>
                                    </p:anim>
                                    <p:anim calcmode="lin" valueType="num">
                                      <p:cBhvr additive="base">
                                        <p:cTn id="52" dur="500" fill="hold"/>
                                        <p:tgtEl>
                                          <p:spTgt spid="16"/>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9"/>
                                            </p:cond>
                                          </p:stCondLst>
                                          <p:endCondLst>
                                            <p:cond evt="onStopAudio" delay="0">
                                              <p:tgtEl>
                                                <p:sldTgt/>
                                              </p:tgtEl>
                                            </p:cond>
                                          </p:endCondLst>
                                        </p:cTn>
                                        <p:tgtEl>
                                          <p:sndTgt r:embed="rId4" name="laser.wav"/>
                                        </p:tgtEl>
                                      </p:cMediaNode>
                                    </p:audio>
                                  </p:sub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17"/>
                                        </p:tgtEl>
                                        <p:attrNameLst>
                                          <p:attrName>style.visibility</p:attrName>
                                        </p:attrNameLst>
                                      </p:cBhvr>
                                      <p:to>
                                        <p:strVal val="visible"/>
                                      </p:to>
                                    </p:set>
                                    <p:anim calcmode="lin" valueType="num">
                                      <p:cBhvr additive="base">
                                        <p:cTn id="57" dur="500" fill="hold"/>
                                        <p:tgtEl>
                                          <p:spTgt spid="17"/>
                                        </p:tgtEl>
                                        <p:attrNameLst>
                                          <p:attrName>ppt_x</p:attrName>
                                        </p:attrNameLst>
                                      </p:cBhvr>
                                      <p:tavLst>
                                        <p:tav tm="0">
                                          <p:val>
                                            <p:strVal val="#ppt_x"/>
                                          </p:val>
                                        </p:tav>
                                        <p:tav tm="100000">
                                          <p:val>
                                            <p:strVal val="#ppt_x"/>
                                          </p:val>
                                        </p:tav>
                                      </p:tavLst>
                                    </p:anim>
                                    <p:anim calcmode="lin" valueType="num">
                                      <p:cBhvr additive="base">
                                        <p:cTn id="58" dur="500" fill="hold"/>
                                        <p:tgtEl>
                                          <p:spTgt spid="17"/>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5"/>
                                            </p:cond>
                                          </p:stCondLst>
                                          <p:endCondLst>
                                            <p:cond evt="onStopAudio" delay="0">
                                              <p:tgtEl>
                                                <p:sldTgt/>
                                              </p:tgtEl>
                                            </p:cond>
                                          </p:endCondLst>
                                        </p:cTn>
                                        <p:tgtEl>
                                          <p:sndTgt r:embed="rId4" name="laser.wav"/>
                                        </p:tgtEl>
                                      </p:cMediaNode>
                                    </p:audio>
                                  </p:subTnLst>
                                </p:cTn>
                              </p:par>
                            </p:childTnLst>
                          </p:cTn>
                        </p:par>
                      </p:childTnLst>
                    </p:cTn>
                  </p:par>
                  <p:par>
                    <p:cTn id="59" fill="hold">
                      <p:stCondLst>
                        <p:cond delay="indefinite"/>
                      </p:stCondLst>
                      <p:childTnLst>
                        <p:par>
                          <p:cTn id="60" fill="hold">
                            <p:stCondLst>
                              <p:cond delay="0"/>
                            </p:stCondLst>
                            <p:childTnLst>
                              <p:par>
                                <p:cTn id="61" presetID="4" presetClass="entr" presetSubtype="16" fill="hold" grpId="0" nodeType="clickEffect">
                                  <p:stCondLst>
                                    <p:cond delay="0"/>
                                  </p:stCondLst>
                                  <p:childTnLst>
                                    <p:set>
                                      <p:cBhvr>
                                        <p:cTn id="62" dur="1" fill="hold">
                                          <p:stCondLst>
                                            <p:cond delay="0"/>
                                          </p:stCondLst>
                                        </p:cTn>
                                        <p:tgtEl>
                                          <p:spTgt spid="808991"/>
                                        </p:tgtEl>
                                        <p:attrNameLst>
                                          <p:attrName>style.visibility</p:attrName>
                                        </p:attrNameLst>
                                      </p:cBhvr>
                                      <p:to>
                                        <p:strVal val="visible"/>
                                      </p:to>
                                    </p:set>
                                    <p:animEffect transition="in" filter="box(in)">
                                      <p:cBhvr>
                                        <p:cTn id="63" dur="500"/>
                                        <p:tgtEl>
                                          <p:spTgt spid="808991"/>
                                        </p:tgtEl>
                                      </p:cBhvr>
                                    </p:animEffect>
                                  </p:childTnLst>
                                  <p:subTnLst>
                                    <p:audio>
                                      <p:cMediaNode>
                                        <p:cTn display="0" masterRel="sameClick">
                                          <p:stCondLst>
                                            <p:cond evt="begin" delay="0">
                                              <p:tn val="61"/>
                                            </p:cond>
                                          </p:stCondLst>
                                          <p:endCondLst>
                                            <p:cond evt="onStopAudio" delay="0">
                                              <p:tgtEl>
                                                <p:sldTgt/>
                                              </p:tgtEl>
                                            </p:cond>
                                          </p:endCondLst>
                                        </p:cTn>
                                        <p:tgtEl>
                                          <p:sndTgt r:embed="rId3" name="chimes.wav"/>
                                        </p:tgtEl>
                                      </p:cMediaNode>
                                    </p:audio>
                                  </p:subTnLst>
                                </p:cTn>
                              </p:par>
                            </p:childTnLst>
                          </p:cTn>
                        </p:par>
                      </p:childTnLst>
                    </p:cTn>
                  </p:par>
                  <p:par>
                    <p:cTn id="64" fill="hold">
                      <p:stCondLst>
                        <p:cond delay="indefinite"/>
                      </p:stCondLst>
                      <p:childTnLst>
                        <p:par>
                          <p:cTn id="65" fill="hold">
                            <p:stCondLst>
                              <p:cond delay="0"/>
                            </p:stCondLst>
                            <p:childTnLst>
                              <p:par>
                                <p:cTn id="66" presetID="18" presetClass="entr" presetSubtype="6" fill="hold" nodeType="click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strips(downRight)">
                                      <p:cBhvr>
                                        <p:cTn id="68" dur="500"/>
                                        <p:tgtEl>
                                          <p:spTgt spid="20"/>
                                        </p:tgtEl>
                                      </p:cBhvr>
                                    </p:animEffect>
                                  </p:childTnLst>
                                  <p:subTnLst>
                                    <p:set>
                                      <p:cBhvr override="childStyle">
                                        <p:cTn dur="1" fill="hold" display="0" masterRel="nextClick" afterEffect="1"/>
                                        <p:tgtEl>
                                          <p:spTgt spid="20"/>
                                        </p:tgtEl>
                                        <p:attrNameLst>
                                          <p:attrName>style.visibility</p:attrName>
                                        </p:attrNameLst>
                                      </p:cBhvr>
                                      <p:to>
                                        <p:strVal val="hidden"/>
                                      </p:to>
                                    </p:set>
                                    <p:audio>
                                      <p:cMediaNode>
                                        <p:cTn display="0" masterRel="sameClick">
                                          <p:stCondLst>
                                            <p:cond evt="begin" delay="0">
                                              <p:tn val="66"/>
                                            </p:cond>
                                          </p:stCondLst>
                                          <p:endCondLst>
                                            <p:cond evt="onStopAudio" delay="0">
                                              <p:tgtEl>
                                                <p:sldTgt/>
                                              </p:tgtEl>
                                            </p:cond>
                                          </p:endCondLst>
                                        </p:cTn>
                                        <p:tgtEl>
                                          <p:sndTgt r:embed="rId3" name="chimes.wav"/>
                                        </p:tgtEl>
                                      </p:cMediaNode>
                                    </p:audio>
                                  </p:subTnLst>
                                </p:cTn>
                              </p:par>
                            </p:childTnLst>
                          </p:cTn>
                        </p:par>
                      </p:childTnLst>
                    </p:cTn>
                  </p:par>
                  <p:par>
                    <p:cTn id="69" fill="hold">
                      <p:stCondLst>
                        <p:cond delay="indefinite"/>
                      </p:stCondLst>
                      <p:childTnLst>
                        <p:par>
                          <p:cTn id="70" fill="hold">
                            <p:stCondLst>
                              <p:cond delay="0"/>
                            </p:stCondLst>
                            <p:childTnLst>
                              <p:par>
                                <p:cTn id="71" presetID="18" presetClass="entr" presetSubtype="6" fill="hold" nodeType="click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strips(downRight)">
                                      <p:cBhvr>
                                        <p:cTn id="73" dur="500"/>
                                        <p:tgtEl>
                                          <p:spTgt spid="23"/>
                                        </p:tgtEl>
                                      </p:cBhvr>
                                    </p:animEffect>
                                  </p:childTnLst>
                                  <p:subTnLst>
                                    <p:set>
                                      <p:cBhvr override="childStyle">
                                        <p:cTn dur="1" fill="hold" display="0" masterRel="nextClick" afterEffect="1"/>
                                        <p:tgtEl>
                                          <p:spTgt spid="23"/>
                                        </p:tgtEl>
                                        <p:attrNameLst>
                                          <p:attrName>style.visibility</p:attrName>
                                        </p:attrNameLst>
                                      </p:cBhvr>
                                      <p:to>
                                        <p:strVal val="hidden"/>
                                      </p:to>
                                    </p:set>
                                    <p:audio>
                                      <p:cMediaNode>
                                        <p:cTn display="0" masterRel="sameClick">
                                          <p:stCondLst>
                                            <p:cond evt="begin" delay="0">
                                              <p:tn val="71"/>
                                            </p:cond>
                                          </p:stCondLst>
                                          <p:endCondLst>
                                            <p:cond evt="onStopAudio" delay="0">
                                              <p:tgtEl>
                                                <p:sldTgt/>
                                              </p:tgtEl>
                                            </p:cond>
                                          </p:endCondLst>
                                        </p:cTn>
                                        <p:tgtEl>
                                          <p:sndTgt r:embed="rId3" name="chimes.wav"/>
                                        </p:tgtEl>
                                      </p:cMediaNode>
                                    </p:audio>
                                  </p:subTnLst>
                                </p:cTn>
                              </p:par>
                            </p:childTnLst>
                          </p:cTn>
                        </p:par>
                      </p:childTnLst>
                    </p:cTn>
                  </p:par>
                  <p:par>
                    <p:cTn id="74" fill="hold">
                      <p:stCondLst>
                        <p:cond delay="indefinite"/>
                      </p:stCondLst>
                      <p:childTnLst>
                        <p:par>
                          <p:cTn id="75" fill="hold">
                            <p:stCondLst>
                              <p:cond delay="0"/>
                            </p:stCondLst>
                            <p:childTnLst>
                              <p:par>
                                <p:cTn id="76" presetID="18" presetClass="entr" presetSubtype="6" fill="hold" nodeType="click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strips(downRight)">
                                      <p:cBhvr>
                                        <p:cTn id="78" dur="500"/>
                                        <p:tgtEl>
                                          <p:spTgt spid="26"/>
                                        </p:tgtEl>
                                      </p:cBhvr>
                                    </p:animEffect>
                                  </p:childTnLst>
                                  <p:subTnLst>
                                    <p:set>
                                      <p:cBhvr override="childStyle">
                                        <p:cTn dur="1" fill="hold" display="0" masterRel="nextClick" afterEffect="1"/>
                                        <p:tgtEl>
                                          <p:spTgt spid="26"/>
                                        </p:tgtEl>
                                        <p:attrNameLst>
                                          <p:attrName>style.visibility</p:attrName>
                                        </p:attrNameLst>
                                      </p:cBhvr>
                                      <p:to>
                                        <p:strVal val="hidden"/>
                                      </p:to>
                                    </p:set>
                                    <p:audio>
                                      <p:cMediaNode>
                                        <p:cTn display="0" masterRel="sameClick">
                                          <p:stCondLst>
                                            <p:cond evt="begin" delay="0">
                                              <p:tn val="76"/>
                                            </p:cond>
                                          </p:stCondLst>
                                          <p:endCondLst>
                                            <p:cond evt="onStopAudio" delay="0">
                                              <p:tgtEl>
                                                <p:sldTgt/>
                                              </p:tgtEl>
                                            </p:cond>
                                          </p:endCondLst>
                                        </p:cTn>
                                        <p:tgtEl>
                                          <p:sndTgt r:embed="rId3" name="chimes.wav"/>
                                        </p:tgtEl>
                                      </p:cMediaNode>
                                    </p:audio>
                                  </p:subTnLst>
                                </p:cTn>
                              </p:par>
                            </p:childTnLst>
                          </p:cTn>
                        </p:par>
                      </p:childTnLst>
                    </p:cTn>
                  </p:par>
                  <p:par>
                    <p:cTn id="79" fill="hold">
                      <p:stCondLst>
                        <p:cond delay="indefinite"/>
                      </p:stCondLst>
                      <p:childTnLst>
                        <p:par>
                          <p:cTn id="80" fill="hold">
                            <p:stCondLst>
                              <p:cond delay="0"/>
                            </p:stCondLst>
                            <p:childTnLst>
                              <p:par>
                                <p:cTn id="81" presetID="18" presetClass="entr" presetSubtype="6" fill="hold" nodeType="click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strips(downRight)">
                                      <p:cBhvr>
                                        <p:cTn id="83" dur="500"/>
                                        <p:tgtEl>
                                          <p:spTgt spid="29"/>
                                        </p:tgtEl>
                                      </p:cBhvr>
                                    </p:animEffect>
                                  </p:childTnLst>
                                  <p:subTnLst>
                                    <p:set>
                                      <p:cBhvr override="childStyle">
                                        <p:cTn dur="1" fill="hold" display="0" masterRel="nextClick" afterEffect="1"/>
                                        <p:tgtEl>
                                          <p:spTgt spid="29"/>
                                        </p:tgtEl>
                                        <p:attrNameLst>
                                          <p:attrName>style.visibility</p:attrName>
                                        </p:attrNameLst>
                                      </p:cBhvr>
                                      <p:to>
                                        <p:strVal val="hidden"/>
                                      </p:to>
                                    </p:set>
                                    <p:audio>
                                      <p:cMediaNode>
                                        <p:cTn display="0" masterRel="sameClick">
                                          <p:stCondLst>
                                            <p:cond evt="begin" delay="0">
                                              <p:tn val="81"/>
                                            </p:cond>
                                          </p:stCondLst>
                                          <p:endCondLst>
                                            <p:cond evt="onStopAudio" delay="0">
                                              <p:tgtEl>
                                                <p:sldTgt/>
                                              </p:tgtEl>
                                            </p:cond>
                                          </p:endCondLst>
                                        </p:cTn>
                                        <p:tgtEl>
                                          <p:sndTgt r:embed="rId3" name="chimes.wav"/>
                                        </p:tgtEl>
                                      </p:cMediaNode>
                                    </p:audio>
                                  </p:subTnLst>
                                </p:cTn>
                              </p:par>
                            </p:childTnLst>
                          </p:cTn>
                        </p:par>
                      </p:childTnLst>
                    </p:cTn>
                  </p:par>
                  <p:par>
                    <p:cTn id="84" fill="hold">
                      <p:stCondLst>
                        <p:cond delay="indefinite"/>
                      </p:stCondLst>
                      <p:childTnLst>
                        <p:par>
                          <p:cTn id="85" fill="hold">
                            <p:stCondLst>
                              <p:cond delay="0"/>
                            </p:stCondLst>
                            <p:childTnLst>
                              <p:par>
                                <p:cTn id="86" presetID="18" presetClass="entr" presetSubtype="6" fill="hold" nodeType="clickEffect">
                                  <p:stCondLst>
                                    <p:cond delay="0"/>
                                  </p:stCondLst>
                                  <p:childTnLst>
                                    <p:set>
                                      <p:cBhvr>
                                        <p:cTn id="87" dur="1" fill="hold">
                                          <p:stCondLst>
                                            <p:cond delay="0"/>
                                          </p:stCondLst>
                                        </p:cTn>
                                        <p:tgtEl>
                                          <p:spTgt spid="32"/>
                                        </p:tgtEl>
                                        <p:attrNameLst>
                                          <p:attrName>style.visibility</p:attrName>
                                        </p:attrNameLst>
                                      </p:cBhvr>
                                      <p:to>
                                        <p:strVal val="visible"/>
                                      </p:to>
                                    </p:set>
                                    <p:animEffect transition="in" filter="strips(downRight)">
                                      <p:cBhvr>
                                        <p:cTn id="88" dur="500"/>
                                        <p:tgtEl>
                                          <p:spTgt spid="32"/>
                                        </p:tgtEl>
                                      </p:cBhvr>
                                    </p:animEffect>
                                  </p:childTnLst>
                                  <p:subTnLst>
                                    <p:set>
                                      <p:cBhvr override="childStyle">
                                        <p:cTn dur="1" fill="hold" display="0" masterRel="nextClick" afterEffect="1"/>
                                        <p:tgtEl>
                                          <p:spTgt spid="32"/>
                                        </p:tgtEl>
                                        <p:attrNameLst>
                                          <p:attrName>style.visibility</p:attrName>
                                        </p:attrNameLst>
                                      </p:cBhvr>
                                      <p:to>
                                        <p:strVal val="hidden"/>
                                      </p:to>
                                    </p:set>
                                    <p:audio>
                                      <p:cMediaNode>
                                        <p:cTn display="0" masterRel="sameClick">
                                          <p:stCondLst>
                                            <p:cond evt="begin" delay="0">
                                              <p:tn val="86"/>
                                            </p:cond>
                                          </p:stCondLst>
                                          <p:endCondLst>
                                            <p:cond evt="onStopAudio" delay="0">
                                              <p:tgtEl>
                                                <p:sldTgt/>
                                              </p:tgtEl>
                                            </p:cond>
                                          </p:endCondLst>
                                        </p:cTn>
                                        <p:tgtEl>
                                          <p:sndTgt r:embed="rId3" name="chimes.wav"/>
                                        </p:tgtEl>
                                      </p:cMediaNode>
                                    </p:audio>
                                  </p:subTnLst>
                                </p:cTn>
                              </p:par>
                            </p:childTnLst>
                          </p:cTn>
                        </p:par>
                      </p:childTnLst>
                    </p:cTn>
                  </p:par>
                  <p:par>
                    <p:cTn id="89" fill="hold">
                      <p:stCondLst>
                        <p:cond delay="indefinite"/>
                      </p:stCondLst>
                      <p:childTnLst>
                        <p:par>
                          <p:cTn id="90" fill="hold">
                            <p:stCondLst>
                              <p:cond delay="0"/>
                            </p:stCondLst>
                            <p:childTnLst>
                              <p:par>
                                <p:cTn id="91" presetID="18" presetClass="entr" presetSubtype="6" fill="hold" nodeType="clickEffect">
                                  <p:stCondLst>
                                    <p:cond delay="0"/>
                                  </p:stCondLst>
                                  <p:childTnLst>
                                    <p:set>
                                      <p:cBhvr>
                                        <p:cTn id="92" dur="1" fill="hold">
                                          <p:stCondLst>
                                            <p:cond delay="0"/>
                                          </p:stCondLst>
                                        </p:cTn>
                                        <p:tgtEl>
                                          <p:spTgt spid="44"/>
                                        </p:tgtEl>
                                        <p:attrNameLst>
                                          <p:attrName>style.visibility</p:attrName>
                                        </p:attrNameLst>
                                      </p:cBhvr>
                                      <p:to>
                                        <p:strVal val="visible"/>
                                      </p:to>
                                    </p:set>
                                    <p:animEffect transition="in" filter="strips(downRight)">
                                      <p:cBhvr>
                                        <p:cTn id="93" dur="500"/>
                                        <p:tgtEl>
                                          <p:spTgt spid="44"/>
                                        </p:tgtEl>
                                      </p:cBhvr>
                                    </p:animEffect>
                                  </p:childTnLst>
                                  <p:subTnLst>
                                    <p:set>
                                      <p:cBhvr override="childStyle">
                                        <p:cTn dur="1" fill="hold" display="0" masterRel="nextClick" afterEffect="1"/>
                                        <p:tgtEl>
                                          <p:spTgt spid="44"/>
                                        </p:tgtEl>
                                        <p:attrNameLst>
                                          <p:attrName>style.visibility</p:attrName>
                                        </p:attrNameLst>
                                      </p:cBhvr>
                                      <p:to>
                                        <p:strVal val="hidden"/>
                                      </p:to>
                                    </p:set>
                                    <p:audio>
                                      <p:cMediaNode>
                                        <p:cTn display="0" masterRel="sameClick">
                                          <p:stCondLst>
                                            <p:cond evt="begin" delay="0">
                                              <p:tn val="91"/>
                                            </p:cond>
                                          </p:stCondLst>
                                          <p:endCondLst>
                                            <p:cond evt="onStopAudio" delay="0">
                                              <p:tgtEl>
                                                <p:sldTgt/>
                                              </p:tgtEl>
                                            </p:cond>
                                          </p:endCondLst>
                                        </p:cTn>
                                        <p:tgtEl>
                                          <p:sndTgt r:embed="rId3" name="chimes.wav"/>
                                        </p:tgtEl>
                                      </p:cMediaNode>
                                    </p:audio>
                                  </p:subTnLst>
                                </p:cTn>
                              </p:par>
                            </p:childTnLst>
                          </p:cTn>
                        </p:par>
                      </p:childTnLst>
                    </p:cTn>
                  </p:par>
                  <p:par>
                    <p:cTn id="94" fill="hold">
                      <p:stCondLst>
                        <p:cond delay="indefinite"/>
                      </p:stCondLst>
                      <p:childTnLst>
                        <p:par>
                          <p:cTn id="95" fill="hold">
                            <p:stCondLst>
                              <p:cond delay="0"/>
                            </p:stCondLst>
                            <p:childTnLst>
                              <p:par>
                                <p:cTn id="96" presetID="18" presetClass="entr" presetSubtype="6" fill="hold" nodeType="clickEffect">
                                  <p:stCondLst>
                                    <p:cond delay="0"/>
                                  </p:stCondLst>
                                  <p:childTnLst>
                                    <p:set>
                                      <p:cBhvr>
                                        <p:cTn id="97" dur="1" fill="hold">
                                          <p:stCondLst>
                                            <p:cond delay="0"/>
                                          </p:stCondLst>
                                        </p:cTn>
                                        <p:tgtEl>
                                          <p:spTgt spid="37"/>
                                        </p:tgtEl>
                                        <p:attrNameLst>
                                          <p:attrName>style.visibility</p:attrName>
                                        </p:attrNameLst>
                                      </p:cBhvr>
                                      <p:to>
                                        <p:strVal val="visible"/>
                                      </p:to>
                                    </p:set>
                                    <p:animEffect transition="in" filter="strips(downRight)">
                                      <p:cBhvr>
                                        <p:cTn id="98" dur="500"/>
                                        <p:tgtEl>
                                          <p:spTgt spid="37"/>
                                        </p:tgtEl>
                                      </p:cBhvr>
                                    </p:animEffect>
                                  </p:childTnLst>
                                  <p:subTnLst>
                                    <p:set>
                                      <p:cBhvr override="childStyle">
                                        <p:cTn dur="1" fill="hold" display="0" masterRel="nextClick" afterEffect="1"/>
                                        <p:tgtEl>
                                          <p:spTgt spid="37"/>
                                        </p:tgtEl>
                                        <p:attrNameLst>
                                          <p:attrName>style.visibility</p:attrName>
                                        </p:attrNameLst>
                                      </p:cBhvr>
                                      <p:to>
                                        <p:strVal val="hidden"/>
                                      </p:to>
                                    </p:set>
                                    <p:audio>
                                      <p:cMediaNode>
                                        <p:cTn display="0" masterRel="sameClick">
                                          <p:stCondLst>
                                            <p:cond evt="begin" delay="0">
                                              <p:tn val="96"/>
                                            </p:cond>
                                          </p:stCondLst>
                                          <p:endCondLst>
                                            <p:cond evt="onStopAudio" delay="0">
                                              <p:tgtEl>
                                                <p:sldTgt/>
                                              </p:tgtEl>
                                            </p:cond>
                                          </p:endCondLst>
                                        </p:cTn>
                                        <p:tgtEl>
                                          <p:sndTgt r:embed="rId3" name="chimes.wav"/>
                                        </p:tgtEl>
                                      </p:cMediaNode>
                                    </p:audio>
                                  </p:subTnLst>
                                </p:cTn>
                              </p:par>
                            </p:childTnLst>
                          </p:cTn>
                        </p:par>
                      </p:childTnLst>
                    </p:cTn>
                  </p:par>
                  <p:par>
                    <p:cTn id="99" fill="hold">
                      <p:stCondLst>
                        <p:cond delay="indefinite"/>
                      </p:stCondLst>
                      <p:childTnLst>
                        <p:par>
                          <p:cTn id="100" fill="hold">
                            <p:stCondLst>
                              <p:cond delay="0"/>
                            </p:stCondLst>
                            <p:childTnLst>
                              <p:par>
                                <p:cTn id="101" presetID="18" presetClass="entr" presetSubtype="6" fill="hold" nodeType="clickEffect">
                                  <p:stCondLst>
                                    <p:cond delay="0"/>
                                  </p:stCondLst>
                                  <p:childTnLst>
                                    <p:set>
                                      <p:cBhvr>
                                        <p:cTn id="102" dur="1" fill="hold">
                                          <p:stCondLst>
                                            <p:cond delay="0"/>
                                          </p:stCondLst>
                                        </p:cTn>
                                        <p:tgtEl>
                                          <p:spTgt spid="40"/>
                                        </p:tgtEl>
                                        <p:attrNameLst>
                                          <p:attrName>style.visibility</p:attrName>
                                        </p:attrNameLst>
                                      </p:cBhvr>
                                      <p:to>
                                        <p:strVal val="visible"/>
                                      </p:to>
                                    </p:set>
                                    <p:animEffect transition="in" filter="strips(downRight)">
                                      <p:cBhvr>
                                        <p:cTn id="103" dur="500"/>
                                        <p:tgtEl>
                                          <p:spTgt spid="40"/>
                                        </p:tgtEl>
                                      </p:cBhvr>
                                    </p:animEffect>
                                  </p:childTnLst>
                                  <p:subTnLst>
                                    <p:set>
                                      <p:cBhvr override="childStyle">
                                        <p:cTn dur="1" fill="hold" display="0" masterRel="nextClick" afterEffect="1"/>
                                        <p:tgtEl>
                                          <p:spTgt spid="40"/>
                                        </p:tgtEl>
                                        <p:attrNameLst>
                                          <p:attrName>style.visibility</p:attrName>
                                        </p:attrNameLst>
                                      </p:cBhvr>
                                      <p:to>
                                        <p:strVal val="hidden"/>
                                      </p:to>
                                    </p:set>
                                    <p:audio>
                                      <p:cMediaNode>
                                        <p:cTn display="0" masterRel="sameClick">
                                          <p:stCondLst>
                                            <p:cond evt="begin" delay="0">
                                              <p:tn val="101"/>
                                            </p:cond>
                                          </p:stCondLst>
                                          <p:endCondLst>
                                            <p:cond evt="onStopAudio" delay="0">
                                              <p:tgtEl>
                                                <p:sldTgt/>
                                              </p:tgtEl>
                                            </p:cond>
                                          </p:endCondLst>
                                        </p:cTn>
                                        <p:tgtEl>
                                          <p:sndTgt r:embed="rId3" name="chimes.wav"/>
                                        </p:tgtEl>
                                      </p:cMediaNode>
                                    </p:audio>
                                  </p:subTnLst>
                                </p:cTn>
                              </p:par>
                            </p:childTnLst>
                          </p:cTn>
                        </p:par>
                      </p:childTnLst>
                    </p:cTn>
                  </p:par>
                  <p:par>
                    <p:cTn id="104" fill="hold">
                      <p:stCondLst>
                        <p:cond delay="indefinite"/>
                      </p:stCondLst>
                      <p:childTnLst>
                        <p:par>
                          <p:cTn id="105" fill="hold">
                            <p:stCondLst>
                              <p:cond delay="0"/>
                            </p:stCondLst>
                            <p:childTnLst>
                              <p:par>
                                <p:cTn id="106" presetID="18" presetClass="entr" presetSubtype="6" fill="hold" nodeType="clickEffect">
                                  <p:stCondLst>
                                    <p:cond delay="0"/>
                                  </p:stCondLst>
                                  <p:childTnLst>
                                    <p:set>
                                      <p:cBhvr>
                                        <p:cTn id="107" dur="1" fill="hold">
                                          <p:stCondLst>
                                            <p:cond delay="0"/>
                                          </p:stCondLst>
                                        </p:cTn>
                                        <p:tgtEl>
                                          <p:spTgt spid="43"/>
                                        </p:tgtEl>
                                        <p:attrNameLst>
                                          <p:attrName>style.visibility</p:attrName>
                                        </p:attrNameLst>
                                      </p:cBhvr>
                                      <p:to>
                                        <p:strVal val="visible"/>
                                      </p:to>
                                    </p:set>
                                    <p:animEffect transition="in" filter="strips(downRight)">
                                      <p:cBhvr>
                                        <p:cTn id="108" dur="500"/>
                                        <p:tgtEl>
                                          <p:spTgt spid="43"/>
                                        </p:tgtEl>
                                      </p:cBhvr>
                                    </p:animEffect>
                                  </p:childTnLst>
                                  <p:subTnLst>
                                    <p:set>
                                      <p:cBhvr override="childStyle">
                                        <p:cTn dur="1" fill="hold" display="0" masterRel="nextClick" afterEffect="1"/>
                                        <p:tgtEl>
                                          <p:spTgt spid="43"/>
                                        </p:tgtEl>
                                        <p:attrNameLst>
                                          <p:attrName>style.visibility</p:attrName>
                                        </p:attrNameLst>
                                      </p:cBhvr>
                                      <p:to>
                                        <p:strVal val="hidden"/>
                                      </p:to>
                                    </p:set>
                                    <p:audio>
                                      <p:cMediaNode>
                                        <p:cTn display="0" masterRel="sameClick">
                                          <p:stCondLst>
                                            <p:cond evt="begin" delay="0">
                                              <p:tn val="106"/>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808965" grpId="0"/>
      <p:bldP spid="808987" grpId="0" animBg="1"/>
      <p:bldP spid="808989" grpId="0" animBg="1"/>
      <p:bldP spid="808991" grpId="0" animBg="1"/>
      <p:bldP spid="12" grpId="0"/>
      <p:bldP spid="13" grpId="0"/>
      <p:bldP spid="14" grpId="0"/>
      <p:bldP spid="15" grpId="0"/>
      <p:bldP spid="16" grpId="0"/>
      <p:bldP spid="17" grpId="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0008" name="Text Box 24"/>
          <p:cNvSpPr txBox="1">
            <a:spLocks noChangeArrowheads="1"/>
          </p:cNvSpPr>
          <p:nvPr/>
        </p:nvSpPr>
        <p:spPr bwMode="auto">
          <a:xfrm>
            <a:off x="687026" y="981076"/>
            <a:ext cx="11025597" cy="830997"/>
          </a:xfrm>
          <a:prstGeom prst="rect">
            <a:avLst/>
          </a:prstGeom>
          <a:noFill/>
          <a:ln w="9525">
            <a:noFill/>
            <a:miter lim="800000"/>
            <a:headEnd/>
            <a:tailEnd/>
          </a:ln>
          <a:effectLst/>
        </p:spPr>
        <p:txBody>
          <a:bodyPr wrap="square">
            <a:spAutoFit/>
          </a:bodyPr>
          <a:lstStyle/>
          <a:p>
            <a:pPr>
              <a:spcBef>
                <a:spcPct val="50000"/>
              </a:spcBef>
            </a:pPr>
            <a:r>
              <a:rPr lang="en-US" altLang="zh-CN" dirty="0">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变量用来存放数据，运算符则用来处理数据。用</a:t>
            </a:r>
            <a:r>
              <a:rPr lang="zh-CN" altLang="en-US" b="1" dirty="0">
                <a:solidFill>
                  <a:srgbClr val="002060"/>
                </a:solidFill>
                <a:effectLst>
                  <a:outerShdw blurRad="38100" dist="38100" dir="2700000" algn="tl">
                    <a:srgbClr val="FFFFFF"/>
                  </a:outerShdw>
                </a:effectLst>
                <a:latin typeface="+mn-lt"/>
                <a:ea typeface="楷体" pitchFamily="49" charset="-122"/>
              </a:rPr>
              <a:t>运算符将变量和常量连接起来的符合</a:t>
            </a:r>
            <a:r>
              <a:rPr lang="en-US" altLang="zh-CN" b="1" dirty="0">
                <a:solidFill>
                  <a:srgbClr val="002060"/>
                </a:solidFill>
                <a:effectLst>
                  <a:outerShdw blurRad="38100" dist="38100" dir="2700000" algn="tl">
                    <a:srgbClr val="FFFFFF"/>
                  </a:outerShdw>
                </a:effectLst>
                <a:latin typeface="+mn-lt"/>
                <a:ea typeface="楷体" pitchFamily="49" charset="-122"/>
              </a:rPr>
              <a:t>C</a:t>
            </a:r>
            <a:r>
              <a:rPr lang="zh-CN" altLang="en-US" b="1" dirty="0">
                <a:solidFill>
                  <a:srgbClr val="002060"/>
                </a:solidFill>
                <a:effectLst>
                  <a:outerShdw blurRad="38100" dist="38100" dir="2700000" algn="tl">
                    <a:srgbClr val="FFFFFF"/>
                  </a:outerShdw>
                </a:effectLst>
                <a:latin typeface="+mn-lt"/>
                <a:ea typeface="楷体" pitchFamily="49" charset="-122"/>
              </a:rPr>
              <a:t>语法规则的式子被称为</a:t>
            </a:r>
            <a:r>
              <a:rPr lang="zh-CN" altLang="en-US" b="1" dirty="0">
                <a:solidFill>
                  <a:srgbClr val="C01920"/>
                </a:solidFill>
                <a:latin typeface="+mn-lt"/>
                <a:ea typeface="楷体" pitchFamily="49" charset="-122"/>
              </a:rPr>
              <a:t>表达式。   </a:t>
            </a:r>
          </a:p>
        </p:txBody>
      </p:sp>
      <p:sp>
        <p:nvSpPr>
          <p:cNvPr id="810009" name="Text Box 25"/>
          <p:cNvSpPr txBox="1">
            <a:spLocks noChangeArrowheads="1"/>
          </p:cNvSpPr>
          <p:nvPr/>
        </p:nvSpPr>
        <p:spPr bwMode="auto">
          <a:xfrm>
            <a:off x="1343472" y="1916832"/>
            <a:ext cx="10009112" cy="1607171"/>
          </a:xfrm>
          <a:prstGeom prst="rect">
            <a:avLst/>
          </a:prstGeom>
          <a:noFill/>
          <a:ln w="38100">
            <a:solidFill>
              <a:srgbClr val="C01920"/>
            </a:solidFill>
            <a:headEnd/>
            <a:tailEnd/>
          </a:ln>
          <a:effectLst/>
          <a:scene3d>
            <a:camera prst="orthographicFront"/>
            <a:lightRig rig="threePt" dir="t"/>
          </a:scene3d>
          <a:sp3d>
            <a:bevelT w="114300" prst="hardEdge"/>
          </a:sp3d>
        </p:spPr>
        <p:style>
          <a:lnRef idx="1">
            <a:schemeClr val="accent1"/>
          </a:lnRef>
          <a:fillRef idx="2">
            <a:schemeClr val="accent1"/>
          </a:fillRef>
          <a:effectRef idx="1">
            <a:schemeClr val="accent1"/>
          </a:effectRef>
          <a:fontRef idx="minor">
            <a:schemeClr val="dk1"/>
          </a:fontRef>
        </p:style>
        <p:txBody>
          <a:bodyPr wrap="square">
            <a:spAutoFit/>
          </a:bodyPr>
          <a:lstStyle/>
          <a:p>
            <a:pPr marL="457200" indent="-457200">
              <a:lnSpc>
                <a:spcPts val="3000"/>
              </a:lnSpc>
              <a:spcBef>
                <a:spcPct val="50000"/>
              </a:spcBef>
            </a:pPr>
            <a:r>
              <a:rPr lang="zh-CN" altLang="en-US" b="1" dirty="0">
                <a:solidFill>
                  <a:srgbClr val="C01920"/>
                </a:solidFill>
                <a:ea typeface="隶书" pitchFamily="49" charset="-122"/>
              </a:rPr>
              <a:t>运算符的分类：</a:t>
            </a:r>
          </a:p>
          <a:p>
            <a:pPr marL="457200" indent="-457200">
              <a:lnSpc>
                <a:spcPts val="3000"/>
              </a:lnSpc>
            </a:pPr>
            <a:r>
              <a:rPr lang="zh-CN" altLang="en-US" sz="2000" b="1" dirty="0">
                <a:effectLst>
                  <a:outerShdw blurRad="38100" dist="38100" dir="2700000" algn="tl">
                    <a:srgbClr val="FFFFFF"/>
                  </a:outerShdw>
                </a:effectLst>
                <a:ea typeface="楷体" pitchFamily="49" charset="-122"/>
              </a:rPr>
              <a:t>     单目运算符：只带一个操作数的运算符。如：</a:t>
            </a:r>
            <a:r>
              <a:rPr lang="en-US" altLang="zh-CN" sz="2000" b="1" dirty="0">
                <a:solidFill>
                  <a:srgbClr val="C01920"/>
                </a:solidFill>
                <a:effectLst>
                  <a:outerShdw blurRad="38100" dist="38100" dir="2700000" algn="tl">
                    <a:srgbClr val="000000"/>
                  </a:outerShdw>
                </a:effectLst>
                <a:ea typeface="楷体" pitchFamily="49" charset="-122"/>
              </a:rPr>
              <a:t>++</a:t>
            </a:r>
            <a:r>
              <a:rPr lang="zh-CN" altLang="en-US" sz="2000" b="1" dirty="0">
                <a:solidFill>
                  <a:srgbClr val="C01920"/>
                </a:solidFill>
                <a:effectLst>
                  <a:outerShdw blurRad="38100" dist="38100" dir="2700000" algn="tl">
                    <a:srgbClr val="000000"/>
                  </a:outerShdw>
                </a:effectLst>
                <a:ea typeface="楷体" pitchFamily="49" charset="-122"/>
              </a:rPr>
              <a:t>、</a:t>
            </a:r>
            <a:r>
              <a:rPr lang="en-US" altLang="zh-CN" sz="2000" b="1" dirty="0">
                <a:solidFill>
                  <a:srgbClr val="C01920"/>
                </a:solidFill>
                <a:effectLst>
                  <a:outerShdw blurRad="38100" dist="38100" dir="2700000" algn="tl">
                    <a:srgbClr val="000000"/>
                  </a:outerShdw>
                </a:effectLst>
                <a:ea typeface="楷体" pitchFamily="49" charset="-122"/>
              </a:rPr>
              <a:t>--</a:t>
            </a:r>
            <a:r>
              <a:rPr lang="zh-CN" altLang="en-US" sz="2000" b="1" dirty="0">
                <a:effectLst>
                  <a:outerShdw blurRad="38100" dist="38100" dir="2700000" algn="tl">
                    <a:srgbClr val="FFFFFF"/>
                  </a:outerShdw>
                </a:effectLst>
                <a:ea typeface="楷体" pitchFamily="49" charset="-122"/>
              </a:rPr>
              <a:t>运算符。</a:t>
            </a:r>
          </a:p>
          <a:p>
            <a:pPr marL="457200" indent="-457200">
              <a:lnSpc>
                <a:spcPts val="3000"/>
              </a:lnSpc>
            </a:pPr>
            <a:r>
              <a:rPr lang="zh-CN" altLang="en-US" sz="2000" b="1" dirty="0">
                <a:effectLst>
                  <a:outerShdw blurRad="38100" dist="38100" dir="2700000" algn="tl">
                    <a:srgbClr val="FFFFFF"/>
                  </a:outerShdw>
                </a:effectLst>
                <a:ea typeface="楷体" pitchFamily="49" charset="-122"/>
              </a:rPr>
              <a:t>     双目运算符：带两个操作数的运算符。如：</a:t>
            </a:r>
            <a:r>
              <a:rPr lang="en-US" altLang="zh-CN" sz="2000" b="1" dirty="0">
                <a:solidFill>
                  <a:srgbClr val="C01920"/>
                </a:solidFill>
                <a:effectLst>
                  <a:outerShdw blurRad="38100" dist="38100" dir="2700000" algn="tl">
                    <a:srgbClr val="000000"/>
                  </a:outerShdw>
                </a:effectLst>
                <a:ea typeface="楷体" pitchFamily="49" charset="-122"/>
              </a:rPr>
              <a:t>+</a:t>
            </a:r>
            <a:r>
              <a:rPr lang="zh-CN" altLang="en-US" sz="2000" b="1" dirty="0">
                <a:solidFill>
                  <a:srgbClr val="C01920"/>
                </a:solidFill>
                <a:effectLst>
                  <a:outerShdw blurRad="38100" dist="38100" dir="2700000" algn="tl">
                    <a:srgbClr val="000000"/>
                  </a:outerShdw>
                </a:effectLst>
                <a:ea typeface="楷体" pitchFamily="49" charset="-122"/>
              </a:rPr>
              <a:t>、</a:t>
            </a:r>
            <a:r>
              <a:rPr lang="en-US" altLang="zh-CN" sz="2000" b="1" dirty="0">
                <a:solidFill>
                  <a:srgbClr val="C01920"/>
                </a:solidFill>
                <a:effectLst>
                  <a:outerShdw blurRad="38100" dist="38100" dir="2700000" algn="tl">
                    <a:srgbClr val="000000"/>
                  </a:outerShdw>
                </a:effectLst>
                <a:ea typeface="楷体" pitchFamily="49" charset="-122"/>
              </a:rPr>
              <a:t>-</a:t>
            </a:r>
            <a:r>
              <a:rPr lang="zh-CN" altLang="en-US" sz="2000" b="1" dirty="0">
                <a:effectLst>
                  <a:outerShdw blurRad="38100" dist="38100" dir="2700000" algn="tl">
                    <a:srgbClr val="FFFFFF"/>
                  </a:outerShdw>
                </a:effectLst>
                <a:ea typeface="楷体" pitchFamily="49" charset="-122"/>
              </a:rPr>
              <a:t>运算符。</a:t>
            </a:r>
          </a:p>
          <a:p>
            <a:pPr marL="457200" indent="-457200">
              <a:lnSpc>
                <a:spcPts val="3000"/>
              </a:lnSpc>
            </a:pPr>
            <a:r>
              <a:rPr lang="zh-CN" altLang="en-US" sz="2000" b="1" dirty="0">
                <a:effectLst>
                  <a:outerShdw blurRad="38100" dist="38100" dir="2700000" algn="tl">
                    <a:srgbClr val="FFFFFF"/>
                  </a:outerShdw>
                </a:effectLst>
                <a:ea typeface="楷体" pitchFamily="49" charset="-122"/>
              </a:rPr>
              <a:t>     三目运算符：带三个操作数的运算符。如：</a:t>
            </a:r>
            <a:r>
              <a:rPr lang="en-US" altLang="zh-CN" sz="2000" b="1" dirty="0">
                <a:solidFill>
                  <a:srgbClr val="C01920"/>
                </a:solidFill>
                <a:effectLst>
                  <a:outerShdw blurRad="38100" dist="38100" dir="2700000" algn="tl">
                    <a:srgbClr val="000000"/>
                  </a:outerShdw>
                </a:effectLst>
                <a:ea typeface="楷体" pitchFamily="49" charset="-122"/>
              </a:rPr>
              <a:t>?</a:t>
            </a:r>
            <a:r>
              <a:rPr lang="zh-CN" altLang="en-US" sz="2000" b="1" dirty="0">
                <a:effectLst>
                  <a:outerShdw blurRad="38100" dist="38100" dir="2700000" algn="tl">
                    <a:srgbClr val="FFFFFF"/>
                  </a:outerShdw>
                </a:effectLst>
                <a:ea typeface="楷体" pitchFamily="49" charset="-122"/>
              </a:rPr>
              <a:t>运算符。</a:t>
            </a:r>
            <a:r>
              <a:rPr lang="zh-CN" altLang="en-US" b="1" dirty="0">
                <a:solidFill>
                  <a:srgbClr val="FF0066"/>
                </a:solidFill>
                <a:effectLst>
                  <a:outerShdw blurRad="38100" dist="38100" dir="2700000" algn="tl">
                    <a:srgbClr val="000000"/>
                  </a:outerShdw>
                </a:effectLst>
                <a:ea typeface="楷体" pitchFamily="49" charset="-122"/>
              </a:rPr>
              <a:t>   </a:t>
            </a:r>
          </a:p>
        </p:txBody>
      </p:sp>
      <p:sp>
        <p:nvSpPr>
          <p:cNvPr id="810010" name="Rectangle 26"/>
          <p:cNvSpPr>
            <a:spLocks noChangeArrowheads="1"/>
          </p:cNvSpPr>
          <p:nvPr/>
        </p:nvSpPr>
        <p:spPr bwMode="auto">
          <a:xfrm>
            <a:off x="1342405" y="3789040"/>
            <a:ext cx="10009112" cy="2361480"/>
          </a:xfrm>
          <a:prstGeom prst="rect">
            <a:avLst/>
          </a:prstGeom>
          <a:solidFill>
            <a:srgbClr val="FFFFFF"/>
          </a:solidFill>
          <a:ln w="38100">
            <a:solidFill>
              <a:srgbClr val="C00000"/>
            </a:solidFill>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style>
          <a:lnRef idx="1">
            <a:schemeClr val="accent2"/>
          </a:lnRef>
          <a:fillRef idx="2">
            <a:schemeClr val="accent2"/>
          </a:fillRef>
          <a:effectRef idx="1">
            <a:schemeClr val="accent2"/>
          </a:effectRef>
          <a:fontRef idx="minor">
            <a:schemeClr val="dk1"/>
          </a:fontRef>
        </p:style>
        <p:txBody>
          <a:bodyPr wrap="square" anchor="ctr">
            <a:spAutoFit/>
          </a:bodyPr>
          <a:lstStyle/>
          <a:p>
            <a:pPr>
              <a:lnSpc>
                <a:spcPts val="3000"/>
              </a:lnSpc>
              <a:tabLst>
                <a:tab pos="342900" algn="l"/>
              </a:tabLst>
            </a:pPr>
            <a:r>
              <a:rPr lang="zh-CN" altLang="en-US" b="1" dirty="0">
                <a:solidFill>
                  <a:srgbClr val="C01920"/>
                </a:solidFill>
                <a:ea typeface="隶书" pitchFamily="49" charset="-122"/>
              </a:rPr>
              <a:t>学习运算符时应注意：</a:t>
            </a:r>
            <a:r>
              <a:rPr lang="zh-CN" altLang="en-US" dirty="0">
                <a:solidFill>
                  <a:srgbClr val="C01920"/>
                </a:solidFill>
                <a:ea typeface="隶书" pitchFamily="49" charset="-122"/>
              </a:rPr>
              <a:t> </a:t>
            </a:r>
            <a:endParaRPr lang="en-US" altLang="zh-CN" dirty="0">
              <a:solidFill>
                <a:srgbClr val="C01920"/>
              </a:solidFill>
              <a:ea typeface="隶书" pitchFamily="49" charset="-122"/>
            </a:endParaRPr>
          </a:p>
          <a:p>
            <a:pPr>
              <a:lnSpc>
                <a:spcPts val="3000"/>
              </a:lnSpc>
              <a:tabLst>
                <a:tab pos="342900" algn="l"/>
              </a:tabLst>
            </a:pPr>
            <a:r>
              <a:rPr lang="zh-CN" altLang="en-US" sz="2000" b="1" dirty="0">
                <a:effectLst>
                  <a:outerShdw blurRad="38100" dist="38100" dir="2700000" algn="tl">
                    <a:srgbClr val="FFFFFF"/>
                  </a:outerShdw>
                </a:effectLst>
                <a:ea typeface="楷体" pitchFamily="49" charset="-122"/>
              </a:rPr>
              <a:t>  </a:t>
            </a:r>
            <a:r>
              <a:rPr lang="zh-CN" altLang="en-US" sz="2000" b="1" dirty="0">
                <a:solidFill>
                  <a:srgbClr val="C01920"/>
                </a:solidFill>
                <a:effectLst>
                  <a:outerShdw blurRad="38100" dist="38100" dir="2700000" algn="tl">
                    <a:srgbClr val="FFFFFF"/>
                  </a:outerShdw>
                </a:effectLst>
                <a:ea typeface="楷体" pitchFamily="49" charset="-122"/>
              </a:rPr>
              <a:t>  （</a:t>
            </a:r>
            <a:r>
              <a:rPr lang="en-US" altLang="zh-CN" sz="2000" b="1" dirty="0">
                <a:solidFill>
                  <a:srgbClr val="C01920"/>
                </a:solidFill>
                <a:effectLst>
                  <a:outerShdw blurRad="38100" dist="38100" dir="2700000" algn="tl">
                    <a:srgbClr val="FFFFFF"/>
                  </a:outerShdw>
                </a:effectLst>
                <a:ea typeface="楷体" pitchFamily="49" charset="-122"/>
              </a:rPr>
              <a:t>1</a:t>
            </a:r>
            <a:r>
              <a:rPr lang="zh-CN" altLang="en-US" sz="2000" b="1" dirty="0">
                <a:solidFill>
                  <a:srgbClr val="C01920"/>
                </a:solidFill>
                <a:effectLst>
                  <a:outerShdw blurRad="38100" dist="38100" dir="2700000" algn="tl">
                    <a:srgbClr val="FFFFFF"/>
                  </a:outerShdw>
                </a:effectLst>
                <a:ea typeface="楷体" pitchFamily="49" charset="-122"/>
              </a:rPr>
              <a:t>）运算符的功能：</a:t>
            </a:r>
            <a:r>
              <a:rPr lang="zh-CN" altLang="en-US" sz="2000" b="1" dirty="0">
                <a:effectLst>
                  <a:outerShdw blurRad="38100" dist="38100" dir="2700000" algn="tl">
                    <a:srgbClr val="FFFFFF"/>
                  </a:outerShdw>
                </a:effectLst>
                <a:ea typeface="楷体" pitchFamily="49" charset="-122"/>
              </a:rPr>
              <a:t>该运算符主要用于做什么运算。</a:t>
            </a:r>
            <a:endParaRPr lang="en-US" altLang="zh-CN" sz="2000" b="1" dirty="0">
              <a:effectLst>
                <a:outerShdw blurRad="38100" dist="38100" dir="2700000" algn="tl">
                  <a:srgbClr val="FFFFFF"/>
                </a:outerShdw>
              </a:effectLst>
              <a:ea typeface="楷体" pitchFamily="49" charset="-122"/>
            </a:endParaRPr>
          </a:p>
          <a:p>
            <a:pPr>
              <a:lnSpc>
                <a:spcPts val="3000"/>
              </a:lnSpc>
              <a:tabLst>
                <a:tab pos="342900" algn="l"/>
              </a:tabLst>
            </a:pPr>
            <a:r>
              <a:rPr lang="zh-CN" altLang="en-US" sz="2000" b="1" dirty="0">
                <a:effectLst>
                  <a:outerShdw blurRad="38100" dist="38100" dir="2700000" algn="tl">
                    <a:srgbClr val="FFFFFF"/>
                  </a:outerShdw>
                </a:effectLst>
                <a:ea typeface="楷体" pitchFamily="49" charset="-122"/>
              </a:rPr>
              <a:t>    </a:t>
            </a:r>
            <a:r>
              <a:rPr lang="zh-CN" altLang="en-US" sz="2000" b="1" dirty="0">
                <a:solidFill>
                  <a:srgbClr val="C01920"/>
                </a:solidFill>
                <a:effectLst>
                  <a:outerShdw blurRad="38100" dist="38100" dir="2700000" algn="tl">
                    <a:srgbClr val="FFFFFF"/>
                  </a:outerShdw>
                </a:effectLst>
                <a:ea typeface="楷体" pitchFamily="49" charset="-122"/>
              </a:rPr>
              <a:t>（</a:t>
            </a:r>
            <a:r>
              <a:rPr lang="en-US" altLang="zh-CN" sz="2000" b="1" dirty="0">
                <a:solidFill>
                  <a:srgbClr val="C01920"/>
                </a:solidFill>
                <a:effectLst>
                  <a:outerShdw blurRad="38100" dist="38100" dir="2700000" algn="tl">
                    <a:srgbClr val="FFFFFF"/>
                  </a:outerShdw>
                </a:effectLst>
                <a:ea typeface="楷体" pitchFamily="49" charset="-122"/>
              </a:rPr>
              <a:t>2</a:t>
            </a:r>
            <a:r>
              <a:rPr lang="zh-CN" altLang="en-US" sz="2000" b="1" dirty="0">
                <a:solidFill>
                  <a:srgbClr val="C01920"/>
                </a:solidFill>
                <a:effectLst>
                  <a:outerShdw blurRad="38100" dist="38100" dir="2700000" algn="tl">
                    <a:srgbClr val="FFFFFF"/>
                  </a:outerShdw>
                </a:effectLst>
                <a:ea typeface="楷体" pitchFamily="49" charset="-122"/>
              </a:rPr>
              <a:t>）与运算量关系：</a:t>
            </a:r>
            <a:r>
              <a:rPr lang="zh-CN" altLang="en-US" sz="2000" b="1" dirty="0">
                <a:effectLst>
                  <a:outerShdw blurRad="38100" dist="38100" dir="2700000" algn="tl">
                    <a:srgbClr val="FFFFFF"/>
                  </a:outerShdw>
                </a:effectLst>
                <a:ea typeface="楷体" pitchFamily="49" charset="-122"/>
              </a:rPr>
              <a:t>要求运算量的个数及运算量的类型。</a:t>
            </a:r>
            <a:endParaRPr lang="en-US" altLang="zh-CN" sz="2000" b="1" dirty="0">
              <a:effectLst>
                <a:outerShdw blurRad="38100" dist="38100" dir="2700000" algn="tl">
                  <a:srgbClr val="FFFFFF"/>
                </a:outerShdw>
              </a:effectLst>
              <a:ea typeface="楷体" pitchFamily="49" charset="-122"/>
            </a:endParaRPr>
          </a:p>
          <a:p>
            <a:pPr>
              <a:lnSpc>
                <a:spcPts val="3000"/>
              </a:lnSpc>
              <a:tabLst>
                <a:tab pos="342900" algn="l"/>
              </a:tabLst>
            </a:pPr>
            <a:r>
              <a:rPr lang="zh-CN" altLang="en-US" sz="2000" b="1" dirty="0">
                <a:effectLst>
                  <a:outerShdw blurRad="38100" dist="38100" dir="2700000" algn="tl">
                    <a:srgbClr val="FFFFFF"/>
                  </a:outerShdw>
                </a:effectLst>
                <a:ea typeface="楷体" pitchFamily="49" charset="-122"/>
              </a:rPr>
              <a:t>    </a:t>
            </a:r>
            <a:r>
              <a:rPr lang="zh-CN" altLang="en-US" sz="2000" b="1" dirty="0">
                <a:solidFill>
                  <a:srgbClr val="C01920"/>
                </a:solidFill>
                <a:effectLst>
                  <a:outerShdw blurRad="38100" dist="38100" dir="2700000" algn="tl">
                    <a:srgbClr val="FFFFFF"/>
                  </a:outerShdw>
                </a:effectLst>
                <a:ea typeface="楷体" pitchFamily="49" charset="-122"/>
              </a:rPr>
              <a:t>（</a:t>
            </a:r>
            <a:r>
              <a:rPr lang="en-US" altLang="zh-CN" sz="2000" b="1" dirty="0">
                <a:solidFill>
                  <a:srgbClr val="C01920"/>
                </a:solidFill>
                <a:effectLst>
                  <a:outerShdw blurRad="38100" dist="38100" dir="2700000" algn="tl">
                    <a:srgbClr val="FFFFFF"/>
                  </a:outerShdw>
                </a:effectLst>
                <a:ea typeface="楷体" pitchFamily="49" charset="-122"/>
              </a:rPr>
              <a:t>3</a:t>
            </a:r>
            <a:r>
              <a:rPr lang="zh-CN" altLang="en-US" sz="2000" b="1" dirty="0">
                <a:solidFill>
                  <a:srgbClr val="C01920"/>
                </a:solidFill>
                <a:effectLst>
                  <a:outerShdw blurRad="38100" dist="38100" dir="2700000" algn="tl">
                    <a:srgbClr val="FFFFFF"/>
                  </a:outerShdw>
                </a:effectLst>
                <a:ea typeface="楷体" pitchFamily="49" charset="-122"/>
              </a:rPr>
              <a:t>）运算符的优先级：</a:t>
            </a:r>
            <a:r>
              <a:rPr lang="zh-CN" altLang="en-US" sz="2000" b="1" dirty="0">
                <a:effectLst>
                  <a:outerShdw blurRad="38100" dist="38100" dir="2700000" algn="tl">
                    <a:srgbClr val="FFFFFF"/>
                  </a:outerShdw>
                </a:effectLst>
                <a:ea typeface="楷体" pitchFamily="49" charset="-122"/>
              </a:rPr>
              <a:t>表达式中包含多个不同运算符时运算符运算的先后次序。</a:t>
            </a:r>
            <a:endParaRPr lang="en-US" altLang="zh-CN" sz="2000" b="1" dirty="0">
              <a:effectLst>
                <a:outerShdw blurRad="38100" dist="38100" dir="2700000" algn="tl">
                  <a:srgbClr val="FFFFFF"/>
                </a:outerShdw>
              </a:effectLst>
              <a:ea typeface="楷体" pitchFamily="49" charset="-122"/>
            </a:endParaRPr>
          </a:p>
          <a:p>
            <a:pPr>
              <a:lnSpc>
                <a:spcPts val="3000"/>
              </a:lnSpc>
              <a:tabLst>
                <a:tab pos="342900" algn="l"/>
              </a:tabLst>
            </a:pPr>
            <a:r>
              <a:rPr lang="zh-CN" altLang="en-US" sz="2000" b="1" dirty="0">
                <a:effectLst>
                  <a:outerShdw blurRad="38100" dist="38100" dir="2700000" algn="tl">
                    <a:srgbClr val="FFFFFF"/>
                  </a:outerShdw>
                </a:effectLst>
                <a:ea typeface="楷体" pitchFamily="49" charset="-122"/>
              </a:rPr>
              <a:t>    </a:t>
            </a:r>
            <a:r>
              <a:rPr lang="zh-CN" altLang="en-US" sz="2000" b="1" dirty="0">
                <a:solidFill>
                  <a:srgbClr val="C01920"/>
                </a:solidFill>
                <a:effectLst>
                  <a:outerShdw blurRad="38100" dist="38100" dir="2700000" algn="tl">
                    <a:srgbClr val="FFFFFF"/>
                  </a:outerShdw>
                </a:effectLst>
                <a:ea typeface="楷体" pitchFamily="49" charset="-122"/>
              </a:rPr>
              <a:t>（</a:t>
            </a:r>
            <a:r>
              <a:rPr lang="en-US" altLang="zh-CN" sz="2000" b="1" dirty="0">
                <a:solidFill>
                  <a:srgbClr val="C01920"/>
                </a:solidFill>
                <a:effectLst>
                  <a:outerShdw blurRad="38100" dist="38100" dir="2700000" algn="tl">
                    <a:srgbClr val="FFFFFF"/>
                  </a:outerShdw>
                </a:effectLst>
                <a:ea typeface="楷体" pitchFamily="49" charset="-122"/>
              </a:rPr>
              <a:t>4</a:t>
            </a:r>
            <a:r>
              <a:rPr lang="zh-CN" altLang="en-US" sz="2000" b="1" dirty="0">
                <a:solidFill>
                  <a:srgbClr val="C01920"/>
                </a:solidFill>
                <a:effectLst>
                  <a:outerShdw blurRad="38100" dist="38100" dir="2700000" algn="tl">
                    <a:srgbClr val="FFFFFF"/>
                  </a:outerShdw>
                </a:effectLst>
                <a:ea typeface="楷体" pitchFamily="49" charset="-122"/>
              </a:rPr>
              <a:t>）运算符的结合性：</a:t>
            </a:r>
            <a:r>
              <a:rPr lang="zh-CN" altLang="en-US" sz="2000" b="1" dirty="0">
                <a:effectLst>
                  <a:outerShdw blurRad="38100" dist="38100" dir="2700000" algn="tl">
                    <a:srgbClr val="FFFFFF"/>
                  </a:outerShdw>
                </a:effectLst>
                <a:ea typeface="楷体" pitchFamily="49" charset="-122"/>
              </a:rPr>
              <a:t>同级别运算符的运算顺序（指左结合性还是右结合性）。</a:t>
            </a:r>
            <a:endParaRPr lang="en-US" altLang="zh-CN" sz="2000" b="1" dirty="0">
              <a:effectLst>
                <a:outerShdw blurRad="38100" dist="38100" dir="2700000" algn="tl">
                  <a:srgbClr val="FFFFFF"/>
                </a:outerShdw>
              </a:effectLst>
              <a:ea typeface="楷体" pitchFamily="49" charset="-122"/>
            </a:endParaRPr>
          </a:p>
          <a:p>
            <a:pPr>
              <a:lnSpc>
                <a:spcPts val="3000"/>
              </a:lnSpc>
              <a:tabLst>
                <a:tab pos="342900" algn="l"/>
              </a:tabLst>
            </a:pPr>
            <a:r>
              <a:rPr lang="zh-CN" altLang="en-US" sz="2000" b="1" dirty="0">
                <a:effectLst>
                  <a:outerShdw blurRad="38100" dist="38100" dir="2700000" algn="tl">
                    <a:srgbClr val="FFFFFF"/>
                  </a:outerShdw>
                </a:effectLst>
                <a:ea typeface="楷体" pitchFamily="49" charset="-122"/>
              </a:rPr>
              <a:t>    </a:t>
            </a:r>
            <a:r>
              <a:rPr lang="zh-CN" altLang="en-US" sz="2000" b="1" dirty="0">
                <a:solidFill>
                  <a:srgbClr val="C01920"/>
                </a:solidFill>
                <a:effectLst>
                  <a:outerShdw blurRad="38100" dist="38100" dir="2700000" algn="tl">
                    <a:srgbClr val="FFFFFF"/>
                  </a:outerShdw>
                </a:effectLst>
                <a:ea typeface="楷体" pitchFamily="49" charset="-122"/>
              </a:rPr>
              <a:t>（</a:t>
            </a:r>
            <a:r>
              <a:rPr lang="en-US" altLang="zh-CN" sz="2000" b="1" dirty="0">
                <a:solidFill>
                  <a:srgbClr val="C01920"/>
                </a:solidFill>
                <a:effectLst>
                  <a:outerShdw blurRad="38100" dist="38100" dir="2700000" algn="tl">
                    <a:srgbClr val="FFFFFF"/>
                  </a:outerShdw>
                </a:effectLst>
                <a:ea typeface="楷体" pitchFamily="49" charset="-122"/>
              </a:rPr>
              <a:t>5</a:t>
            </a:r>
            <a:r>
              <a:rPr lang="zh-CN" altLang="en-US" sz="2000" b="1" dirty="0">
                <a:solidFill>
                  <a:srgbClr val="C01920"/>
                </a:solidFill>
                <a:effectLst>
                  <a:outerShdw blurRad="38100" dist="38100" dir="2700000" algn="tl">
                    <a:srgbClr val="FFFFFF"/>
                  </a:outerShdw>
                </a:effectLst>
                <a:ea typeface="楷体" pitchFamily="49" charset="-122"/>
              </a:rPr>
              <a:t>）运算结果的类型：</a:t>
            </a:r>
            <a:r>
              <a:rPr lang="zh-CN" altLang="en-US" sz="2000" b="1" dirty="0">
                <a:effectLst>
                  <a:outerShdw blurRad="38100" dist="38100" dir="2700000" algn="tl">
                    <a:srgbClr val="FFFFFF"/>
                  </a:outerShdw>
                </a:effectLst>
                <a:ea typeface="楷体" pitchFamily="49" charset="-122"/>
              </a:rPr>
              <a:t>表达式运算后最终所得到的值的类型。</a:t>
            </a:r>
            <a:endParaRPr lang="en-US" altLang="zh-CN" sz="2000" b="1" dirty="0">
              <a:effectLst>
                <a:outerShdw blurRad="38100" dist="38100" dir="2700000" algn="tl">
                  <a:srgbClr val="FFFFFF"/>
                </a:outerShdw>
              </a:effectLst>
              <a:ea typeface="楷体" pitchFamily="49" charset="-122"/>
            </a:endParaRPr>
          </a:p>
        </p:txBody>
      </p:sp>
      <p:grpSp>
        <p:nvGrpSpPr>
          <p:cNvPr id="810028" name="Group 44"/>
          <p:cNvGrpSpPr>
            <a:grpSpLocks/>
          </p:cNvGrpSpPr>
          <p:nvPr/>
        </p:nvGrpSpPr>
        <p:grpSpPr bwMode="auto">
          <a:xfrm>
            <a:off x="839788" y="952136"/>
            <a:ext cx="10872835" cy="5414613"/>
            <a:chOff x="377" y="493"/>
            <a:chExt cx="4563" cy="3704"/>
          </a:xfrm>
        </p:grpSpPr>
        <p:sp useBgFill="1">
          <p:nvSpPr>
            <p:cNvPr id="810020" name="Rectangle 36"/>
            <p:cNvSpPr>
              <a:spLocks noChangeArrowheads="1"/>
            </p:cNvSpPr>
            <p:nvPr/>
          </p:nvSpPr>
          <p:spPr bwMode="auto">
            <a:xfrm>
              <a:off x="377" y="493"/>
              <a:ext cx="4563" cy="3645"/>
            </a:xfrm>
            <a:prstGeom prst="rect">
              <a:avLst/>
            </a:prstGeom>
            <a:ln w="9525">
              <a:noFill/>
              <a:miter lim="800000"/>
              <a:headEnd/>
              <a:tailEnd/>
            </a:ln>
            <a:effectLst/>
          </p:spPr>
          <p:txBody>
            <a:bodyPr wrap="none" anchor="ctr"/>
            <a:lstStyle/>
            <a:p>
              <a:endParaRPr lang="zh-CN" altLang="en-US"/>
            </a:p>
          </p:txBody>
        </p:sp>
        <p:grpSp>
          <p:nvGrpSpPr>
            <p:cNvPr id="810027" name="Group 43"/>
            <p:cNvGrpSpPr>
              <a:grpSpLocks/>
            </p:cNvGrpSpPr>
            <p:nvPr/>
          </p:nvGrpSpPr>
          <p:grpSpPr bwMode="auto">
            <a:xfrm>
              <a:off x="1004" y="597"/>
              <a:ext cx="3529" cy="3600"/>
              <a:chOff x="1004" y="597"/>
              <a:chExt cx="3529" cy="3600"/>
            </a:xfrm>
          </p:grpSpPr>
          <p:grpSp>
            <p:nvGrpSpPr>
              <p:cNvPr id="810021" name="Group 37"/>
              <p:cNvGrpSpPr>
                <a:grpSpLocks/>
              </p:cNvGrpSpPr>
              <p:nvPr/>
            </p:nvGrpSpPr>
            <p:grpSpPr bwMode="auto">
              <a:xfrm>
                <a:off x="1004" y="597"/>
                <a:ext cx="3529" cy="3600"/>
                <a:chOff x="476" y="545"/>
                <a:chExt cx="3529" cy="3600"/>
              </a:xfrm>
            </p:grpSpPr>
            <p:sp>
              <p:nvSpPr>
                <p:cNvPr id="810022" name="AutoShape 38"/>
                <p:cNvSpPr>
                  <a:spLocks/>
                </p:cNvSpPr>
                <p:nvPr/>
              </p:nvSpPr>
              <p:spPr bwMode="auto">
                <a:xfrm>
                  <a:off x="488" y="648"/>
                  <a:ext cx="178" cy="3329"/>
                </a:xfrm>
                <a:prstGeom prst="leftBrace">
                  <a:avLst>
                    <a:gd name="adj1" fmla="val 155852"/>
                    <a:gd name="adj2" fmla="val 50000"/>
                  </a:avLst>
                </a:prstGeom>
                <a:noFill/>
                <a:ln w="9525">
                  <a:noFill/>
                  <a:round/>
                  <a:headEnd/>
                  <a:tailEnd/>
                </a:ln>
                <a:effectLst/>
              </p:spPr>
              <p:txBody>
                <a:bodyPr wrap="none" anchor="ctr"/>
                <a:lstStyle/>
                <a:p>
                  <a:endParaRPr lang="zh-CN" altLang="en-US"/>
                </a:p>
              </p:txBody>
            </p:sp>
            <p:sp>
              <p:nvSpPr>
                <p:cNvPr id="810023" name="Text Box 39"/>
                <p:cNvSpPr txBox="1">
                  <a:spLocks noChangeArrowheads="1"/>
                </p:cNvSpPr>
                <p:nvPr/>
              </p:nvSpPr>
              <p:spPr bwMode="auto">
                <a:xfrm>
                  <a:off x="476" y="1652"/>
                  <a:ext cx="250" cy="1411"/>
                </a:xfrm>
                <a:prstGeom prst="rect">
                  <a:avLst/>
                </a:prstGeom>
                <a:noFill/>
                <a:ln w="9525">
                  <a:noFill/>
                  <a:miter lim="800000"/>
                  <a:headEnd/>
                  <a:tailEnd/>
                </a:ln>
                <a:effectLst/>
              </p:spPr>
              <p:txBody>
                <a:bodyPr wrap="none">
                  <a:spAutoFit/>
                </a:bodyPr>
                <a:lstStyle/>
                <a:p>
                  <a:pPr eaLnBrk="0" hangingPunct="0"/>
                  <a:r>
                    <a:rPr lang="en-US" altLang="zh-CN" sz="3200" b="1" dirty="0">
                      <a:solidFill>
                        <a:srgbClr val="C01920"/>
                      </a:solidFill>
                      <a:latin typeface="+mn-lt"/>
                      <a:ea typeface="隶书" pitchFamily="49" charset="-122"/>
                    </a:rPr>
                    <a:t>C</a:t>
                  </a:r>
                </a:p>
                <a:p>
                  <a:pPr eaLnBrk="0" hangingPunct="0"/>
                  <a:r>
                    <a:rPr lang="zh-CN" altLang="zh-CN" sz="3200" b="1" dirty="0">
                      <a:solidFill>
                        <a:srgbClr val="C01920"/>
                      </a:solidFill>
                      <a:latin typeface="隶书" pitchFamily="49" charset="-122"/>
                      <a:ea typeface="隶书" pitchFamily="49" charset="-122"/>
                    </a:rPr>
                    <a:t>运</a:t>
                  </a:r>
                </a:p>
                <a:p>
                  <a:pPr eaLnBrk="0" hangingPunct="0"/>
                  <a:r>
                    <a:rPr lang="zh-CN" altLang="zh-CN" sz="3200" b="1" dirty="0">
                      <a:solidFill>
                        <a:srgbClr val="C01920"/>
                      </a:solidFill>
                      <a:latin typeface="隶书" pitchFamily="49" charset="-122"/>
                      <a:ea typeface="隶书" pitchFamily="49" charset="-122"/>
                    </a:rPr>
                    <a:t>算</a:t>
                  </a:r>
                </a:p>
                <a:p>
                  <a:pPr eaLnBrk="0" hangingPunct="0"/>
                  <a:r>
                    <a:rPr lang="zh-CN" altLang="zh-CN" sz="3200" b="1" dirty="0">
                      <a:solidFill>
                        <a:srgbClr val="C01920"/>
                      </a:solidFill>
                      <a:latin typeface="隶书" pitchFamily="49" charset="-122"/>
                      <a:ea typeface="隶书" pitchFamily="49" charset="-122"/>
                    </a:rPr>
                    <a:t>符</a:t>
                  </a:r>
                  <a:endParaRPr lang="zh-CN" altLang="en-US" sz="3200" b="1" dirty="0">
                    <a:solidFill>
                      <a:srgbClr val="C01920"/>
                    </a:solidFill>
                    <a:latin typeface="隶书" pitchFamily="49" charset="-122"/>
                    <a:ea typeface="隶书" pitchFamily="49" charset="-122"/>
                  </a:endParaRPr>
                </a:p>
              </p:txBody>
            </p:sp>
            <p:sp>
              <p:nvSpPr>
                <p:cNvPr id="810024" name="Text Box 40"/>
                <p:cNvSpPr txBox="1">
                  <a:spLocks noChangeArrowheads="1"/>
                </p:cNvSpPr>
                <p:nvPr/>
              </p:nvSpPr>
              <p:spPr bwMode="auto">
                <a:xfrm>
                  <a:off x="922" y="545"/>
                  <a:ext cx="3083" cy="3600"/>
                </a:xfrm>
                <a:prstGeom prst="rect">
                  <a:avLst/>
                </a:prstGeom>
                <a:noFill/>
                <a:ln w="9525">
                  <a:noFill/>
                  <a:miter lim="800000"/>
                  <a:headEnd/>
                  <a:tailEnd/>
                </a:ln>
                <a:effectLst/>
              </p:spPr>
              <p:txBody>
                <a:bodyPr wrap="square" anchor="ctr">
                  <a:spAutoFit/>
                </a:bodyPr>
                <a:lstStyle/>
                <a:p>
                  <a:pPr eaLnBrk="0" hangingPunct="0"/>
                  <a:r>
                    <a:rPr lang="zh-CN" altLang="en-US" b="1" dirty="0">
                      <a:ln w="1905"/>
                      <a:solidFill>
                        <a:schemeClr val="accent2">
                          <a:lumMod val="50000"/>
                        </a:schemeClr>
                      </a:solidFill>
                      <a:latin typeface="+mn-lt"/>
                      <a:ea typeface="楷体" pitchFamily="49" charset="-122"/>
                    </a:rPr>
                    <a:t>算术运算符    ：  （</a:t>
                  </a:r>
                  <a:r>
                    <a:rPr lang="en-US" altLang="zh-CN" b="1" dirty="0">
                      <a:ln w="1905"/>
                      <a:solidFill>
                        <a:srgbClr val="C01920"/>
                      </a:solidFill>
                      <a:latin typeface="+mn-lt"/>
                      <a:ea typeface="楷体" pitchFamily="49" charset="-122"/>
                    </a:rPr>
                    <a:t>+  -  *  /  %  ++  --</a:t>
                  </a:r>
                  <a:r>
                    <a:rPr lang="zh-CN" altLang="en-US" b="1" dirty="0">
                      <a:ln w="1905"/>
                      <a:solidFill>
                        <a:schemeClr val="accent2">
                          <a:lumMod val="50000"/>
                        </a:schemeClr>
                      </a:solidFill>
                      <a:latin typeface="+mn-lt"/>
                      <a:ea typeface="楷体" pitchFamily="49" charset="-122"/>
                    </a:rPr>
                    <a:t>）</a:t>
                  </a:r>
                </a:p>
                <a:p>
                  <a:pPr eaLnBrk="0" hangingPunct="0"/>
                  <a:r>
                    <a:rPr lang="zh-CN" altLang="en-US" b="1" dirty="0">
                      <a:ln w="1905"/>
                      <a:solidFill>
                        <a:schemeClr val="accent2">
                          <a:lumMod val="50000"/>
                        </a:schemeClr>
                      </a:solidFill>
                      <a:latin typeface="+mn-lt"/>
                      <a:ea typeface="楷体" pitchFamily="49" charset="-122"/>
                    </a:rPr>
                    <a:t>关系运算符    ：  （</a:t>
                  </a:r>
                  <a:r>
                    <a:rPr lang="en-US" altLang="zh-CN" b="1" dirty="0">
                      <a:ln w="1905"/>
                      <a:solidFill>
                        <a:srgbClr val="C01920"/>
                      </a:solidFill>
                      <a:latin typeface="+mn-lt"/>
                      <a:ea typeface="楷体" pitchFamily="49" charset="-122"/>
                    </a:rPr>
                    <a:t>&lt;  &lt;=   ==   &gt;   &gt;=   !=</a:t>
                  </a:r>
                  <a:r>
                    <a:rPr lang="zh-CN" altLang="en-US" b="1" dirty="0">
                      <a:ln w="1905"/>
                      <a:solidFill>
                        <a:schemeClr val="accent2">
                          <a:lumMod val="50000"/>
                        </a:schemeClr>
                      </a:solidFill>
                      <a:latin typeface="+mn-lt"/>
                      <a:ea typeface="楷体" pitchFamily="49" charset="-122"/>
                    </a:rPr>
                    <a:t>）</a:t>
                  </a:r>
                </a:p>
                <a:p>
                  <a:pPr eaLnBrk="0" hangingPunct="0"/>
                  <a:r>
                    <a:rPr lang="zh-CN" altLang="en-US" b="1" dirty="0">
                      <a:ln w="1905"/>
                      <a:solidFill>
                        <a:schemeClr val="accent2">
                          <a:lumMod val="50000"/>
                        </a:schemeClr>
                      </a:solidFill>
                      <a:latin typeface="+mn-lt"/>
                      <a:ea typeface="楷体" pitchFamily="49" charset="-122"/>
                    </a:rPr>
                    <a:t>逻辑运算符    ：  （</a:t>
                  </a:r>
                  <a:r>
                    <a:rPr lang="zh-CN" altLang="en-US" b="1" dirty="0">
                      <a:ln w="1905"/>
                      <a:solidFill>
                        <a:srgbClr val="C01920"/>
                      </a:solidFill>
                      <a:latin typeface="+mn-lt"/>
                      <a:ea typeface="楷体" pitchFamily="49" charset="-122"/>
                    </a:rPr>
                    <a:t>！  </a:t>
                  </a:r>
                  <a:r>
                    <a:rPr lang="en-US" altLang="zh-CN" b="1" dirty="0">
                      <a:ln w="1905"/>
                      <a:solidFill>
                        <a:srgbClr val="C01920"/>
                      </a:solidFill>
                      <a:latin typeface="+mn-lt"/>
                      <a:ea typeface="楷体" pitchFamily="49" charset="-122"/>
                    </a:rPr>
                    <a:t>&amp;&amp;  ||</a:t>
                  </a:r>
                  <a:r>
                    <a:rPr lang="zh-CN" altLang="en-US" b="1" dirty="0">
                      <a:ln w="1905"/>
                      <a:solidFill>
                        <a:schemeClr val="accent2">
                          <a:lumMod val="50000"/>
                        </a:schemeClr>
                      </a:solidFill>
                      <a:latin typeface="+mn-lt"/>
                      <a:ea typeface="楷体" pitchFamily="49" charset="-122"/>
                    </a:rPr>
                    <a:t>）</a:t>
                  </a:r>
                </a:p>
                <a:p>
                  <a:pPr eaLnBrk="0" hangingPunct="0"/>
                  <a:r>
                    <a:rPr lang="zh-CN" altLang="en-US" b="1" dirty="0">
                      <a:ln w="1905"/>
                      <a:solidFill>
                        <a:schemeClr val="accent2">
                          <a:lumMod val="50000"/>
                        </a:schemeClr>
                      </a:solidFill>
                      <a:latin typeface="+mn-lt"/>
                      <a:ea typeface="楷体" pitchFamily="49" charset="-122"/>
                    </a:rPr>
                    <a:t>位运算符        ：  （</a:t>
                  </a:r>
                  <a:r>
                    <a:rPr lang="en-US" altLang="zh-CN" b="1" dirty="0">
                      <a:ln w="1905"/>
                      <a:solidFill>
                        <a:srgbClr val="C01920"/>
                      </a:solidFill>
                      <a:latin typeface="+mn-lt"/>
                      <a:ea typeface="楷体" pitchFamily="49" charset="-122"/>
                    </a:rPr>
                    <a:t>&lt;&lt;   &gt;&gt;   ~  |  ^  &amp;</a:t>
                  </a:r>
                  <a:r>
                    <a:rPr lang="zh-CN" altLang="en-US" b="1" dirty="0">
                      <a:ln w="1905"/>
                      <a:solidFill>
                        <a:schemeClr val="accent2">
                          <a:lumMod val="50000"/>
                        </a:schemeClr>
                      </a:solidFill>
                      <a:latin typeface="+mn-lt"/>
                      <a:ea typeface="楷体" pitchFamily="49" charset="-122"/>
                    </a:rPr>
                    <a:t>）</a:t>
                  </a:r>
                </a:p>
                <a:p>
                  <a:pPr eaLnBrk="0" hangingPunct="0"/>
                  <a:r>
                    <a:rPr lang="zh-CN" altLang="en-US" b="1" dirty="0">
                      <a:ln w="1905"/>
                      <a:solidFill>
                        <a:schemeClr val="accent2">
                          <a:lumMod val="50000"/>
                        </a:schemeClr>
                      </a:solidFill>
                      <a:latin typeface="+mn-lt"/>
                      <a:ea typeface="楷体" pitchFamily="49" charset="-122"/>
                    </a:rPr>
                    <a:t>赋值运算符    ：  （</a:t>
                  </a:r>
                  <a:r>
                    <a:rPr lang="en-US" altLang="zh-CN" b="1" dirty="0">
                      <a:ln w="1905"/>
                      <a:solidFill>
                        <a:srgbClr val="C01920"/>
                      </a:solidFill>
                      <a:latin typeface="+mn-lt"/>
                      <a:ea typeface="楷体" pitchFamily="49" charset="-122"/>
                    </a:rPr>
                    <a:t>= </a:t>
                  </a:r>
                  <a:r>
                    <a:rPr lang="zh-CN" altLang="en-US" b="1" dirty="0">
                      <a:ln w="1905"/>
                      <a:solidFill>
                        <a:srgbClr val="C01920"/>
                      </a:solidFill>
                      <a:latin typeface="+mn-lt"/>
                      <a:ea typeface="楷体" pitchFamily="49" charset="-122"/>
                    </a:rPr>
                    <a:t>及其扩展</a:t>
                  </a:r>
                  <a:r>
                    <a:rPr lang="zh-CN" altLang="en-US" b="1" dirty="0">
                      <a:ln w="1905"/>
                      <a:solidFill>
                        <a:schemeClr val="accent2">
                          <a:lumMod val="50000"/>
                        </a:schemeClr>
                      </a:solidFill>
                      <a:latin typeface="+mn-lt"/>
                      <a:ea typeface="楷体" pitchFamily="49" charset="-122"/>
                    </a:rPr>
                    <a:t>）</a:t>
                  </a:r>
                </a:p>
                <a:p>
                  <a:pPr eaLnBrk="0" hangingPunct="0"/>
                  <a:r>
                    <a:rPr lang="zh-CN" altLang="en-US" b="1" dirty="0">
                      <a:ln w="1905"/>
                      <a:solidFill>
                        <a:schemeClr val="accent2">
                          <a:lumMod val="50000"/>
                        </a:schemeClr>
                      </a:solidFill>
                      <a:latin typeface="+mn-lt"/>
                      <a:ea typeface="楷体" pitchFamily="49" charset="-122"/>
                    </a:rPr>
                    <a:t>条件运算符    ：  （</a:t>
                  </a:r>
                  <a:r>
                    <a:rPr lang="en-US" altLang="zh-CN" b="1" dirty="0">
                      <a:ln w="1905"/>
                      <a:solidFill>
                        <a:srgbClr val="C01920"/>
                      </a:solidFill>
                      <a:latin typeface="+mn-lt"/>
                      <a:ea typeface="楷体" pitchFamily="49" charset="-122"/>
                    </a:rPr>
                    <a:t>? :</a:t>
                  </a:r>
                  <a:r>
                    <a:rPr lang="zh-CN" altLang="en-US" b="1" dirty="0">
                      <a:ln w="1905"/>
                      <a:solidFill>
                        <a:schemeClr val="accent2">
                          <a:lumMod val="50000"/>
                        </a:schemeClr>
                      </a:solidFill>
                      <a:latin typeface="+mn-lt"/>
                      <a:ea typeface="楷体" pitchFamily="49" charset="-122"/>
                    </a:rPr>
                    <a:t>）</a:t>
                  </a:r>
                </a:p>
                <a:p>
                  <a:pPr eaLnBrk="0" hangingPunct="0"/>
                  <a:r>
                    <a:rPr lang="zh-CN" altLang="en-US" b="1" dirty="0">
                      <a:ln w="1905"/>
                      <a:solidFill>
                        <a:schemeClr val="accent2">
                          <a:lumMod val="50000"/>
                        </a:schemeClr>
                      </a:solidFill>
                      <a:latin typeface="+mn-lt"/>
                      <a:ea typeface="楷体" pitchFamily="49" charset="-122"/>
                    </a:rPr>
                    <a:t>逗号运算符    ：  （</a:t>
                  </a:r>
                  <a:r>
                    <a:rPr lang="en-US" altLang="zh-CN" b="1" dirty="0">
                      <a:ln w="1905"/>
                      <a:solidFill>
                        <a:srgbClr val="C01920"/>
                      </a:solidFill>
                      <a:latin typeface="+mn-lt"/>
                      <a:ea typeface="楷体" pitchFamily="49" charset="-122"/>
                    </a:rPr>
                    <a:t>,</a:t>
                  </a:r>
                  <a:r>
                    <a:rPr lang="zh-CN" altLang="en-US" b="1" dirty="0">
                      <a:ln w="1905"/>
                      <a:solidFill>
                        <a:schemeClr val="accent2">
                          <a:lumMod val="50000"/>
                        </a:schemeClr>
                      </a:solidFill>
                      <a:latin typeface="+mn-lt"/>
                      <a:ea typeface="楷体" pitchFamily="49" charset="-122"/>
                    </a:rPr>
                    <a:t>）</a:t>
                  </a:r>
                </a:p>
                <a:p>
                  <a:pPr eaLnBrk="0" hangingPunct="0"/>
                  <a:r>
                    <a:rPr lang="zh-CN" altLang="en-US" b="1" dirty="0">
                      <a:ln w="1905"/>
                      <a:solidFill>
                        <a:schemeClr val="accent2">
                          <a:lumMod val="50000"/>
                        </a:schemeClr>
                      </a:solidFill>
                      <a:latin typeface="+mn-lt"/>
                      <a:ea typeface="楷体" pitchFamily="49" charset="-122"/>
                    </a:rPr>
                    <a:t>指针运算符    ：  （</a:t>
                  </a:r>
                  <a:r>
                    <a:rPr lang="zh-CN" altLang="en-US" b="1" dirty="0">
                      <a:ln w="1905"/>
                      <a:solidFill>
                        <a:srgbClr val="C01920"/>
                      </a:solidFill>
                      <a:latin typeface="+mn-lt"/>
                      <a:ea typeface="楷体" pitchFamily="49" charset="-122"/>
                    </a:rPr>
                    <a:t>*  </a:t>
                  </a:r>
                  <a:r>
                    <a:rPr lang="en-US" altLang="zh-CN" b="1" dirty="0">
                      <a:ln w="1905"/>
                      <a:solidFill>
                        <a:srgbClr val="C01920"/>
                      </a:solidFill>
                      <a:latin typeface="+mn-lt"/>
                      <a:ea typeface="楷体" pitchFamily="49" charset="-122"/>
                    </a:rPr>
                    <a:t>&amp;</a:t>
                  </a:r>
                  <a:r>
                    <a:rPr lang="zh-CN" altLang="en-US" b="1" dirty="0">
                      <a:ln w="1905"/>
                      <a:solidFill>
                        <a:schemeClr val="accent2">
                          <a:lumMod val="50000"/>
                        </a:schemeClr>
                      </a:solidFill>
                      <a:latin typeface="+mn-lt"/>
                      <a:ea typeface="楷体" pitchFamily="49" charset="-122"/>
                    </a:rPr>
                    <a:t>）</a:t>
                  </a:r>
                </a:p>
                <a:p>
                  <a:pPr eaLnBrk="0" hangingPunct="0"/>
                  <a:r>
                    <a:rPr lang="zh-CN" altLang="en-US" b="1" dirty="0">
                      <a:ln w="1905"/>
                      <a:solidFill>
                        <a:schemeClr val="accent2">
                          <a:lumMod val="50000"/>
                        </a:schemeClr>
                      </a:solidFill>
                      <a:latin typeface="+mn-lt"/>
                      <a:ea typeface="楷体" pitchFamily="49" charset="-122"/>
                    </a:rPr>
                    <a:t>求字节数        ：  （</a:t>
                  </a:r>
                  <a:r>
                    <a:rPr lang="en-US" altLang="zh-CN" b="1" dirty="0" err="1">
                      <a:ln w="1905"/>
                      <a:solidFill>
                        <a:srgbClr val="C01920"/>
                      </a:solidFill>
                      <a:latin typeface="+mn-lt"/>
                      <a:ea typeface="楷体" pitchFamily="49" charset="-122"/>
                    </a:rPr>
                    <a:t>sizeof</a:t>
                  </a:r>
                  <a:r>
                    <a:rPr lang="zh-CN" altLang="en-US" b="1" dirty="0">
                      <a:ln w="1905"/>
                      <a:solidFill>
                        <a:schemeClr val="accent2">
                          <a:lumMod val="50000"/>
                        </a:schemeClr>
                      </a:solidFill>
                      <a:latin typeface="+mn-lt"/>
                      <a:ea typeface="楷体" pitchFamily="49" charset="-122"/>
                    </a:rPr>
                    <a:t>）</a:t>
                  </a:r>
                </a:p>
                <a:p>
                  <a:pPr eaLnBrk="0" hangingPunct="0"/>
                  <a:r>
                    <a:rPr lang="zh-CN" altLang="en-US" b="1" dirty="0">
                      <a:ln w="1905"/>
                      <a:solidFill>
                        <a:schemeClr val="accent2">
                          <a:lumMod val="50000"/>
                        </a:schemeClr>
                      </a:solidFill>
                      <a:latin typeface="+mn-lt"/>
                      <a:ea typeface="楷体" pitchFamily="49" charset="-122"/>
                    </a:rPr>
                    <a:t>强制类型转换：  （</a:t>
                  </a:r>
                  <a:r>
                    <a:rPr lang="zh-CN" altLang="en-US" b="1" dirty="0">
                      <a:ln w="1905"/>
                      <a:solidFill>
                        <a:srgbClr val="C01920"/>
                      </a:solidFill>
                      <a:latin typeface="+mn-lt"/>
                      <a:ea typeface="楷体" pitchFamily="49" charset="-122"/>
                    </a:rPr>
                    <a:t>类型</a:t>
                  </a:r>
                  <a:r>
                    <a:rPr lang="zh-CN" altLang="en-US" b="1" dirty="0">
                      <a:ln w="1905"/>
                      <a:solidFill>
                        <a:schemeClr val="accent2">
                          <a:lumMod val="50000"/>
                        </a:schemeClr>
                      </a:solidFill>
                      <a:latin typeface="+mn-lt"/>
                      <a:ea typeface="楷体" pitchFamily="49" charset="-122"/>
                    </a:rPr>
                    <a:t>）</a:t>
                  </a:r>
                </a:p>
                <a:p>
                  <a:pPr eaLnBrk="0" hangingPunct="0"/>
                  <a:r>
                    <a:rPr lang="zh-CN" altLang="en-US" b="1" dirty="0">
                      <a:ln w="1905"/>
                      <a:solidFill>
                        <a:schemeClr val="accent2">
                          <a:lumMod val="50000"/>
                        </a:schemeClr>
                      </a:solidFill>
                      <a:latin typeface="+mn-lt"/>
                      <a:ea typeface="楷体" pitchFamily="49" charset="-122"/>
                    </a:rPr>
                    <a:t>分量运算符    ：  （</a:t>
                  </a:r>
                  <a:r>
                    <a:rPr lang="en-US" altLang="zh-CN" b="1" dirty="0">
                      <a:ln w="1905"/>
                      <a:solidFill>
                        <a:srgbClr val="C01920"/>
                      </a:solidFill>
                      <a:latin typeface="+mn-lt"/>
                      <a:ea typeface="楷体" pitchFamily="49" charset="-122"/>
                    </a:rPr>
                    <a:t>.  -&gt;</a:t>
                  </a:r>
                  <a:r>
                    <a:rPr lang="zh-CN" altLang="en-US" b="1" dirty="0">
                      <a:ln w="1905"/>
                      <a:solidFill>
                        <a:schemeClr val="accent2">
                          <a:lumMod val="50000"/>
                        </a:schemeClr>
                      </a:solidFill>
                      <a:latin typeface="+mn-lt"/>
                      <a:ea typeface="楷体" pitchFamily="49" charset="-122"/>
                    </a:rPr>
                    <a:t>）</a:t>
                  </a:r>
                </a:p>
                <a:p>
                  <a:pPr eaLnBrk="0" hangingPunct="0"/>
                  <a:r>
                    <a:rPr lang="zh-CN" altLang="en-US" b="1" dirty="0">
                      <a:ln w="1905"/>
                      <a:solidFill>
                        <a:schemeClr val="accent2">
                          <a:lumMod val="50000"/>
                        </a:schemeClr>
                      </a:solidFill>
                      <a:latin typeface="+mn-lt"/>
                      <a:ea typeface="楷体" pitchFamily="49" charset="-122"/>
                    </a:rPr>
                    <a:t>下标运算符    ：  （</a:t>
                  </a:r>
                  <a:r>
                    <a:rPr lang="en-US" altLang="zh-CN" b="1" dirty="0">
                      <a:ln w="1905"/>
                      <a:solidFill>
                        <a:srgbClr val="C01920"/>
                      </a:solidFill>
                      <a:latin typeface="+mn-lt"/>
                      <a:ea typeface="楷体" pitchFamily="49" charset="-122"/>
                    </a:rPr>
                    <a:t>[ ]</a:t>
                  </a:r>
                  <a:r>
                    <a:rPr lang="zh-CN" altLang="en-US" b="1" dirty="0">
                      <a:ln w="1905"/>
                      <a:solidFill>
                        <a:schemeClr val="accent2">
                          <a:lumMod val="50000"/>
                        </a:schemeClr>
                      </a:solidFill>
                      <a:latin typeface="+mn-lt"/>
                      <a:ea typeface="楷体" pitchFamily="49" charset="-122"/>
                    </a:rPr>
                    <a:t>）</a:t>
                  </a:r>
                </a:p>
                <a:p>
                  <a:pPr eaLnBrk="0" hangingPunct="0"/>
                  <a:r>
                    <a:rPr lang="zh-CN" altLang="en-US" b="1" dirty="0">
                      <a:ln w="1905"/>
                      <a:solidFill>
                        <a:schemeClr val="accent2">
                          <a:lumMod val="50000"/>
                        </a:schemeClr>
                      </a:solidFill>
                      <a:latin typeface="+mn-lt"/>
                      <a:ea typeface="楷体" pitchFamily="49" charset="-122"/>
                    </a:rPr>
                    <a:t>其它                ：  （</a:t>
                  </a:r>
                  <a:r>
                    <a:rPr lang="en-US" altLang="zh-CN" b="1" dirty="0">
                      <a:ln w="1905"/>
                      <a:solidFill>
                        <a:srgbClr val="C01920"/>
                      </a:solidFill>
                      <a:latin typeface="+mn-lt"/>
                      <a:ea typeface="楷体" pitchFamily="49" charset="-122"/>
                    </a:rPr>
                    <a:t>( )  -</a:t>
                  </a:r>
                  <a:r>
                    <a:rPr lang="zh-CN" altLang="en-US" b="1" dirty="0">
                      <a:ln w="1905"/>
                      <a:solidFill>
                        <a:schemeClr val="accent2">
                          <a:lumMod val="50000"/>
                        </a:schemeClr>
                      </a:solidFill>
                      <a:latin typeface="+mn-lt"/>
                      <a:ea typeface="楷体" pitchFamily="49" charset="-122"/>
                    </a:rPr>
                    <a:t>）</a:t>
                  </a:r>
                </a:p>
                <a:p>
                  <a:pPr eaLnBrk="0" hangingPunct="0"/>
                  <a:endParaRPr lang="en-US" altLang="zh-CN"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outerShdw blurRad="38100" dist="38100" dir="2700000" algn="tl">
                        <a:srgbClr val="000000">
                          <a:alpha val="43137"/>
                        </a:srgbClr>
                      </a:outerShdw>
                    </a:effectLst>
                    <a:latin typeface="+mn-lt"/>
                    <a:ea typeface="楷体" pitchFamily="49" charset="-122"/>
                  </a:endParaRPr>
                </a:p>
              </p:txBody>
            </p:sp>
          </p:grpSp>
          <p:sp>
            <p:nvSpPr>
              <p:cNvPr id="810026" name="AutoShape 42"/>
              <p:cNvSpPr>
                <a:spLocks/>
              </p:cNvSpPr>
              <p:nvPr/>
            </p:nvSpPr>
            <p:spPr bwMode="auto">
              <a:xfrm>
                <a:off x="1330" y="626"/>
                <a:ext cx="144" cy="3315"/>
              </a:xfrm>
              <a:prstGeom prst="leftBrace">
                <a:avLst>
                  <a:gd name="adj1" fmla="val 175123"/>
                  <a:gd name="adj2" fmla="val 50000"/>
                </a:avLst>
              </a:prstGeom>
              <a:noFill/>
              <a:ln w="31750">
                <a:solidFill>
                  <a:schemeClr val="tx1"/>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grpSp>
      </p:grpSp>
      <p:sp>
        <p:nvSpPr>
          <p:cNvPr id="18" name="Rectangle 4">
            <a:extLst>
              <a:ext uri="{FF2B5EF4-FFF2-40B4-BE49-F238E27FC236}">
                <a16:creationId xmlns:a16="http://schemas.microsoft.com/office/drawing/2014/main" id="{11C8150A-1A94-4E5D-97D5-93A419DEA581}"/>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3.4  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语言的运算符与表达式</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10008"/>
                                        </p:tgtEl>
                                        <p:attrNameLst>
                                          <p:attrName>style.visibility</p:attrName>
                                        </p:attrNameLst>
                                      </p:cBhvr>
                                      <p:to>
                                        <p:strVal val="visible"/>
                                      </p:to>
                                    </p:set>
                                    <p:animEffect transition="in" filter="box(out)">
                                      <p:cBhvr>
                                        <p:cTn id="7" dur="500"/>
                                        <p:tgtEl>
                                          <p:spTgt spid="810008"/>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10009"/>
                                        </p:tgtEl>
                                        <p:attrNameLst>
                                          <p:attrName>style.visibility</p:attrName>
                                        </p:attrNameLst>
                                      </p:cBhvr>
                                      <p:to>
                                        <p:strVal val="visible"/>
                                      </p:to>
                                    </p:set>
                                    <p:animEffect transition="in" filter="box(in)">
                                      <p:cBhvr>
                                        <p:cTn id="12" dur="500"/>
                                        <p:tgtEl>
                                          <p:spTgt spid="810009"/>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810010"/>
                                        </p:tgtEl>
                                        <p:attrNameLst>
                                          <p:attrName>style.visibility</p:attrName>
                                        </p:attrNameLst>
                                      </p:cBhvr>
                                      <p:to>
                                        <p:strVal val="visible"/>
                                      </p:to>
                                    </p:set>
                                    <p:animEffect transition="in" filter="box(in)">
                                      <p:cBhvr>
                                        <p:cTn id="17" dur="500"/>
                                        <p:tgtEl>
                                          <p:spTgt spid="810010"/>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810028"/>
                                        </p:tgtEl>
                                        <p:attrNameLst>
                                          <p:attrName>style.visibility</p:attrName>
                                        </p:attrNameLst>
                                      </p:cBhvr>
                                      <p:to>
                                        <p:strVal val="visible"/>
                                      </p:to>
                                    </p:set>
                                    <p:animEffect transition="in" filter="box(out)">
                                      <p:cBhvr>
                                        <p:cTn id="22" dur="500"/>
                                        <p:tgtEl>
                                          <p:spTgt spid="810028"/>
                                        </p:tgtEl>
                                      </p:cBhvr>
                                    </p:animEffect>
                                  </p:childTnLst>
                                  <p:subTnLst>
                                    <p:audio>
                                      <p:cMediaNode>
                                        <p:cTn display="0" masterRel="sameClick">
                                          <p:stCondLst>
                                            <p:cond evt="begin" delay="0">
                                              <p:tn val="2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0008" grpId="0"/>
      <p:bldP spid="810009" grpId="0" animBg="1"/>
      <p:bldP spid="810010" grpId="0" animBg="1"/>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2038" name="Text Box 6"/>
          <p:cNvSpPr txBox="1">
            <a:spLocks noChangeArrowheads="1"/>
          </p:cNvSpPr>
          <p:nvPr/>
        </p:nvSpPr>
        <p:spPr bwMode="auto">
          <a:xfrm>
            <a:off x="623392" y="1439020"/>
            <a:ext cx="6356350" cy="461665"/>
          </a:xfrm>
          <a:prstGeom prst="rect">
            <a:avLst/>
          </a:prstGeom>
          <a:noFill/>
          <a:ln w="9525">
            <a:noFill/>
            <a:miter lim="800000"/>
            <a:headEnd/>
            <a:tailEnd/>
          </a:ln>
          <a:effectLst/>
        </p:spPr>
        <p:txBody>
          <a:bodyPr wrap="square">
            <a:spAutoFit/>
          </a:bodyPr>
          <a:lstStyle/>
          <a:p>
            <a:pPr marL="457200">
              <a:spcBef>
                <a:spcPct val="50000"/>
              </a:spcBef>
              <a:buFont typeface="Wingdings" pitchFamily="2" charset="2"/>
              <a:buChar char="Ø"/>
            </a:pPr>
            <a:r>
              <a:rPr lang="en-US" altLang="zh-CN" b="1" dirty="0">
                <a:solidFill>
                  <a:srgbClr val="C01920"/>
                </a:solidFill>
                <a:latin typeface="+mn-lt"/>
                <a:ea typeface="楷体" pitchFamily="49" charset="-122"/>
              </a:rPr>
              <a:t> </a:t>
            </a:r>
            <a:r>
              <a:rPr lang="zh-CN" altLang="zh-CN" b="1" dirty="0">
                <a:solidFill>
                  <a:srgbClr val="C01920"/>
                </a:solidFill>
                <a:latin typeface="+mn-lt"/>
                <a:ea typeface="楷体" pitchFamily="49" charset="-122"/>
              </a:rPr>
              <a:t>赋值运算符</a:t>
            </a:r>
            <a:r>
              <a:rPr lang="zh-CN" altLang="en-US" b="1" dirty="0">
                <a:solidFill>
                  <a:srgbClr val="C01920"/>
                </a:solidFill>
                <a:latin typeface="+mn-lt"/>
                <a:ea typeface="楷体" pitchFamily="49" charset="-122"/>
              </a:rPr>
              <a:t>（“</a:t>
            </a:r>
            <a:r>
              <a:rPr lang="zh-CN" altLang="zh-CN" b="1" dirty="0">
                <a:solidFill>
                  <a:srgbClr val="C01920"/>
                </a:solidFill>
                <a:latin typeface="+mn-lt"/>
                <a:ea typeface="楷体" pitchFamily="49" charset="-122"/>
              </a:rPr>
              <a:t>＝</a:t>
            </a:r>
            <a:r>
              <a:rPr lang="zh-CN" altLang="en-US" b="1" dirty="0">
                <a:solidFill>
                  <a:srgbClr val="C01920"/>
                </a:solidFill>
                <a:latin typeface="+mn-lt"/>
                <a:ea typeface="楷体" pitchFamily="49" charset="-122"/>
              </a:rPr>
              <a:t>”，双目运算符）  </a:t>
            </a:r>
          </a:p>
        </p:txBody>
      </p:sp>
      <p:sp>
        <p:nvSpPr>
          <p:cNvPr id="812042" name="Text Box 10"/>
          <p:cNvSpPr txBox="1">
            <a:spLocks noChangeArrowheads="1"/>
          </p:cNvSpPr>
          <p:nvPr/>
        </p:nvSpPr>
        <p:spPr bwMode="auto">
          <a:xfrm>
            <a:off x="1418803" y="1817885"/>
            <a:ext cx="3743325"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l"/>
            </a:pPr>
            <a:r>
              <a:rPr lang="en-US" altLang="zh-CN" b="1" dirty="0">
                <a:solidFill>
                  <a:srgbClr val="002060"/>
                </a:solidFill>
                <a:effectLst>
                  <a:outerShdw blurRad="38100" dist="38100" dir="2700000" algn="tl">
                    <a:srgbClr val="FFFFFF"/>
                  </a:outerShdw>
                </a:effectLst>
                <a:latin typeface="+mn-lt"/>
                <a:ea typeface="楷体" pitchFamily="49" charset="-122"/>
              </a:rPr>
              <a:t> </a:t>
            </a:r>
            <a:r>
              <a:rPr lang="zh-CN" altLang="en-US" b="1" dirty="0">
                <a:solidFill>
                  <a:srgbClr val="002060"/>
                </a:solidFill>
                <a:effectLst>
                  <a:outerShdw blurRad="38100" dist="38100" dir="2700000" algn="tl">
                    <a:srgbClr val="FFFFFF"/>
                  </a:outerShdw>
                </a:effectLst>
                <a:latin typeface="+mn-lt"/>
                <a:ea typeface="楷体" pitchFamily="49" charset="-122"/>
              </a:rPr>
              <a:t>一般形式：</a:t>
            </a:r>
          </a:p>
        </p:txBody>
      </p:sp>
      <p:sp>
        <p:nvSpPr>
          <p:cNvPr id="812043" name="Text Box 11"/>
          <p:cNvSpPr txBox="1">
            <a:spLocks noChangeArrowheads="1"/>
          </p:cNvSpPr>
          <p:nvPr/>
        </p:nvSpPr>
        <p:spPr bwMode="auto">
          <a:xfrm>
            <a:off x="1920155" y="2308421"/>
            <a:ext cx="6959629" cy="400110"/>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sp3d/>
          </a:bodyPr>
          <a:lstStyle/>
          <a:p>
            <a:pPr algn="ctr">
              <a:spcBef>
                <a:spcPct val="50000"/>
              </a:spcBef>
            </a:pPr>
            <a:r>
              <a:rPr lang="zh-CN" altLang="en-US" sz="2000" b="1">
                <a:solidFill>
                  <a:srgbClr val="C01920"/>
                </a:solidFill>
                <a:latin typeface="+mn-lt"/>
                <a:ea typeface="楷体" pitchFamily="49" charset="-122"/>
              </a:rPr>
              <a:t>变量  </a:t>
            </a:r>
            <a:r>
              <a:rPr lang="en-US" altLang="zh-CN" sz="2000" b="1">
                <a:solidFill>
                  <a:srgbClr val="C01920"/>
                </a:solidFill>
                <a:latin typeface="+mn-lt"/>
                <a:ea typeface="楷体" pitchFamily="49" charset="-122"/>
              </a:rPr>
              <a:t>=  </a:t>
            </a:r>
            <a:r>
              <a:rPr lang="zh-CN" altLang="en-US" sz="2000" b="1">
                <a:solidFill>
                  <a:srgbClr val="C01920"/>
                </a:solidFill>
                <a:latin typeface="+mn-lt"/>
                <a:ea typeface="楷体" pitchFamily="49" charset="-122"/>
              </a:rPr>
              <a:t>常量或变量或表达式</a:t>
            </a:r>
          </a:p>
        </p:txBody>
      </p:sp>
      <p:sp>
        <p:nvSpPr>
          <p:cNvPr id="812044" name="Text Box 12"/>
          <p:cNvSpPr txBox="1">
            <a:spLocks noChangeArrowheads="1"/>
          </p:cNvSpPr>
          <p:nvPr/>
        </p:nvSpPr>
        <p:spPr bwMode="auto">
          <a:xfrm>
            <a:off x="1406103" y="2783085"/>
            <a:ext cx="7642225"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l"/>
            </a:pPr>
            <a:r>
              <a:rPr lang="en-US" altLang="zh-CN" b="1" dirty="0">
                <a:solidFill>
                  <a:srgbClr val="002060"/>
                </a:solidFill>
                <a:effectLst>
                  <a:outerShdw blurRad="38100" dist="38100" dir="2700000" algn="tl">
                    <a:srgbClr val="FFFFFF"/>
                  </a:outerShdw>
                </a:effectLst>
                <a:latin typeface="+mn-lt"/>
                <a:ea typeface="楷体" pitchFamily="49" charset="-122"/>
              </a:rPr>
              <a:t> </a:t>
            </a:r>
            <a:r>
              <a:rPr lang="zh-CN" altLang="en-US" b="1" dirty="0">
                <a:solidFill>
                  <a:srgbClr val="002060"/>
                </a:solidFill>
                <a:effectLst>
                  <a:outerShdw blurRad="38100" dist="38100" dir="2700000" algn="tl">
                    <a:srgbClr val="FFFFFF"/>
                  </a:outerShdw>
                </a:effectLst>
                <a:latin typeface="+mn-lt"/>
                <a:ea typeface="楷体" pitchFamily="49" charset="-122"/>
              </a:rPr>
              <a:t>功能：</a:t>
            </a:r>
            <a:r>
              <a:rPr lang="zh-CN" altLang="en-US" sz="2000" b="1" dirty="0">
                <a:effectLst>
                  <a:outerShdw blurRad="38100" dist="38100" dir="2700000" algn="tl">
                    <a:srgbClr val="FFFFFF"/>
                  </a:outerShdw>
                </a:effectLst>
                <a:latin typeface="+mn-lt"/>
                <a:ea typeface="楷体" pitchFamily="49" charset="-122"/>
              </a:rPr>
              <a:t>将右边常量或变量或表达式的值赋给左边变量</a:t>
            </a:r>
            <a:r>
              <a:rPr lang="zh-CN" altLang="en-US" dirty="0">
                <a:latin typeface="+mn-lt"/>
                <a:ea typeface="楷体" pitchFamily="49" charset="-122"/>
              </a:rPr>
              <a:t> </a:t>
            </a:r>
          </a:p>
        </p:txBody>
      </p:sp>
      <p:sp>
        <p:nvSpPr>
          <p:cNvPr id="812046" name="Text Box 14"/>
          <p:cNvSpPr txBox="1">
            <a:spLocks noChangeArrowheads="1"/>
          </p:cNvSpPr>
          <p:nvPr/>
        </p:nvSpPr>
        <p:spPr bwMode="auto">
          <a:xfrm>
            <a:off x="623392" y="3232347"/>
            <a:ext cx="2611437" cy="461665"/>
          </a:xfrm>
          <a:prstGeom prst="rect">
            <a:avLst/>
          </a:prstGeom>
          <a:noFill/>
          <a:ln w="9525">
            <a:noFill/>
            <a:miter lim="800000"/>
            <a:headEnd/>
            <a:tailEnd/>
          </a:ln>
          <a:effectLst/>
        </p:spPr>
        <p:txBody>
          <a:bodyPr wrap="square">
            <a:spAutoFit/>
          </a:bodyPr>
          <a:lstStyle/>
          <a:p>
            <a:pPr marL="457200">
              <a:spcBef>
                <a:spcPct val="50000"/>
              </a:spcBef>
              <a:buFont typeface="Wingdings" pitchFamily="2" charset="2"/>
              <a:buChar char="Ø"/>
            </a:pPr>
            <a:r>
              <a:rPr lang="en-US" altLang="zh-CN" b="1" dirty="0">
                <a:solidFill>
                  <a:srgbClr val="C01920"/>
                </a:solidFill>
                <a:latin typeface="+mn-lt"/>
                <a:ea typeface="楷体" pitchFamily="49" charset="-122"/>
              </a:rPr>
              <a:t> </a:t>
            </a:r>
            <a:r>
              <a:rPr lang="zh-CN" altLang="zh-CN" b="1" dirty="0">
                <a:solidFill>
                  <a:srgbClr val="C01920"/>
                </a:solidFill>
                <a:latin typeface="+mn-lt"/>
                <a:ea typeface="楷体" pitchFamily="49" charset="-122"/>
              </a:rPr>
              <a:t>赋值表达式</a:t>
            </a:r>
            <a:r>
              <a:rPr lang="zh-CN" altLang="en-US" b="1" dirty="0">
                <a:solidFill>
                  <a:srgbClr val="C01920"/>
                </a:solidFill>
                <a:latin typeface="+mn-lt"/>
                <a:ea typeface="楷体" pitchFamily="49" charset="-122"/>
              </a:rPr>
              <a:t>  </a:t>
            </a:r>
            <a:endParaRPr lang="zh-CN" altLang="en-US" sz="2000" b="1" dirty="0">
              <a:solidFill>
                <a:srgbClr val="C01920"/>
              </a:solidFill>
              <a:latin typeface="+mn-lt"/>
              <a:ea typeface="楷体" pitchFamily="49" charset="-122"/>
            </a:endParaRPr>
          </a:p>
        </p:txBody>
      </p:sp>
      <p:sp>
        <p:nvSpPr>
          <p:cNvPr id="812047" name="Text Box 15"/>
          <p:cNvSpPr txBox="1">
            <a:spLocks noChangeArrowheads="1"/>
          </p:cNvSpPr>
          <p:nvPr/>
        </p:nvSpPr>
        <p:spPr bwMode="auto">
          <a:xfrm>
            <a:off x="1404516" y="3681610"/>
            <a:ext cx="3743325"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l"/>
            </a:pPr>
            <a:r>
              <a:rPr lang="en-US" altLang="zh-CN" b="1" dirty="0">
                <a:solidFill>
                  <a:srgbClr val="002060"/>
                </a:solidFill>
                <a:effectLst>
                  <a:outerShdw blurRad="38100" dist="38100" dir="2700000" algn="tl">
                    <a:srgbClr val="FFFFFF"/>
                  </a:outerShdw>
                </a:effectLst>
                <a:latin typeface="+mn-lt"/>
                <a:ea typeface="楷体" pitchFamily="49" charset="-122"/>
              </a:rPr>
              <a:t> </a:t>
            </a:r>
            <a:r>
              <a:rPr lang="zh-CN" altLang="en-US" b="1" dirty="0">
                <a:solidFill>
                  <a:srgbClr val="002060"/>
                </a:solidFill>
                <a:effectLst>
                  <a:outerShdw blurRad="38100" dist="38100" dir="2700000" algn="tl">
                    <a:srgbClr val="FFFFFF"/>
                  </a:outerShdw>
                </a:effectLst>
                <a:latin typeface="+mn-lt"/>
                <a:ea typeface="楷体" pitchFamily="49" charset="-122"/>
              </a:rPr>
              <a:t>定义：</a:t>
            </a:r>
          </a:p>
        </p:txBody>
      </p:sp>
      <p:sp>
        <p:nvSpPr>
          <p:cNvPr id="812048" name="Rectangle 16"/>
          <p:cNvSpPr>
            <a:spLocks noChangeArrowheads="1"/>
          </p:cNvSpPr>
          <p:nvPr/>
        </p:nvSpPr>
        <p:spPr bwMode="auto">
          <a:xfrm>
            <a:off x="1198835" y="4095948"/>
            <a:ext cx="10297765" cy="701675"/>
          </a:xfrm>
          <a:prstGeom prst="rect">
            <a:avLst/>
          </a:prstGeom>
          <a:noFill/>
          <a:ln w="9525">
            <a:noFill/>
            <a:miter lim="800000"/>
            <a:headEnd/>
            <a:tailEnd/>
          </a:ln>
          <a:effectLst/>
        </p:spPr>
        <p:txBody>
          <a:bodyPr wrap="square" anchor="ctr">
            <a:spAutoFit/>
          </a:bodyPr>
          <a:lstStyle/>
          <a:p>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由赋值运算符或复合赋值运算符（后面即将介绍），将一个变量和一个表达式连接起来的表达式，称为</a:t>
            </a:r>
            <a:r>
              <a:rPr lang="zh-CN" altLang="en-US" sz="2000" b="1" dirty="0">
                <a:solidFill>
                  <a:srgbClr val="C01920"/>
                </a:solidFill>
                <a:latin typeface="+mn-lt"/>
                <a:ea typeface="楷体" pitchFamily="49" charset="-122"/>
              </a:rPr>
              <a:t>赋值表达式</a:t>
            </a:r>
            <a:r>
              <a:rPr lang="zh-CN" altLang="en-US" sz="2000" b="1" dirty="0">
                <a:effectLst>
                  <a:outerShdw blurRad="38100" dist="38100" dir="2700000" algn="tl">
                    <a:srgbClr val="FFFFFF"/>
                  </a:outerShdw>
                </a:effectLst>
                <a:latin typeface="+mn-lt"/>
                <a:ea typeface="楷体" pitchFamily="49" charset="-122"/>
              </a:rPr>
              <a:t>。</a:t>
            </a:r>
          </a:p>
        </p:txBody>
      </p:sp>
      <p:sp>
        <p:nvSpPr>
          <p:cNvPr id="812049" name="Text Box 17"/>
          <p:cNvSpPr txBox="1">
            <a:spLocks noChangeArrowheads="1"/>
          </p:cNvSpPr>
          <p:nvPr/>
        </p:nvSpPr>
        <p:spPr bwMode="auto">
          <a:xfrm>
            <a:off x="1404516" y="4730947"/>
            <a:ext cx="3743325"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l"/>
            </a:pPr>
            <a:r>
              <a:rPr lang="en-US" altLang="zh-CN" b="1" dirty="0">
                <a:solidFill>
                  <a:srgbClr val="002060"/>
                </a:solidFill>
                <a:effectLst>
                  <a:outerShdw blurRad="38100" dist="38100" dir="2700000" algn="tl">
                    <a:srgbClr val="FFFFFF"/>
                  </a:outerShdw>
                </a:effectLst>
                <a:latin typeface="+mn-lt"/>
                <a:ea typeface="楷体" pitchFamily="49" charset="-122"/>
              </a:rPr>
              <a:t> </a:t>
            </a:r>
            <a:r>
              <a:rPr lang="zh-CN" altLang="en-US" b="1" dirty="0">
                <a:solidFill>
                  <a:srgbClr val="002060"/>
                </a:solidFill>
                <a:effectLst>
                  <a:outerShdw blurRad="38100" dist="38100" dir="2700000" algn="tl">
                    <a:srgbClr val="FFFFFF"/>
                  </a:outerShdw>
                </a:effectLst>
                <a:latin typeface="+mn-lt"/>
                <a:ea typeface="楷体" pitchFamily="49" charset="-122"/>
              </a:rPr>
              <a:t>一般格式：</a:t>
            </a:r>
          </a:p>
        </p:txBody>
      </p:sp>
      <p:sp>
        <p:nvSpPr>
          <p:cNvPr id="812050" name="Text Box 18"/>
          <p:cNvSpPr txBox="1">
            <a:spLocks noChangeArrowheads="1"/>
          </p:cNvSpPr>
          <p:nvPr/>
        </p:nvSpPr>
        <p:spPr bwMode="auto">
          <a:xfrm>
            <a:off x="1848147" y="5248472"/>
            <a:ext cx="7031636" cy="400110"/>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lgn="ctr">
              <a:spcBef>
                <a:spcPct val="50000"/>
              </a:spcBef>
            </a:pPr>
            <a:r>
              <a:rPr lang="zh-CN" altLang="en-US" sz="2000" b="1">
                <a:solidFill>
                  <a:srgbClr val="C01920"/>
                </a:solidFill>
                <a:latin typeface="+mn-lt"/>
                <a:ea typeface="楷体" pitchFamily="49" charset="-122"/>
              </a:rPr>
              <a:t>变量  （复合）赋值运算符  表达式</a:t>
            </a:r>
          </a:p>
        </p:txBody>
      </p:sp>
      <p:sp>
        <p:nvSpPr>
          <p:cNvPr id="812051" name="Text Box 19"/>
          <p:cNvSpPr txBox="1">
            <a:spLocks noChangeArrowheads="1"/>
          </p:cNvSpPr>
          <p:nvPr/>
        </p:nvSpPr>
        <p:spPr bwMode="auto">
          <a:xfrm>
            <a:off x="1404515" y="5696147"/>
            <a:ext cx="6824662"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l"/>
            </a:pPr>
            <a:r>
              <a:rPr lang="en-US" altLang="zh-CN" b="1" dirty="0">
                <a:solidFill>
                  <a:srgbClr val="002060"/>
                </a:solidFill>
                <a:effectLst>
                  <a:outerShdw blurRad="38100" dist="38100" dir="2700000" algn="tl">
                    <a:srgbClr val="FFFFFF"/>
                  </a:outerShdw>
                </a:effectLst>
                <a:latin typeface="+mn-lt"/>
                <a:ea typeface="楷体" pitchFamily="49" charset="-122"/>
              </a:rPr>
              <a:t> </a:t>
            </a:r>
            <a:r>
              <a:rPr lang="zh-CN" altLang="en-US" b="1" dirty="0">
                <a:solidFill>
                  <a:srgbClr val="002060"/>
                </a:solidFill>
                <a:effectLst>
                  <a:outerShdw blurRad="38100" dist="38100" dir="2700000" algn="tl">
                    <a:srgbClr val="FFFFFF"/>
                  </a:outerShdw>
                </a:effectLst>
                <a:latin typeface="+mn-lt"/>
                <a:ea typeface="楷体" pitchFamily="49" charset="-122"/>
              </a:rPr>
              <a:t>赋值表达式的值：</a:t>
            </a:r>
            <a:r>
              <a:rPr lang="zh-CN" altLang="en-US" sz="2000" b="1" dirty="0">
                <a:effectLst>
                  <a:outerShdw blurRad="38100" dist="38100" dir="2700000" algn="tl">
                    <a:srgbClr val="FFFFFF"/>
                  </a:outerShdw>
                </a:effectLst>
                <a:latin typeface="+mn-lt"/>
                <a:ea typeface="楷体" pitchFamily="49" charset="-122"/>
              </a:rPr>
              <a:t>被赋值变量的值。</a:t>
            </a:r>
          </a:p>
        </p:txBody>
      </p:sp>
      <p:sp>
        <p:nvSpPr>
          <p:cNvPr id="812052" name="Rectangle 20"/>
          <p:cNvSpPr>
            <a:spLocks noChangeArrowheads="1"/>
          </p:cNvSpPr>
          <p:nvPr/>
        </p:nvSpPr>
        <p:spPr bwMode="auto">
          <a:xfrm>
            <a:off x="1848147" y="6194296"/>
            <a:ext cx="7031631" cy="461665"/>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sz="2000" b="1" dirty="0">
                <a:solidFill>
                  <a:srgbClr val="C01920"/>
                </a:solidFill>
                <a:latin typeface="隶书" pitchFamily="49" charset="-122"/>
                <a:ea typeface="隶书" pitchFamily="49" charset="-122"/>
              </a:rPr>
              <a:t>例如：</a:t>
            </a:r>
            <a:r>
              <a:rPr lang="zh-CN" altLang="en-US" sz="2000" b="1" dirty="0">
                <a:effectLst>
                  <a:outerShdw blurRad="38100" dist="38100" dir="2700000" algn="tl">
                    <a:srgbClr val="C0C0C0"/>
                  </a:outerShdw>
                </a:effectLst>
                <a:latin typeface="+mn-lt"/>
                <a:ea typeface="楷体" pitchFamily="49" charset="-122"/>
              </a:rPr>
              <a:t>“</a:t>
            </a:r>
            <a:r>
              <a:rPr lang="en-US" altLang="zh-CN" sz="2000" b="1" dirty="0">
                <a:effectLst>
                  <a:outerShdw blurRad="38100" dist="38100" dir="2700000" algn="tl">
                    <a:srgbClr val="C0C0C0"/>
                  </a:outerShdw>
                </a:effectLst>
                <a:latin typeface="+mn-lt"/>
                <a:ea typeface="楷体" pitchFamily="49" charset="-122"/>
              </a:rPr>
              <a:t>a = 5”</a:t>
            </a:r>
            <a:r>
              <a:rPr lang="zh-CN" altLang="en-US" sz="2000" b="1" dirty="0">
                <a:effectLst>
                  <a:outerShdw blurRad="38100" dist="38100" dir="2700000" algn="tl">
                    <a:srgbClr val="C0C0C0"/>
                  </a:outerShdw>
                </a:effectLst>
                <a:latin typeface="+mn-lt"/>
                <a:ea typeface="楷体" pitchFamily="49" charset="-122"/>
              </a:rPr>
              <a:t>这个赋值表达式，变量</a:t>
            </a:r>
            <a:r>
              <a:rPr lang="en-US" altLang="zh-CN" sz="2000" b="1" dirty="0">
                <a:effectLst>
                  <a:outerShdw blurRad="38100" dist="38100" dir="2700000" algn="tl">
                    <a:srgbClr val="C0C0C0"/>
                  </a:outerShdw>
                </a:effectLst>
                <a:latin typeface="+mn-lt"/>
                <a:ea typeface="楷体" pitchFamily="49" charset="-122"/>
              </a:rPr>
              <a:t>a</a:t>
            </a:r>
            <a:r>
              <a:rPr lang="zh-CN" altLang="en-US" sz="2000" b="1" dirty="0">
                <a:effectLst>
                  <a:outerShdw blurRad="38100" dist="38100" dir="2700000" algn="tl">
                    <a:srgbClr val="C0C0C0"/>
                  </a:outerShdw>
                </a:effectLst>
                <a:latin typeface="+mn-lt"/>
                <a:ea typeface="楷体" pitchFamily="49" charset="-122"/>
              </a:rPr>
              <a:t>的值就是它的值。</a:t>
            </a:r>
            <a:r>
              <a:rPr lang="zh-CN" altLang="en-US" dirty="0">
                <a:latin typeface="+mn-lt"/>
                <a:ea typeface="楷体" pitchFamily="49" charset="-122"/>
              </a:rPr>
              <a:t> </a:t>
            </a:r>
          </a:p>
        </p:txBody>
      </p:sp>
      <p:sp>
        <p:nvSpPr>
          <p:cNvPr id="812045" name="Rectangle 13"/>
          <p:cNvSpPr>
            <a:spLocks noChangeArrowheads="1"/>
          </p:cNvSpPr>
          <p:nvPr/>
        </p:nvSpPr>
        <p:spPr bwMode="auto">
          <a:xfrm>
            <a:off x="4816846" y="3160909"/>
            <a:ext cx="3265581" cy="1955800"/>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隶书" pitchFamily="49" charset="-122"/>
                <a:ea typeface="隶书" pitchFamily="49" charset="-122"/>
              </a:rPr>
              <a:t>例如：</a:t>
            </a:r>
          </a:p>
          <a:p>
            <a:pPr indent="266700"/>
            <a:r>
              <a:rPr lang="zh-CN" altLang="en-US" b="1" dirty="0">
                <a:effectLst>
                  <a:outerShdw blurRad="38100" dist="38100" dir="2700000" algn="tl">
                    <a:srgbClr val="C0C0C0"/>
                  </a:outerShdw>
                </a:effectLst>
              </a:rPr>
              <a:t>  </a:t>
            </a:r>
            <a:r>
              <a:rPr lang="en-US" altLang="zh-CN" b="1" dirty="0" err="1">
                <a:effectLst>
                  <a:outerShdw blurRad="38100" dist="38100" dir="2700000" algn="tl">
                    <a:srgbClr val="C0C0C0"/>
                  </a:outerShdw>
                </a:effectLst>
              </a:rPr>
              <a:t>int</a:t>
            </a:r>
            <a:r>
              <a:rPr lang="en-US" altLang="zh-CN" b="1" dirty="0">
                <a:effectLst>
                  <a:outerShdw blurRad="38100" dist="38100" dir="2700000" algn="tl">
                    <a:srgbClr val="C0C0C0"/>
                  </a:outerShdw>
                </a:effectLst>
              </a:rPr>
              <a:t> x, y, z;</a:t>
            </a:r>
          </a:p>
          <a:p>
            <a:pPr indent="266700"/>
            <a:r>
              <a:rPr lang="en-US" altLang="zh-CN" b="1" dirty="0">
                <a:effectLst>
                  <a:outerShdw blurRad="38100" dist="38100" dir="2700000" algn="tl">
                    <a:srgbClr val="C0C0C0"/>
                  </a:outerShdw>
                </a:effectLst>
              </a:rPr>
              <a:t>  x = 20;</a:t>
            </a:r>
          </a:p>
          <a:p>
            <a:pPr indent="266700"/>
            <a:r>
              <a:rPr lang="en-US" altLang="zh-CN" b="1" dirty="0">
                <a:effectLst>
                  <a:outerShdw blurRad="38100" dist="38100" dir="2700000" algn="tl">
                    <a:srgbClr val="C0C0C0"/>
                  </a:outerShdw>
                </a:effectLst>
              </a:rPr>
              <a:t>  y = x;</a:t>
            </a:r>
          </a:p>
          <a:p>
            <a:pPr indent="266700"/>
            <a:r>
              <a:rPr lang="en-US" altLang="zh-CN" b="1" dirty="0">
                <a:effectLst>
                  <a:outerShdw blurRad="38100" dist="38100" dir="2700000" algn="tl">
                    <a:srgbClr val="C0C0C0"/>
                  </a:outerShdw>
                </a:effectLst>
              </a:rPr>
              <a:t>  z = x + y;</a:t>
            </a:r>
          </a:p>
        </p:txBody>
      </p:sp>
      <p:sp>
        <p:nvSpPr>
          <p:cNvPr id="18" name="Rectangle 2">
            <a:extLst>
              <a:ext uri="{FF2B5EF4-FFF2-40B4-BE49-F238E27FC236}">
                <a16:creationId xmlns:a16="http://schemas.microsoft.com/office/drawing/2014/main" id="{9F38D222-4DE0-4324-8BDC-7C96CC9576F7}"/>
              </a:ext>
            </a:extLst>
          </p:cNvPr>
          <p:cNvSpPr txBox="1">
            <a:spLocks noChangeArrowheads="1"/>
          </p:cNvSpPr>
          <p:nvPr/>
        </p:nvSpPr>
        <p:spPr>
          <a:xfrm>
            <a:off x="783220" y="843295"/>
            <a:ext cx="7772400" cy="647700"/>
          </a:xfrm>
          <a:prstGeom prst="rect">
            <a:avLst/>
          </a:prstGeom>
        </p:spPr>
        <p:txBody>
          <a:bodyPr/>
          <a:lst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a:lstStyle>
          <a:p>
            <a:pPr algn="just">
              <a:buFontTx/>
              <a:buNone/>
            </a:pPr>
            <a:r>
              <a:rPr lang="en-US" altLang="zh-CN" kern="0" dirty="0">
                <a:solidFill>
                  <a:srgbClr val="C01920"/>
                </a:solidFill>
                <a:effectLst/>
                <a:latin typeface="楷体" panose="02010609060101010101" pitchFamily="49" charset="-122"/>
                <a:ea typeface="楷体" panose="02010609060101010101" pitchFamily="49" charset="-122"/>
              </a:rPr>
              <a:t>1. </a:t>
            </a:r>
            <a:r>
              <a:rPr lang="zh-CN" altLang="en-US" kern="0" dirty="0">
                <a:solidFill>
                  <a:srgbClr val="C01920"/>
                </a:solidFill>
                <a:effectLst/>
                <a:latin typeface="楷体" panose="02010609060101010101" pitchFamily="49" charset="-122"/>
                <a:ea typeface="楷体" panose="02010609060101010101" pitchFamily="49" charset="-122"/>
              </a:rPr>
              <a:t>赋值运算符、赋值表达式 </a:t>
            </a:r>
          </a:p>
        </p:txBody>
      </p:sp>
      <p:sp>
        <p:nvSpPr>
          <p:cNvPr id="19" name="Rectangle 4">
            <a:extLst>
              <a:ext uri="{FF2B5EF4-FFF2-40B4-BE49-F238E27FC236}">
                <a16:creationId xmlns:a16="http://schemas.microsoft.com/office/drawing/2014/main" id="{77DDAA87-FF14-49EE-BDA2-70F1FE992229}"/>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3.4  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语言的运算符与表达式</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 calcmode="lin" valueType="num">
                                      <p:cBhvr additive="base">
                                        <p:cTn id="7" dur="500" fill="hold"/>
                                        <p:tgtEl>
                                          <p:spTgt spid="1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12038"/>
                                        </p:tgtEl>
                                        <p:attrNameLst>
                                          <p:attrName>style.visibility</p:attrName>
                                        </p:attrNameLst>
                                      </p:cBhvr>
                                      <p:to>
                                        <p:strVal val="visible"/>
                                      </p:to>
                                    </p:set>
                                    <p:anim calcmode="lin" valueType="num">
                                      <p:cBhvr additive="base">
                                        <p:cTn id="13" dur="500" fill="hold"/>
                                        <p:tgtEl>
                                          <p:spTgt spid="812038"/>
                                        </p:tgtEl>
                                        <p:attrNameLst>
                                          <p:attrName>ppt_x</p:attrName>
                                        </p:attrNameLst>
                                      </p:cBhvr>
                                      <p:tavLst>
                                        <p:tav tm="0">
                                          <p:val>
                                            <p:strVal val="0-#ppt_w/2"/>
                                          </p:val>
                                        </p:tav>
                                        <p:tav tm="100000">
                                          <p:val>
                                            <p:strVal val="#ppt_x"/>
                                          </p:val>
                                        </p:tav>
                                      </p:tavLst>
                                    </p:anim>
                                    <p:anim calcmode="lin" valueType="num">
                                      <p:cBhvr additive="base">
                                        <p:cTn id="14" dur="500" fill="hold"/>
                                        <p:tgtEl>
                                          <p:spTgt spid="81203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12042"/>
                                        </p:tgtEl>
                                        <p:attrNameLst>
                                          <p:attrName>style.visibility</p:attrName>
                                        </p:attrNameLst>
                                      </p:cBhvr>
                                      <p:to>
                                        <p:strVal val="visible"/>
                                      </p:to>
                                    </p:set>
                                    <p:anim calcmode="lin" valueType="num">
                                      <p:cBhvr additive="base">
                                        <p:cTn id="19" dur="500" fill="hold"/>
                                        <p:tgtEl>
                                          <p:spTgt spid="812042"/>
                                        </p:tgtEl>
                                        <p:attrNameLst>
                                          <p:attrName>ppt_x</p:attrName>
                                        </p:attrNameLst>
                                      </p:cBhvr>
                                      <p:tavLst>
                                        <p:tav tm="0">
                                          <p:val>
                                            <p:strVal val="0-#ppt_w/2"/>
                                          </p:val>
                                        </p:tav>
                                        <p:tav tm="100000">
                                          <p:val>
                                            <p:strVal val="#ppt_x"/>
                                          </p:val>
                                        </p:tav>
                                      </p:tavLst>
                                    </p:anim>
                                    <p:anim calcmode="lin" valueType="num">
                                      <p:cBhvr additive="base">
                                        <p:cTn id="20" dur="500" fill="hold"/>
                                        <p:tgtEl>
                                          <p:spTgt spid="81204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812043"/>
                                        </p:tgtEl>
                                        <p:attrNameLst>
                                          <p:attrName>style.visibility</p:attrName>
                                        </p:attrNameLst>
                                      </p:cBhvr>
                                      <p:to>
                                        <p:strVal val="visible"/>
                                      </p:to>
                                    </p:set>
                                    <p:animEffect transition="in" filter="box(out)">
                                      <p:cBhvr>
                                        <p:cTn id="25" dur="500"/>
                                        <p:tgtEl>
                                          <p:spTgt spid="812043"/>
                                        </p:tgtEl>
                                      </p:cBhvr>
                                    </p:animEffect>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812044"/>
                                        </p:tgtEl>
                                        <p:attrNameLst>
                                          <p:attrName>style.visibility</p:attrName>
                                        </p:attrNameLst>
                                      </p:cBhvr>
                                      <p:to>
                                        <p:strVal val="visible"/>
                                      </p:to>
                                    </p:set>
                                    <p:anim calcmode="lin" valueType="num">
                                      <p:cBhvr additive="base">
                                        <p:cTn id="30" dur="500" fill="hold"/>
                                        <p:tgtEl>
                                          <p:spTgt spid="812044"/>
                                        </p:tgtEl>
                                        <p:attrNameLst>
                                          <p:attrName>ppt_x</p:attrName>
                                        </p:attrNameLst>
                                      </p:cBhvr>
                                      <p:tavLst>
                                        <p:tav tm="0">
                                          <p:val>
                                            <p:strVal val="0-#ppt_w/2"/>
                                          </p:val>
                                        </p:tav>
                                        <p:tav tm="100000">
                                          <p:val>
                                            <p:strVal val="#ppt_x"/>
                                          </p:val>
                                        </p:tav>
                                      </p:tavLst>
                                    </p:anim>
                                    <p:anim calcmode="lin" valueType="num">
                                      <p:cBhvr additive="base">
                                        <p:cTn id="31" dur="500" fill="hold"/>
                                        <p:tgtEl>
                                          <p:spTgt spid="81204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childTnLst>
                          </p:cTn>
                        </p:par>
                      </p:childTnLst>
                    </p:cTn>
                  </p:par>
                  <p:par>
                    <p:cTn id="32" fill="hold">
                      <p:stCondLst>
                        <p:cond delay="indefinite"/>
                      </p:stCondLst>
                      <p:childTnLst>
                        <p:par>
                          <p:cTn id="33" fill="hold">
                            <p:stCondLst>
                              <p:cond delay="0"/>
                            </p:stCondLst>
                            <p:childTnLst>
                              <p:par>
                                <p:cTn id="34" presetID="4" presetClass="entr" presetSubtype="32" fill="hold" grpId="0" nodeType="clickEffect">
                                  <p:stCondLst>
                                    <p:cond delay="0"/>
                                  </p:stCondLst>
                                  <p:childTnLst>
                                    <p:set>
                                      <p:cBhvr>
                                        <p:cTn id="35" dur="1" fill="hold">
                                          <p:stCondLst>
                                            <p:cond delay="0"/>
                                          </p:stCondLst>
                                        </p:cTn>
                                        <p:tgtEl>
                                          <p:spTgt spid="812045"/>
                                        </p:tgtEl>
                                        <p:attrNameLst>
                                          <p:attrName>style.visibility</p:attrName>
                                        </p:attrNameLst>
                                      </p:cBhvr>
                                      <p:to>
                                        <p:strVal val="visible"/>
                                      </p:to>
                                    </p:set>
                                    <p:animEffect transition="in" filter="box(out)">
                                      <p:cBhvr>
                                        <p:cTn id="36" dur="500"/>
                                        <p:tgtEl>
                                          <p:spTgt spid="812045"/>
                                        </p:tgtEl>
                                      </p:cBhvr>
                                    </p:animEffect>
                                  </p:childTnLst>
                                  <p:subTnLst>
                                    <p:set>
                                      <p:cBhvr override="childStyle">
                                        <p:cTn dur="1" fill="hold" display="0" masterRel="nextClick" afterEffect="1"/>
                                        <p:tgtEl>
                                          <p:spTgt spid="812045"/>
                                        </p:tgtEl>
                                        <p:attrNameLst>
                                          <p:attrName>style.visibility</p:attrName>
                                        </p:attrNameLst>
                                      </p:cBhvr>
                                      <p:to>
                                        <p:strVal val="hidden"/>
                                      </p:to>
                                    </p:se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812046"/>
                                        </p:tgtEl>
                                        <p:attrNameLst>
                                          <p:attrName>style.visibility</p:attrName>
                                        </p:attrNameLst>
                                      </p:cBhvr>
                                      <p:to>
                                        <p:strVal val="visible"/>
                                      </p:to>
                                    </p:set>
                                    <p:anim calcmode="lin" valueType="num">
                                      <p:cBhvr additive="base">
                                        <p:cTn id="41" dur="500" fill="hold"/>
                                        <p:tgtEl>
                                          <p:spTgt spid="812046"/>
                                        </p:tgtEl>
                                        <p:attrNameLst>
                                          <p:attrName>ppt_x</p:attrName>
                                        </p:attrNameLst>
                                      </p:cBhvr>
                                      <p:tavLst>
                                        <p:tav tm="0">
                                          <p:val>
                                            <p:strVal val="0-#ppt_w/2"/>
                                          </p:val>
                                        </p:tav>
                                        <p:tav tm="100000">
                                          <p:val>
                                            <p:strVal val="#ppt_x"/>
                                          </p:val>
                                        </p:tav>
                                      </p:tavLst>
                                    </p:anim>
                                    <p:anim calcmode="lin" valueType="num">
                                      <p:cBhvr additive="base">
                                        <p:cTn id="42" dur="500" fill="hold"/>
                                        <p:tgtEl>
                                          <p:spTgt spid="81204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812047"/>
                                        </p:tgtEl>
                                        <p:attrNameLst>
                                          <p:attrName>style.visibility</p:attrName>
                                        </p:attrNameLst>
                                      </p:cBhvr>
                                      <p:to>
                                        <p:strVal val="visible"/>
                                      </p:to>
                                    </p:set>
                                    <p:anim calcmode="lin" valueType="num">
                                      <p:cBhvr additive="base">
                                        <p:cTn id="47" dur="500" fill="hold"/>
                                        <p:tgtEl>
                                          <p:spTgt spid="812047"/>
                                        </p:tgtEl>
                                        <p:attrNameLst>
                                          <p:attrName>ppt_x</p:attrName>
                                        </p:attrNameLst>
                                      </p:cBhvr>
                                      <p:tavLst>
                                        <p:tav tm="0">
                                          <p:val>
                                            <p:strVal val="0-#ppt_w/2"/>
                                          </p:val>
                                        </p:tav>
                                        <p:tav tm="100000">
                                          <p:val>
                                            <p:strVal val="#ppt_x"/>
                                          </p:val>
                                        </p:tav>
                                      </p:tavLst>
                                    </p:anim>
                                    <p:anim calcmode="lin" valueType="num">
                                      <p:cBhvr additive="base">
                                        <p:cTn id="48" dur="500" fill="hold"/>
                                        <p:tgtEl>
                                          <p:spTgt spid="81204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812048"/>
                                        </p:tgtEl>
                                        <p:attrNameLst>
                                          <p:attrName>style.visibility</p:attrName>
                                        </p:attrNameLst>
                                      </p:cBhvr>
                                      <p:to>
                                        <p:strVal val="visible"/>
                                      </p:to>
                                    </p:set>
                                    <p:animEffect transition="in" filter="blinds(horizontal)">
                                      <p:cBhvr>
                                        <p:cTn id="53" dur="500"/>
                                        <p:tgtEl>
                                          <p:spTgt spid="812048"/>
                                        </p:tgtEl>
                                      </p:cBhvr>
                                    </p:animEffect>
                                  </p:childTnLst>
                                  <p:subTnLst>
                                    <p:audio>
                                      <p:cMediaNode>
                                        <p:cTn display="0" masterRel="sameClick">
                                          <p:stCondLst>
                                            <p:cond evt="begin" delay="0">
                                              <p:tn val="51"/>
                                            </p:cond>
                                          </p:stCondLst>
                                          <p:endCondLst>
                                            <p:cond evt="onStopAudio" delay="0">
                                              <p:tgtEl>
                                                <p:sldTgt/>
                                              </p:tgtEl>
                                            </p:cond>
                                          </p:endCondLst>
                                        </p:cTn>
                                        <p:tgtEl>
                                          <p:sndTgt r:embed="rId3" name="camera.wav"/>
                                        </p:tgtEl>
                                      </p:cMediaNode>
                                    </p:audio>
                                  </p:subTnLst>
                                </p:cTn>
                              </p:par>
                            </p:childTnLst>
                          </p:cTn>
                        </p:par>
                      </p:childTnLst>
                    </p:cTn>
                  </p:par>
                  <p:par>
                    <p:cTn id="54" fill="hold">
                      <p:stCondLst>
                        <p:cond delay="indefinite"/>
                      </p:stCondLst>
                      <p:childTnLst>
                        <p:par>
                          <p:cTn id="55" fill="hold">
                            <p:stCondLst>
                              <p:cond delay="0"/>
                            </p:stCondLst>
                            <p:childTnLst>
                              <p:par>
                                <p:cTn id="56" presetID="2" presetClass="entr" presetSubtype="8" fill="hold" grpId="0" nodeType="clickEffect">
                                  <p:stCondLst>
                                    <p:cond delay="0"/>
                                  </p:stCondLst>
                                  <p:childTnLst>
                                    <p:set>
                                      <p:cBhvr>
                                        <p:cTn id="57" dur="1" fill="hold">
                                          <p:stCondLst>
                                            <p:cond delay="0"/>
                                          </p:stCondLst>
                                        </p:cTn>
                                        <p:tgtEl>
                                          <p:spTgt spid="812049"/>
                                        </p:tgtEl>
                                        <p:attrNameLst>
                                          <p:attrName>style.visibility</p:attrName>
                                        </p:attrNameLst>
                                      </p:cBhvr>
                                      <p:to>
                                        <p:strVal val="visible"/>
                                      </p:to>
                                    </p:set>
                                    <p:anim calcmode="lin" valueType="num">
                                      <p:cBhvr additive="base">
                                        <p:cTn id="58" dur="500" fill="hold"/>
                                        <p:tgtEl>
                                          <p:spTgt spid="812049"/>
                                        </p:tgtEl>
                                        <p:attrNameLst>
                                          <p:attrName>ppt_x</p:attrName>
                                        </p:attrNameLst>
                                      </p:cBhvr>
                                      <p:tavLst>
                                        <p:tav tm="0">
                                          <p:val>
                                            <p:strVal val="0-#ppt_w/2"/>
                                          </p:val>
                                        </p:tav>
                                        <p:tav tm="100000">
                                          <p:val>
                                            <p:strVal val="#ppt_x"/>
                                          </p:val>
                                        </p:tav>
                                      </p:tavLst>
                                    </p:anim>
                                    <p:anim calcmode="lin" valueType="num">
                                      <p:cBhvr additive="base">
                                        <p:cTn id="59" dur="500" fill="hold"/>
                                        <p:tgtEl>
                                          <p:spTgt spid="81204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6"/>
                                            </p:cond>
                                          </p:stCondLst>
                                          <p:endCondLst>
                                            <p:cond evt="onStopAudio" delay="0">
                                              <p:tgtEl>
                                                <p:sldTgt/>
                                              </p:tgtEl>
                                            </p:cond>
                                          </p:endCondLst>
                                        </p:cTn>
                                        <p:tgtEl>
                                          <p:sndTgt r:embed="rId3" name="camera.wav"/>
                                        </p:tgtEl>
                                      </p:cMediaNode>
                                    </p:audio>
                                  </p:subTnLst>
                                </p:cTn>
                              </p:par>
                            </p:childTnLst>
                          </p:cTn>
                        </p:par>
                      </p:childTnLst>
                    </p:cTn>
                  </p:par>
                  <p:par>
                    <p:cTn id="60" fill="hold">
                      <p:stCondLst>
                        <p:cond delay="indefinite"/>
                      </p:stCondLst>
                      <p:childTnLst>
                        <p:par>
                          <p:cTn id="61" fill="hold">
                            <p:stCondLst>
                              <p:cond delay="0"/>
                            </p:stCondLst>
                            <p:childTnLst>
                              <p:par>
                                <p:cTn id="62" presetID="4" presetClass="entr" presetSubtype="32" fill="hold" grpId="0" nodeType="clickEffect">
                                  <p:stCondLst>
                                    <p:cond delay="0"/>
                                  </p:stCondLst>
                                  <p:childTnLst>
                                    <p:set>
                                      <p:cBhvr>
                                        <p:cTn id="63" dur="1" fill="hold">
                                          <p:stCondLst>
                                            <p:cond delay="0"/>
                                          </p:stCondLst>
                                        </p:cTn>
                                        <p:tgtEl>
                                          <p:spTgt spid="812050"/>
                                        </p:tgtEl>
                                        <p:attrNameLst>
                                          <p:attrName>style.visibility</p:attrName>
                                        </p:attrNameLst>
                                      </p:cBhvr>
                                      <p:to>
                                        <p:strVal val="visible"/>
                                      </p:to>
                                    </p:set>
                                    <p:animEffect transition="in" filter="box(out)">
                                      <p:cBhvr>
                                        <p:cTn id="64" dur="500"/>
                                        <p:tgtEl>
                                          <p:spTgt spid="812050"/>
                                        </p:tgtEl>
                                      </p:cBhvr>
                                    </p:animEffect>
                                  </p:childTnLst>
                                  <p:subTnLst>
                                    <p:audio>
                                      <p:cMediaNode>
                                        <p:cTn display="0" masterRel="sameClick">
                                          <p:stCondLst>
                                            <p:cond evt="begin" delay="0">
                                              <p:tn val="62"/>
                                            </p:cond>
                                          </p:stCondLst>
                                          <p:endCondLst>
                                            <p:cond evt="onStopAudio" delay="0">
                                              <p:tgtEl>
                                                <p:sldTgt/>
                                              </p:tgtEl>
                                            </p:cond>
                                          </p:endCondLst>
                                        </p:cTn>
                                        <p:tgtEl>
                                          <p:sndTgt r:embed="rId3" name="camera.wav"/>
                                        </p:tgtEl>
                                      </p:cMediaNode>
                                    </p:audio>
                                  </p:subTnLst>
                                </p:cTn>
                              </p:par>
                            </p:childTnLst>
                          </p:cTn>
                        </p:par>
                      </p:childTnLst>
                    </p:cTn>
                  </p:par>
                  <p:par>
                    <p:cTn id="65" fill="hold">
                      <p:stCondLst>
                        <p:cond delay="indefinite"/>
                      </p:stCondLst>
                      <p:childTnLst>
                        <p:par>
                          <p:cTn id="66" fill="hold">
                            <p:stCondLst>
                              <p:cond delay="0"/>
                            </p:stCondLst>
                            <p:childTnLst>
                              <p:par>
                                <p:cTn id="67" presetID="2" presetClass="entr" presetSubtype="8" fill="hold" grpId="0" nodeType="clickEffect">
                                  <p:stCondLst>
                                    <p:cond delay="0"/>
                                  </p:stCondLst>
                                  <p:childTnLst>
                                    <p:set>
                                      <p:cBhvr>
                                        <p:cTn id="68" dur="1" fill="hold">
                                          <p:stCondLst>
                                            <p:cond delay="0"/>
                                          </p:stCondLst>
                                        </p:cTn>
                                        <p:tgtEl>
                                          <p:spTgt spid="812051"/>
                                        </p:tgtEl>
                                        <p:attrNameLst>
                                          <p:attrName>style.visibility</p:attrName>
                                        </p:attrNameLst>
                                      </p:cBhvr>
                                      <p:to>
                                        <p:strVal val="visible"/>
                                      </p:to>
                                    </p:set>
                                    <p:anim calcmode="lin" valueType="num">
                                      <p:cBhvr additive="base">
                                        <p:cTn id="69" dur="500" fill="hold"/>
                                        <p:tgtEl>
                                          <p:spTgt spid="812051"/>
                                        </p:tgtEl>
                                        <p:attrNameLst>
                                          <p:attrName>ppt_x</p:attrName>
                                        </p:attrNameLst>
                                      </p:cBhvr>
                                      <p:tavLst>
                                        <p:tav tm="0">
                                          <p:val>
                                            <p:strVal val="0-#ppt_w/2"/>
                                          </p:val>
                                        </p:tav>
                                        <p:tav tm="100000">
                                          <p:val>
                                            <p:strVal val="#ppt_x"/>
                                          </p:val>
                                        </p:tav>
                                      </p:tavLst>
                                    </p:anim>
                                    <p:anim calcmode="lin" valueType="num">
                                      <p:cBhvr additive="base">
                                        <p:cTn id="70" dur="500" fill="hold"/>
                                        <p:tgtEl>
                                          <p:spTgt spid="81205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7"/>
                                            </p:cond>
                                          </p:stCondLst>
                                          <p:endCondLst>
                                            <p:cond evt="onStopAudio" delay="0">
                                              <p:tgtEl>
                                                <p:sldTgt/>
                                              </p:tgtEl>
                                            </p:cond>
                                          </p:endCondLst>
                                        </p:cTn>
                                        <p:tgtEl>
                                          <p:sndTgt r:embed="rId3" name="camera.wav"/>
                                        </p:tgtEl>
                                      </p:cMediaNode>
                                    </p:audio>
                                  </p:subTnLst>
                                </p:cTn>
                              </p:par>
                            </p:childTnLst>
                          </p:cTn>
                        </p:par>
                      </p:childTnLst>
                    </p:cTn>
                  </p:par>
                  <p:par>
                    <p:cTn id="71" fill="hold">
                      <p:stCondLst>
                        <p:cond delay="indefinite"/>
                      </p:stCondLst>
                      <p:childTnLst>
                        <p:par>
                          <p:cTn id="72" fill="hold">
                            <p:stCondLst>
                              <p:cond delay="0"/>
                            </p:stCondLst>
                            <p:childTnLst>
                              <p:par>
                                <p:cTn id="73" presetID="4" presetClass="entr" presetSubtype="32" fill="hold" grpId="0" nodeType="clickEffect">
                                  <p:stCondLst>
                                    <p:cond delay="0"/>
                                  </p:stCondLst>
                                  <p:childTnLst>
                                    <p:set>
                                      <p:cBhvr>
                                        <p:cTn id="74" dur="1" fill="hold">
                                          <p:stCondLst>
                                            <p:cond delay="0"/>
                                          </p:stCondLst>
                                        </p:cTn>
                                        <p:tgtEl>
                                          <p:spTgt spid="812052"/>
                                        </p:tgtEl>
                                        <p:attrNameLst>
                                          <p:attrName>style.visibility</p:attrName>
                                        </p:attrNameLst>
                                      </p:cBhvr>
                                      <p:to>
                                        <p:strVal val="visible"/>
                                      </p:to>
                                    </p:set>
                                    <p:animEffect transition="in" filter="box(out)">
                                      <p:cBhvr>
                                        <p:cTn id="75" dur="500"/>
                                        <p:tgtEl>
                                          <p:spTgt spid="812052"/>
                                        </p:tgtEl>
                                      </p:cBhvr>
                                    </p:animEffect>
                                  </p:childTnLst>
                                  <p:subTnLst>
                                    <p:audio>
                                      <p:cMediaNode>
                                        <p:cTn display="0" masterRel="sameClick">
                                          <p:stCondLst>
                                            <p:cond evt="begin" delay="0">
                                              <p:tn val="73"/>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2038" grpId="0"/>
      <p:bldP spid="812042" grpId="0"/>
      <p:bldP spid="812043" grpId="0" animBg="1"/>
      <p:bldP spid="812044" grpId="0"/>
      <p:bldP spid="812046" grpId="0"/>
      <p:bldP spid="812047" grpId="0"/>
      <p:bldP spid="812048" grpId="0"/>
      <p:bldP spid="812049" grpId="0"/>
      <p:bldP spid="812050" grpId="0" animBg="1"/>
      <p:bldP spid="812051" grpId="0"/>
      <p:bldP spid="812052" grpId="0" animBg="1"/>
      <p:bldP spid="812045" grpId="0" animBg="1"/>
      <p:bldP spid="18" grpId="0" build="p" bldLvl="5"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4086" name="Text Box 6"/>
          <p:cNvSpPr txBox="1">
            <a:spLocks noChangeArrowheads="1"/>
          </p:cNvSpPr>
          <p:nvPr/>
        </p:nvSpPr>
        <p:spPr bwMode="auto">
          <a:xfrm>
            <a:off x="704702" y="1371385"/>
            <a:ext cx="2366962" cy="457200"/>
          </a:xfrm>
          <a:prstGeom prst="rect">
            <a:avLst/>
          </a:prstGeom>
          <a:noFill/>
          <a:ln w="9525">
            <a:noFill/>
            <a:miter lim="800000"/>
            <a:headEnd/>
            <a:tailEnd/>
          </a:ln>
          <a:effectLst/>
        </p:spPr>
        <p:txBody>
          <a:bodyPr>
            <a:spAutoFit/>
          </a:bodyPr>
          <a:lstStyle/>
          <a:p>
            <a:pPr marL="457200">
              <a:spcBef>
                <a:spcPct val="50000"/>
              </a:spcBef>
              <a:buFont typeface="Wingdings" pitchFamily="2" charset="2"/>
              <a:buChar char="Ø"/>
            </a:pPr>
            <a:r>
              <a:rPr lang="en-US" altLang="zh-CN" b="1" dirty="0">
                <a:solidFill>
                  <a:srgbClr val="C01920"/>
                </a:solidFill>
                <a:latin typeface="+mn-lt"/>
                <a:ea typeface="楷体" pitchFamily="49" charset="-122"/>
              </a:rPr>
              <a:t> </a:t>
            </a:r>
            <a:r>
              <a:rPr lang="zh-CN" altLang="zh-CN" b="1" dirty="0">
                <a:solidFill>
                  <a:srgbClr val="C01920"/>
                </a:solidFill>
                <a:latin typeface="+mn-lt"/>
                <a:ea typeface="楷体" pitchFamily="49" charset="-122"/>
              </a:rPr>
              <a:t>赋值语句</a:t>
            </a:r>
            <a:r>
              <a:rPr lang="zh-CN" altLang="en-US" b="1" dirty="0">
                <a:solidFill>
                  <a:srgbClr val="C01920"/>
                </a:solidFill>
                <a:latin typeface="+mn-lt"/>
                <a:ea typeface="楷体" pitchFamily="49" charset="-122"/>
              </a:rPr>
              <a:t>  </a:t>
            </a:r>
            <a:endParaRPr lang="zh-CN" altLang="en-US" sz="2000" b="1" dirty="0">
              <a:solidFill>
                <a:srgbClr val="C01920"/>
              </a:solidFill>
              <a:latin typeface="+mn-lt"/>
              <a:ea typeface="楷体" pitchFamily="49" charset="-122"/>
            </a:endParaRPr>
          </a:p>
        </p:txBody>
      </p:sp>
      <p:sp>
        <p:nvSpPr>
          <p:cNvPr id="814090" name="Rectangle 10"/>
          <p:cNvSpPr>
            <a:spLocks noChangeArrowheads="1"/>
          </p:cNvSpPr>
          <p:nvPr/>
        </p:nvSpPr>
        <p:spPr bwMode="auto">
          <a:xfrm>
            <a:off x="2721060" y="2397853"/>
            <a:ext cx="6903331" cy="461665"/>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zh-CN" altLang="en-US" b="1" dirty="0">
                <a:solidFill>
                  <a:srgbClr val="C01920"/>
                </a:solidFill>
                <a:latin typeface="隶书" pitchFamily="49" charset="-122"/>
                <a:ea typeface="隶书" pitchFamily="49" charset="-122"/>
              </a:rPr>
              <a:t>例如： </a:t>
            </a:r>
            <a:r>
              <a:rPr lang="en-US" altLang="zh-CN" b="1" dirty="0">
                <a:effectLst>
                  <a:outerShdw blurRad="38100" dist="38100" dir="2700000" algn="tl">
                    <a:srgbClr val="C0C0C0"/>
                  </a:outerShdw>
                </a:effectLst>
              </a:rPr>
              <a:t>x = 8;     a = b = c = 5</a:t>
            </a:r>
            <a:r>
              <a:rPr lang="zh-CN" altLang="en-US" b="1" dirty="0">
                <a:effectLst>
                  <a:outerShdw blurRad="38100" dist="38100" dir="2700000" algn="tl">
                    <a:srgbClr val="C0C0C0"/>
                  </a:outerShdw>
                </a:effectLst>
              </a:rPr>
              <a:t>；</a:t>
            </a:r>
            <a:r>
              <a:rPr lang="zh-CN" altLang="en-US" dirty="0"/>
              <a:t> </a:t>
            </a:r>
          </a:p>
        </p:txBody>
      </p:sp>
      <p:sp>
        <p:nvSpPr>
          <p:cNvPr id="814092" name="Text Box 12"/>
          <p:cNvSpPr txBox="1">
            <a:spLocks noChangeArrowheads="1"/>
          </p:cNvSpPr>
          <p:nvPr/>
        </p:nvSpPr>
        <p:spPr bwMode="auto">
          <a:xfrm>
            <a:off x="1538373" y="1879385"/>
            <a:ext cx="7632700"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l"/>
            </a:pPr>
            <a:r>
              <a:rPr lang="en-US" altLang="zh-CN" b="1" dirty="0">
                <a:solidFill>
                  <a:srgbClr val="002060"/>
                </a:solidFill>
                <a:effectLst>
                  <a:outerShdw blurRad="38100" dist="38100" dir="2700000" algn="tl">
                    <a:srgbClr val="FFFFFF"/>
                  </a:outerShdw>
                </a:effectLst>
                <a:latin typeface="+mn-lt"/>
                <a:ea typeface="楷体" pitchFamily="49" charset="-122"/>
              </a:rPr>
              <a:t> </a:t>
            </a:r>
            <a:r>
              <a:rPr lang="zh-CN" altLang="en-US" b="1" dirty="0">
                <a:solidFill>
                  <a:srgbClr val="002060"/>
                </a:solidFill>
                <a:effectLst>
                  <a:outerShdw blurRad="38100" dist="38100" dir="2700000" algn="tl">
                    <a:srgbClr val="FFFFFF"/>
                  </a:outerShdw>
                </a:effectLst>
                <a:latin typeface="+mn-lt"/>
                <a:ea typeface="楷体" pitchFamily="49" charset="-122"/>
              </a:rPr>
              <a:t>定义：</a:t>
            </a:r>
            <a:r>
              <a:rPr lang="zh-CN" altLang="en-US" sz="2000" b="1" dirty="0">
                <a:effectLst>
                  <a:outerShdw blurRad="38100" dist="38100" dir="2700000" algn="tl">
                    <a:srgbClr val="FFFFFF"/>
                  </a:outerShdw>
                </a:effectLst>
                <a:latin typeface="+mn-lt"/>
                <a:ea typeface="楷体" pitchFamily="49" charset="-122"/>
              </a:rPr>
              <a:t>赋值表达式在其后面加分号就构成了</a:t>
            </a:r>
            <a:r>
              <a:rPr lang="zh-CN" altLang="en-US" sz="2000" b="1" dirty="0">
                <a:solidFill>
                  <a:srgbClr val="C01920"/>
                </a:solidFill>
                <a:latin typeface="+mn-lt"/>
                <a:ea typeface="楷体" pitchFamily="49" charset="-122"/>
              </a:rPr>
              <a:t>赋值语句</a:t>
            </a:r>
            <a:r>
              <a:rPr lang="zh-CN" altLang="en-US" sz="2000" b="1" dirty="0">
                <a:effectLst>
                  <a:outerShdw blurRad="38100" dist="38100" dir="2700000" algn="tl">
                    <a:srgbClr val="FFFFFF"/>
                  </a:outerShdw>
                </a:effectLst>
                <a:latin typeface="+mn-lt"/>
                <a:ea typeface="楷体" pitchFamily="49" charset="-122"/>
              </a:rPr>
              <a:t>。</a:t>
            </a:r>
            <a:r>
              <a:rPr lang="zh-CN" altLang="en-US" sz="2000" dirty="0">
                <a:effectLst>
                  <a:outerShdw blurRad="38100" dist="38100" dir="2700000" algn="tl">
                    <a:srgbClr val="FFFFFF"/>
                  </a:outerShdw>
                </a:effectLst>
                <a:latin typeface="+mn-lt"/>
                <a:ea typeface="楷体" pitchFamily="49" charset="-122"/>
              </a:rPr>
              <a:t> </a:t>
            </a:r>
          </a:p>
        </p:txBody>
      </p:sp>
      <p:sp>
        <p:nvSpPr>
          <p:cNvPr id="814098" name="Text Box 18"/>
          <p:cNvSpPr txBox="1">
            <a:spLocks noChangeArrowheads="1"/>
          </p:cNvSpPr>
          <p:nvPr/>
        </p:nvSpPr>
        <p:spPr bwMode="auto">
          <a:xfrm>
            <a:off x="695400" y="2936245"/>
            <a:ext cx="5443537" cy="457200"/>
          </a:xfrm>
          <a:prstGeom prst="rect">
            <a:avLst/>
          </a:prstGeom>
          <a:noFill/>
          <a:ln w="9525">
            <a:noFill/>
            <a:miter lim="800000"/>
            <a:headEnd/>
            <a:tailEnd/>
          </a:ln>
          <a:effectLst/>
        </p:spPr>
        <p:txBody>
          <a:bodyPr>
            <a:spAutoFit/>
          </a:bodyPr>
          <a:lstStyle/>
          <a:p>
            <a:pPr marL="457200">
              <a:spcBef>
                <a:spcPct val="50000"/>
              </a:spcBef>
              <a:buFont typeface="Wingdings" pitchFamily="2" charset="2"/>
              <a:buChar char="Ø"/>
            </a:pPr>
            <a:r>
              <a:rPr lang="en-US" altLang="zh-CN" b="1" dirty="0">
                <a:solidFill>
                  <a:srgbClr val="C01920"/>
                </a:solidFill>
                <a:latin typeface="+mn-lt"/>
                <a:ea typeface="楷体" pitchFamily="49" charset="-122"/>
              </a:rPr>
              <a:t> </a:t>
            </a:r>
            <a:r>
              <a:rPr lang="zh-CN" altLang="zh-CN" b="1" dirty="0">
                <a:solidFill>
                  <a:srgbClr val="C01920"/>
                </a:solidFill>
                <a:latin typeface="+mn-lt"/>
                <a:ea typeface="楷体" pitchFamily="49" charset="-122"/>
              </a:rPr>
              <a:t>赋值运算符及赋值表达式的使用</a:t>
            </a:r>
            <a:r>
              <a:rPr lang="zh-CN" altLang="en-US" b="1" dirty="0">
                <a:solidFill>
                  <a:srgbClr val="C01920"/>
                </a:solidFill>
                <a:latin typeface="+mn-lt"/>
                <a:ea typeface="楷体" pitchFamily="49" charset="-122"/>
              </a:rPr>
              <a:t>  </a:t>
            </a:r>
            <a:endParaRPr lang="zh-CN" altLang="en-US" sz="2000" b="1" dirty="0">
              <a:solidFill>
                <a:srgbClr val="C01920"/>
              </a:solidFill>
              <a:latin typeface="+mn-lt"/>
              <a:ea typeface="楷体" pitchFamily="49" charset="-122"/>
            </a:endParaRPr>
          </a:p>
        </p:txBody>
      </p:sp>
      <p:sp>
        <p:nvSpPr>
          <p:cNvPr id="814099" name="Text Box 19"/>
          <p:cNvSpPr txBox="1">
            <a:spLocks noChangeArrowheads="1"/>
          </p:cNvSpPr>
          <p:nvPr/>
        </p:nvSpPr>
        <p:spPr bwMode="auto">
          <a:xfrm>
            <a:off x="1538373" y="3389097"/>
            <a:ext cx="3370263" cy="457200"/>
          </a:xfrm>
          <a:prstGeom prst="rect">
            <a:avLst/>
          </a:prstGeom>
          <a:noFill/>
          <a:ln w="9525">
            <a:noFill/>
            <a:miter lim="800000"/>
            <a:headEnd/>
            <a:tailEnd/>
          </a:ln>
          <a:effectLst/>
        </p:spPr>
        <p:txBody>
          <a:bodyPr wrap="square">
            <a:spAutoFit/>
          </a:bodyPr>
          <a:lstStyle/>
          <a:p>
            <a:pPr>
              <a:spcBef>
                <a:spcPct val="50000"/>
              </a:spcBef>
              <a:buFont typeface="Wingdings" pitchFamily="2" charset="2"/>
              <a:buChar char="l"/>
            </a:pPr>
            <a:r>
              <a:rPr lang="en-US" altLang="zh-CN" b="1" dirty="0">
                <a:solidFill>
                  <a:srgbClr val="002060"/>
                </a:solidFill>
                <a:effectLst>
                  <a:outerShdw blurRad="38100" dist="38100" dir="2700000" algn="tl">
                    <a:srgbClr val="FFFFFF"/>
                  </a:outerShdw>
                </a:effectLst>
                <a:latin typeface="+mn-lt"/>
                <a:ea typeface="楷体" pitchFamily="49" charset="-122"/>
              </a:rPr>
              <a:t> </a:t>
            </a:r>
            <a:r>
              <a:rPr lang="zh-CN" altLang="en-US" b="1" dirty="0">
                <a:solidFill>
                  <a:srgbClr val="002060"/>
                </a:solidFill>
                <a:effectLst>
                  <a:outerShdw blurRad="38100" dist="38100" dir="2700000" algn="tl">
                    <a:srgbClr val="FFFFFF"/>
                  </a:outerShdw>
                </a:effectLst>
                <a:latin typeface="+mn-lt"/>
                <a:ea typeface="楷体" pitchFamily="49" charset="-122"/>
              </a:rPr>
              <a:t>多个变量连续赋值</a:t>
            </a:r>
          </a:p>
        </p:txBody>
      </p:sp>
      <p:sp>
        <p:nvSpPr>
          <p:cNvPr id="814100" name="Rectangle 20"/>
          <p:cNvSpPr>
            <a:spLocks noChangeArrowheads="1"/>
          </p:cNvSpPr>
          <p:nvPr/>
        </p:nvSpPr>
        <p:spPr bwMode="auto">
          <a:xfrm>
            <a:off x="4516905" y="3461062"/>
            <a:ext cx="3757612" cy="461665"/>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pPr indent="266700"/>
            <a:r>
              <a:rPr lang="zh-CN" altLang="en-US" b="1" dirty="0">
                <a:solidFill>
                  <a:srgbClr val="C01920"/>
                </a:solidFill>
                <a:latin typeface="隶书" pitchFamily="49" charset="-122"/>
                <a:ea typeface="隶书" pitchFamily="49" charset="-122"/>
              </a:rPr>
              <a:t>例如： </a:t>
            </a:r>
            <a:r>
              <a:rPr lang="en-US" altLang="zh-CN" b="1" dirty="0">
                <a:effectLst>
                  <a:outerShdw blurRad="38100" dist="38100" dir="2700000" algn="tl">
                    <a:srgbClr val="C0C0C0"/>
                  </a:outerShdw>
                </a:effectLst>
              </a:rPr>
              <a:t>a = b = c = 10</a:t>
            </a:r>
            <a:r>
              <a:rPr lang="zh-CN" altLang="en-US" b="1" dirty="0">
                <a:effectLst>
                  <a:outerShdw blurRad="38100" dist="38100" dir="2700000" algn="tl">
                    <a:srgbClr val="C0C0C0"/>
                  </a:outerShdw>
                </a:effectLst>
              </a:rPr>
              <a:t>；</a:t>
            </a:r>
            <a:r>
              <a:rPr lang="zh-CN" altLang="en-US" dirty="0"/>
              <a:t> </a:t>
            </a:r>
          </a:p>
        </p:txBody>
      </p:sp>
      <p:sp>
        <p:nvSpPr>
          <p:cNvPr id="814101" name="Rectangle 21"/>
          <p:cNvSpPr>
            <a:spLocks noChangeArrowheads="1"/>
          </p:cNvSpPr>
          <p:nvPr/>
        </p:nvSpPr>
        <p:spPr bwMode="auto">
          <a:xfrm>
            <a:off x="5898030" y="4455483"/>
            <a:ext cx="3395662" cy="860425"/>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1">
            <a:spAutoFit/>
          </a:bodyPr>
          <a:lstStyle/>
          <a:p>
            <a:pPr indent="266700"/>
            <a:r>
              <a:rPr lang="en-US" altLang="zh-CN" b="1">
                <a:effectLst>
                  <a:outerShdw blurRad="38100" dist="38100" dir="2700000" algn="tl">
                    <a:srgbClr val="C0C0C0"/>
                  </a:outerShdw>
                </a:effectLst>
              </a:rPr>
              <a:t>a = (b = (c = 10))</a:t>
            </a:r>
            <a:r>
              <a:rPr lang="zh-CN" altLang="en-US" b="1">
                <a:effectLst>
                  <a:outerShdw blurRad="38100" dist="38100" dir="2700000" algn="tl">
                    <a:srgbClr val="C0C0C0"/>
                  </a:outerShdw>
                </a:effectLst>
              </a:rPr>
              <a:t>；</a:t>
            </a:r>
          </a:p>
          <a:p>
            <a:pPr indent="266700"/>
            <a:r>
              <a:rPr lang="zh-CN" altLang="en-US"/>
              <a:t> </a:t>
            </a:r>
          </a:p>
        </p:txBody>
      </p:sp>
      <p:sp>
        <p:nvSpPr>
          <p:cNvPr id="814102" name="AutoShape 22"/>
          <p:cNvSpPr>
            <a:spLocks noChangeArrowheads="1"/>
          </p:cNvSpPr>
          <p:nvPr/>
        </p:nvSpPr>
        <p:spPr bwMode="auto">
          <a:xfrm>
            <a:off x="6438238" y="3964945"/>
            <a:ext cx="215900" cy="461963"/>
          </a:xfrm>
          <a:prstGeom prst="upDownArrow">
            <a:avLst>
              <a:gd name="adj1" fmla="val 50000"/>
              <a:gd name="adj2" fmla="val 42794"/>
            </a:avLst>
          </a:prstGeom>
          <a:solidFill>
            <a:srgbClr val="F0E5B7"/>
          </a:solidFill>
          <a:ln w="9525">
            <a:no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sp>
        <p:nvSpPr>
          <p:cNvPr id="814103" name="Oval 23"/>
          <p:cNvSpPr>
            <a:spLocks noChangeArrowheads="1"/>
          </p:cNvSpPr>
          <p:nvPr/>
        </p:nvSpPr>
        <p:spPr bwMode="auto">
          <a:xfrm>
            <a:off x="7556968" y="4499932"/>
            <a:ext cx="1020763" cy="474662"/>
          </a:xfrm>
          <a:prstGeom prst="ellipse">
            <a:avLst/>
          </a:prstGeom>
          <a:noFill/>
          <a:ln w="28575">
            <a:solidFill>
              <a:srgbClr val="C01920"/>
            </a:solidFill>
            <a:round/>
            <a:headEnd/>
            <a:tailEnd/>
          </a:ln>
          <a:effectLst/>
        </p:spPr>
        <p:txBody>
          <a:bodyPr wrap="none" anchor="ctr"/>
          <a:lstStyle/>
          <a:p>
            <a:endParaRPr lang="zh-CN" altLang="en-US"/>
          </a:p>
        </p:txBody>
      </p:sp>
      <p:sp>
        <p:nvSpPr>
          <p:cNvPr id="814104" name="AutoShape 24"/>
          <p:cNvSpPr>
            <a:spLocks noChangeArrowheads="1"/>
          </p:cNvSpPr>
          <p:nvPr/>
        </p:nvSpPr>
        <p:spPr bwMode="auto">
          <a:xfrm rot="10800000">
            <a:off x="7036267" y="4846008"/>
            <a:ext cx="966788" cy="257175"/>
          </a:xfrm>
          <a:prstGeom prst="curvedDownArrow">
            <a:avLst>
              <a:gd name="adj1" fmla="val 57451"/>
              <a:gd name="adj2" fmla="val 162814"/>
              <a:gd name="adj3" fmla="val 25926"/>
            </a:avLst>
          </a:prstGeom>
          <a:solidFill>
            <a:srgbClr val="C01920"/>
          </a:solidFill>
          <a:ln w="9525">
            <a:noFill/>
            <a:miter lim="800000"/>
            <a:headEnd/>
            <a:tailEnd/>
          </a:ln>
          <a:effectLst/>
        </p:spPr>
        <p:txBody>
          <a:bodyPr wrap="none" anchor="ctr"/>
          <a:lstStyle/>
          <a:p>
            <a:endParaRPr lang="zh-CN" altLang="en-US"/>
          </a:p>
        </p:txBody>
      </p:sp>
      <p:sp>
        <p:nvSpPr>
          <p:cNvPr id="814105" name="Oval 25"/>
          <p:cNvSpPr>
            <a:spLocks noChangeArrowheads="1"/>
          </p:cNvSpPr>
          <p:nvPr/>
        </p:nvSpPr>
        <p:spPr bwMode="auto">
          <a:xfrm>
            <a:off x="6920380" y="4412620"/>
            <a:ext cx="1776412" cy="746125"/>
          </a:xfrm>
          <a:prstGeom prst="ellipse">
            <a:avLst/>
          </a:prstGeom>
          <a:noFill/>
          <a:ln w="28575">
            <a:solidFill>
              <a:srgbClr val="002060"/>
            </a:solidFill>
            <a:round/>
            <a:headEnd/>
            <a:tailEnd/>
          </a:ln>
          <a:effectLst/>
        </p:spPr>
        <p:txBody>
          <a:bodyPr wrap="none" anchor="ctr"/>
          <a:lstStyle/>
          <a:p>
            <a:endParaRPr lang="zh-CN" altLang="en-US"/>
          </a:p>
        </p:txBody>
      </p:sp>
      <p:sp>
        <p:nvSpPr>
          <p:cNvPr id="814106" name="AutoShape 26"/>
          <p:cNvSpPr>
            <a:spLocks noChangeArrowheads="1"/>
          </p:cNvSpPr>
          <p:nvPr/>
        </p:nvSpPr>
        <p:spPr bwMode="auto">
          <a:xfrm rot="11066624">
            <a:off x="6186956" y="4969832"/>
            <a:ext cx="2033587" cy="347662"/>
          </a:xfrm>
          <a:prstGeom prst="curvedDownArrow">
            <a:avLst>
              <a:gd name="adj1" fmla="val 89392"/>
              <a:gd name="adj2" fmla="val 253335"/>
              <a:gd name="adj3" fmla="val 25926"/>
            </a:avLst>
          </a:prstGeom>
          <a:solidFill>
            <a:srgbClr val="002060"/>
          </a:solidFill>
          <a:ln w="9525">
            <a:noFill/>
            <a:miter lim="800000"/>
            <a:headEnd/>
            <a:tailEnd/>
          </a:ln>
          <a:effectLst/>
        </p:spPr>
        <p:txBody>
          <a:bodyPr rot="10800000" wrap="none" anchor="ctr"/>
          <a:lstStyle/>
          <a:p>
            <a:pPr algn="ctr"/>
            <a:endParaRPr lang="zh-CN" altLang="zh-CN">
              <a:solidFill>
                <a:srgbClr val="000099"/>
              </a:solidFill>
            </a:endParaRPr>
          </a:p>
        </p:txBody>
      </p:sp>
      <p:sp>
        <p:nvSpPr>
          <p:cNvPr id="814107" name="Rectangle 27"/>
          <p:cNvSpPr>
            <a:spLocks noChangeArrowheads="1"/>
          </p:cNvSpPr>
          <p:nvPr/>
        </p:nvSpPr>
        <p:spPr bwMode="auto">
          <a:xfrm>
            <a:off x="9440628" y="4481923"/>
            <a:ext cx="2751372" cy="769441"/>
          </a:xfrm>
          <a:prstGeom prst="rect">
            <a:avLst/>
          </a:prstGeom>
          <a:gradFill rotWithShape="1">
            <a:gsLst>
              <a:gs pos="0">
                <a:srgbClr val="CFCFD1"/>
              </a:gs>
              <a:gs pos="100000">
                <a:schemeClr val="bg1">
                  <a:lumMod val="95000"/>
                </a:schemeClr>
              </a:gs>
            </a:gsLst>
            <a:lin ang="5400000" scaled="1"/>
          </a:gra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mn-lt"/>
                <a:ea typeface="楷体" pitchFamily="49" charset="-122"/>
              </a:rPr>
              <a:t>结果：</a:t>
            </a:r>
            <a:endParaRPr lang="en-US" altLang="zh-CN" b="1" dirty="0">
              <a:solidFill>
                <a:srgbClr val="C01920"/>
              </a:solidFill>
              <a:latin typeface="+mn-lt"/>
              <a:ea typeface="楷体" pitchFamily="49" charset="-122"/>
            </a:endParaRPr>
          </a:p>
          <a:p>
            <a:pPr indent="266700"/>
            <a:r>
              <a:rPr lang="en-US" altLang="zh-CN" sz="2000" b="1" dirty="0">
                <a:effectLst>
                  <a:outerShdw blurRad="38100" dist="38100" dir="2700000" algn="tl">
                    <a:srgbClr val="FFFFFF"/>
                  </a:outerShdw>
                </a:effectLst>
                <a:latin typeface="+mn-lt"/>
                <a:ea typeface="楷体" pitchFamily="49" charset="-122"/>
              </a:rPr>
              <a:t>a</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b</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c</a:t>
            </a:r>
            <a:r>
              <a:rPr lang="zh-CN" altLang="en-US" sz="2000" b="1" dirty="0">
                <a:effectLst>
                  <a:outerShdw blurRad="38100" dist="38100" dir="2700000" algn="tl">
                    <a:srgbClr val="FFFFFF"/>
                  </a:outerShdw>
                </a:effectLst>
                <a:latin typeface="+mn-lt"/>
                <a:ea typeface="楷体" pitchFamily="49" charset="-122"/>
              </a:rPr>
              <a:t>的值都为</a:t>
            </a:r>
            <a:r>
              <a:rPr lang="en-US" altLang="zh-CN" sz="2000" b="1" dirty="0">
                <a:effectLst>
                  <a:outerShdw blurRad="38100" dist="38100" dir="2700000" algn="tl">
                    <a:srgbClr val="FFFFFF"/>
                  </a:outerShdw>
                </a:effectLst>
                <a:latin typeface="+mn-lt"/>
                <a:ea typeface="楷体" pitchFamily="49" charset="-122"/>
              </a:rPr>
              <a:t>10</a:t>
            </a:r>
            <a:endParaRPr lang="en-US" altLang="zh-CN" sz="2000" dirty="0">
              <a:latin typeface="+mn-lt"/>
              <a:ea typeface="楷体" pitchFamily="49" charset="-122"/>
            </a:endParaRPr>
          </a:p>
        </p:txBody>
      </p:sp>
      <p:sp>
        <p:nvSpPr>
          <p:cNvPr id="814108" name="Text Box 28"/>
          <p:cNvSpPr txBox="1">
            <a:spLocks noChangeArrowheads="1"/>
          </p:cNvSpPr>
          <p:nvPr/>
        </p:nvSpPr>
        <p:spPr bwMode="auto">
          <a:xfrm>
            <a:off x="1552661" y="5348064"/>
            <a:ext cx="3355971" cy="457200"/>
          </a:xfrm>
          <a:prstGeom prst="rect">
            <a:avLst/>
          </a:prstGeom>
          <a:noFill/>
          <a:ln w="9525">
            <a:noFill/>
            <a:miter lim="800000"/>
            <a:headEnd/>
            <a:tailEnd/>
          </a:ln>
          <a:effectLst/>
        </p:spPr>
        <p:txBody>
          <a:bodyPr wrap="square">
            <a:spAutoFit/>
          </a:bodyPr>
          <a:lstStyle/>
          <a:p>
            <a:pPr>
              <a:spcBef>
                <a:spcPct val="50000"/>
              </a:spcBef>
              <a:buFont typeface="Wingdings" pitchFamily="2" charset="2"/>
              <a:buChar char="l"/>
            </a:pPr>
            <a:r>
              <a:rPr lang="en-US" altLang="zh-CN" b="1" dirty="0">
                <a:solidFill>
                  <a:srgbClr val="002060"/>
                </a:solidFill>
                <a:effectLst>
                  <a:outerShdw blurRad="38100" dist="38100" dir="2700000" algn="tl">
                    <a:srgbClr val="FFFFFF"/>
                  </a:outerShdw>
                </a:effectLst>
                <a:latin typeface="+mn-lt"/>
                <a:ea typeface="楷体" pitchFamily="49" charset="-122"/>
              </a:rPr>
              <a:t> </a:t>
            </a:r>
            <a:r>
              <a:rPr lang="zh-CN" altLang="en-US" b="1" dirty="0">
                <a:solidFill>
                  <a:srgbClr val="002060"/>
                </a:solidFill>
                <a:effectLst>
                  <a:outerShdw blurRad="38100" dist="38100" dir="2700000" algn="tl">
                    <a:srgbClr val="FFFFFF"/>
                  </a:outerShdw>
                </a:effectLst>
                <a:latin typeface="+mn-lt"/>
                <a:ea typeface="楷体" pitchFamily="49" charset="-122"/>
              </a:rPr>
              <a:t>赋值表达式的嵌套</a:t>
            </a:r>
          </a:p>
        </p:txBody>
      </p:sp>
      <p:sp>
        <p:nvSpPr>
          <p:cNvPr id="814109" name="Rectangle 29"/>
          <p:cNvSpPr>
            <a:spLocks noChangeArrowheads="1"/>
          </p:cNvSpPr>
          <p:nvPr/>
        </p:nvSpPr>
        <p:spPr bwMode="auto">
          <a:xfrm>
            <a:off x="4516905" y="5524693"/>
            <a:ext cx="4535785" cy="461665"/>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zh-CN" altLang="en-US" b="1" dirty="0">
                <a:solidFill>
                  <a:srgbClr val="C01920"/>
                </a:solidFill>
                <a:latin typeface="隶书" pitchFamily="49" charset="-122"/>
                <a:ea typeface="隶书" pitchFamily="49" charset="-122"/>
              </a:rPr>
              <a:t>例如： </a:t>
            </a:r>
            <a:r>
              <a:rPr lang="en-US" altLang="zh-CN" b="1" dirty="0">
                <a:effectLst>
                  <a:outerShdw blurRad="38100" dist="38100" dir="2700000" algn="tl">
                    <a:srgbClr val="C0C0C0"/>
                  </a:outerShdw>
                </a:effectLst>
              </a:rPr>
              <a:t>a = (b = 2) + (c = 3)</a:t>
            </a:r>
            <a:r>
              <a:rPr lang="en-US" altLang="zh-CN" dirty="0"/>
              <a:t> </a:t>
            </a:r>
          </a:p>
        </p:txBody>
      </p:sp>
      <p:sp>
        <p:nvSpPr>
          <p:cNvPr id="814110" name="Rectangle 30"/>
          <p:cNvSpPr>
            <a:spLocks noChangeArrowheads="1"/>
          </p:cNvSpPr>
          <p:nvPr/>
        </p:nvSpPr>
        <p:spPr bwMode="auto">
          <a:xfrm>
            <a:off x="4748028" y="6459191"/>
            <a:ext cx="3521075" cy="461665"/>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pPr indent="266700"/>
            <a:r>
              <a:rPr lang="en-US" altLang="zh-CN" b="1" dirty="0">
                <a:effectLst>
                  <a:outerShdw blurRad="38100" dist="38100" dir="2700000" algn="tl">
                    <a:srgbClr val="C0C0C0"/>
                  </a:outerShdw>
                </a:effectLst>
              </a:rPr>
              <a:t>( a = (b = 2) + (c = 3))</a:t>
            </a:r>
            <a:r>
              <a:rPr lang="en-US" altLang="zh-CN" dirty="0"/>
              <a:t> </a:t>
            </a:r>
          </a:p>
        </p:txBody>
      </p:sp>
      <p:sp>
        <p:nvSpPr>
          <p:cNvPr id="814111" name="AutoShape 31"/>
          <p:cNvSpPr>
            <a:spLocks noChangeArrowheads="1"/>
          </p:cNvSpPr>
          <p:nvPr/>
        </p:nvSpPr>
        <p:spPr bwMode="auto">
          <a:xfrm>
            <a:off x="6508565" y="5964162"/>
            <a:ext cx="215900" cy="461962"/>
          </a:xfrm>
          <a:prstGeom prst="upDownArrow">
            <a:avLst>
              <a:gd name="adj1" fmla="val 50000"/>
              <a:gd name="adj2" fmla="val 42794"/>
            </a:avLst>
          </a:prstGeom>
          <a:solidFill>
            <a:srgbClr val="F0E5B7"/>
          </a:solidFill>
          <a:ln w="9525">
            <a:no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sp>
        <p:nvSpPr>
          <p:cNvPr id="814112" name="Rectangle 32"/>
          <p:cNvSpPr>
            <a:spLocks noChangeArrowheads="1"/>
          </p:cNvSpPr>
          <p:nvPr/>
        </p:nvSpPr>
        <p:spPr bwMode="auto">
          <a:xfrm>
            <a:off x="8773272" y="6065069"/>
            <a:ext cx="3394800" cy="800100"/>
          </a:xfrm>
          <a:prstGeom prst="rect">
            <a:avLst/>
          </a:prstGeom>
          <a:gradFill rotWithShape="1">
            <a:gsLst>
              <a:gs pos="0">
                <a:srgbClr val="CFCFD1"/>
              </a:gs>
              <a:gs pos="100000">
                <a:schemeClr val="bg1">
                  <a:lumMod val="95000"/>
                </a:schemeClr>
              </a:gs>
            </a:gsLst>
            <a:lin ang="5400000" scaled="1"/>
          </a:gra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mn-lt"/>
                <a:ea typeface="楷体" pitchFamily="49" charset="-122"/>
              </a:rPr>
              <a:t>结果：</a:t>
            </a:r>
            <a:endParaRPr lang="en-US" altLang="zh-CN" b="1" dirty="0">
              <a:solidFill>
                <a:srgbClr val="C01920"/>
              </a:solidFill>
              <a:latin typeface="+mn-lt"/>
              <a:ea typeface="楷体" pitchFamily="49" charset="-122"/>
            </a:endParaRPr>
          </a:p>
          <a:p>
            <a:pPr indent="266700"/>
            <a:r>
              <a:rPr lang="en-US" altLang="zh-CN" sz="2000" b="1" dirty="0">
                <a:effectLst>
                  <a:outerShdw blurRad="38100" dist="38100" dir="2700000" algn="tl">
                    <a:srgbClr val="FFFFFF"/>
                  </a:outerShdw>
                </a:effectLst>
                <a:latin typeface="+mn-lt"/>
                <a:ea typeface="楷体" pitchFamily="49" charset="-122"/>
              </a:rPr>
              <a:t>b</a:t>
            </a:r>
            <a:r>
              <a:rPr lang="zh-CN" altLang="en-US" sz="2000" b="1" dirty="0">
                <a:effectLst>
                  <a:outerShdw blurRad="38100" dist="38100" dir="2700000" algn="tl">
                    <a:srgbClr val="FFFFFF"/>
                  </a:outerShdw>
                </a:effectLst>
                <a:latin typeface="+mn-lt"/>
                <a:ea typeface="楷体" pitchFamily="49" charset="-122"/>
              </a:rPr>
              <a:t>为</a:t>
            </a:r>
            <a:r>
              <a:rPr lang="en-US" altLang="zh-CN" sz="2000" b="1" dirty="0">
                <a:effectLst>
                  <a:outerShdw blurRad="38100" dist="38100" dir="2700000" algn="tl">
                    <a:srgbClr val="FFFFFF"/>
                  </a:outerShdw>
                </a:effectLst>
                <a:latin typeface="+mn-lt"/>
                <a:ea typeface="楷体" pitchFamily="49" charset="-122"/>
              </a:rPr>
              <a:t>2</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c</a:t>
            </a:r>
            <a:r>
              <a:rPr lang="zh-CN" altLang="en-US" sz="2000" b="1" dirty="0">
                <a:effectLst>
                  <a:outerShdw blurRad="38100" dist="38100" dir="2700000" algn="tl">
                    <a:srgbClr val="FFFFFF"/>
                  </a:outerShdw>
                </a:effectLst>
                <a:latin typeface="+mn-lt"/>
                <a:ea typeface="楷体" pitchFamily="49" charset="-122"/>
              </a:rPr>
              <a:t>为</a:t>
            </a:r>
            <a:r>
              <a:rPr lang="en-US" altLang="zh-CN" sz="2000" b="1" dirty="0">
                <a:effectLst>
                  <a:outerShdw blurRad="38100" dist="38100" dir="2700000" algn="tl">
                    <a:srgbClr val="FFFFFF"/>
                  </a:outerShdw>
                </a:effectLst>
                <a:latin typeface="+mn-lt"/>
                <a:ea typeface="楷体" pitchFamily="49" charset="-122"/>
              </a:rPr>
              <a:t>3</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a</a:t>
            </a:r>
            <a:r>
              <a:rPr lang="zh-CN" altLang="en-US" sz="2000" b="1" dirty="0">
                <a:effectLst>
                  <a:outerShdw blurRad="38100" dist="38100" dir="2700000" algn="tl">
                    <a:srgbClr val="FFFFFF"/>
                  </a:outerShdw>
                </a:effectLst>
                <a:latin typeface="+mn-lt"/>
                <a:ea typeface="楷体" pitchFamily="49" charset="-122"/>
              </a:rPr>
              <a:t>为</a:t>
            </a:r>
            <a:r>
              <a:rPr lang="en-US" altLang="zh-CN" sz="2000" b="1" dirty="0" err="1">
                <a:effectLst>
                  <a:outerShdw blurRad="38100" dist="38100" dir="2700000" algn="tl">
                    <a:srgbClr val="FFFFFF"/>
                  </a:outerShdw>
                </a:effectLst>
                <a:latin typeface="+mn-lt"/>
                <a:ea typeface="楷体" pitchFamily="49" charset="-122"/>
              </a:rPr>
              <a:t>b+c</a:t>
            </a:r>
            <a:r>
              <a:rPr lang="zh-CN" altLang="en-US" sz="2000" b="1" dirty="0">
                <a:effectLst>
                  <a:outerShdw blurRad="38100" dist="38100" dir="2700000" algn="tl">
                    <a:srgbClr val="FFFFFF"/>
                  </a:outerShdw>
                </a:effectLst>
                <a:latin typeface="+mn-lt"/>
                <a:ea typeface="楷体" pitchFamily="49" charset="-122"/>
              </a:rPr>
              <a:t>即</a:t>
            </a:r>
            <a:r>
              <a:rPr lang="en-US" altLang="zh-CN" sz="2000" b="1" dirty="0">
                <a:effectLst>
                  <a:outerShdw blurRad="38100" dist="38100" dir="2700000" algn="tl">
                    <a:srgbClr val="FFFFFF"/>
                  </a:outerShdw>
                </a:effectLst>
                <a:latin typeface="+mn-lt"/>
                <a:ea typeface="楷体" pitchFamily="49" charset="-122"/>
              </a:rPr>
              <a:t>5</a:t>
            </a:r>
            <a:endParaRPr lang="en-US" altLang="zh-CN" sz="2000" dirty="0">
              <a:latin typeface="+mn-lt"/>
              <a:ea typeface="楷体" pitchFamily="49" charset="-122"/>
            </a:endParaRPr>
          </a:p>
        </p:txBody>
      </p:sp>
      <p:sp>
        <p:nvSpPr>
          <p:cNvPr id="814113" name="Rectangle 33"/>
          <p:cNvSpPr>
            <a:spLocks noChangeArrowheads="1"/>
          </p:cNvSpPr>
          <p:nvPr/>
        </p:nvSpPr>
        <p:spPr bwMode="auto">
          <a:xfrm>
            <a:off x="1558925" y="4220125"/>
            <a:ext cx="9379317" cy="2308324"/>
          </a:xfrm>
          <a:prstGeom prst="rect">
            <a:avLst/>
          </a:prstGeom>
          <a:gradFill flip="none" rotWithShape="1">
            <a:gsLst>
              <a:gs pos="0">
                <a:srgbClr val="CFCFD1"/>
              </a:gs>
              <a:gs pos="100000">
                <a:schemeClr val="bg1">
                  <a:lumMod val="95000"/>
                </a:schemeClr>
              </a:gs>
            </a:gsLst>
            <a:lin ang="13500000" scaled="1"/>
            <a:tileRect/>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隶书" pitchFamily="49" charset="-122"/>
                <a:ea typeface="隶书" pitchFamily="49" charset="-122"/>
              </a:rPr>
              <a:t>注意：</a:t>
            </a:r>
          </a:p>
          <a:p>
            <a:pPr marL="342900" indent="-342900">
              <a:buClr>
                <a:srgbClr val="FF0066"/>
              </a:buClr>
              <a:buFont typeface="Wingdings" panose="05000000000000000000" pitchFamily="2" charset="2"/>
              <a:buChar char="Ø"/>
            </a:pPr>
            <a:r>
              <a:rPr lang="zh-CN" altLang="zh-CN" b="1" dirty="0">
                <a:solidFill>
                  <a:srgbClr val="C01920"/>
                </a:solidFill>
                <a:latin typeface="隶书" pitchFamily="49" charset="-122"/>
                <a:ea typeface="隶书" pitchFamily="49" charset="-122"/>
              </a:rPr>
              <a:t>赋值语句</a:t>
            </a:r>
            <a:r>
              <a:rPr lang="zh-CN" altLang="zh-CN" b="1" dirty="0">
                <a:solidFill>
                  <a:srgbClr val="C01920"/>
                </a:solidFill>
                <a:latin typeface="Times New Roman"/>
                <a:ea typeface="隶书" pitchFamily="49" charset="-122"/>
              </a:rPr>
              <a:t>“</a:t>
            </a:r>
            <a:r>
              <a:rPr lang="en-US" altLang="zh-CN" b="1" dirty="0">
                <a:solidFill>
                  <a:srgbClr val="C01920"/>
                </a:solidFill>
                <a:latin typeface="隶书" pitchFamily="49" charset="-122"/>
                <a:ea typeface="隶书" pitchFamily="49" charset="-122"/>
              </a:rPr>
              <a:t>=</a:t>
            </a:r>
            <a:r>
              <a:rPr lang="en-US" altLang="zh-CN" b="1" dirty="0">
                <a:solidFill>
                  <a:srgbClr val="C01920"/>
                </a:solidFill>
                <a:latin typeface="Times New Roman"/>
                <a:ea typeface="隶书" pitchFamily="49" charset="-122"/>
              </a:rPr>
              <a:t>”</a:t>
            </a:r>
            <a:r>
              <a:rPr lang="zh-CN" altLang="en-US" b="1" dirty="0">
                <a:solidFill>
                  <a:srgbClr val="C01920"/>
                </a:solidFill>
                <a:latin typeface="隶书" pitchFamily="49" charset="-122"/>
                <a:ea typeface="隶书" pitchFamily="49" charset="-122"/>
              </a:rPr>
              <a:t>左边必须是变量名或对应某特定内存单元的表达式</a:t>
            </a:r>
            <a:r>
              <a:rPr lang="zh-CN" altLang="en-US" b="1" dirty="0">
                <a:effectLst>
                  <a:outerShdw blurRad="38100" dist="38100" dir="2700000" algn="tl">
                    <a:srgbClr val="FFFFFF"/>
                  </a:outerShdw>
                </a:effectLst>
                <a:latin typeface="隶书" pitchFamily="49" charset="-122"/>
                <a:ea typeface="隶书" pitchFamily="49" charset="-122"/>
              </a:rPr>
              <a:t>（后面的章节会遇到这样的表达式），不能是常量或其它表达式。</a:t>
            </a:r>
            <a:endParaRPr lang="en-US" altLang="zh-CN" b="1" dirty="0">
              <a:effectLst>
                <a:outerShdw blurRad="38100" dist="38100" dir="2700000" algn="tl">
                  <a:srgbClr val="FFFFFF"/>
                </a:outerShdw>
              </a:effectLst>
              <a:latin typeface="隶书" pitchFamily="49" charset="-122"/>
              <a:ea typeface="隶书" pitchFamily="49" charset="-122"/>
            </a:endParaRPr>
          </a:p>
          <a:p>
            <a:pPr>
              <a:buClr>
                <a:srgbClr val="FF0066"/>
              </a:buClr>
            </a:pPr>
            <a:r>
              <a:rPr lang="en-US" altLang="zh-CN" b="1" dirty="0">
                <a:effectLst>
                  <a:outerShdw blurRad="38100" dist="38100" dir="2700000" algn="tl">
                    <a:srgbClr val="FFFFFF"/>
                  </a:outerShdw>
                </a:effectLst>
                <a:latin typeface="隶书" pitchFamily="49" charset="-122"/>
                <a:ea typeface="隶书" pitchFamily="49" charset="-122"/>
              </a:rPr>
              <a:t>        </a:t>
            </a:r>
            <a:r>
              <a:rPr lang="zh-CN" altLang="en-US" b="1" dirty="0">
                <a:effectLst>
                  <a:outerShdw blurRad="38100" dist="38100" dir="2700000" algn="tl">
                    <a:srgbClr val="FFFFFF"/>
                  </a:outerShdw>
                </a:effectLst>
                <a:latin typeface="隶书" pitchFamily="49" charset="-122"/>
                <a:ea typeface="隶书" pitchFamily="49" charset="-122"/>
              </a:rPr>
              <a:t>例如：</a:t>
            </a:r>
            <a:r>
              <a:rPr lang="en-US" altLang="zh-CN" b="1" dirty="0">
                <a:solidFill>
                  <a:srgbClr val="002060"/>
                </a:solidFill>
                <a:effectLst>
                  <a:outerShdw blurRad="38100" dist="38100" dir="2700000" algn="tl">
                    <a:srgbClr val="FFFFFF"/>
                  </a:outerShdw>
                </a:effectLst>
                <a:latin typeface="隶书" pitchFamily="49" charset="-122"/>
                <a:ea typeface="隶书" pitchFamily="49" charset="-122"/>
              </a:rPr>
              <a:t>30 = a;   b + 2 = 5; </a:t>
            </a:r>
            <a:r>
              <a:rPr lang="zh-CN" altLang="en-US" b="1" dirty="0">
                <a:effectLst>
                  <a:outerShdw blurRad="38100" dist="38100" dir="2700000" algn="tl">
                    <a:srgbClr val="FFFFFF"/>
                  </a:outerShdw>
                </a:effectLst>
                <a:latin typeface="隶书" pitchFamily="49" charset="-122"/>
                <a:ea typeface="隶书" pitchFamily="49" charset="-122"/>
              </a:rPr>
              <a:t>都是错误的。</a:t>
            </a:r>
          </a:p>
          <a:p>
            <a:pPr marL="342900" indent="-342900">
              <a:buClr>
                <a:srgbClr val="FF0066"/>
              </a:buClr>
              <a:buFont typeface="Wingdings" panose="05000000000000000000" pitchFamily="2" charset="2"/>
              <a:buChar char="Ø"/>
            </a:pPr>
            <a:r>
              <a:rPr lang="zh-CN" altLang="en-US" b="1" dirty="0">
                <a:solidFill>
                  <a:srgbClr val="C01920"/>
                </a:solidFill>
                <a:latin typeface="隶书" pitchFamily="49" charset="-122"/>
                <a:ea typeface="隶书" pitchFamily="49" charset="-122"/>
              </a:rPr>
              <a:t>赋值语句中的</a:t>
            </a:r>
            <a:r>
              <a:rPr lang="zh-CN" altLang="en-US" b="1" dirty="0">
                <a:solidFill>
                  <a:srgbClr val="C01920"/>
                </a:solidFill>
                <a:latin typeface="Times New Roman"/>
                <a:ea typeface="隶书" pitchFamily="49" charset="-122"/>
              </a:rPr>
              <a:t>“</a:t>
            </a:r>
            <a:r>
              <a:rPr lang="en-US" altLang="zh-CN" b="1" dirty="0">
                <a:solidFill>
                  <a:srgbClr val="C01920"/>
                </a:solidFill>
                <a:latin typeface="隶书" pitchFamily="49" charset="-122"/>
                <a:ea typeface="隶书" pitchFamily="49" charset="-122"/>
              </a:rPr>
              <a:t>=</a:t>
            </a:r>
            <a:r>
              <a:rPr lang="en-US" altLang="zh-CN" b="1" dirty="0">
                <a:solidFill>
                  <a:srgbClr val="C01920"/>
                </a:solidFill>
                <a:latin typeface="Times New Roman"/>
                <a:ea typeface="隶书" pitchFamily="49" charset="-122"/>
              </a:rPr>
              <a:t>”</a:t>
            </a:r>
            <a:r>
              <a:rPr lang="zh-CN" altLang="en-US" b="1" dirty="0">
                <a:solidFill>
                  <a:srgbClr val="C01920"/>
                </a:solidFill>
                <a:latin typeface="隶书" pitchFamily="49" charset="-122"/>
                <a:ea typeface="隶书" pitchFamily="49" charset="-122"/>
              </a:rPr>
              <a:t>表示赋值，不是代数中相等的意思</a:t>
            </a:r>
            <a:r>
              <a:rPr lang="zh-CN" altLang="en-US" b="1" dirty="0">
                <a:solidFill>
                  <a:srgbClr val="FF3399"/>
                </a:solidFill>
                <a:effectLst>
                  <a:outerShdw blurRad="38100" dist="38100" dir="2700000" algn="tl">
                    <a:srgbClr val="000000"/>
                  </a:outerShdw>
                </a:effectLst>
                <a:latin typeface="隶书" pitchFamily="49" charset="-122"/>
                <a:ea typeface="隶书" pitchFamily="49" charset="-122"/>
              </a:rPr>
              <a:t>。</a:t>
            </a:r>
            <a:r>
              <a:rPr lang="zh-CN" altLang="en-US" b="1" dirty="0">
                <a:effectLst>
                  <a:outerShdw blurRad="38100" dist="38100" dir="2700000" algn="tl">
                    <a:srgbClr val="FFFFFF"/>
                  </a:outerShdw>
                </a:effectLst>
                <a:latin typeface="隶书" pitchFamily="49" charset="-122"/>
                <a:ea typeface="隶书" pitchFamily="49" charset="-122"/>
              </a:rPr>
              <a:t>要表示相等的意思则应用关系运算符</a:t>
            </a:r>
            <a:r>
              <a:rPr lang="zh-CN" altLang="en-US" b="1" dirty="0">
                <a:effectLst>
                  <a:outerShdw blurRad="38100" dist="38100" dir="2700000" algn="tl">
                    <a:srgbClr val="FFFFFF"/>
                  </a:outerShdw>
                </a:effectLst>
                <a:latin typeface="Times New Roman"/>
                <a:ea typeface="隶书" pitchFamily="49" charset="-122"/>
              </a:rPr>
              <a:t>“</a:t>
            </a:r>
            <a:r>
              <a:rPr lang="en-US" altLang="zh-CN" b="1" dirty="0">
                <a:effectLst>
                  <a:outerShdw blurRad="38100" dist="38100" dir="2700000" algn="tl">
                    <a:srgbClr val="FFFFFF"/>
                  </a:outerShdw>
                </a:effectLst>
                <a:latin typeface="隶书" pitchFamily="49" charset="-122"/>
                <a:ea typeface="隶书" pitchFamily="49" charset="-122"/>
              </a:rPr>
              <a:t>==</a:t>
            </a:r>
            <a:r>
              <a:rPr lang="en-US" altLang="zh-CN" b="1" dirty="0">
                <a:effectLst>
                  <a:outerShdw blurRad="38100" dist="38100" dir="2700000" algn="tl">
                    <a:srgbClr val="FFFFFF"/>
                  </a:outerShdw>
                </a:effectLst>
                <a:latin typeface="Times New Roman"/>
                <a:ea typeface="隶书" pitchFamily="49" charset="-122"/>
              </a:rPr>
              <a:t>”</a:t>
            </a:r>
            <a:r>
              <a:rPr lang="zh-CN" altLang="en-US" b="1" dirty="0">
                <a:effectLst>
                  <a:outerShdw blurRad="38100" dist="38100" dir="2700000" algn="tl">
                    <a:srgbClr val="FFFFFF"/>
                  </a:outerShdw>
                </a:effectLst>
                <a:latin typeface="隶书" pitchFamily="49" charset="-122"/>
                <a:ea typeface="隶书" pitchFamily="49" charset="-122"/>
              </a:rPr>
              <a:t>表示，二者切勿混淆！</a:t>
            </a:r>
          </a:p>
        </p:txBody>
      </p:sp>
      <p:sp>
        <p:nvSpPr>
          <p:cNvPr id="24" name="Rectangle 2">
            <a:extLst>
              <a:ext uri="{FF2B5EF4-FFF2-40B4-BE49-F238E27FC236}">
                <a16:creationId xmlns:a16="http://schemas.microsoft.com/office/drawing/2014/main" id="{A0B7FF0D-BD96-4A18-B51A-29A1868F068F}"/>
              </a:ext>
            </a:extLst>
          </p:cNvPr>
          <p:cNvSpPr txBox="1">
            <a:spLocks noChangeArrowheads="1"/>
          </p:cNvSpPr>
          <p:nvPr/>
        </p:nvSpPr>
        <p:spPr>
          <a:xfrm>
            <a:off x="783220" y="843295"/>
            <a:ext cx="7772400" cy="647700"/>
          </a:xfrm>
          <a:prstGeom prst="rect">
            <a:avLst/>
          </a:prstGeom>
        </p:spPr>
        <p:txBody>
          <a:bodyPr/>
          <a:lst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a:lstStyle>
          <a:p>
            <a:pPr algn="just">
              <a:buFontTx/>
              <a:buNone/>
            </a:pPr>
            <a:r>
              <a:rPr lang="en-US" altLang="zh-CN" kern="0" dirty="0">
                <a:solidFill>
                  <a:srgbClr val="C01920"/>
                </a:solidFill>
                <a:effectLst/>
                <a:latin typeface="楷体" panose="02010609060101010101" pitchFamily="49" charset="-122"/>
                <a:ea typeface="楷体" panose="02010609060101010101" pitchFamily="49" charset="-122"/>
              </a:rPr>
              <a:t>1. </a:t>
            </a:r>
            <a:r>
              <a:rPr lang="zh-CN" altLang="en-US" kern="0" dirty="0">
                <a:solidFill>
                  <a:srgbClr val="C01920"/>
                </a:solidFill>
                <a:effectLst/>
                <a:latin typeface="楷体" panose="02010609060101010101" pitchFamily="49" charset="-122"/>
                <a:ea typeface="楷体" panose="02010609060101010101" pitchFamily="49" charset="-122"/>
              </a:rPr>
              <a:t>赋值运算符、赋值表达式 </a:t>
            </a:r>
          </a:p>
        </p:txBody>
      </p:sp>
      <p:sp>
        <p:nvSpPr>
          <p:cNvPr id="25" name="Rectangle 4">
            <a:extLst>
              <a:ext uri="{FF2B5EF4-FFF2-40B4-BE49-F238E27FC236}">
                <a16:creationId xmlns:a16="http://schemas.microsoft.com/office/drawing/2014/main" id="{10EBDB82-6187-4169-B01F-1AB2FE85C06E}"/>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3.4  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语言的运算符与表达式</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 calcmode="lin" valueType="num">
                                      <p:cBhvr additive="base">
                                        <p:cTn id="7" dur="500" fill="hold"/>
                                        <p:tgtEl>
                                          <p:spTgt spid="2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14086"/>
                                        </p:tgtEl>
                                        <p:attrNameLst>
                                          <p:attrName>style.visibility</p:attrName>
                                        </p:attrNameLst>
                                      </p:cBhvr>
                                      <p:to>
                                        <p:strVal val="visible"/>
                                      </p:to>
                                    </p:set>
                                    <p:anim calcmode="lin" valueType="num">
                                      <p:cBhvr additive="base">
                                        <p:cTn id="13" dur="500" fill="hold"/>
                                        <p:tgtEl>
                                          <p:spTgt spid="814086"/>
                                        </p:tgtEl>
                                        <p:attrNameLst>
                                          <p:attrName>ppt_x</p:attrName>
                                        </p:attrNameLst>
                                      </p:cBhvr>
                                      <p:tavLst>
                                        <p:tav tm="0">
                                          <p:val>
                                            <p:strVal val="0-#ppt_w/2"/>
                                          </p:val>
                                        </p:tav>
                                        <p:tav tm="100000">
                                          <p:val>
                                            <p:strVal val="#ppt_x"/>
                                          </p:val>
                                        </p:tav>
                                      </p:tavLst>
                                    </p:anim>
                                    <p:anim calcmode="lin" valueType="num">
                                      <p:cBhvr additive="base">
                                        <p:cTn id="14" dur="500" fill="hold"/>
                                        <p:tgtEl>
                                          <p:spTgt spid="81408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14092"/>
                                        </p:tgtEl>
                                        <p:attrNameLst>
                                          <p:attrName>style.visibility</p:attrName>
                                        </p:attrNameLst>
                                      </p:cBhvr>
                                      <p:to>
                                        <p:strVal val="visible"/>
                                      </p:to>
                                    </p:set>
                                    <p:anim calcmode="lin" valueType="num">
                                      <p:cBhvr additive="base">
                                        <p:cTn id="19" dur="500" fill="hold"/>
                                        <p:tgtEl>
                                          <p:spTgt spid="814092"/>
                                        </p:tgtEl>
                                        <p:attrNameLst>
                                          <p:attrName>ppt_x</p:attrName>
                                        </p:attrNameLst>
                                      </p:cBhvr>
                                      <p:tavLst>
                                        <p:tav tm="0">
                                          <p:val>
                                            <p:strVal val="0-#ppt_w/2"/>
                                          </p:val>
                                        </p:tav>
                                        <p:tav tm="100000">
                                          <p:val>
                                            <p:strVal val="#ppt_x"/>
                                          </p:val>
                                        </p:tav>
                                      </p:tavLst>
                                    </p:anim>
                                    <p:anim calcmode="lin" valueType="num">
                                      <p:cBhvr additive="base">
                                        <p:cTn id="20" dur="500" fill="hold"/>
                                        <p:tgtEl>
                                          <p:spTgt spid="81409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814090"/>
                                        </p:tgtEl>
                                        <p:attrNameLst>
                                          <p:attrName>style.visibility</p:attrName>
                                        </p:attrNameLst>
                                      </p:cBhvr>
                                      <p:to>
                                        <p:strVal val="visible"/>
                                      </p:to>
                                    </p:set>
                                    <p:animEffect transition="in" filter="box(out)">
                                      <p:cBhvr>
                                        <p:cTn id="25" dur="500"/>
                                        <p:tgtEl>
                                          <p:spTgt spid="814090"/>
                                        </p:tgtEl>
                                      </p:cBhvr>
                                    </p:animEffect>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814098"/>
                                        </p:tgtEl>
                                        <p:attrNameLst>
                                          <p:attrName>style.visibility</p:attrName>
                                        </p:attrNameLst>
                                      </p:cBhvr>
                                      <p:to>
                                        <p:strVal val="visible"/>
                                      </p:to>
                                    </p:set>
                                    <p:anim calcmode="lin" valueType="num">
                                      <p:cBhvr additive="base">
                                        <p:cTn id="30" dur="500" fill="hold"/>
                                        <p:tgtEl>
                                          <p:spTgt spid="814098"/>
                                        </p:tgtEl>
                                        <p:attrNameLst>
                                          <p:attrName>ppt_x</p:attrName>
                                        </p:attrNameLst>
                                      </p:cBhvr>
                                      <p:tavLst>
                                        <p:tav tm="0">
                                          <p:val>
                                            <p:strVal val="0-#ppt_w/2"/>
                                          </p:val>
                                        </p:tav>
                                        <p:tav tm="100000">
                                          <p:val>
                                            <p:strVal val="#ppt_x"/>
                                          </p:val>
                                        </p:tav>
                                      </p:tavLst>
                                    </p:anim>
                                    <p:anim calcmode="lin" valueType="num">
                                      <p:cBhvr additive="base">
                                        <p:cTn id="31" dur="500" fill="hold"/>
                                        <p:tgtEl>
                                          <p:spTgt spid="81409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814099"/>
                                        </p:tgtEl>
                                        <p:attrNameLst>
                                          <p:attrName>style.visibility</p:attrName>
                                        </p:attrNameLst>
                                      </p:cBhvr>
                                      <p:to>
                                        <p:strVal val="visible"/>
                                      </p:to>
                                    </p:set>
                                    <p:anim calcmode="lin" valueType="num">
                                      <p:cBhvr additive="base">
                                        <p:cTn id="36" dur="500" fill="hold"/>
                                        <p:tgtEl>
                                          <p:spTgt spid="814099"/>
                                        </p:tgtEl>
                                        <p:attrNameLst>
                                          <p:attrName>ppt_x</p:attrName>
                                        </p:attrNameLst>
                                      </p:cBhvr>
                                      <p:tavLst>
                                        <p:tav tm="0">
                                          <p:val>
                                            <p:strVal val="0-#ppt_w/2"/>
                                          </p:val>
                                        </p:tav>
                                        <p:tav tm="100000">
                                          <p:val>
                                            <p:strVal val="#ppt_x"/>
                                          </p:val>
                                        </p:tav>
                                      </p:tavLst>
                                    </p:anim>
                                    <p:anim calcmode="lin" valueType="num">
                                      <p:cBhvr additive="base">
                                        <p:cTn id="37" dur="500" fill="hold"/>
                                        <p:tgtEl>
                                          <p:spTgt spid="81409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814100"/>
                                        </p:tgtEl>
                                        <p:attrNameLst>
                                          <p:attrName>style.visibility</p:attrName>
                                        </p:attrNameLst>
                                      </p:cBhvr>
                                      <p:to>
                                        <p:strVal val="visible"/>
                                      </p:to>
                                    </p:set>
                                    <p:animEffect transition="in" filter="box(out)">
                                      <p:cBhvr>
                                        <p:cTn id="42" dur="500"/>
                                        <p:tgtEl>
                                          <p:spTgt spid="814100"/>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18" presetClass="entr" presetSubtype="12" fill="hold" grpId="0" nodeType="clickEffect">
                                  <p:stCondLst>
                                    <p:cond delay="0"/>
                                  </p:stCondLst>
                                  <p:childTnLst>
                                    <p:set>
                                      <p:cBhvr>
                                        <p:cTn id="46" dur="1" fill="hold">
                                          <p:stCondLst>
                                            <p:cond delay="0"/>
                                          </p:stCondLst>
                                        </p:cTn>
                                        <p:tgtEl>
                                          <p:spTgt spid="814102"/>
                                        </p:tgtEl>
                                        <p:attrNameLst>
                                          <p:attrName>style.visibility</p:attrName>
                                        </p:attrNameLst>
                                      </p:cBhvr>
                                      <p:to>
                                        <p:strVal val="visible"/>
                                      </p:to>
                                    </p:set>
                                    <p:animEffect transition="in" filter="strips(downLeft)">
                                      <p:cBhvr>
                                        <p:cTn id="47" dur="500"/>
                                        <p:tgtEl>
                                          <p:spTgt spid="814102"/>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par>
                          <p:cTn id="48" fill="hold">
                            <p:stCondLst>
                              <p:cond delay="500"/>
                            </p:stCondLst>
                            <p:childTnLst>
                              <p:par>
                                <p:cTn id="49" presetID="4" presetClass="entr" presetSubtype="32" fill="hold" grpId="0" nodeType="afterEffect">
                                  <p:stCondLst>
                                    <p:cond delay="0"/>
                                  </p:stCondLst>
                                  <p:childTnLst>
                                    <p:set>
                                      <p:cBhvr>
                                        <p:cTn id="50" dur="1" fill="hold">
                                          <p:stCondLst>
                                            <p:cond delay="0"/>
                                          </p:stCondLst>
                                        </p:cTn>
                                        <p:tgtEl>
                                          <p:spTgt spid="814101"/>
                                        </p:tgtEl>
                                        <p:attrNameLst>
                                          <p:attrName>style.visibility</p:attrName>
                                        </p:attrNameLst>
                                      </p:cBhvr>
                                      <p:to>
                                        <p:strVal val="visible"/>
                                      </p:to>
                                    </p:set>
                                    <p:animEffect transition="in" filter="box(out)">
                                      <p:cBhvr>
                                        <p:cTn id="51" dur="500"/>
                                        <p:tgtEl>
                                          <p:spTgt spid="814101"/>
                                        </p:tgtEl>
                                      </p:cBhvr>
                                    </p:animEffect>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childTnLst>
                    </p:cTn>
                  </p:par>
                  <p:par>
                    <p:cTn id="52" fill="hold">
                      <p:stCondLst>
                        <p:cond delay="indefinite"/>
                      </p:stCondLst>
                      <p:childTnLst>
                        <p:par>
                          <p:cTn id="53" fill="hold">
                            <p:stCondLst>
                              <p:cond delay="0"/>
                            </p:stCondLst>
                            <p:childTnLst>
                              <p:par>
                                <p:cTn id="54" presetID="18" presetClass="entr" presetSubtype="12" fill="hold" grpId="0" nodeType="clickEffect">
                                  <p:stCondLst>
                                    <p:cond delay="0"/>
                                  </p:stCondLst>
                                  <p:childTnLst>
                                    <p:set>
                                      <p:cBhvr>
                                        <p:cTn id="55" dur="1" fill="hold">
                                          <p:stCondLst>
                                            <p:cond delay="0"/>
                                          </p:stCondLst>
                                        </p:cTn>
                                        <p:tgtEl>
                                          <p:spTgt spid="814103"/>
                                        </p:tgtEl>
                                        <p:attrNameLst>
                                          <p:attrName>style.visibility</p:attrName>
                                        </p:attrNameLst>
                                      </p:cBhvr>
                                      <p:to>
                                        <p:strVal val="visible"/>
                                      </p:to>
                                    </p:set>
                                    <p:animEffect transition="in" filter="strips(downLeft)">
                                      <p:cBhvr>
                                        <p:cTn id="56" dur="500"/>
                                        <p:tgtEl>
                                          <p:spTgt spid="814103"/>
                                        </p:tgtEl>
                                      </p:cBhvr>
                                    </p:animEffect>
                                  </p:childTnLst>
                                  <p:subTnLst>
                                    <p:audio>
                                      <p:cMediaNode>
                                        <p:cTn display="0" masterRel="sameClick">
                                          <p:stCondLst>
                                            <p:cond evt="begin" delay="0">
                                              <p:tn val="54"/>
                                            </p:cond>
                                          </p:stCondLst>
                                          <p:endCondLst>
                                            <p:cond evt="onStopAudio" delay="0">
                                              <p:tgtEl>
                                                <p:sldTgt/>
                                              </p:tgtEl>
                                            </p:cond>
                                          </p:endCondLst>
                                        </p:cTn>
                                        <p:tgtEl>
                                          <p:sndTgt r:embed="rId3" name="camera.wav"/>
                                        </p:tgtEl>
                                      </p:cMediaNode>
                                    </p:audio>
                                  </p:subTnLst>
                                </p:cTn>
                              </p:par>
                            </p:childTnLst>
                          </p:cTn>
                        </p:par>
                        <p:par>
                          <p:cTn id="57" fill="hold">
                            <p:stCondLst>
                              <p:cond delay="500"/>
                            </p:stCondLst>
                            <p:childTnLst>
                              <p:par>
                                <p:cTn id="58" presetID="18" presetClass="entr" presetSubtype="12" fill="hold" grpId="0" nodeType="afterEffect">
                                  <p:stCondLst>
                                    <p:cond delay="0"/>
                                  </p:stCondLst>
                                  <p:childTnLst>
                                    <p:set>
                                      <p:cBhvr>
                                        <p:cTn id="59" dur="1" fill="hold">
                                          <p:stCondLst>
                                            <p:cond delay="0"/>
                                          </p:stCondLst>
                                        </p:cTn>
                                        <p:tgtEl>
                                          <p:spTgt spid="814104"/>
                                        </p:tgtEl>
                                        <p:attrNameLst>
                                          <p:attrName>style.visibility</p:attrName>
                                        </p:attrNameLst>
                                      </p:cBhvr>
                                      <p:to>
                                        <p:strVal val="visible"/>
                                      </p:to>
                                    </p:set>
                                    <p:animEffect transition="in" filter="strips(downLeft)">
                                      <p:cBhvr>
                                        <p:cTn id="60" dur="500"/>
                                        <p:tgtEl>
                                          <p:spTgt spid="814104"/>
                                        </p:tgtEl>
                                      </p:cBhvr>
                                    </p:animEffect>
                                  </p:childTnLst>
                                  <p:subTnLst>
                                    <p:audio>
                                      <p:cMediaNode>
                                        <p:cTn display="0" masterRel="sameClick">
                                          <p:stCondLst>
                                            <p:cond evt="begin" delay="0">
                                              <p:tn val="58"/>
                                            </p:cond>
                                          </p:stCondLst>
                                          <p:endCondLst>
                                            <p:cond evt="onStopAudio" delay="0">
                                              <p:tgtEl>
                                                <p:sldTgt/>
                                              </p:tgtEl>
                                            </p:cond>
                                          </p:endCondLst>
                                        </p:cTn>
                                        <p:tgtEl>
                                          <p:sndTgt r:embed="rId3" name="camera.wav"/>
                                        </p:tgtEl>
                                      </p:cMediaNode>
                                    </p:audio>
                                  </p:subTnLst>
                                </p:cTn>
                              </p:par>
                            </p:childTnLst>
                          </p:cTn>
                        </p:par>
                      </p:childTnLst>
                    </p:cTn>
                  </p:par>
                  <p:par>
                    <p:cTn id="61" fill="hold">
                      <p:stCondLst>
                        <p:cond delay="indefinite"/>
                      </p:stCondLst>
                      <p:childTnLst>
                        <p:par>
                          <p:cTn id="62" fill="hold">
                            <p:stCondLst>
                              <p:cond delay="0"/>
                            </p:stCondLst>
                            <p:childTnLst>
                              <p:par>
                                <p:cTn id="63" presetID="18" presetClass="entr" presetSubtype="12" fill="hold" grpId="0" nodeType="clickEffect">
                                  <p:stCondLst>
                                    <p:cond delay="0"/>
                                  </p:stCondLst>
                                  <p:childTnLst>
                                    <p:set>
                                      <p:cBhvr>
                                        <p:cTn id="64" dur="1" fill="hold">
                                          <p:stCondLst>
                                            <p:cond delay="0"/>
                                          </p:stCondLst>
                                        </p:cTn>
                                        <p:tgtEl>
                                          <p:spTgt spid="814105"/>
                                        </p:tgtEl>
                                        <p:attrNameLst>
                                          <p:attrName>style.visibility</p:attrName>
                                        </p:attrNameLst>
                                      </p:cBhvr>
                                      <p:to>
                                        <p:strVal val="visible"/>
                                      </p:to>
                                    </p:set>
                                    <p:animEffect transition="in" filter="strips(downLeft)">
                                      <p:cBhvr>
                                        <p:cTn id="65" dur="500"/>
                                        <p:tgtEl>
                                          <p:spTgt spid="814105"/>
                                        </p:tgtEl>
                                      </p:cBhvr>
                                    </p:animEffect>
                                  </p:childTnLst>
                                  <p:subTnLst>
                                    <p:audio>
                                      <p:cMediaNode>
                                        <p:cTn display="0" masterRel="sameClick">
                                          <p:stCondLst>
                                            <p:cond evt="begin" delay="0">
                                              <p:tn val="63"/>
                                            </p:cond>
                                          </p:stCondLst>
                                          <p:endCondLst>
                                            <p:cond evt="onStopAudio" delay="0">
                                              <p:tgtEl>
                                                <p:sldTgt/>
                                              </p:tgtEl>
                                            </p:cond>
                                          </p:endCondLst>
                                        </p:cTn>
                                        <p:tgtEl>
                                          <p:sndTgt r:embed="rId3" name="camera.wav"/>
                                        </p:tgtEl>
                                      </p:cMediaNode>
                                    </p:audio>
                                  </p:subTnLst>
                                </p:cTn>
                              </p:par>
                            </p:childTnLst>
                          </p:cTn>
                        </p:par>
                        <p:par>
                          <p:cTn id="66" fill="hold">
                            <p:stCondLst>
                              <p:cond delay="500"/>
                            </p:stCondLst>
                            <p:childTnLst>
                              <p:par>
                                <p:cTn id="67" presetID="18" presetClass="entr" presetSubtype="12" fill="hold" grpId="0" nodeType="afterEffect">
                                  <p:stCondLst>
                                    <p:cond delay="0"/>
                                  </p:stCondLst>
                                  <p:childTnLst>
                                    <p:set>
                                      <p:cBhvr>
                                        <p:cTn id="68" dur="1" fill="hold">
                                          <p:stCondLst>
                                            <p:cond delay="0"/>
                                          </p:stCondLst>
                                        </p:cTn>
                                        <p:tgtEl>
                                          <p:spTgt spid="814106"/>
                                        </p:tgtEl>
                                        <p:attrNameLst>
                                          <p:attrName>style.visibility</p:attrName>
                                        </p:attrNameLst>
                                      </p:cBhvr>
                                      <p:to>
                                        <p:strVal val="visible"/>
                                      </p:to>
                                    </p:set>
                                    <p:animEffect transition="in" filter="strips(downLeft)">
                                      <p:cBhvr>
                                        <p:cTn id="69" dur="500"/>
                                        <p:tgtEl>
                                          <p:spTgt spid="814106"/>
                                        </p:tgtEl>
                                      </p:cBhvr>
                                    </p:animEffect>
                                  </p:childTnLst>
                                  <p:subTnLst>
                                    <p:audio>
                                      <p:cMediaNode>
                                        <p:cTn display="0" masterRel="sameClick">
                                          <p:stCondLst>
                                            <p:cond evt="begin" delay="0">
                                              <p:tn val="67"/>
                                            </p:cond>
                                          </p:stCondLst>
                                          <p:endCondLst>
                                            <p:cond evt="onStopAudio" delay="0">
                                              <p:tgtEl>
                                                <p:sldTgt/>
                                              </p:tgtEl>
                                            </p:cond>
                                          </p:endCondLst>
                                        </p:cTn>
                                        <p:tgtEl>
                                          <p:sndTgt r:embed="rId3" name="camera.wav"/>
                                        </p:tgtEl>
                                      </p:cMediaNode>
                                    </p:audio>
                                  </p:subTnLst>
                                </p:cTn>
                              </p:par>
                            </p:childTnLst>
                          </p:cTn>
                        </p:par>
                        <p:par>
                          <p:cTn id="70" fill="hold">
                            <p:stCondLst>
                              <p:cond delay="1000"/>
                            </p:stCondLst>
                            <p:childTnLst>
                              <p:par>
                                <p:cTn id="71" presetID="4" presetClass="entr" presetSubtype="32" fill="hold" grpId="0" nodeType="afterEffect">
                                  <p:stCondLst>
                                    <p:cond delay="0"/>
                                  </p:stCondLst>
                                  <p:childTnLst>
                                    <p:set>
                                      <p:cBhvr>
                                        <p:cTn id="72" dur="1" fill="hold">
                                          <p:stCondLst>
                                            <p:cond delay="0"/>
                                          </p:stCondLst>
                                        </p:cTn>
                                        <p:tgtEl>
                                          <p:spTgt spid="814107"/>
                                        </p:tgtEl>
                                        <p:attrNameLst>
                                          <p:attrName>style.visibility</p:attrName>
                                        </p:attrNameLst>
                                      </p:cBhvr>
                                      <p:to>
                                        <p:strVal val="visible"/>
                                      </p:to>
                                    </p:set>
                                    <p:animEffect transition="in" filter="box(out)">
                                      <p:cBhvr>
                                        <p:cTn id="73" dur="500"/>
                                        <p:tgtEl>
                                          <p:spTgt spid="814107"/>
                                        </p:tgtEl>
                                      </p:cBhvr>
                                    </p:animEffect>
                                  </p:childTnLst>
                                  <p:subTnLst>
                                    <p:audio>
                                      <p:cMediaNode>
                                        <p:cTn display="0" masterRel="sameClick">
                                          <p:stCondLst>
                                            <p:cond evt="begin" delay="0">
                                              <p:tn val="71"/>
                                            </p:cond>
                                          </p:stCondLst>
                                          <p:endCondLst>
                                            <p:cond evt="onStopAudio" delay="0">
                                              <p:tgtEl>
                                                <p:sldTgt/>
                                              </p:tgtEl>
                                            </p:cond>
                                          </p:endCondLst>
                                        </p:cTn>
                                        <p:tgtEl>
                                          <p:sndTgt r:embed="rId4" name="chimes.wav"/>
                                        </p:tgtEl>
                                      </p:cMediaNode>
                                    </p:audio>
                                  </p:subTnLst>
                                </p:cTn>
                              </p:par>
                            </p:childTnLst>
                          </p:cTn>
                        </p:par>
                      </p:childTnLst>
                    </p:cTn>
                  </p:par>
                  <p:par>
                    <p:cTn id="74" fill="hold">
                      <p:stCondLst>
                        <p:cond delay="indefinite"/>
                      </p:stCondLst>
                      <p:childTnLst>
                        <p:par>
                          <p:cTn id="75" fill="hold">
                            <p:stCondLst>
                              <p:cond delay="0"/>
                            </p:stCondLst>
                            <p:childTnLst>
                              <p:par>
                                <p:cTn id="76" presetID="2" presetClass="entr" presetSubtype="8" fill="hold" grpId="0" nodeType="clickEffect">
                                  <p:stCondLst>
                                    <p:cond delay="0"/>
                                  </p:stCondLst>
                                  <p:childTnLst>
                                    <p:set>
                                      <p:cBhvr>
                                        <p:cTn id="77" dur="1" fill="hold">
                                          <p:stCondLst>
                                            <p:cond delay="0"/>
                                          </p:stCondLst>
                                        </p:cTn>
                                        <p:tgtEl>
                                          <p:spTgt spid="814108"/>
                                        </p:tgtEl>
                                        <p:attrNameLst>
                                          <p:attrName>style.visibility</p:attrName>
                                        </p:attrNameLst>
                                      </p:cBhvr>
                                      <p:to>
                                        <p:strVal val="visible"/>
                                      </p:to>
                                    </p:set>
                                    <p:anim calcmode="lin" valueType="num">
                                      <p:cBhvr additive="base">
                                        <p:cTn id="78" dur="500" fill="hold"/>
                                        <p:tgtEl>
                                          <p:spTgt spid="814108"/>
                                        </p:tgtEl>
                                        <p:attrNameLst>
                                          <p:attrName>ppt_x</p:attrName>
                                        </p:attrNameLst>
                                      </p:cBhvr>
                                      <p:tavLst>
                                        <p:tav tm="0">
                                          <p:val>
                                            <p:strVal val="0-#ppt_w/2"/>
                                          </p:val>
                                        </p:tav>
                                        <p:tav tm="100000">
                                          <p:val>
                                            <p:strVal val="#ppt_x"/>
                                          </p:val>
                                        </p:tav>
                                      </p:tavLst>
                                    </p:anim>
                                    <p:anim calcmode="lin" valueType="num">
                                      <p:cBhvr additive="base">
                                        <p:cTn id="79" dur="500" fill="hold"/>
                                        <p:tgtEl>
                                          <p:spTgt spid="81410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6"/>
                                            </p:cond>
                                          </p:stCondLst>
                                          <p:endCondLst>
                                            <p:cond evt="onStopAudio" delay="0">
                                              <p:tgtEl>
                                                <p:sldTgt/>
                                              </p:tgtEl>
                                            </p:cond>
                                          </p:endCondLst>
                                        </p:cTn>
                                        <p:tgtEl>
                                          <p:sndTgt r:embed="rId3" name="camera.wav"/>
                                        </p:tgtEl>
                                      </p:cMediaNode>
                                    </p:audio>
                                  </p:subTnLst>
                                </p:cTn>
                              </p:par>
                            </p:childTnLst>
                          </p:cTn>
                        </p:par>
                      </p:childTnLst>
                    </p:cTn>
                  </p:par>
                  <p:par>
                    <p:cTn id="80" fill="hold">
                      <p:stCondLst>
                        <p:cond delay="indefinite"/>
                      </p:stCondLst>
                      <p:childTnLst>
                        <p:par>
                          <p:cTn id="81" fill="hold">
                            <p:stCondLst>
                              <p:cond delay="0"/>
                            </p:stCondLst>
                            <p:childTnLst>
                              <p:par>
                                <p:cTn id="82" presetID="4" presetClass="entr" presetSubtype="32" fill="hold" grpId="0" nodeType="clickEffect">
                                  <p:stCondLst>
                                    <p:cond delay="0"/>
                                  </p:stCondLst>
                                  <p:childTnLst>
                                    <p:set>
                                      <p:cBhvr>
                                        <p:cTn id="83" dur="1" fill="hold">
                                          <p:stCondLst>
                                            <p:cond delay="0"/>
                                          </p:stCondLst>
                                        </p:cTn>
                                        <p:tgtEl>
                                          <p:spTgt spid="814109"/>
                                        </p:tgtEl>
                                        <p:attrNameLst>
                                          <p:attrName>style.visibility</p:attrName>
                                        </p:attrNameLst>
                                      </p:cBhvr>
                                      <p:to>
                                        <p:strVal val="visible"/>
                                      </p:to>
                                    </p:set>
                                    <p:animEffect transition="in" filter="box(out)">
                                      <p:cBhvr>
                                        <p:cTn id="84" dur="500"/>
                                        <p:tgtEl>
                                          <p:spTgt spid="814109"/>
                                        </p:tgtEl>
                                      </p:cBhvr>
                                    </p:animEffect>
                                  </p:childTnLst>
                                  <p:subTnLst>
                                    <p:audio>
                                      <p:cMediaNode>
                                        <p:cTn display="0" masterRel="sameClick">
                                          <p:stCondLst>
                                            <p:cond evt="begin" delay="0">
                                              <p:tn val="82"/>
                                            </p:cond>
                                          </p:stCondLst>
                                          <p:endCondLst>
                                            <p:cond evt="onStopAudio" delay="0">
                                              <p:tgtEl>
                                                <p:sldTgt/>
                                              </p:tgtEl>
                                            </p:cond>
                                          </p:endCondLst>
                                        </p:cTn>
                                        <p:tgtEl>
                                          <p:sndTgt r:embed="rId3" name="camera.wav"/>
                                        </p:tgtEl>
                                      </p:cMediaNode>
                                    </p:audio>
                                  </p:subTnLst>
                                </p:cTn>
                              </p:par>
                            </p:childTnLst>
                          </p:cTn>
                        </p:par>
                      </p:childTnLst>
                    </p:cTn>
                  </p:par>
                  <p:par>
                    <p:cTn id="85" fill="hold">
                      <p:stCondLst>
                        <p:cond delay="indefinite"/>
                      </p:stCondLst>
                      <p:childTnLst>
                        <p:par>
                          <p:cTn id="86" fill="hold">
                            <p:stCondLst>
                              <p:cond delay="0"/>
                            </p:stCondLst>
                            <p:childTnLst>
                              <p:par>
                                <p:cTn id="87" presetID="18" presetClass="entr" presetSubtype="12" fill="hold" grpId="0" nodeType="clickEffect">
                                  <p:stCondLst>
                                    <p:cond delay="0"/>
                                  </p:stCondLst>
                                  <p:childTnLst>
                                    <p:set>
                                      <p:cBhvr>
                                        <p:cTn id="88" dur="1" fill="hold">
                                          <p:stCondLst>
                                            <p:cond delay="0"/>
                                          </p:stCondLst>
                                        </p:cTn>
                                        <p:tgtEl>
                                          <p:spTgt spid="814111"/>
                                        </p:tgtEl>
                                        <p:attrNameLst>
                                          <p:attrName>style.visibility</p:attrName>
                                        </p:attrNameLst>
                                      </p:cBhvr>
                                      <p:to>
                                        <p:strVal val="visible"/>
                                      </p:to>
                                    </p:set>
                                    <p:animEffect transition="in" filter="strips(downLeft)">
                                      <p:cBhvr>
                                        <p:cTn id="89" dur="500"/>
                                        <p:tgtEl>
                                          <p:spTgt spid="814111"/>
                                        </p:tgtEl>
                                      </p:cBhvr>
                                    </p:animEffect>
                                  </p:childTnLst>
                                  <p:subTnLst>
                                    <p:audio>
                                      <p:cMediaNode>
                                        <p:cTn display="0" masterRel="sameClick">
                                          <p:stCondLst>
                                            <p:cond evt="begin" delay="0">
                                              <p:tn val="87"/>
                                            </p:cond>
                                          </p:stCondLst>
                                          <p:endCondLst>
                                            <p:cond evt="onStopAudio" delay="0">
                                              <p:tgtEl>
                                                <p:sldTgt/>
                                              </p:tgtEl>
                                            </p:cond>
                                          </p:endCondLst>
                                        </p:cTn>
                                        <p:tgtEl>
                                          <p:sndTgt r:embed="rId3" name="camera.wav"/>
                                        </p:tgtEl>
                                      </p:cMediaNode>
                                    </p:audio>
                                  </p:subTnLst>
                                </p:cTn>
                              </p:par>
                            </p:childTnLst>
                          </p:cTn>
                        </p:par>
                        <p:par>
                          <p:cTn id="90" fill="hold">
                            <p:stCondLst>
                              <p:cond delay="500"/>
                            </p:stCondLst>
                            <p:childTnLst>
                              <p:par>
                                <p:cTn id="91" presetID="4" presetClass="entr" presetSubtype="32" fill="hold" grpId="0" nodeType="afterEffect">
                                  <p:stCondLst>
                                    <p:cond delay="0"/>
                                  </p:stCondLst>
                                  <p:childTnLst>
                                    <p:set>
                                      <p:cBhvr>
                                        <p:cTn id="92" dur="1" fill="hold">
                                          <p:stCondLst>
                                            <p:cond delay="0"/>
                                          </p:stCondLst>
                                        </p:cTn>
                                        <p:tgtEl>
                                          <p:spTgt spid="814110"/>
                                        </p:tgtEl>
                                        <p:attrNameLst>
                                          <p:attrName>style.visibility</p:attrName>
                                        </p:attrNameLst>
                                      </p:cBhvr>
                                      <p:to>
                                        <p:strVal val="visible"/>
                                      </p:to>
                                    </p:set>
                                    <p:animEffect transition="in" filter="box(out)">
                                      <p:cBhvr>
                                        <p:cTn id="93" dur="500"/>
                                        <p:tgtEl>
                                          <p:spTgt spid="814110"/>
                                        </p:tgtEl>
                                      </p:cBhvr>
                                    </p:animEffect>
                                  </p:childTnLst>
                                  <p:subTnLst>
                                    <p:audio>
                                      <p:cMediaNode>
                                        <p:cTn display="0" masterRel="sameClick">
                                          <p:stCondLst>
                                            <p:cond evt="begin" delay="0">
                                              <p:tn val="91"/>
                                            </p:cond>
                                          </p:stCondLst>
                                          <p:endCondLst>
                                            <p:cond evt="onStopAudio" delay="0">
                                              <p:tgtEl>
                                                <p:sldTgt/>
                                              </p:tgtEl>
                                            </p:cond>
                                          </p:endCondLst>
                                        </p:cTn>
                                        <p:tgtEl>
                                          <p:sndTgt r:embed="rId3" name="camera.wav"/>
                                        </p:tgtEl>
                                      </p:cMediaNode>
                                    </p:audio>
                                  </p:subTnLst>
                                </p:cTn>
                              </p:par>
                            </p:childTnLst>
                          </p:cTn>
                        </p:par>
                        <p:par>
                          <p:cTn id="94" fill="hold">
                            <p:stCondLst>
                              <p:cond delay="1000"/>
                            </p:stCondLst>
                            <p:childTnLst>
                              <p:par>
                                <p:cTn id="95" presetID="4" presetClass="entr" presetSubtype="32" fill="hold" grpId="0" nodeType="afterEffect">
                                  <p:stCondLst>
                                    <p:cond delay="0"/>
                                  </p:stCondLst>
                                  <p:childTnLst>
                                    <p:set>
                                      <p:cBhvr>
                                        <p:cTn id="96" dur="1" fill="hold">
                                          <p:stCondLst>
                                            <p:cond delay="0"/>
                                          </p:stCondLst>
                                        </p:cTn>
                                        <p:tgtEl>
                                          <p:spTgt spid="814112"/>
                                        </p:tgtEl>
                                        <p:attrNameLst>
                                          <p:attrName>style.visibility</p:attrName>
                                        </p:attrNameLst>
                                      </p:cBhvr>
                                      <p:to>
                                        <p:strVal val="visible"/>
                                      </p:to>
                                    </p:set>
                                    <p:animEffect transition="in" filter="box(out)">
                                      <p:cBhvr>
                                        <p:cTn id="97" dur="500"/>
                                        <p:tgtEl>
                                          <p:spTgt spid="814112"/>
                                        </p:tgtEl>
                                      </p:cBhvr>
                                    </p:animEffect>
                                  </p:childTnLst>
                                  <p:subTnLst>
                                    <p:set>
                                      <p:cBhvr override="childStyle">
                                        <p:cTn dur="1" fill="hold" display="0" masterRel="nextClick" afterEffect="1"/>
                                        <p:tgtEl>
                                          <p:spTgt spid="814112"/>
                                        </p:tgtEl>
                                        <p:attrNameLst>
                                          <p:attrName>style.visibility</p:attrName>
                                        </p:attrNameLst>
                                      </p:cBhvr>
                                      <p:to>
                                        <p:strVal val="hidden"/>
                                      </p:to>
                                    </p:set>
                                    <p:audio>
                                      <p:cMediaNode>
                                        <p:cTn display="0" masterRel="sameClick">
                                          <p:stCondLst>
                                            <p:cond evt="begin" delay="0">
                                              <p:tn val="95"/>
                                            </p:cond>
                                          </p:stCondLst>
                                          <p:endCondLst>
                                            <p:cond evt="onStopAudio" delay="0">
                                              <p:tgtEl>
                                                <p:sldTgt/>
                                              </p:tgtEl>
                                            </p:cond>
                                          </p:endCondLst>
                                        </p:cTn>
                                        <p:tgtEl>
                                          <p:sndTgt r:embed="rId4" name="chimes.wav"/>
                                        </p:tgtEl>
                                      </p:cMediaNode>
                                    </p:audio>
                                  </p:subTnLst>
                                </p:cTn>
                              </p:par>
                            </p:childTnLst>
                          </p:cTn>
                        </p:par>
                      </p:childTnLst>
                    </p:cTn>
                  </p:par>
                  <p:par>
                    <p:cTn id="98" fill="hold">
                      <p:stCondLst>
                        <p:cond delay="indefinite"/>
                      </p:stCondLst>
                      <p:childTnLst>
                        <p:par>
                          <p:cTn id="99" fill="hold">
                            <p:stCondLst>
                              <p:cond delay="0"/>
                            </p:stCondLst>
                            <p:childTnLst>
                              <p:par>
                                <p:cTn id="100" presetID="4" presetClass="entr" presetSubtype="32" fill="hold" grpId="0" nodeType="clickEffect">
                                  <p:stCondLst>
                                    <p:cond delay="0"/>
                                  </p:stCondLst>
                                  <p:childTnLst>
                                    <p:set>
                                      <p:cBhvr>
                                        <p:cTn id="101" dur="1" fill="hold">
                                          <p:stCondLst>
                                            <p:cond delay="0"/>
                                          </p:stCondLst>
                                        </p:cTn>
                                        <p:tgtEl>
                                          <p:spTgt spid="814113"/>
                                        </p:tgtEl>
                                        <p:attrNameLst>
                                          <p:attrName>style.visibility</p:attrName>
                                        </p:attrNameLst>
                                      </p:cBhvr>
                                      <p:to>
                                        <p:strVal val="visible"/>
                                      </p:to>
                                    </p:set>
                                    <p:animEffect transition="in" filter="box(out)">
                                      <p:cBhvr>
                                        <p:cTn id="102" dur="500"/>
                                        <p:tgtEl>
                                          <p:spTgt spid="814113"/>
                                        </p:tgtEl>
                                      </p:cBhvr>
                                    </p:animEffect>
                                  </p:childTnLst>
                                  <p:subTnLst>
                                    <p:audio>
                                      <p:cMediaNode>
                                        <p:cTn display="0" masterRel="sameClick">
                                          <p:stCondLst>
                                            <p:cond evt="begin" delay="0">
                                              <p:tn val="10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4086" grpId="0"/>
      <p:bldP spid="814090" grpId="0" animBg="1"/>
      <p:bldP spid="814092" grpId="0"/>
      <p:bldP spid="814098" grpId="0"/>
      <p:bldP spid="814099" grpId="0"/>
      <p:bldP spid="814100" grpId="0" animBg="1"/>
      <p:bldP spid="814101" grpId="0" animBg="1"/>
      <p:bldP spid="814102" grpId="0" animBg="1"/>
      <p:bldP spid="814103" grpId="0" animBg="1"/>
      <p:bldP spid="814104" grpId="0" animBg="1"/>
      <p:bldP spid="814105" grpId="0" animBg="1"/>
      <p:bldP spid="814106" grpId="0" animBg="1"/>
      <p:bldP spid="814107" grpId="0" animBg="1"/>
      <p:bldP spid="814108" grpId="0"/>
      <p:bldP spid="814109" grpId="0" animBg="1"/>
      <p:bldP spid="814110" grpId="0" animBg="1"/>
      <p:bldP spid="814111" grpId="0" animBg="1"/>
      <p:bldP spid="814112" grpId="0" animBg="1"/>
      <p:bldP spid="814113" grpId="0" animBg="1"/>
      <p:bldP spid="24" grpId="0" build="p" bldLvl="5"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6149" name="AutoShape 21"/>
          <p:cNvSpPr>
            <a:spLocks noChangeArrowheads="1"/>
          </p:cNvSpPr>
          <p:nvPr/>
        </p:nvSpPr>
        <p:spPr bwMode="auto">
          <a:xfrm>
            <a:off x="4431381" y="1960683"/>
            <a:ext cx="6164353" cy="889595"/>
          </a:xfrm>
          <a:prstGeom prst="wedgeRoundRectCallout">
            <a:avLst>
              <a:gd name="adj1" fmla="val -70592"/>
              <a:gd name="adj2" fmla="val 57408"/>
              <a:gd name="adj3" fmla="val 16667"/>
            </a:avLst>
          </a:prstGeom>
          <a:gradFill flip="none" rotWithShape="1">
            <a:gsLst>
              <a:gs pos="0">
                <a:srgbClr val="F0E5B7"/>
              </a:gs>
              <a:gs pos="100000">
                <a:srgbClr val="F0E5B7"/>
              </a:gs>
            </a:gsLst>
            <a:lin ang="162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dirty="0">
                <a:latin typeface="楷体_GB2312" pitchFamily="49" charset="-122"/>
                <a:ea typeface="楷体_GB2312" pitchFamily="49" charset="-122"/>
              </a:rPr>
              <a:t>    </a:t>
            </a:r>
            <a:r>
              <a:rPr lang="zh-CN" altLang="en-US" sz="2000" b="1" dirty="0">
                <a:effectLst>
                  <a:outerShdw blurRad="38100" dist="38100" dir="2700000" algn="tl">
                    <a:srgbClr val="FFFFFF"/>
                  </a:outerShdw>
                </a:effectLst>
                <a:latin typeface="+mn-lt"/>
                <a:ea typeface="楷体" pitchFamily="49" charset="-122"/>
              </a:rPr>
              <a:t>首先将等号右边的表达式的值转换成“</a:t>
            </a:r>
            <a:r>
              <a:rPr lang="en-US" altLang="zh-CN" sz="2000" b="1" dirty="0">
                <a:effectLst>
                  <a:outerShdw blurRad="38100" dist="38100" dir="2700000" algn="tl">
                    <a:srgbClr val="FFFFFF"/>
                  </a:outerShdw>
                </a:effectLst>
                <a:latin typeface="+mn-lt"/>
                <a:ea typeface="楷体" pitchFamily="49" charset="-122"/>
              </a:rPr>
              <a:t>=”</a:t>
            </a:r>
            <a:r>
              <a:rPr lang="zh-CN" altLang="en-US" sz="2000" b="1" dirty="0">
                <a:effectLst>
                  <a:outerShdw blurRad="38100" dist="38100" dir="2700000" algn="tl">
                    <a:srgbClr val="FFFFFF"/>
                  </a:outerShdw>
                </a:effectLst>
                <a:latin typeface="+mn-lt"/>
                <a:ea typeface="楷体" pitchFamily="49" charset="-122"/>
              </a:rPr>
              <a:t>左边的数据类型。然后再赋值给等号左边的变量</a:t>
            </a:r>
            <a:r>
              <a:rPr lang="zh-CN" altLang="en-US" sz="2000" dirty="0">
                <a:latin typeface="+mn-lt"/>
                <a:ea typeface="楷体" pitchFamily="49" charset="-122"/>
              </a:rPr>
              <a:t>。</a:t>
            </a:r>
            <a:r>
              <a:rPr lang="zh-CN" altLang="en-US" dirty="0">
                <a:latin typeface="+mn-lt"/>
                <a:ea typeface="楷体" pitchFamily="49" charset="-122"/>
              </a:rPr>
              <a:t> </a:t>
            </a:r>
          </a:p>
        </p:txBody>
      </p:sp>
      <p:sp>
        <p:nvSpPr>
          <p:cNvPr id="816157" name="AutoShape 29"/>
          <p:cNvSpPr>
            <a:spLocks noChangeArrowheads="1"/>
          </p:cNvSpPr>
          <p:nvPr/>
        </p:nvSpPr>
        <p:spPr bwMode="auto">
          <a:xfrm rot="5400000">
            <a:off x="7939213" y="5159038"/>
            <a:ext cx="504825" cy="360363"/>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C01920"/>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C01920"/>
            </a:extrusionClr>
          </a:sp3d>
        </p:spPr>
        <p:txBody>
          <a:bodyPr wrap="none" anchor="ctr">
            <a:flatTx/>
          </a:bodyPr>
          <a:lstStyle/>
          <a:p>
            <a:endParaRPr lang="zh-CN" altLang="en-US"/>
          </a:p>
        </p:txBody>
      </p:sp>
      <p:sp>
        <p:nvSpPr>
          <p:cNvPr id="816146" name="Rectangle 18"/>
          <p:cNvSpPr>
            <a:spLocks noChangeArrowheads="1"/>
          </p:cNvSpPr>
          <p:nvPr/>
        </p:nvSpPr>
        <p:spPr bwMode="auto">
          <a:xfrm>
            <a:off x="770834" y="1412776"/>
            <a:ext cx="10941790" cy="830997"/>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en-US" altLang="zh-CN" b="1" dirty="0">
                <a:effectLst>
                  <a:outerShdw blurRad="38100" dist="38100" dir="2700000" algn="tl">
                    <a:srgbClr val="FFFFFF"/>
                  </a:outerShdw>
                </a:effectLst>
                <a:latin typeface="楷体" pitchFamily="49" charset="-122"/>
                <a:ea typeface="楷体" pitchFamily="49" charset="-122"/>
              </a:rPr>
              <a:t>    C</a:t>
            </a:r>
            <a:r>
              <a:rPr lang="zh-CN" altLang="en-US" b="1" dirty="0">
                <a:effectLst>
                  <a:outerShdw blurRad="38100" dist="38100" dir="2700000" algn="tl">
                    <a:srgbClr val="FFFFFF"/>
                  </a:outerShdw>
                </a:effectLst>
                <a:latin typeface="楷体" pitchFamily="49" charset="-122"/>
                <a:ea typeface="楷体" pitchFamily="49" charset="-122"/>
              </a:rPr>
              <a:t>语言的数据类型是可以相互转换的。转换的方法有两种：一种是</a:t>
            </a:r>
            <a:r>
              <a:rPr lang="zh-CN" altLang="en-US" b="1" dirty="0">
                <a:solidFill>
                  <a:srgbClr val="C01920"/>
                </a:solidFill>
                <a:latin typeface="楷体" pitchFamily="49" charset="-122"/>
                <a:ea typeface="楷体" pitchFamily="49" charset="-122"/>
              </a:rPr>
              <a:t>自动转换</a:t>
            </a:r>
            <a:r>
              <a:rPr lang="zh-CN" altLang="en-US" b="1" dirty="0">
                <a:effectLst>
                  <a:outerShdw blurRad="38100" dist="38100" dir="2700000" algn="tl">
                    <a:srgbClr val="FFFFFF"/>
                  </a:outerShdw>
                </a:effectLst>
                <a:latin typeface="楷体" pitchFamily="49" charset="-122"/>
                <a:ea typeface="楷体" pitchFamily="49" charset="-122"/>
              </a:rPr>
              <a:t>，一种是</a:t>
            </a:r>
            <a:r>
              <a:rPr lang="zh-CN" altLang="en-US" b="1" dirty="0">
                <a:solidFill>
                  <a:srgbClr val="C01920"/>
                </a:solidFill>
                <a:latin typeface="楷体" pitchFamily="49" charset="-122"/>
                <a:ea typeface="楷体" pitchFamily="49" charset="-122"/>
              </a:rPr>
              <a:t>强制转换</a:t>
            </a:r>
            <a:r>
              <a:rPr lang="zh-CN" altLang="en-US" b="1" dirty="0">
                <a:effectLst>
                  <a:outerShdw blurRad="38100" dist="38100" dir="2700000" algn="tl">
                    <a:srgbClr val="FFFFFF"/>
                  </a:outerShdw>
                </a:effectLst>
                <a:latin typeface="楷体" pitchFamily="49" charset="-122"/>
                <a:ea typeface="楷体" pitchFamily="49" charset="-122"/>
              </a:rPr>
              <a:t>。</a:t>
            </a:r>
          </a:p>
        </p:txBody>
      </p:sp>
      <p:sp>
        <p:nvSpPr>
          <p:cNvPr id="816147" name="Text Box 19"/>
          <p:cNvSpPr txBox="1">
            <a:spLocks noChangeArrowheads="1"/>
          </p:cNvSpPr>
          <p:nvPr/>
        </p:nvSpPr>
        <p:spPr bwMode="auto">
          <a:xfrm>
            <a:off x="958160" y="2348880"/>
            <a:ext cx="5349875" cy="457200"/>
          </a:xfrm>
          <a:prstGeom prst="rect">
            <a:avLst/>
          </a:prstGeom>
          <a:noFill/>
          <a:ln w="9525">
            <a:noFill/>
            <a:miter lim="800000"/>
            <a:headEnd/>
            <a:tailEnd/>
          </a:ln>
          <a:effectLst/>
        </p:spPr>
        <p:txBody>
          <a:bodyPr>
            <a:spAutoFit/>
          </a:bodyPr>
          <a:lstStyle/>
          <a:p>
            <a:pPr marL="457200" indent="-457200">
              <a:spcBef>
                <a:spcPct val="50000"/>
              </a:spcBef>
              <a:buFont typeface="Wingdings" pitchFamily="2" charset="2"/>
              <a:buChar char="Ø"/>
            </a:pPr>
            <a:r>
              <a:rPr lang="zh-CN" altLang="zh-CN" b="1" dirty="0">
                <a:solidFill>
                  <a:srgbClr val="C01920"/>
                </a:solidFill>
                <a:latin typeface="+mn-lt"/>
                <a:ea typeface="楷体" pitchFamily="49" charset="-122"/>
              </a:rPr>
              <a:t>自动转换</a:t>
            </a:r>
            <a:r>
              <a:rPr lang="zh-CN" altLang="en-US" b="1" dirty="0">
                <a:solidFill>
                  <a:srgbClr val="C01920"/>
                </a:solidFill>
                <a:latin typeface="+mn-lt"/>
                <a:ea typeface="楷体" pitchFamily="49" charset="-122"/>
              </a:rPr>
              <a:t>  </a:t>
            </a:r>
          </a:p>
        </p:txBody>
      </p:sp>
      <p:sp>
        <p:nvSpPr>
          <p:cNvPr id="816148" name="Rectangle 20"/>
          <p:cNvSpPr>
            <a:spLocks noChangeArrowheads="1"/>
          </p:cNvSpPr>
          <p:nvPr/>
        </p:nvSpPr>
        <p:spPr bwMode="auto">
          <a:xfrm>
            <a:off x="793984" y="2767171"/>
            <a:ext cx="10941790" cy="830997"/>
          </a:xfrm>
          <a:prstGeom prst="rect">
            <a:avLst/>
          </a:prstGeom>
          <a:noFill/>
          <a:ln w="9525">
            <a:noFill/>
            <a:miter lim="800000"/>
            <a:headEnd/>
            <a:tailEnd/>
          </a:ln>
          <a:effectLst/>
        </p:spPr>
        <p:txBody>
          <a:bodyPr wrap="square" anchor="ctr">
            <a:spAutoFit/>
          </a:bodyPr>
          <a:lstStyle/>
          <a:p>
            <a:r>
              <a:rPr lang="en-US" altLang="zh-CN" b="1" dirty="0">
                <a:solidFill>
                  <a:srgbClr val="002060"/>
                </a:solidFill>
                <a:latin typeface="+mn-lt"/>
                <a:ea typeface="楷体" pitchFamily="49" charset="-122"/>
              </a:rPr>
              <a:t>        </a:t>
            </a:r>
            <a:r>
              <a:rPr lang="zh-CN" altLang="en-US" b="1" dirty="0">
                <a:solidFill>
                  <a:srgbClr val="002060"/>
                </a:solidFill>
                <a:latin typeface="+mn-lt"/>
                <a:ea typeface="楷体" pitchFamily="49" charset="-122"/>
              </a:rPr>
              <a:t>例如：</a:t>
            </a:r>
            <a:r>
              <a:rPr lang="en-US" altLang="zh-CN" b="1" dirty="0" err="1">
                <a:solidFill>
                  <a:srgbClr val="002060"/>
                </a:solidFill>
                <a:latin typeface="+mn-lt"/>
                <a:ea typeface="楷体" pitchFamily="49" charset="-122"/>
              </a:rPr>
              <a:t>int</a:t>
            </a:r>
            <a:r>
              <a:rPr lang="en-US" altLang="zh-CN" b="1" dirty="0">
                <a:solidFill>
                  <a:srgbClr val="002060"/>
                </a:solidFill>
                <a:latin typeface="+mn-lt"/>
                <a:ea typeface="楷体" pitchFamily="49" charset="-122"/>
              </a:rPr>
              <a:t> a = 2.5;   </a:t>
            </a:r>
            <a:r>
              <a:rPr lang="zh-CN" altLang="en-US" b="1" dirty="0">
                <a:solidFill>
                  <a:srgbClr val="002060"/>
                </a:solidFill>
                <a:latin typeface="+mn-lt"/>
                <a:ea typeface="楷体" pitchFamily="49" charset="-122"/>
              </a:rPr>
              <a:t>则</a:t>
            </a:r>
            <a:r>
              <a:rPr lang="en-US" altLang="zh-CN" b="1" dirty="0">
                <a:solidFill>
                  <a:srgbClr val="002060"/>
                </a:solidFill>
                <a:latin typeface="+mn-lt"/>
                <a:ea typeface="楷体" pitchFamily="49" charset="-122"/>
              </a:rPr>
              <a:t>a</a:t>
            </a:r>
            <a:r>
              <a:rPr lang="zh-CN" altLang="en-US" b="1" dirty="0">
                <a:solidFill>
                  <a:srgbClr val="002060"/>
                </a:solidFill>
                <a:latin typeface="+mn-lt"/>
                <a:ea typeface="楷体" pitchFamily="49" charset="-122"/>
              </a:rPr>
              <a:t>的值将是</a:t>
            </a:r>
            <a:r>
              <a:rPr lang="en-US" altLang="zh-CN" b="1" dirty="0">
                <a:solidFill>
                  <a:srgbClr val="002060"/>
                </a:solidFill>
                <a:latin typeface="+mn-lt"/>
                <a:ea typeface="楷体" pitchFamily="49" charset="-122"/>
              </a:rPr>
              <a:t>2</a:t>
            </a:r>
            <a:r>
              <a:rPr lang="zh-CN" altLang="en-US" b="1" dirty="0">
                <a:solidFill>
                  <a:srgbClr val="002060"/>
                </a:solidFill>
                <a:latin typeface="+mn-lt"/>
                <a:ea typeface="楷体" pitchFamily="49" charset="-122"/>
              </a:rPr>
              <a:t>，</a:t>
            </a:r>
            <a:r>
              <a:rPr lang="zh-CN" altLang="en-US" b="1" dirty="0">
                <a:solidFill>
                  <a:srgbClr val="C01920"/>
                </a:solidFill>
                <a:latin typeface="+mn-lt"/>
                <a:ea typeface="楷体" pitchFamily="49" charset="-122"/>
              </a:rPr>
              <a:t>而不是</a:t>
            </a:r>
            <a:r>
              <a:rPr lang="en-US" altLang="zh-CN" b="1" dirty="0">
                <a:solidFill>
                  <a:srgbClr val="C01920"/>
                </a:solidFill>
                <a:latin typeface="+mn-lt"/>
                <a:ea typeface="楷体" pitchFamily="49" charset="-122"/>
              </a:rPr>
              <a:t>2.5</a:t>
            </a:r>
            <a:r>
              <a:rPr lang="zh-CN" altLang="en-US" b="1" dirty="0">
                <a:effectLst>
                  <a:outerShdw blurRad="38100" dist="38100" dir="2700000" algn="tl">
                    <a:srgbClr val="FFFFFF"/>
                  </a:outerShdw>
                </a:effectLst>
                <a:latin typeface="+mn-lt"/>
                <a:ea typeface="楷体" pitchFamily="49" charset="-122"/>
              </a:rPr>
              <a:t>。</a:t>
            </a:r>
          </a:p>
          <a:p>
            <a:r>
              <a:rPr lang="zh-CN" altLang="en-US" b="1" dirty="0">
                <a:effectLst>
                  <a:outerShdw blurRad="38100" dist="38100" dir="2700000" algn="tl">
                    <a:srgbClr val="FFFFFF"/>
                  </a:outerShdw>
                </a:effectLst>
                <a:latin typeface="+mn-lt"/>
                <a:ea typeface="楷体" pitchFamily="49" charset="-122"/>
              </a:rPr>
              <a:t>        这种自动改变等号右边表达式值的数据类型的操作称为数据类型的</a:t>
            </a:r>
            <a:r>
              <a:rPr lang="zh-CN" altLang="en-US" b="1" dirty="0">
                <a:solidFill>
                  <a:srgbClr val="C01920"/>
                </a:solidFill>
                <a:latin typeface="+mn-lt"/>
                <a:ea typeface="楷体" pitchFamily="49" charset="-122"/>
              </a:rPr>
              <a:t>自动转换。</a:t>
            </a:r>
            <a:r>
              <a:rPr lang="zh-CN" altLang="en-US" dirty="0">
                <a:solidFill>
                  <a:srgbClr val="C01920"/>
                </a:solidFill>
                <a:latin typeface="+mn-lt"/>
                <a:ea typeface="楷体" pitchFamily="49" charset="-122"/>
              </a:rPr>
              <a:t> </a:t>
            </a:r>
          </a:p>
        </p:txBody>
      </p:sp>
      <p:sp>
        <p:nvSpPr>
          <p:cNvPr id="816150" name="Text Box 22"/>
          <p:cNvSpPr txBox="1">
            <a:spLocks noChangeArrowheads="1"/>
          </p:cNvSpPr>
          <p:nvPr/>
        </p:nvSpPr>
        <p:spPr bwMode="auto">
          <a:xfrm>
            <a:off x="911424" y="3619872"/>
            <a:ext cx="6436444" cy="457200"/>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spAutoFit/>
          </a:bodyPr>
          <a:lstStyle/>
          <a:p>
            <a:pPr marL="457200" indent="-457200">
              <a:spcBef>
                <a:spcPct val="50000"/>
              </a:spcBef>
            </a:pPr>
            <a:r>
              <a:rPr lang="en-US" altLang="zh-CN" b="1" dirty="0">
                <a:solidFill>
                  <a:srgbClr val="C01920"/>
                </a:solidFill>
                <a:latin typeface="楷体" panose="02010609060101010101" pitchFamily="49" charset="-122"/>
                <a:ea typeface="楷体" panose="02010609060101010101" pitchFamily="49" charset="-122"/>
              </a:rPr>
              <a:t>(1) </a:t>
            </a:r>
            <a:r>
              <a:rPr lang="zh-CN" altLang="en-US" b="1" dirty="0">
                <a:solidFill>
                  <a:srgbClr val="C01920"/>
                </a:solidFill>
                <a:latin typeface="楷体" panose="02010609060101010101" pitchFamily="49" charset="-122"/>
                <a:ea typeface="楷体" panose="02010609060101010101" pitchFamily="49" charset="-122"/>
              </a:rPr>
              <a:t>短长度的数据类型 → 长长度的数据类型</a:t>
            </a:r>
          </a:p>
        </p:txBody>
      </p:sp>
      <p:sp>
        <p:nvSpPr>
          <p:cNvPr id="816151" name="Rectangle 23"/>
          <p:cNvSpPr>
            <a:spLocks noChangeArrowheads="1"/>
          </p:cNvSpPr>
          <p:nvPr/>
        </p:nvSpPr>
        <p:spPr bwMode="auto">
          <a:xfrm>
            <a:off x="1249332" y="4752726"/>
            <a:ext cx="3775562" cy="1384995"/>
          </a:xfrm>
          <a:prstGeom prst="rect">
            <a:avLst/>
          </a:prstGeom>
          <a:noFill/>
          <a:ln w="9525">
            <a:noFill/>
            <a:miter lim="800000"/>
            <a:headEnd/>
            <a:tailEnd/>
          </a:ln>
          <a:effectLst/>
        </p:spPr>
        <p:txBody>
          <a:bodyPr wrap="square" anchor="ctr">
            <a:spAutoFit/>
          </a:bodyPr>
          <a:lstStyle/>
          <a:p>
            <a:r>
              <a:rPr lang="zh-CN" altLang="en-US" sz="2000" b="1" dirty="0">
                <a:solidFill>
                  <a:srgbClr val="C01920"/>
                </a:solidFill>
                <a:latin typeface="+mn-lt"/>
                <a:ea typeface="楷体" pitchFamily="49" charset="-122"/>
              </a:rPr>
              <a:t>方法：</a:t>
            </a:r>
            <a:r>
              <a:rPr lang="zh-CN" altLang="en-US" sz="2000" b="1" dirty="0">
                <a:effectLst>
                  <a:outerShdw blurRad="38100" dist="38100" dir="2700000" algn="tl">
                    <a:srgbClr val="FFFFFF"/>
                  </a:outerShdw>
                </a:effectLst>
                <a:latin typeface="+mn-lt"/>
                <a:ea typeface="楷体" pitchFamily="49" charset="-122"/>
              </a:rPr>
              <a:t>直接将无符号短长度的数据类型的数据作为长长度的数据类型数据的低位部分，长长度的数据类型数据的高位部分补零。</a:t>
            </a:r>
            <a:r>
              <a:rPr lang="zh-CN" altLang="en-US" dirty="0">
                <a:latin typeface="+mn-lt"/>
                <a:ea typeface="楷体" pitchFamily="49" charset="-122"/>
              </a:rPr>
              <a:t>  </a:t>
            </a:r>
          </a:p>
        </p:txBody>
      </p:sp>
      <p:sp>
        <p:nvSpPr>
          <p:cNvPr id="816152" name="Text Box 24"/>
          <p:cNvSpPr txBox="1">
            <a:spLocks noChangeArrowheads="1"/>
          </p:cNvSpPr>
          <p:nvPr/>
        </p:nvSpPr>
        <p:spPr bwMode="auto">
          <a:xfrm>
            <a:off x="1233040" y="4149080"/>
            <a:ext cx="5864125" cy="396875"/>
          </a:xfrm>
          <a:prstGeom prst="rect">
            <a:avLst/>
          </a:prstGeom>
          <a:noFill/>
          <a:ln w="9525">
            <a:noFill/>
            <a:miter lim="800000"/>
            <a:headEnd/>
            <a:tailEnd/>
          </a:ln>
          <a:effectLst/>
        </p:spPr>
        <p:txBody>
          <a:bodyPr wrap="square">
            <a:spAutoFit/>
          </a:bodyPr>
          <a:lstStyle/>
          <a:p>
            <a:pPr marL="457200" indent="-457200">
              <a:spcBef>
                <a:spcPct val="50000"/>
              </a:spcBef>
            </a:pPr>
            <a:r>
              <a:rPr lang="zh-CN" altLang="en-US" sz="2000" b="1" dirty="0">
                <a:solidFill>
                  <a:srgbClr val="002060"/>
                </a:solidFill>
                <a:effectLst>
                  <a:outerShdw blurRad="38100" dist="38100" dir="2700000" algn="tl">
                    <a:srgbClr val="FFFFFF"/>
                  </a:outerShdw>
                </a:effectLst>
                <a:latin typeface="+mn-lt"/>
                <a:ea typeface="楷体" pitchFamily="49" charset="-122"/>
                <a:sym typeface="Wingdings 2"/>
              </a:rPr>
              <a:t></a:t>
            </a:r>
            <a:r>
              <a:rPr lang="zh-CN" altLang="en-US" sz="2000" b="1" dirty="0">
                <a:solidFill>
                  <a:srgbClr val="002060"/>
                </a:solidFill>
                <a:effectLst>
                  <a:outerShdw blurRad="38100" dist="38100" dir="2700000" algn="tl">
                    <a:srgbClr val="FFFFFF"/>
                  </a:outerShdw>
                </a:effectLst>
                <a:latin typeface="+mn-lt"/>
                <a:ea typeface="楷体" pitchFamily="49" charset="-122"/>
              </a:rPr>
              <a:t>无符号短长度的数据类型 → 长长度的数据类型</a:t>
            </a:r>
          </a:p>
        </p:txBody>
      </p:sp>
      <p:sp>
        <p:nvSpPr>
          <p:cNvPr id="816153" name="Text Box 25"/>
          <p:cNvSpPr txBox="1">
            <a:spLocks noChangeArrowheads="1"/>
          </p:cNvSpPr>
          <p:nvPr/>
        </p:nvSpPr>
        <p:spPr bwMode="auto">
          <a:xfrm>
            <a:off x="7347868" y="4439107"/>
            <a:ext cx="1727200" cy="461665"/>
          </a:xfrm>
          <a:prstGeom prst="rect">
            <a:avLst/>
          </a:prstGeom>
          <a:solidFill>
            <a:srgbClr val="BEDFC4"/>
          </a:solidFill>
          <a:ln w="28575">
            <a:miter lim="800000"/>
            <a:headEnd/>
            <a:tailEnd/>
          </a:ln>
          <a:effectLst>
            <a:glow rad="127000">
              <a:srgbClr val="BEDFC4">
                <a:alpha val="97000"/>
              </a:srgbClr>
            </a:glow>
          </a:effectLst>
          <a:scene3d>
            <a:camera prst="legacyObliqueTopRight"/>
            <a:lightRig rig="legacyFlat3" dir="b"/>
          </a:scene3d>
          <a:sp3d extrusionH="430200" prstMaterial="legacyMatte">
            <a:bevelT w="13500" h="13500" prst="angle"/>
            <a:bevelB w="13500" h="13500" prst="angle"/>
            <a:extrusionClr>
              <a:srgbClr val="BEDFC4"/>
            </a:extrusionClr>
          </a:sp3d>
        </p:spPr>
        <p:txBody>
          <a:bodyPr>
            <a:spAutoFit/>
            <a:flatTx/>
          </a:bodyPr>
          <a:lstStyle/>
          <a:p>
            <a:pPr algn="ctr">
              <a:spcBef>
                <a:spcPct val="50000"/>
              </a:spcBef>
            </a:pPr>
            <a:r>
              <a:rPr lang="en-US" altLang="zh-CN" b="1" dirty="0">
                <a:solidFill>
                  <a:schemeClr val="bg1"/>
                </a:solidFill>
              </a:rPr>
              <a:t>xx………x</a:t>
            </a:r>
          </a:p>
        </p:txBody>
      </p:sp>
      <p:sp>
        <p:nvSpPr>
          <p:cNvPr id="816160" name="Rectangle 32"/>
          <p:cNvSpPr>
            <a:spLocks noChangeArrowheads="1"/>
          </p:cNvSpPr>
          <p:nvPr/>
        </p:nvSpPr>
        <p:spPr bwMode="auto">
          <a:xfrm>
            <a:off x="9176669" y="4467682"/>
            <a:ext cx="2995613" cy="396875"/>
          </a:xfrm>
          <a:prstGeom prst="rect">
            <a:avLst/>
          </a:prstGeom>
          <a:noFill/>
          <a:ln w="9525">
            <a:noFill/>
            <a:miter lim="800000"/>
            <a:headEnd/>
            <a:tailEnd/>
          </a:ln>
          <a:effectLst/>
        </p:spPr>
        <p:txBody>
          <a:bodyPr wrap="none" anchor="ctr">
            <a:spAutoFit/>
          </a:bodyPr>
          <a:lstStyle/>
          <a:p>
            <a:r>
              <a:rPr lang="zh-CN" altLang="en-US" sz="2000" b="1" dirty="0">
                <a:solidFill>
                  <a:srgbClr val="002060"/>
                </a:solidFill>
                <a:ea typeface="隶书" pitchFamily="49" charset="-122"/>
              </a:rPr>
              <a:t>无符号短长度的数据类型</a:t>
            </a:r>
          </a:p>
        </p:txBody>
      </p:sp>
      <p:grpSp>
        <p:nvGrpSpPr>
          <p:cNvPr id="816177" name="Group 49"/>
          <p:cNvGrpSpPr>
            <a:grpSpLocks/>
          </p:cNvGrpSpPr>
          <p:nvPr/>
        </p:nvGrpSpPr>
        <p:grpSpPr bwMode="auto">
          <a:xfrm>
            <a:off x="5633369" y="5732912"/>
            <a:ext cx="5815013" cy="469900"/>
            <a:chOff x="802" y="3918"/>
            <a:chExt cx="3663" cy="296"/>
          </a:xfrm>
        </p:grpSpPr>
        <p:sp>
          <p:nvSpPr>
            <p:cNvPr id="816161" name="Rectangle 33"/>
            <p:cNvSpPr>
              <a:spLocks noChangeArrowheads="1"/>
            </p:cNvSpPr>
            <p:nvPr/>
          </p:nvSpPr>
          <p:spPr bwMode="auto">
            <a:xfrm>
              <a:off x="3061" y="3938"/>
              <a:ext cx="1404" cy="250"/>
            </a:xfrm>
            <a:prstGeom prst="rect">
              <a:avLst/>
            </a:prstGeom>
            <a:noFill/>
            <a:ln w="9525">
              <a:noFill/>
              <a:miter lim="800000"/>
              <a:headEnd/>
              <a:tailEnd/>
            </a:ln>
            <a:effectLst/>
          </p:spPr>
          <p:txBody>
            <a:bodyPr wrap="none" anchor="ctr">
              <a:spAutoFit/>
            </a:bodyPr>
            <a:lstStyle/>
            <a:p>
              <a:r>
                <a:rPr lang="zh-CN" altLang="en-US" sz="2000" b="1" dirty="0">
                  <a:solidFill>
                    <a:srgbClr val="002060"/>
                  </a:solidFill>
                  <a:ea typeface="隶书" pitchFamily="49" charset="-122"/>
                </a:rPr>
                <a:t>长长度的数据类型</a:t>
              </a:r>
            </a:p>
          </p:txBody>
        </p:sp>
        <p:grpSp>
          <p:nvGrpSpPr>
            <p:cNvPr id="816176" name="Group 48"/>
            <p:cNvGrpSpPr>
              <a:grpSpLocks/>
            </p:cNvGrpSpPr>
            <p:nvPr/>
          </p:nvGrpSpPr>
          <p:grpSpPr bwMode="auto">
            <a:xfrm>
              <a:off x="802" y="3918"/>
              <a:ext cx="2169" cy="296"/>
              <a:chOff x="802" y="3918"/>
              <a:chExt cx="2169" cy="296"/>
            </a:xfrm>
          </p:grpSpPr>
          <p:sp>
            <p:nvSpPr>
              <p:cNvPr id="816155" name="Text Box 27"/>
              <p:cNvSpPr txBox="1">
                <a:spLocks noChangeArrowheads="1"/>
              </p:cNvSpPr>
              <p:nvPr/>
            </p:nvSpPr>
            <p:spPr bwMode="auto">
              <a:xfrm>
                <a:off x="802" y="3918"/>
                <a:ext cx="1088" cy="291"/>
              </a:xfrm>
              <a:prstGeom prst="rect">
                <a:avLst/>
              </a:prstGeom>
              <a:solidFill>
                <a:srgbClr val="F0E5B7"/>
              </a:solidFill>
              <a:ln w="28575">
                <a:miter lim="800000"/>
                <a:headEnd/>
                <a:tailEnd/>
              </a:ln>
              <a:effectLst/>
              <a:scene3d>
                <a:camera prst="legacyObliqueTopRight"/>
                <a:lightRig rig="legacyFlat3" dir="b"/>
              </a:scene3d>
              <a:sp3d extrusionH="430200" prstMaterial="legacyMatte">
                <a:bevelT w="13500" h="13500" prst="angle"/>
                <a:bevelB w="13500" h="13500" prst="angle"/>
                <a:extrusionClr>
                  <a:srgbClr val="F0E5B7"/>
                </a:extrusionClr>
              </a:sp3d>
            </p:spPr>
            <p:txBody>
              <a:bodyPr>
                <a:spAutoFit/>
                <a:flatTx/>
              </a:bodyPr>
              <a:lstStyle/>
              <a:p>
                <a:pPr algn="ctr">
                  <a:spcBef>
                    <a:spcPct val="50000"/>
                  </a:spcBef>
                </a:pPr>
                <a:endParaRPr lang="zh-CN" altLang="zh-CN" b="1">
                  <a:solidFill>
                    <a:srgbClr val="FF3399"/>
                  </a:solidFill>
                  <a:effectLst>
                    <a:outerShdw blurRad="38100" dist="38100" dir="2700000" algn="tl">
                      <a:srgbClr val="000000"/>
                    </a:outerShdw>
                  </a:effectLst>
                </a:endParaRPr>
              </a:p>
            </p:txBody>
          </p:sp>
          <p:sp>
            <p:nvSpPr>
              <p:cNvPr id="816154" name="Text Box 26"/>
              <p:cNvSpPr txBox="1">
                <a:spLocks noChangeArrowheads="1"/>
              </p:cNvSpPr>
              <p:nvPr/>
            </p:nvSpPr>
            <p:spPr bwMode="auto">
              <a:xfrm>
                <a:off x="1883" y="3923"/>
                <a:ext cx="1088" cy="291"/>
              </a:xfrm>
              <a:prstGeom prst="rect">
                <a:avLst/>
              </a:prstGeom>
              <a:solidFill>
                <a:srgbClr val="BEDFC4"/>
              </a:solidFill>
              <a:ln w="28575">
                <a:miter lim="800000"/>
                <a:headEnd/>
                <a:tailEnd/>
              </a:ln>
              <a:effectLst/>
              <a:scene3d>
                <a:camera prst="legacyObliqueTopRight"/>
                <a:lightRig rig="legacyFlat3" dir="b"/>
              </a:scene3d>
              <a:sp3d extrusionH="430200" prstMaterial="legacyMatte">
                <a:bevelT w="13500" h="13500" prst="angle"/>
                <a:bevelB w="13500" h="13500" prst="angle"/>
                <a:extrusionClr>
                  <a:srgbClr val="BEDFC4"/>
                </a:extrusionClr>
              </a:sp3d>
            </p:spPr>
            <p:txBody>
              <a:bodyPr>
                <a:spAutoFit/>
                <a:flatTx/>
              </a:bodyPr>
              <a:lstStyle/>
              <a:p>
                <a:pPr algn="ctr">
                  <a:spcBef>
                    <a:spcPct val="50000"/>
                  </a:spcBef>
                </a:pPr>
                <a:r>
                  <a:rPr lang="en-US" altLang="zh-CN" b="1" dirty="0">
                    <a:solidFill>
                      <a:schemeClr val="bg1"/>
                    </a:solidFill>
                  </a:rPr>
                  <a:t>xx………x</a:t>
                </a:r>
              </a:p>
            </p:txBody>
          </p:sp>
        </p:grpSp>
      </p:grpSp>
      <p:sp>
        <p:nvSpPr>
          <p:cNvPr id="816158" name="Text Box 30"/>
          <p:cNvSpPr txBox="1">
            <a:spLocks noChangeArrowheads="1"/>
          </p:cNvSpPr>
          <p:nvPr/>
        </p:nvSpPr>
        <p:spPr bwMode="auto">
          <a:xfrm>
            <a:off x="5615906" y="5742443"/>
            <a:ext cx="292100" cy="457200"/>
          </a:xfrm>
          <a:prstGeom prst="rect">
            <a:avLst/>
          </a:prstGeom>
          <a:solidFill>
            <a:srgbClr val="CCFFFF">
              <a:alpha val="0"/>
            </a:srgbClr>
          </a:solidFill>
          <a:ln w="28575">
            <a:noFill/>
            <a:miter lim="800000"/>
            <a:headEnd/>
            <a:tailEnd/>
          </a:ln>
          <a:effectLst/>
        </p:spPr>
        <p:txBody>
          <a:bodyPr>
            <a:spAutoFit/>
          </a:bodyPr>
          <a:lstStyle/>
          <a:p>
            <a:pPr algn="ctr">
              <a:spcBef>
                <a:spcPct val="50000"/>
              </a:spcBef>
            </a:pPr>
            <a:r>
              <a:rPr lang="en-US" altLang="zh-CN" b="1" dirty="0">
                <a:solidFill>
                  <a:srgbClr val="C01920"/>
                </a:solidFill>
              </a:rPr>
              <a:t>0</a:t>
            </a:r>
          </a:p>
        </p:txBody>
      </p:sp>
      <p:sp>
        <p:nvSpPr>
          <p:cNvPr id="816163" name="Text Box 35"/>
          <p:cNvSpPr txBox="1">
            <a:spLocks noChangeArrowheads="1"/>
          </p:cNvSpPr>
          <p:nvPr/>
        </p:nvSpPr>
        <p:spPr bwMode="auto">
          <a:xfrm>
            <a:off x="5803231" y="5744031"/>
            <a:ext cx="292100" cy="457200"/>
          </a:xfrm>
          <a:prstGeom prst="rect">
            <a:avLst/>
          </a:prstGeom>
          <a:solidFill>
            <a:srgbClr val="CCFFFF">
              <a:alpha val="0"/>
            </a:srgbClr>
          </a:solidFill>
          <a:ln w="28575">
            <a:noFill/>
            <a:miter lim="800000"/>
            <a:headEnd/>
            <a:tailEnd/>
          </a:ln>
          <a:effectLst/>
        </p:spPr>
        <p:txBody>
          <a:bodyPr>
            <a:spAutoFit/>
          </a:bodyPr>
          <a:lstStyle/>
          <a:p>
            <a:pPr algn="ctr">
              <a:spcBef>
                <a:spcPct val="50000"/>
              </a:spcBef>
            </a:pPr>
            <a:r>
              <a:rPr lang="en-US" altLang="zh-CN" b="1" dirty="0">
                <a:solidFill>
                  <a:srgbClr val="C01920"/>
                </a:solidFill>
              </a:rPr>
              <a:t>0</a:t>
            </a:r>
          </a:p>
        </p:txBody>
      </p:sp>
      <p:sp>
        <p:nvSpPr>
          <p:cNvPr id="816164" name="Text Box 36"/>
          <p:cNvSpPr txBox="1">
            <a:spLocks noChangeArrowheads="1"/>
          </p:cNvSpPr>
          <p:nvPr/>
        </p:nvSpPr>
        <p:spPr bwMode="auto">
          <a:xfrm>
            <a:off x="5938903" y="5699704"/>
            <a:ext cx="292100" cy="457200"/>
          </a:xfrm>
          <a:prstGeom prst="rect">
            <a:avLst/>
          </a:prstGeom>
          <a:solidFill>
            <a:srgbClr val="CCFFFF">
              <a:alpha val="0"/>
            </a:srgbClr>
          </a:solidFill>
          <a:ln w="28575">
            <a:noFill/>
            <a:miter lim="800000"/>
            <a:headEnd/>
            <a:tailEnd/>
          </a:ln>
          <a:effectLst/>
        </p:spPr>
        <p:txBody>
          <a:bodyPr>
            <a:spAutoFit/>
          </a:bodyPr>
          <a:lstStyle/>
          <a:p>
            <a:pPr algn="ctr">
              <a:spcBef>
                <a:spcPct val="50000"/>
              </a:spcBef>
            </a:pPr>
            <a:r>
              <a:rPr lang="en-US" altLang="zh-CN" b="1">
                <a:solidFill>
                  <a:srgbClr val="C01920"/>
                </a:solidFill>
                <a:effectLst>
                  <a:outerShdw blurRad="38100" dist="38100" dir="2700000" algn="tl">
                    <a:srgbClr val="000000"/>
                  </a:outerShdw>
                </a:effectLst>
              </a:rPr>
              <a:t>.</a:t>
            </a:r>
          </a:p>
        </p:txBody>
      </p:sp>
      <p:sp>
        <p:nvSpPr>
          <p:cNvPr id="816165" name="Text Box 37"/>
          <p:cNvSpPr txBox="1">
            <a:spLocks noChangeArrowheads="1"/>
          </p:cNvSpPr>
          <p:nvPr/>
        </p:nvSpPr>
        <p:spPr bwMode="auto">
          <a:xfrm>
            <a:off x="6040503" y="5701292"/>
            <a:ext cx="292100" cy="457200"/>
          </a:xfrm>
          <a:prstGeom prst="rect">
            <a:avLst/>
          </a:prstGeom>
          <a:solidFill>
            <a:srgbClr val="CCFFFF">
              <a:alpha val="0"/>
            </a:srgbClr>
          </a:solidFill>
          <a:ln w="28575">
            <a:noFill/>
            <a:miter lim="800000"/>
            <a:headEnd/>
            <a:tailEnd/>
          </a:ln>
          <a:effectLst/>
        </p:spPr>
        <p:txBody>
          <a:bodyPr>
            <a:spAutoFit/>
          </a:bodyPr>
          <a:lstStyle/>
          <a:p>
            <a:pPr algn="ctr">
              <a:spcBef>
                <a:spcPct val="50000"/>
              </a:spcBef>
            </a:pPr>
            <a:r>
              <a:rPr lang="en-US" altLang="zh-CN" b="1">
                <a:solidFill>
                  <a:srgbClr val="C01920"/>
                </a:solidFill>
                <a:effectLst>
                  <a:outerShdw blurRad="38100" dist="38100" dir="2700000" algn="tl">
                    <a:srgbClr val="000000"/>
                  </a:outerShdw>
                </a:effectLst>
              </a:rPr>
              <a:t>.</a:t>
            </a:r>
          </a:p>
        </p:txBody>
      </p:sp>
      <p:sp>
        <p:nvSpPr>
          <p:cNvPr id="816166" name="Text Box 38"/>
          <p:cNvSpPr txBox="1">
            <a:spLocks noChangeArrowheads="1"/>
          </p:cNvSpPr>
          <p:nvPr/>
        </p:nvSpPr>
        <p:spPr bwMode="auto">
          <a:xfrm>
            <a:off x="6156391" y="5702879"/>
            <a:ext cx="292100" cy="457200"/>
          </a:xfrm>
          <a:prstGeom prst="rect">
            <a:avLst/>
          </a:prstGeom>
          <a:solidFill>
            <a:srgbClr val="CCFFFF">
              <a:alpha val="0"/>
            </a:srgbClr>
          </a:solidFill>
          <a:ln w="28575">
            <a:noFill/>
            <a:miter lim="800000"/>
            <a:headEnd/>
            <a:tailEnd/>
          </a:ln>
          <a:effectLst/>
        </p:spPr>
        <p:txBody>
          <a:bodyPr>
            <a:spAutoFit/>
          </a:bodyPr>
          <a:lstStyle/>
          <a:p>
            <a:pPr algn="ctr">
              <a:spcBef>
                <a:spcPct val="50000"/>
              </a:spcBef>
            </a:pPr>
            <a:r>
              <a:rPr lang="en-US" altLang="zh-CN" b="1">
                <a:solidFill>
                  <a:srgbClr val="C01920"/>
                </a:solidFill>
                <a:effectLst>
                  <a:outerShdw blurRad="38100" dist="38100" dir="2700000" algn="tl">
                    <a:srgbClr val="000000"/>
                  </a:outerShdw>
                </a:effectLst>
              </a:rPr>
              <a:t>.</a:t>
            </a:r>
          </a:p>
        </p:txBody>
      </p:sp>
      <p:sp>
        <p:nvSpPr>
          <p:cNvPr id="816167" name="Text Box 39"/>
          <p:cNvSpPr txBox="1">
            <a:spLocks noChangeArrowheads="1"/>
          </p:cNvSpPr>
          <p:nvPr/>
        </p:nvSpPr>
        <p:spPr bwMode="auto">
          <a:xfrm>
            <a:off x="6272278" y="5704467"/>
            <a:ext cx="292100" cy="457200"/>
          </a:xfrm>
          <a:prstGeom prst="rect">
            <a:avLst/>
          </a:prstGeom>
          <a:solidFill>
            <a:srgbClr val="CCFFFF">
              <a:alpha val="0"/>
            </a:srgbClr>
          </a:solidFill>
          <a:ln w="28575">
            <a:noFill/>
            <a:miter lim="800000"/>
            <a:headEnd/>
            <a:tailEnd/>
          </a:ln>
          <a:effectLst/>
        </p:spPr>
        <p:txBody>
          <a:bodyPr>
            <a:spAutoFit/>
          </a:bodyPr>
          <a:lstStyle/>
          <a:p>
            <a:pPr algn="ctr">
              <a:spcBef>
                <a:spcPct val="50000"/>
              </a:spcBef>
            </a:pPr>
            <a:r>
              <a:rPr lang="en-US" altLang="zh-CN" b="1">
                <a:solidFill>
                  <a:srgbClr val="C01920"/>
                </a:solidFill>
                <a:effectLst>
                  <a:outerShdw blurRad="38100" dist="38100" dir="2700000" algn="tl">
                    <a:srgbClr val="000000"/>
                  </a:outerShdw>
                </a:effectLst>
              </a:rPr>
              <a:t>.</a:t>
            </a:r>
          </a:p>
        </p:txBody>
      </p:sp>
      <p:sp>
        <p:nvSpPr>
          <p:cNvPr id="816168" name="Text Box 40"/>
          <p:cNvSpPr txBox="1">
            <a:spLocks noChangeArrowheads="1"/>
          </p:cNvSpPr>
          <p:nvPr/>
        </p:nvSpPr>
        <p:spPr bwMode="auto">
          <a:xfrm>
            <a:off x="6388166" y="5706054"/>
            <a:ext cx="292100" cy="457200"/>
          </a:xfrm>
          <a:prstGeom prst="rect">
            <a:avLst/>
          </a:prstGeom>
          <a:solidFill>
            <a:srgbClr val="CCFFFF">
              <a:alpha val="0"/>
            </a:srgbClr>
          </a:solidFill>
          <a:ln w="28575">
            <a:noFill/>
            <a:miter lim="800000"/>
            <a:headEnd/>
            <a:tailEnd/>
          </a:ln>
          <a:effectLst/>
        </p:spPr>
        <p:txBody>
          <a:bodyPr>
            <a:spAutoFit/>
          </a:bodyPr>
          <a:lstStyle/>
          <a:p>
            <a:pPr algn="ctr">
              <a:spcBef>
                <a:spcPct val="50000"/>
              </a:spcBef>
            </a:pPr>
            <a:r>
              <a:rPr lang="en-US" altLang="zh-CN" b="1">
                <a:solidFill>
                  <a:srgbClr val="C01920"/>
                </a:solidFill>
                <a:effectLst>
                  <a:outerShdw blurRad="38100" dist="38100" dir="2700000" algn="tl">
                    <a:srgbClr val="000000"/>
                  </a:outerShdw>
                </a:effectLst>
              </a:rPr>
              <a:t>.</a:t>
            </a:r>
          </a:p>
        </p:txBody>
      </p:sp>
      <p:sp>
        <p:nvSpPr>
          <p:cNvPr id="816174" name="Text Box 46"/>
          <p:cNvSpPr txBox="1">
            <a:spLocks noChangeArrowheads="1"/>
          </p:cNvSpPr>
          <p:nvPr/>
        </p:nvSpPr>
        <p:spPr bwMode="auto">
          <a:xfrm>
            <a:off x="7087981" y="5751043"/>
            <a:ext cx="292100" cy="457200"/>
          </a:xfrm>
          <a:prstGeom prst="rect">
            <a:avLst/>
          </a:prstGeom>
          <a:solidFill>
            <a:srgbClr val="CCFFFF">
              <a:alpha val="0"/>
            </a:srgbClr>
          </a:solidFill>
          <a:ln w="28575">
            <a:noFill/>
            <a:miter lim="800000"/>
            <a:headEnd/>
            <a:tailEnd/>
          </a:ln>
          <a:effectLst/>
        </p:spPr>
        <p:txBody>
          <a:bodyPr>
            <a:spAutoFit/>
          </a:bodyPr>
          <a:lstStyle/>
          <a:p>
            <a:pPr algn="ctr">
              <a:spcBef>
                <a:spcPct val="50000"/>
              </a:spcBef>
            </a:pPr>
            <a:r>
              <a:rPr lang="en-US" altLang="zh-CN" b="1">
                <a:solidFill>
                  <a:srgbClr val="C01920"/>
                </a:solidFill>
              </a:rPr>
              <a:t>0</a:t>
            </a:r>
          </a:p>
        </p:txBody>
      </p:sp>
      <p:sp>
        <p:nvSpPr>
          <p:cNvPr id="816179" name="Text Box 51"/>
          <p:cNvSpPr txBox="1">
            <a:spLocks noChangeArrowheads="1"/>
          </p:cNvSpPr>
          <p:nvPr/>
        </p:nvSpPr>
        <p:spPr bwMode="auto">
          <a:xfrm>
            <a:off x="6504053" y="5707642"/>
            <a:ext cx="292100" cy="457200"/>
          </a:xfrm>
          <a:prstGeom prst="rect">
            <a:avLst/>
          </a:prstGeom>
          <a:solidFill>
            <a:srgbClr val="CCFFFF">
              <a:alpha val="0"/>
            </a:srgbClr>
          </a:solidFill>
          <a:ln w="28575">
            <a:noFill/>
            <a:miter lim="800000"/>
            <a:headEnd/>
            <a:tailEnd/>
          </a:ln>
          <a:effectLst/>
        </p:spPr>
        <p:txBody>
          <a:bodyPr>
            <a:spAutoFit/>
          </a:bodyPr>
          <a:lstStyle/>
          <a:p>
            <a:pPr algn="ctr">
              <a:spcBef>
                <a:spcPct val="50000"/>
              </a:spcBef>
            </a:pPr>
            <a:r>
              <a:rPr lang="en-US" altLang="zh-CN" b="1">
                <a:solidFill>
                  <a:srgbClr val="C01920"/>
                </a:solidFill>
                <a:effectLst>
                  <a:outerShdw blurRad="38100" dist="38100" dir="2700000" algn="tl">
                    <a:srgbClr val="000000"/>
                  </a:outerShdw>
                </a:effectLst>
              </a:rPr>
              <a:t>.</a:t>
            </a:r>
          </a:p>
        </p:txBody>
      </p:sp>
      <p:sp>
        <p:nvSpPr>
          <p:cNvPr id="816180" name="Text Box 52"/>
          <p:cNvSpPr txBox="1">
            <a:spLocks noChangeArrowheads="1"/>
          </p:cNvSpPr>
          <p:nvPr/>
        </p:nvSpPr>
        <p:spPr bwMode="auto">
          <a:xfrm>
            <a:off x="6617228" y="5706517"/>
            <a:ext cx="292100" cy="457200"/>
          </a:xfrm>
          <a:prstGeom prst="rect">
            <a:avLst/>
          </a:prstGeom>
          <a:solidFill>
            <a:srgbClr val="CCFFFF">
              <a:alpha val="0"/>
            </a:srgbClr>
          </a:solidFill>
          <a:ln w="28575">
            <a:noFill/>
            <a:miter lim="800000"/>
            <a:headEnd/>
            <a:tailEnd/>
          </a:ln>
          <a:effectLst/>
        </p:spPr>
        <p:txBody>
          <a:bodyPr>
            <a:spAutoFit/>
          </a:bodyPr>
          <a:lstStyle/>
          <a:p>
            <a:pPr algn="ctr">
              <a:spcBef>
                <a:spcPct val="50000"/>
              </a:spcBef>
            </a:pPr>
            <a:r>
              <a:rPr lang="en-US" altLang="zh-CN" b="1">
                <a:solidFill>
                  <a:srgbClr val="C01920"/>
                </a:solidFill>
                <a:effectLst>
                  <a:outerShdw blurRad="38100" dist="38100" dir="2700000" algn="tl">
                    <a:srgbClr val="000000"/>
                  </a:outerShdw>
                </a:effectLst>
              </a:rPr>
              <a:t>.</a:t>
            </a:r>
          </a:p>
        </p:txBody>
      </p:sp>
      <p:sp>
        <p:nvSpPr>
          <p:cNvPr id="816181" name="Text Box 53"/>
          <p:cNvSpPr txBox="1">
            <a:spLocks noChangeArrowheads="1"/>
          </p:cNvSpPr>
          <p:nvPr/>
        </p:nvSpPr>
        <p:spPr bwMode="auto">
          <a:xfrm>
            <a:off x="6724253" y="5708104"/>
            <a:ext cx="292100" cy="457200"/>
          </a:xfrm>
          <a:prstGeom prst="rect">
            <a:avLst/>
          </a:prstGeom>
          <a:solidFill>
            <a:srgbClr val="CCFFFF">
              <a:alpha val="0"/>
            </a:srgbClr>
          </a:solidFill>
          <a:ln w="28575">
            <a:noFill/>
            <a:miter lim="800000"/>
            <a:headEnd/>
            <a:tailEnd/>
          </a:ln>
          <a:effectLst/>
        </p:spPr>
        <p:txBody>
          <a:bodyPr>
            <a:spAutoFit/>
          </a:bodyPr>
          <a:lstStyle/>
          <a:p>
            <a:pPr algn="ctr">
              <a:spcBef>
                <a:spcPct val="50000"/>
              </a:spcBef>
            </a:pPr>
            <a:r>
              <a:rPr lang="en-US" altLang="zh-CN" b="1">
                <a:solidFill>
                  <a:srgbClr val="C01920"/>
                </a:solidFill>
                <a:effectLst>
                  <a:outerShdw blurRad="38100" dist="38100" dir="2700000" algn="tl">
                    <a:srgbClr val="000000"/>
                  </a:outerShdw>
                </a:effectLst>
              </a:rPr>
              <a:t>.</a:t>
            </a:r>
          </a:p>
        </p:txBody>
      </p:sp>
      <p:sp>
        <p:nvSpPr>
          <p:cNvPr id="816182" name="Text Box 54"/>
          <p:cNvSpPr txBox="1">
            <a:spLocks noChangeArrowheads="1"/>
          </p:cNvSpPr>
          <p:nvPr/>
        </p:nvSpPr>
        <p:spPr bwMode="auto">
          <a:xfrm>
            <a:off x="6851716" y="5698117"/>
            <a:ext cx="292100" cy="457200"/>
          </a:xfrm>
          <a:prstGeom prst="rect">
            <a:avLst/>
          </a:prstGeom>
          <a:solidFill>
            <a:srgbClr val="CCFFFF">
              <a:alpha val="0"/>
            </a:srgbClr>
          </a:solidFill>
          <a:ln w="28575">
            <a:noFill/>
            <a:miter lim="800000"/>
            <a:headEnd/>
            <a:tailEnd/>
          </a:ln>
          <a:effectLst/>
        </p:spPr>
        <p:txBody>
          <a:bodyPr>
            <a:spAutoFit/>
          </a:bodyPr>
          <a:lstStyle/>
          <a:p>
            <a:pPr algn="ctr">
              <a:spcBef>
                <a:spcPct val="50000"/>
              </a:spcBef>
            </a:pPr>
            <a:r>
              <a:rPr lang="en-US" altLang="zh-CN" b="1">
                <a:solidFill>
                  <a:srgbClr val="C01920"/>
                </a:solidFill>
                <a:effectLst>
                  <a:outerShdw blurRad="38100" dist="38100" dir="2700000" algn="tl">
                    <a:srgbClr val="000000"/>
                  </a:outerShdw>
                </a:effectLst>
              </a:rPr>
              <a:t>.</a:t>
            </a:r>
          </a:p>
        </p:txBody>
      </p:sp>
      <p:sp>
        <p:nvSpPr>
          <p:cNvPr id="816183" name="Text Box 55"/>
          <p:cNvSpPr txBox="1">
            <a:spLocks noChangeArrowheads="1"/>
          </p:cNvSpPr>
          <p:nvPr/>
        </p:nvSpPr>
        <p:spPr bwMode="auto">
          <a:xfrm>
            <a:off x="6956028" y="5699704"/>
            <a:ext cx="292100" cy="457200"/>
          </a:xfrm>
          <a:prstGeom prst="rect">
            <a:avLst/>
          </a:prstGeom>
          <a:solidFill>
            <a:srgbClr val="CCFFFF">
              <a:alpha val="0"/>
            </a:srgbClr>
          </a:solidFill>
          <a:ln w="28575">
            <a:noFill/>
            <a:miter lim="800000"/>
            <a:headEnd/>
            <a:tailEnd/>
          </a:ln>
          <a:effectLst/>
        </p:spPr>
        <p:txBody>
          <a:bodyPr>
            <a:spAutoFit/>
          </a:bodyPr>
          <a:lstStyle/>
          <a:p>
            <a:pPr algn="ctr">
              <a:spcBef>
                <a:spcPct val="50000"/>
              </a:spcBef>
            </a:pPr>
            <a:r>
              <a:rPr lang="en-US" altLang="zh-CN" b="1">
                <a:solidFill>
                  <a:srgbClr val="C01920"/>
                </a:solidFill>
                <a:effectLst>
                  <a:outerShdw blurRad="38100" dist="38100" dir="2700000" algn="tl">
                    <a:srgbClr val="000000"/>
                  </a:outerShdw>
                </a:effectLst>
              </a:rPr>
              <a:t>.</a:t>
            </a:r>
          </a:p>
        </p:txBody>
      </p:sp>
      <p:sp>
        <p:nvSpPr>
          <p:cNvPr id="816184" name="AutoShape 56"/>
          <p:cNvSpPr>
            <a:spLocks noChangeArrowheads="1"/>
          </p:cNvSpPr>
          <p:nvPr/>
        </p:nvSpPr>
        <p:spPr bwMode="auto">
          <a:xfrm>
            <a:off x="5044406" y="4597857"/>
            <a:ext cx="1871662" cy="503237"/>
          </a:xfrm>
          <a:prstGeom prst="wedgeRoundRectCallout">
            <a:avLst>
              <a:gd name="adj1" fmla="val 35667"/>
              <a:gd name="adj2" fmla="val 160727"/>
              <a:gd name="adj3" fmla="val 16667"/>
            </a:avLst>
          </a:prstGeom>
          <a:gradFill rotWithShape="1">
            <a:gsLst>
              <a:gs pos="0">
                <a:srgbClr val="CFCFD1"/>
              </a:gs>
              <a:gs pos="100000">
                <a:schemeClr val="bg1">
                  <a:lumMod val="95000"/>
                </a:schemeClr>
              </a:gs>
            </a:gsLst>
            <a:lin ang="5400000" scaled="1"/>
          </a:gradFill>
          <a:ln w="9525">
            <a:solidFill>
              <a:schemeClr val="tx1"/>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solidFill>
                  <a:srgbClr val="C01920"/>
                </a:solidFill>
                <a:latin typeface="楷体" pitchFamily="49" charset="-122"/>
                <a:ea typeface="楷体" pitchFamily="49" charset="-122"/>
              </a:rPr>
              <a:t>高位部分补</a:t>
            </a:r>
            <a:r>
              <a:rPr lang="en-US" altLang="zh-CN" sz="2000" b="1">
                <a:solidFill>
                  <a:srgbClr val="C01920"/>
                </a:solidFill>
                <a:latin typeface="楷体" pitchFamily="49" charset="-122"/>
                <a:ea typeface="楷体" pitchFamily="49" charset="-122"/>
              </a:rPr>
              <a:t>0</a:t>
            </a:r>
          </a:p>
        </p:txBody>
      </p:sp>
      <p:sp>
        <p:nvSpPr>
          <p:cNvPr id="816185" name="Rectangle 57"/>
          <p:cNvSpPr>
            <a:spLocks noChangeArrowheads="1"/>
          </p:cNvSpPr>
          <p:nvPr/>
        </p:nvSpPr>
        <p:spPr bwMode="auto">
          <a:xfrm>
            <a:off x="4990888" y="4003608"/>
            <a:ext cx="7129463" cy="2677656"/>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pPr indent="266700"/>
            <a:r>
              <a:rPr lang="zh-CN" altLang="en-US" b="1" dirty="0">
                <a:solidFill>
                  <a:srgbClr val="C01920"/>
                </a:solidFill>
                <a:latin typeface="隶书" pitchFamily="49" charset="-122"/>
                <a:ea typeface="隶书" pitchFamily="49" charset="-122"/>
              </a:rPr>
              <a:t>例如：</a:t>
            </a:r>
          </a:p>
          <a:p>
            <a:pPr indent="266700"/>
            <a:r>
              <a:rPr lang="zh-CN" altLang="en-US" b="1" dirty="0">
                <a:effectLst>
                  <a:outerShdw blurRad="38100" dist="38100" dir="2700000" algn="tl">
                    <a:srgbClr val="FFFFFF"/>
                  </a:outerShdw>
                </a:effectLst>
              </a:rPr>
              <a:t>      </a:t>
            </a:r>
            <a:r>
              <a:rPr lang="en-US" altLang="zh-CN" b="1" dirty="0">
                <a:effectLst>
                  <a:outerShdw blurRad="38100" dist="38100" dir="2700000" algn="tl">
                    <a:srgbClr val="FFFFFF"/>
                  </a:outerShdw>
                </a:effectLst>
              </a:rPr>
              <a:t>unsigned char </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 = 0xfc;</a:t>
            </a:r>
          </a:p>
          <a:p>
            <a:pPr indent="266700"/>
            <a:r>
              <a:rPr lang="en-US" altLang="zh-CN" b="1" dirty="0">
                <a:effectLst>
                  <a:outerShdw blurRad="38100" dist="38100" dir="2700000" algn="tl">
                    <a:srgbClr val="FFFFFF"/>
                  </a:outerShdw>
                </a:effectLst>
              </a:rPr>
              <a:t>      unsigned short a = 0xff00;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假设</a:t>
            </a:r>
            <a:r>
              <a:rPr lang="en-US" altLang="zh-CN" sz="2000" b="1" dirty="0" err="1">
                <a:solidFill>
                  <a:srgbClr val="002060"/>
                </a:solidFill>
                <a:latin typeface="+mn-lt"/>
                <a:ea typeface="楷体" pitchFamily="49" charset="-122"/>
              </a:rPr>
              <a:t>int</a:t>
            </a:r>
            <a:r>
              <a:rPr lang="zh-CN" altLang="en-US" sz="2000" b="1" dirty="0">
                <a:solidFill>
                  <a:srgbClr val="002060"/>
                </a:solidFill>
                <a:latin typeface="+mn-lt"/>
                <a:ea typeface="楷体" pitchFamily="49" charset="-122"/>
              </a:rPr>
              <a:t>数据为</a:t>
            </a:r>
            <a:r>
              <a:rPr lang="en-US" altLang="zh-CN" sz="2000" b="1" dirty="0">
                <a:solidFill>
                  <a:srgbClr val="002060"/>
                </a:solidFill>
                <a:latin typeface="+mn-lt"/>
                <a:ea typeface="楷体" pitchFamily="49" charset="-122"/>
              </a:rPr>
              <a:t>16</a:t>
            </a:r>
            <a:r>
              <a:rPr lang="zh-CN" altLang="en-US" sz="2000" b="1" dirty="0">
                <a:solidFill>
                  <a:srgbClr val="002060"/>
                </a:solidFill>
                <a:latin typeface="+mn-lt"/>
                <a:ea typeface="楷体" pitchFamily="49" charset="-122"/>
              </a:rPr>
              <a:t>位</a:t>
            </a:r>
            <a:endParaRPr lang="en-US" altLang="zh-CN" sz="2000" b="1" dirty="0">
              <a:solidFill>
                <a:srgbClr val="002060"/>
              </a:solidFill>
              <a:latin typeface="+mn-lt"/>
              <a:ea typeface="楷体" pitchFamily="49" charset="-122"/>
            </a:endParaRPr>
          </a:p>
          <a:p>
            <a:pPr indent="266700"/>
            <a:r>
              <a:rPr lang="en-US" altLang="zh-CN" b="1" dirty="0">
                <a:effectLst>
                  <a:outerShdw blurRad="38100" dist="38100" dir="2700000" algn="tl">
                    <a:srgbClr val="FFFFFF"/>
                  </a:outerShdw>
                </a:effectLst>
              </a:rPr>
              <a:t>      short b;</a:t>
            </a:r>
          </a:p>
          <a:p>
            <a:pPr indent="266700"/>
            <a:r>
              <a:rPr lang="en-US" altLang="zh-CN" b="1" dirty="0">
                <a:effectLst>
                  <a:outerShdw blurRad="38100" dist="38100" dir="2700000" algn="tl">
                    <a:srgbClr val="FFFFFF"/>
                  </a:outerShdw>
                </a:effectLst>
              </a:rPr>
              <a:t>      unsigned long u;</a:t>
            </a:r>
          </a:p>
          <a:p>
            <a:pPr indent="266700"/>
            <a:r>
              <a:rPr lang="en-US" altLang="zh-CN" b="1" dirty="0">
                <a:effectLst>
                  <a:outerShdw blurRad="38100" dist="38100" dir="2700000" algn="tl">
                    <a:srgbClr val="FFFFFF"/>
                  </a:outerShdw>
                </a:effectLst>
              </a:rPr>
              <a:t>      </a:t>
            </a:r>
            <a:r>
              <a:rPr lang="en-US" altLang="zh-CN" b="1" dirty="0">
                <a:solidFill>
                  <a:srgbClr val="C01920"/>
                </a:solidFill>
              </a:rPr>
              <a:t>b = </a:t>
            </a:r>
            <a:r>
              <a:rPr lang="en-US" altLang="zh-CN" b="1" dirty="0" err="1">
                <a:solidFill>
                  <a:srgbClr val="C01920"/>
                </a:solidFill>
              </a:rPr>
              <a:t>ch</a:t>
            </a:r>
            <a:r>
              <a:rPr lang="en-US" altLang="zh-CN" b="1" dirty="0">
                <a:solidFill>
                  <a:srgbClr val="C01920"/>
                </a:solidFill>
              </a:rPr>
              <a:t>;                             </a:t>
            </a:r>
            <a:r>
              <a:rPr lang="en-US" altLang="zh-CN" sz="2000" b="1" dirty="0">
                <a:solidFill>
                  <a:srgbClr val="002060"/>
                </a:solidFill>
                <a:latin typeface="+mn-lt"/>
                <a:ea typeface="楷体" pitchFamily="49" charset="-122"/>
              </a:rPr>
              <a:t>//b</a:t>
            </a:r>
            <a:r>
              <a:rPr lang="zh-CN" altLang="en-US" sz="2000" b="1" dirty="0">
                <a:solidFill>
                  <a:srgbClr val="002060"/>
                </a:solidFill>
                <a:latin typeface="+mn-lt"/>
                <a:ea typeface="楷体" pitchFamily="49" charset="-122"/>
              </a:rPr>
              <a:t>的值将是</a:t>
            </a:r>
            <a:r>
              <a:rPr lang="en-US" altLang="zh-CN" sz="2000" b="1" dirty="0">
                <a:solidFill>
                  <a:srgbClr val="002060"/>
                </a:solidFill>
                <a:latin typeface="+mn-lt"/>
                <a:ea typeface="楷体" pitchFamily="49" charset="-122"/>
              </a:rPr>
              <a:t>0x00fc</a:t>
            </a:r>
          </a:p>
          <a:p>
            <a:pPr indent="266700"/>
            <a:r>
              <a:rPr lang="en-US" altLang="zh-CN" b="1" dirty="0">
                <a:solidFill>
                  <a:srgbClr val="FF0066"/>
                </a:solidFill>
                <a:effectLst>
                  <a:outerShdw blurRad="38100" dist="38100" dir="2700000" algn="tl">
                    <a:srgbClr val="000000"/>
                  </a:outerShdw>
                </a:effectLst>
              </a:rPr>
              <a:t>      </a:t>
            </a:r>
            <a:r>
              <a:rPr lang="en-US" altLang="zh-CN" b="1" dirty="0">
                <a:solidFill>
                  <a:srgbClr val="C01920"/>
                </a:solidFill>
              </a:rPr>
              <a:t>u = a;                               </a:t>
            </a:r>
            <a:r>
              <a:rPr lang="en-US" altLang="zh-CN" sz="2000" b="1" dirty="0">
                <a:solidFill>
                  <a:srgbClr val="002060"/>
                </a:solidFill>
                <a:latin typeface="+mn-lt"/>
                <a:ea typeface="楷体" pitchFamily="49" charset="-122"/>
              </a:rPr>
              <a:t>//u</a:t>
            </a:r>
            <a:r>
              <a:rPr lang="zh-CN" altLang="en-US" sz="2000" b="1" dirty="0">
                <a:solidFill>
                  <a:srgbClr val="002060"/>
                </a:solidFill>
                <a:latin typeface="+mn-lt"/>
                <a:ea typeface="楷体" pitchFamily="49" charset="-122"/>
              </a:rPr>
              <a:t>的值将是</a:t>
            </a:r>
            <a:r>
              <a:rPr lang="en-US" altLang="zh-CN" sz="2000" b="1" dirty="0">
                <a:solidFill>
                  <a:srgbClr val="002060"/>
                </a:solidFill>
                <a:latin typeface="+mn-lt"/>
                <a:ea typeface="楷体" pitchFamily="49" charset="-122"/>
              </a:rPr>
              <a:t>0x0000ff00</a:t>
            </a:r>
          </a:p>
        </p:txBody>
      </p:sp>
      <p:sp>
        <p:nvSpPr>
          <p:cNvPr id="816186" name="AutoShape 58"/>
          <p:cNvSpPr>
            <a:spLocks noChangeArrowheads="1"/>
          </p:cNvSpPr>
          <p:nvPr/>
        </p:nvSpPr>
        <p:spPr bwMode="auto">
          <a:xfrm>
            <a:off x="7380081" y="1795374"/>
            <a:ext cx="4995862" cy="1873250"/>
          </a:xfrm>
          <a:prstGeom prst="cloudCallout">
            <a:avLst>
              <a:gd name="adj1" fmla="val -46512"/>
              <a:gd name="adj2" fmla="val 89544"/>
            </a:avLst>
          </a:prstGeom>
          <a:gradFill flip="none" rotWithShape="1">
            <a:gsLst>
              <a:gs pos="0">
                <a:srgbClr val="CFCFD1"/>
              </a:gs>
              <a:gs pos="100000">
                <a:schemeClr val="bg1">
                  <a:lumMod val="95000"/>
                </a:schemeClr>
              </a:gs>
            </a:gsLst>
            <a:lin ang="2700000" scaled="1"/>
            <a:tileRect/>
          </a:gradFill>
          <a:ln w="25400">
            <a:solidFill>
              <a:srgbClr val="C01920"/>
            </a:solidFill>
            <a:round/>
            <a:headEnd/>
            <a:tailEnd/>
          </a:ln>
          <a:effectLst>
            <a:outerShdw blurRad="50800" dist="106680" dir="2700000" algn="tl" rotWithShape="0">
              <a:prstClr val="black">
                <a:alpha val="43000"/>
              </a:prstClr>
            </a:outerShdw>
          </a:effectLst>
          <a:scene3d>
            <a:camera prst="orthographicFront">
              <a:rot lat="0" lon="0" rev="0"/>
            </a:camera>
            <a:lightRig rig="glow" dir="t">
              <a:rot lat="0" lon="0" rev="4800000"/>
            </a:lightRig>
          </a:scene3d>
          <a:sp3d prstMaterial="matte">
            <a:bevelT w="127000" h="63500"/>
          </a:sp3d>
        </p:spPr>
        <p:txBody>
          <a:bodyPr/>
          <a:lstStyle/>
          <a:p>
            <a:pPr algn="ctr"/>
            <a:r>
              <a:rPr lang="zh-CN" altLang="en-US" b="1" dirty="0">
                <a:effectLst>
                  <a:outerShdw blurRad="38100" dist="38100" dir="2700000" algn="tl">
                    <a:srgbClr val="FFFFFF"/>
                  </a:outerShdw>
                </a:effectLst>
                <a:latin typeface="隶书" pitchFamily="49" charset="-122"/>
                <a:ea typeface="隶书" pitchFamily="49" charset="-122"/>
              </a:rPr>
              <a:t>如果将</a:t>
            </a:r>
            <a:r>
              <a:rPr lang="en-US" altLang="zh-CN" b="1" dirty="0" err="1">
                <a:effectLst>
                  <a:outerShdw blurRad="38100" dist="38100" dir="2700000" algn="tl">
                    <a:srgbClr val="FFFFFF"/>
                  </a:outerShdw>
                </a:effectLst>
                <a:latin typeface="隶书" pitchFamily="49" charset="-122"/>
                <a:ea typeface="隶书" pitchFamily="49" charset="-122"/>
              </a:rPr>
              <a:t>ch</a:t>
            </a:r>
            <a:r>
              <a:rPr lang="zh-CN" altLang="en-US" b="1" dirty="0">
                <a:effectLst>
                  <a:outerShdw blurRad="38100" dist="38100" dir="2700000" algn="tl">
                    <a:srgbClr val="FFFFFF"/>
                  </a:outerShdw>
                </a:effectLst>
                <a:latin typeface="隶书" pitchFamily="49" charset="-122"/>
                <a:ea typeface="隶书" pitchFamily="49" charset="-122"/>
              </a:rPr>
              <a:t>的值赋给</a:t>
            </a:r>
            <a:r>
              <a:rPr lang="en-US" altLang="zh-CN" b="1" dirty="0">
                <a:effectLst>
                  <a:outerShdw blurRad="38100" dist="38100" dir="2700000" algn="tl">
                    <a:srgbClr val="FFFFFF"/>
                  </a:outerShdw>
                </a:effectLst>
                <a:latin typeface="隶书" pitchFamily="49" charset="-122"/>
                <a:ea typeface="隶书" pitchFamily="49" charset="-122"/>
              </a:rPr>
              <a:t>-4,</a:t>
            </a:r>
            <a:r>
              <a:rPr lang="zh-CN" altLang="en-US" b="1" dirty="0">
                <a:effectLst>
                  <a:outerShdw blurRad="38100" dist="38100" dir="2700000" algn="tl">
                    <a:srgbClr val="FFFFFF"/>
                  </a:outerShdw>
                </a:effectLst>
                <a:latin typeface="隶书" pitchFamily="49" charset="-122"/>
                <a:ea typeface="隶书" pitchFamily="49" charset="-122"/>
              </a:rPr>
              <a:t>问</a:t>
            </a:r>
            <a:r>
              <a:rPr lang="en-US" altLang="zh-CN" b="1" dirty="0">
                <a:effectLst>
                  <a:outerShdw blurRad="38100" dist="38100" dir="2700000" algn="tl">
                    <a:srgbClr val="FFFFFF"/>
                  </a:outerShdw>
                </a:effectLst>
                <a:latin typeface="隶书" pitchFamily="49" charset="-122"/>
                <a:ea typeface="隶书" pitchFamily="49" charset="-122"/>
              </a:rPr>
              <a:t>b</a:t>
            </a:r>
            <a:r>
              <a:rPr lang="zh-CN" altLang="en-US" b="1" dirty="0">
                <a:effectLst>
                  <a:outerShdw blurRad="38100" dist="38100" dir="2700000" algn="tl">
                    <a:srgbClr val="FFFFFF"/>
                  </a:outerShdw>
                </a:effectLst>
                <a:latin typeface="隶书" pitchFamily="49" charset="-122"/>
                <a:ea typeface="隶书" pitchFamily="49" charset="-122"/>
              </a:rPr>
              <a:t>的值又是多少呢？</a:t>
            </a:r>
            <a:r>
              <a:rPr lang="zh-CN" altLang="en-US" dirty="0"/>
              <a:t> </a:t>
            </a:r>
          </a:p>
        </p:txBody>
      </p:sp>
      <p:sp>
        <p:nvSpPr>
          <p:cNvPr id="816187" name="Text Box 59"/>
          <p:cNvSpPr txBox="1">
            <a:spLocks noChangeArrowheads="1"/>
          </p:cNvSpPr>
          <p:nvPr/>
        </p:nvSpPr>
        <p:spPr bwMode="auto">
          <a:xfrm>
            <a:off x="9593387" y="2873245"/>
            <a:ext cx="1081088" cy="457200"/>
          </a:xfrm>
          <a:prstGeom prst="rect">
            <a:avLst/>
          </a:prstGeom>
          <a:noFill/>
          <a:ln w="9525">
            <a:noFill/>
            <a:miter lim="800000"/>
            <a:headEnd/>
            <a:tailEnd/>
          </a:ln>
          <a:effectLst/>
        </p:spPr>
        <p:txBody>
          <a:bodyPr>
            <a:spAutoFit/>
          </a:bodyPr>
          <a:lstStyle/>
          <a:p>
            <a:pPr>
              <a:spcBef>
                <a:spcPct val="50000"/>
              </a:spcBef>
            </a:pPr>
            <a:r>
              <a:rPr lang="en-US" altLang="zh-CN" b="1" dirty="0">
                <a:solidFill>
                  <a:srgbClr val="C01920"/>
                </a:solidFill>
              </a:rPr>
              <a:t>0x00fc </a:t>
            </a:r>
          </a:p>
        </p:txBody>
      </p:sp>
      <p:sp>
        <p:nvSpPr>
          <p:cNvPr id="39" name="Rectangle 2">
            <a:extLst>
              <a:ext uri="{FF2B5EF4-FFF2-40B4-BE49-F238E27FC236}">
                <a16:creationId xmlns:a16="http://schemas.microsoft.com/office/drawing/2014/main" id="{065DD00E-9105-4DAE-9535-AFEAC1517A8D}"/>
              </a:ext>
            </a:extLst>
          </p:cNvPr>
          <p:cNvSpPr txBox="1">
            <a:spLocks noChangeArrowheads="1"/>
          </p:cNvSpPr>
          <p:nvPr/>
        </p:nvSpPr>
        <p:spPr>
          <a:xfrm>
            <a:off x="783220" y="843295"/>
            <a:ext cx="7772400" cy="647700"/>
          </a:xfrm>
          <a:prstGeom prst="rect">
            <a:avLst/>
          </a:prstGeom>
        </p:spPr>
        <p:txBody>
          <a:bodyPr/>
          <a:lst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a:lstStyle>
          <a:p>
            <a:pPr algn="just">
              <a:buFontTx/>
              <a:buNone/>
            </a:pPr>
            <a:r>
              <a:rPr lang="en-US" altLang="zh-CN" kern="0" dirty="0">
                <a:solidFill>
                  <a:srgbClr val="C01920"/>
                </a:solidFill>
                <a:effectLst/>
                <a:latin typeface="楷体" panose="02010609060101010101" pitchFamily="49" charset="-122"/>
                <a:ea typeface="楷体" panose="02010609060101010101" pitchFamily="49" charset="-122"/>
              </a:rPr>
              <a:t>2. </a:t>
            </a:r>
            <a:r>
              <a:rPr lang="zh-CN" altLang="en-US" kern="0" dirty="0">
                <a:solidFill>
                  <a:srgbClr val="C01920"/>
                </a:solidFill>
                <a:effectLst/>
                <a:latin typeface="楷体" panose="02010609060101010101" pitchFamily="49" charset="-122"/>
                <a:ea typeface="楷体" panose="02010609060101010101" pitchFamily="49" charset="-122"/>
              </a:rPr>
              <a:t>强制类型转换符 </a:t>
            </a:r>
          </a:p>
        </p:txBody>
      </p:sp>
      <p:sp>
        <p:nvSpPr>
          <p:cNvPr id="40" name="Rectangle 4">
            <a:extLst>
              <a:ext uri="{FF2B5EF4-FFF2-40B4-BE49-F238E27FC236}">
                <a16:creationId xmlns:a16="http://schemas.microsoft.com/office/drawing/2014/main" id="{01C5B718-F13C-4F51-AB17-349032DABC07}"/>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3.4  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语言的运算符与表达式</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9">
                                            <p:txEl>
                                              <p:pRg st="0" end="0"/>
                                            </p:txEl>
                                          </p:spTgt>
                                        </p:tgtEl>
                                        <p:attrNameLst>
                                          <p:attrName>style.visibility</p:attrName>
                                        </p:attrNameLst>
                                      </p:cBhvr>
                                      <p:to>
                                        <p:strVal val="visible"/>
                                      </p:to>
                                    </p:set>
                                    <p:anim calcmode="lin" valueType="num">
                                      <p:cBhvr additive="base">
                                        <p:cTn id="7" dur="500" fill="hold"/>
                                        <p:tgtEl>
                                          <p:spTgt spid="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816146"/>
                                        </p:tgtEl>
                                        <p:attrNameLst>
                                          <p:attrName>style.visibility</p:attrName>
                                        </p:attrNameLst>
                                      </p:cBhvr>
                                      <p:to>
                                        <p:strVal val="visible"/>
                                      </p:to>
                                    </p:set>
                                    <p:animEffect transition="in" filter="box(out)">
                                      <p:cBhvr>
                                        <p:cTn id="13" dur="500"/>
                                        <p:tgtEl>
                                          <p:spTgt spid="816146"/>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816147"/>
                                        </p:tgtEl>
                                        <p:attrNameLst>
                                          <p:attrName>style.visibility</p:attrName>
                                        </p:attrNameLst>
                                      </p:cBhvr>
                                      <p:to>
                                        <p:strVal val="visible"/>
                                      </p:to>
                                    </p:set>
                                    <p:anim calcmode="lin" valueType="num">
                                      <p:cBhvr additive="base">
                                        <p:cTn id="18" dur="500" fill="hold"/>
                                        <p:tgtEl>
                                          <p:spTgt spid="816147"/>
                                        </p:tgtEl>
                                        <p:attrNameLst>
                                          <p:attrName>ppt_x</p:attrName>
                                        </p:attrNameLst>
                                      </p:cBhvr>
                                      <p:tavLst>
                                        <p:tav tm="0">
                                          <p:val>
                                            <p:strVal val="0-#ppt_w/2"/>
                                          </p:val>
                                        </p:tav>
                                        <p:tav tm="100000">
                                          <p:val>
                                            <p:strVal val="#ppt_x"/>
                                          </p:val>
                                        </p:tav>
                                      </p:tavLst>
                                    </p:anim>
                                    <p:anim calcmode="lin" valueType="num">
                                      <p:cBhvr additive="base">
                                        <p:cTn id="19" dur="500" fill="hold"/>
                                        <p:tgtEl>
                                          <p:spTgt spid="81614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816148">
                                            <p:txEl>
                                              <p:pRg st="0" end="0"/>
                                            </p:txEl>
                                          </p:spTgt>
                                        </p:tgtEl>
                                        <p:attrNameLst>
                                          <p:attrName>style.visibility</p:attrName>
                                        </p:attrNameLst>
                                      </p:cBhvr>
                                      <p:to>
                                        <p:strVal val="visible"/>
                                      </p:to>
                                    </p:set>
                                    <p:animEffect transition="in" filter="blinds(horizontal)">
                                      <p:cBhvr>
                                        <p:cTn id="24" dur="500"/>
                                        <p:tgtEl>
                                          <p:spTgt spid="816148">
                                            <p:txEl>
                                              <p:pRg st="0" end="0"/>
                                            </p:txEl>
                                          </p:spTgt>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18" presetClass="entr" presetSubtype="6" fill="hold" grpId="0" nodeType="clickEffect">
                                  <p:stCondLst>
                                    <p:cond delay="0"/>
                                  </p:stCondLst>
                                  <p:childTnLst>
                                    <p:set>
                                      <p:cBhvr>
                                        <p:cTn id="28" dur="1" fill="hold">
                                          <p:stCondLst>
                                            <p:cond delay="0"/>
                                          </p:stCondLst>
                                        </p:cTn>
                                        <p:tgtEl>
                                          <p:spTgt spid="816149"/>
                                        </p:tgtEl>
                                        <p:attrNameLst>
                                          <p:attrName>style.visibility</p:attrName>
                                        </p:attrNameLst>
                                      </p:cBhvr>
                                      <p:to>
                                        <p:strVal val="visible"/>
                                      </p:to>
                                    </p:set>
                                    <p:animEffect transition="in" filter="strips(downRight)">
                                      <p:cBhvr>
                                        <p:cTn id="29" dur="500"/>
                                        <p:tgtEl>
                                          <p:spTgt spid="816149"/>
                                        </p:tgtEl>
                                      </p:cBhvr>
                                    </p:animEffect>
                                  </p:childTnLst>
                                  <p:subTnLst>
                                    <p:set>
                                      <p:cBhvr override="childStyle">
                                        <p:cTn dur="1" fill="hold" display="0" masterRel="nextClick" afterEffect="1"/>
                                        <p:tgtEl>
                                          <p:spTgt spid="816149"/>
                                        </p:tgtEl>
                                        <p:attrNameLst>
                                          <p:attrName>style.visibility</p:attrName>
                                        </p:attrNameLst>
                                      </p:cBhvr>
                                      <p:to>
                                        <p:strVal val="hidden"/>
                                      </p:to>
                                    </p:se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nodeType="clickEffect">
                                  <p:stCondLst>
                                    <p:cond delay="0"/>
                                  </p:stCondLst>
                                  <p:childTnLst>
                                    <p:set>
                                      <p:cBhvr>
                                        <p:cTn id="33" dur="1" fill="hold">
                                          <p:stCondLst>
                                            <p:cond delay="0"/>
                                          </p:stCondLst>
                                        </p:cTn>
                                        <p:tgtEl>
                                          <p:spTgt spid="816148">
                                            <p:txEl>
                                              <p:pRg st="1" end="1"/>
                                            </p:txEl>
                                          </p:spTgt>
                                        </p:tgtEl>
                                        <p:attrNameLst>
                                          <p:attrName>style.visibility</p:attrName>
                                        </p:attrNameLst>
                                      </p:cBhvr>
                                      <p:to>
                                        <p:strVal val="visible"/>
                                      </p:to>
                                    </p:set>
                                    <p:animEffect transition="in" filter="box(out)">
                                      <p:cBhvr>
                                        <p:cTn id="34" dur="500"/>
                                        <p:tgtEl>
                                          <p:spTgt spid="816148">
                                            <p:txEl>
                                              <p:pRg st="1" end="1"/>
                                            </p:txEl>
                                          </p:spTgt>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816150"/>
                                        </p:tgtEl>
                                        <p:attrNameLst>
                                          <p:attrName>style.visibility</p:attrName>
                                        </p:attrNameLst>
                                      </p:cBhvr>
                                      <p:to>
                                        <p:strVal val="visible"/>
                                      </p:to>
                                    </p:set>
                                    <p:anim calcmode="lin" valueType="num">
                                      <p:cBhvr additive="base">
                                        <p:cTn id="39" dur="500" fill="hold"/>
                                        <p:tgtEl>
                                          <p:spTgt spid="816150"/>
                                        </p:tgtEl>
                                        <p:attrNameLst>
                                          <p:attrName>ppt_x</p:attrName>
                                        </p:attrNameLst>
                                      </p:cBhvr>
                                      <p:tavLst>
                                        <p:tav tm="0">
                                          <p:val>
                                            <p:strVal val="0-#ppt_w/2"/>
                                          </p:val>
                                        </p:tav>
                                        <p:tav tm="100000">
                                          <p:val>
                                            <p:strVal val="#ppt_x"/>
                                          </p:val>
                                        </p:tav>
                                      </p:tavLst>
                                    </p:anim>
                                    <p:anim calcmode="lin" valueType="num">
                                      <p:cBhvr additive="base">
                                        <p:cTn id="40" dur="500" fill="hold"/>
                                        <p:tgtEl>
                                          <p:spTgt spid="81615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childTnLst>
                    </p:cTn>
                  </p:par>
                  <p:par>
                    <p:cTn id="41" fill="hold">
                      <p:stCondLst>
                        <p:cond delay="indefinite"/>
                      </p:stCondLst>
                      <p:childTnLst>
                        <p:par>
                          <p:cTn id="42" fill="hold">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816152"/>
                                        </p:tgtEl>
                                        <p:attrNameLst>
                                          <p:attrName>style.visibility</p:attrName>
                                        </p:attrNameLst>
                                      </p:cBhvr>
                                      <p:to>
                                        <p:strVal val="visible"/>
                                      </p:to>
                                    </p:set>
                                    <p:anim calcmode="lin" valueType="num">
                                      <p:cBhvr additive="base">
                                        <p:cTn id="45" dur="500" fill="hold"/>
                                        <p:tgtEl>
                                          <p:spTgt spid="816152"/>
                                        </p:tgtEl>
                                        <p:attrNameLst>
                                          <p:attrName>ppt_x</p:attrName>
                                        </p:attrNameLst>
                                      </p:cBhvr>
                                      <p:tavLst>
                                        <p:tav tm="0">
                                          <p:val>
                                            <p:strVal val="0-#ppt_w/2"/>
                                          </p:val>
                                        </p:tav>
                                        <p:tav tm="100000">
                                          <p:val>
                                            <p:strVal val="#ppt_x"/>
                                          </p:val>
                                        </p:tav>
                                      </p:tavLst>
                                    </p:anim>
                                    <p:anim calcmode="lin" valueType="num">
                                      <p:cBhvr additive="base">
                                        <p:cTn id="46" dur="500" fill="hold"/>
                                        <p:tgtEl>
                                          <p:spTgt spid="81615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3"/>
                                            </p:cond>
                                          </p:stCondLst>
                                          <p:endCondLst>
                                            <p:cond evt="onStopAudio" delay="0">
                                              <p:tgtEl>
                                                <p:sldTgt/>
                                              </p:tgtEl>
                                            </p:cond>
                                          </p:endCondLst>
                                        </p:cTn>
                                        <p:tgtEl>
                                          <p:sndTgt r:embed="rId3" name="camera.wav"/>
                                        </p:tgtEl>
                                      </p:cMediaNode>
                                    </p:audio>
                                  </p:sub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816151">
                                            <p:txEl>
                                              <p:pRg st="0" end="0"/>
                                            </p:txEl>
                                          </p:spTgt>
                                        </p:tgtEl>
                                        <p:attrNameLst>
                                          <p:attrName>style.visibility</p:attrName>
                                        </p:attrNameLst>
                                      </p:cBhvr>
                                      <p:to>
                                        <p:strVal val="visible"/>
                                      </p:to>
                                    </p:set>
                                    <p:animEffect transition="in" filter="blinds(horizontal)">
                                      <p:cBhvr>
                                        <p:cTn id="51" dur="500"/>
                                        <p:tgtEl>
                                          <p:spTgt spid="816151">
                                            <p:txEl>
                                              <p:pRg st="0" end="0"/>
                                            </p:txEl>
                                          </p:spTgt>
                                        </p:tgtEl>
                                      </p:cBhvr>
                                    </p:animEffect>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816153"/>
                                        </p:tgtEl>
                                        <p:attrNameLst>
                                          <p:attrName>style.visibility</p:attrName>
                                        </p:attrNameLst>
                                      </p:cBhvr>
                                      <p:to>
                                        <p:strVal val="visible"/>
                                      </p:to>
                                    </p:set>
                                    <p:animEffect transition="in" filter="blinds(horizontal)">
                                      <p:cBhvr>
                                        <p:cTn id="56" dur="500"/>
                                        <p:tgtEl>
                                          <p:spTgt spid="816153"/>
                                        </p:tgtEl>
                                      </p:cBhvr>
                                    </p:animEffect>
                                  </p:childTnLst>
                                  <p:subTnLst>
                                    <p:audio>
                                      <p:cMediaNode>
                                        <p:cTn display="0" masterRel="sameClick">
                                          <p:stCondLst>
                                            <p:cond evt="begin" delay="0">
                                              <p:tn val="54"/>
                                            </p:cond>
                                          </p:stCondLst>
                                          <p:endCondLst>
                                            <p:cond evt="onStopAudio" delay="0">
                                              <p:tgtEl>
                                                <p:sldTgt/>
                                              </p:tgtEl>
                                            </p:cond>
                                          </p:endCondLst>
                                        </p:cTn>
                                        <p:tgtEl>
                                          <p:sndTgt r:embed="rId3" name="camera.wav"/>
                                        </p:tgtEl>
                                      </p:cMediaNode>
                                    </p:audio>
                                  </p:subTnLst>
                                </p:cTn>
                              </p:par>
                              <p:par>
                                <p:cTn id="57" presetID="4" presetClass="entr" presetSubtype="32" fill="hold" grpId="0" nodeType="withEffect">
                                  <p:stCondLst>
                                    <p:cond delay="0"/>
                                  </p:stCondLst>
                                  <p:childTnLst>
                                    <p:set>
                                      <p:cBhvr>
                                        <p:cTn id="58" dur="1" fill="hold">
                                          <p:stCondLst>
                                            <p:cond delay="0"/>
                                          </p:stCondLst>
                                        </p:cTn>
                                        <p:tgtEl>
                                          <p:spTgt spid="816160"/>
                                        </p:tgtEl>
                                        <p:attrNameLst>
                                          <p:attrName>style.visibility</p:attrName>
                                        </p:attrNameLst>
                                      </p:cBhvr>
                                      <p:to>
                                        <p:strVal val="visible"/>
                                      </p:to>
                                    </p:set>
                                    <p:animEffect transition="in" filter="box(out)">
                                      <p:cBhvr>
                                        <p:cTn id="59" dur="500"/>
                                        <p:tgtEl>
                                          <p:spTgt spid="816160"/>
                                        </p:tgtEl>
                                      </p:cBhvr>
                                    </p:animEffect>
                                  </p:childTnLst>
                                  <p:subTnLst>
                                    <p:audio>
                                      <p:cMediaNode>
                                        <p:cTn display="0" masterRel="sameClick">
                                          <p:stCondLst>
                                            <p:cond evt="begin" delay="0">
                                              <p:tn val="57"/>
                                            </p:cond>
                                          </p:stCondLst>
                                          <p:endCondLst>
                                            <p:cond evt="onStopAudio" delay="0">
                                              <p:tgtEl>
                                                <p:sldTgt/>
                                              </p:tgtEl>
                                            </p:cond>
                                          </p:endCondLst>
                                        </p:cTn>
                                        <p:tgtEl>
                                          <p:sndTgt r:embed="rId3" name="camera.wav"/>
                                        </p:tgtEl>
                                      </p:cMediaNode>
                                    </p:audio>
                                  </p:subTnLst>
                                </p:cTn>
                              </p:par>
                            </p:childTnLst>
                          </p:cTn>
                        </p:par>
                      </p:childTnLst>
                    </p:cTn>
                  </p:par>
                  <p:par>
                    <p:cTn id="60" fill="hold">
                      <p:stCondLst>
                        <p:cond delay="indefinite"/>
                      </p:stCondLst>
                      <p:childTnLst>
                        <p:par>
                          <p:cTn id="61" fill="hold">
                            <p:stCondLst>
                              <p:cond delay="0"/>
                            </p:stCondLst>
                            <p:childTnLst>
                              <p:par>
                                <p:cTn id="62" presetID="18" presetClass="entr" presetSubtype="12" fill="hold" grpId="0" nodeType="clickEffect">
                                  <p:stCondLst>
                                    <p:cond delay="0"/>
                                  </p:stCondLst>
                                  <p:childTnLst>
                                    <p:set>
                                      <p:cBhvr>
                                        <p:cTn id="63" dur="1" fill="hold">
                                          <p:stCondLst>
                                            <p:cond delay="0"/>
                                          </p:stCondLst>
                                        </p:cTn>
                                        <p:tgtEl>
                                          <p:spTgt spid="816157"/>
                                        </p:tgtEl>
                                        <p:attrNameLst>
                                          <p:attrName>style.visibility</p:attrName>
                                        </p:attrNameLst>
                                      </p:cBhvr>
                                      <p:to>
                                        <p:strVal val="visible"/>
                                      </p:to>
                                    </p:set>
                                    <p:animEffect transition="in" filter="strips(downLeft)">
                                      <p:cBhvr>
                                        <p:cTn id="64" dur="500"/>
                                        <p:tgtEl>
                                          <p:spTgt spid="816157"/>
                                        </p:tgtEl>
                                      </p:cBhvr>
                                    </p:animEffect>
                                  </p:childTnLst>
                                  <p:subTnLst>
                                    <p:audio>
                                      <p:cMediaNode>
                                        <p:cTn display="0" masterRel="sameClick">
                                          <p:stCondLst>
                                            <p:cond evt="begin" delay="0">
                                              <p:tn val="62"/>
                                            </p:cond>
                                          </p:stCondLst>
                                          <p:endCondLst>
                                            <p:cond evt="onStopAudio" delay="0">
                                              <p:tgtEl>
                                                <p:sldTgt/>
                                              </p:tgtEl>
                                            </p:cond>
                                          </p:endCondLst>
                                        </p:cTn>
                                        <p:tgtEl>
                                          <p:sndTgt r:embed="rId3" name="camera.wav"/>
                                        </p:tgtEl>
                                      </p:cMediaNode>
                                    </p:audio>
                                  </p:subTnLst>
                                </p:cTn>
                              </p:par>
                            </p:childTnLst>
                          </p:cTn>
                        </p:par>
                        <p:par>
                          <p:cTn id="65" fill="hold">
                            <p:stCondLst>
                              <p:cond delay="500"/>
                            </p:stCondLst>
                            <p:childTnLst>
                              <p:par>
                                <p:cTn id="66" presetID="3" presetClass="entr" presetSubtype="10" fill="hold" nodeType="afterEffect">
                                  <p:stCondLst>
                                    <p:cond delay="0"/>
                                  </p:stCondLst>
                                  <p:childTnLst>
                                    <p:set>
                                      <p:cBhvr>
                                        <p:cTn id="67" dur="1" fill="hold">
                                          <p:stCondLst>
                                            <p:cond delay="0"/>
                                          </p:stCondLst>
                                        </p:cTn>
                                        <p:tgtEl>
                                          <p:spTgt spid="816177"/>
                                        </p:tgtEl>
                                        <p:attrNameLst>
                                          <p:attrName>style.visibility</p:attrName>
                                        </p:attrNameLst>
                                      </p:cBhvr>
                                      <p:to>
                                        <p:strVal val="visible"/>
                                      </p:to>
                                    </p:set>
                                    <p:animEffect transition="in" filter="blinds(horizontal)">
                                      <p:cBhvr>
                                        <p:cTn id="68" dur="500"/>
                                        <p:tgtEl>
                                          <p:spTgt spid="816177"/>
                                        </p:tgtEl>
                                      </p:cBhvr>
                                    </p:animEffect>
                                  </p:childTnLst>
                                  <p:subTnLst>
                                    <p:audio>
                                      <p:cMediaNode>
                                        <p:cTn display="0" masterRel="sameClick">
                                          <p:stCondLst>
                                            <p:cond evt="begin" delay="0">
                                              <p:tn val="66"/>
                                            </p:cond>
                                          </p:stCondLst>
                                          <p:endCondLst>
                                            <p:cond evt="onStopAudio" delay="0">
                                              <p:tgtEl>
                                                <p:sldTgt/>
                                              </p:tgtEl>
                                            </p:cond>
                                          </p:endCondLst>
                                        </p:cTn>
                                        <p:tgtEl>
                                          <p:sndTgt r:embed="rId3" name="camera.wav"/>
                                        </p:tgtEl>
                                      </p:cMediaNode>
                                    </p:audio>
                                  </p:sub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816158"/>
                                        </p:tgtEl>
                                        <p:attrNameLst>
                                          <p:attrName>style.visibility</p:attrName>
                                        </p:attrNameLst>
                                      </p:cBhvr>
                                      <p:to>
                                        <p:strVal val="visible"/>
                                      </p:to>
                                    </p:set>
                                    <p:anim calcmode="lin" valueType="num">
                                      <p:cBhvr additive="base">
                                        <p:cTn id="73" dur="500" fill="hold"/>
                                        <p:tgtEl>
                                          <p:spTgt spid="816158"/>
                                        </p:tgtEl>
                                        <p:attrNameLst>
                                          <p:attrName>ppt_x</p:attrName>
                                        </p:attrNameLst>
                                      </p:cBhvr>
                                      <p:tavLst>
                                        <p:tav tm="0">
                                          <p:val>
                                            <p:strVal val="#ppt_x"/>
                                          </p:val>
                                        </p:tav>
                                        <p:tav tm="100000">
                                          <p:val>
                                            <p:strVal val="#ppt_x"/>
                                          </p:val>
                                        </p:tav>
                                      </p:tavLst>
                                    </p:anim>
                                    <p:anim calcmode="lin" valueType="num">
                                      <p:cBhvr additive="base">
                                        <p:cTn id="74" dur="500" fill="hold"/>
                                        <p:tgtEl>
                                          <p:spTgt spid="816158"/>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1"/>
                                            </p:cond>
                                          </p:stCondLst>
                                          <p:endCondLst>
                                            <p:cond evt="onStopAudio" delay="0">
                                              <p:tgtEl>
                                                <p:sldTgt/>
                                              </p:tgtEl>
                                            </p:cond>
                                          </p:endCondLst>
                                        </p:cTn>
                                        <p:tgtEl>
                                          <p:sndTgt r:embed="rId5" name="type.wav"/>
                                        </p:tgtEl>
                                      </p:cMediaNode>
                                    </p:audio>
                                  </p:subTnLst>
                                </p:cTn>
                              </p:par>
                            </p:childTnLst>
                          </p:cTn>
                        </p:par>
                        <p:par>
                          <p:cTn id="75" fill="hold">
                            <p:stCondLst>
                              <p:cond delay="500"/>
                            </p:stCondLst>
                            <p:childTnLst>
                              <p:par>
                                <p:cTn id="76" presetID="2" presetClass="entr" presetSubtype="4" fill="hold" grpId="0" nodeType="afterEffect">
                                  <p:stCondLst>
                                    <p:cond delay="0"/>
                                  </p:stCondLst>
                                  <p:childTnLst>
                                    <p:set>
                                      <p:cBhvr>
                                        <p:cTn id="77" dur="1" fill="hold">
                                          <p:stCondLst>
                                            <p:cond delay="0"/>
                                          </p:stCondLst>
                                        </p:cTn>
                                        <p:tgtEl>
                                          <p:spTgt spid="816163"/>
                                        </p:tgtEl>
                                        <p:attrNameLst>
                                          <p:attrName>style.visibility</p:attrName>
                                        </p:attrNameLst>
                                      </p:cBhvr>
                                      <p:to>
                                        <p:strVal val="visible"/>
                                      </p:to>
                                    </p:set>
                                    <p:anim calcmode="lin" valueType="num">
                                      <p:cBhvr additive="base">
                                        <p:cTn id="78" dur="500" fill="hold"/>
                                        <p:tgtEl>
                                          <p:spTgt spid="816163"/>
                                        </p:tgtEl>
                                        <p:attrNameLst>
                                          <p:attrName>ppt_x</p:attrName>
                                        </p:attrNameLst>
                                      </p:cBhvr>
                                      <p:tavLst>
                                        <p:tav tm="0">
                                          <p:val>
                                            <p:strVal val="#ppt_x"/>
                                          </p:val>
                                        </p:tav>
                                        <p:tav tm="100000">
                                          <p:val>
                                            <p:strVal val="#ppt_x"/>
                                          </p:val>
                                        </p:tav>
                                      </p:tavLst>
                                    </p:anim>
                                    <p:anim calcmode="lin" valueType="num">
                                      <p:cBhvr additive="base">
                                        <p:cTn id="79" dur="500" fill="hold"/>
                                        <p:tgtEl>
                                          <p:spTgt spid="816163"/>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6"/>
                                            </p:cond>
                                          </p:stCondLst>
                                          <p:endCondLst>
                                            <p:cond evt="onStopAudio" delay="0">
                                              <p:tgtEl>
                                                <p:sldTgt/>
                                              </p:tgtEl>
                                            </p:cond>
                                          </p:endCondLst>
                                        </p:cTn>
                                        <p:tgtEl>
                                          <p:sndTgt r:embed="rId5" name="type.wav"/>
                                        </p:tgtEl>
                                      </p:cMediaNode>
                                    </p:audio>
                                  </p:subTnLst>
                                </p:cTn>
                              </p:par>
                            </p:childTnLst>
                          </p:cTn>
                        </p:par>
                        <p:par>
                          <p:cTn id="80" fill="hold">
                            <p:stCondLst>
                              <p:cond delay="1000"/>
                            </p:stCondLst>
                            <p:childTnLst>
                              <p:par>
                                <p:cTn id="81" presetID="2" presetClass="entr" presetSubtype="4" fill="hold" grpId="0" nodeType="afterEffect">
                                  <p:stCondLst>
                                    <p:cond delay="0"/>
                                  </p:stCondLst>
                                  <p:childTnLst>
                                    <p:set>
                                      <p:cBhvr>
                                        <p:cTn id="82" dur="1" fill="hold">
                                          <p:stCondLst>
                                            <p:cond delay="0"/>
                                          </p:stCondLst>
                                        </p:cTn>
                                        <p:tgtEl>
                                          <p:spTgt spid="816164"/>
                                        </p:tgtEl>
                                        <p:attrNameLst>
                                          <p:attrName>style.visibility</p:attrName>
                                        </p:attrNameLst>
                                      </p:cBhvr>
                                      <p:to>
                                        <p:strVal val="visible"/>
                                      </p:to>
                                    </p:set>
                                    <p:anim calcmode="lin" valueType="num">
                                      <p:cBhvr additive="base">
                                        <p:cTn id="83" dur="500" fill="hold"/>
                                        <p:tgtEl>
                                          <p:spTgt spid="816164"/>
                                        </p:tgtEl>
                                        <p:attrNameLst>
                                          <p:attrName>ppt_x</p:attrName>
                                        </p:attrNameLst>
                                      </p:cBhvr>
                                      <p:tavLst>
                                        <p:tav tm="0">
                                          <p:val>
                                            <p:strVal val="#ppt_x"/>
                                          </p:val>
                                        </p:tav>
                                        <p:tav tm="100000">
                                          <p:val>
                                            <p:strVal val="#ppt_x"/>
                                          </p:val>
                                        </p:tav>
                                      </p:tavLst>
                                    </p:anim>
                                    <p:anim calcmode="lin" valueType="num">
                                      <p:cBhvr additive="base">
                                        <p:cTn id="84" dur="500" fill="hold"/>
                                        <p:tgtEl>
                                          <p:spTgt spid="81616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1"/>
                                            </p:cond>
                                          </p:stCondLst>
                                          <p:endCondLst>
                                            <p:cond evt="onStopAudio" delay="0">
                                              <p:tgtEl>
                                                <p:sldTgt/>
                                              </p:tgtEl>
                                            </p:cond>
                                          </p:endCondLst>
                                        </p:cTn>
                                        <p:tgtEl>
                                          <p:sndTgt r:embed="rId5" name="type.wav"/>
                                        </p:tgtEl>
                                      </p:cMediaNode>
                                    </p:audio>
                                  </p:subTnLst>
                                </p:cTn>
                              </p:par>
                            </p:childTnLst>
                          </p:cTn>
                        </p:par>
                        <p:par>
                          <p:cTn id="85" fill="hold">
                            <p:stCondLst>
                              <p:cond delay="1500"/>
                            </p:stCondLst>
                            <p:childTnLst>
                              <p:par>
                                <p:cTn id="86" presetID="2" presetClass="entr" presetSubtype="4" fill="hold" grpId="0" nodeType="afterEffect">
                                  <p:stCondLst>
                                    <p:cond delay="0"/>
                                  </p:stCondLst>
                                  <p:childTnLst>
                                    <p:set>
                                      <p:cBhvr>
                                        <p:cTn id="87" dur="1" fill="hold">
                                          <p:stCondLst>
                                            <p:cond delay="0"/>
                                          </p:stCondLst>
                                        </p:cTn>
                                        <p:tgtEl>
                                          <p:spTgt spid="816165"/>
                                        </p:tgtEl>
                                        <p:attrNameLst>
                                          <p:attrName>style.visibility</p:attrName>
                                        </p:attrNameLst>
                                      </p:cBhvr>
                                      <p:to>
                                        <p:strVal val="visible"/>
                                      </p:to>
                                    </p:set>
                                    <p:anim calcmode="lin" valueType="num">
                                      <p:cBhvr additive="base">
                                        <p:cTn id="88" dur="500" fill="hold"/>
                                        <p:tgtEl>
                                          <p:spTgt spid="816165"/>
                                        </p:tgtEl>
                                        <p:attrNameLst>
                                          <p:attrName>ppt_x</p:attrName>
                                        </p:attrNameLst>
                                      </p:cBhvr>
                                      <p:tavLst>
                                        <p:tav tm="0">
                                          <p:val>
                                            <p:strVal val="#ppt_x"/>
                                          </p:val>
                                        </p:tav>
                                        <p:tav tm="100000">
                                          <p:val>
                                            <p:strVal val="#ppt_x"/>
                                          </p:val>
                                        </p:tav>
                                      </p:tavLst>
                                    </p:anim>
                                    <p:anim calcmode="lin" valueType="num">
                                      <p:cBhvr additive="base">
                                        <p:cTn id="89" dur="500" fill="hold"/>
                                        <p:tgtEl>
                                          <p:spTgt spid="816165"/>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6"/>
                                            </p:cond>
                                          </p:stCondLst>
                                          <p:endCondLst>
                                            <p:cond evt="onStopAudio" delay="0">
                                              <p:tgtEl>
                                                <p:sldTgt/>
                                              </p:tgtEl>
                                            </p:cond>
                                          </p:endCondLst>
                                        </p:cTn>
                                        <p:tgtEl>
                                          <p:sndTgt r:embed="rId5" name="type.wav"/>
                                        </p:tgtEl>
                                      </p:cMediaNode>
                                    </p:audio>
                                  </p:subTnLst>
                                </p:cTn>
                              </p:par>
                            </p:childTnLst>
                          </p:cTn>
                        </p:par>
                        <p:par>
                          <p:cTn id="90" fill="hold">
                            <p:stCondLst>
                              <p:cond delay="2000"/>
                            </p:stCondLst>
                            <p:childTnLst>
                              <p:par>
                                <p:cTn id="91" presetID="2" presetClass="entr" presetSubtype="4" fill="hold" grpId="0" nodeType="afterEffect">
                                  <p:stCondLst>
                                    <p:cond delay="0"/>
                                  </p:stCondLst>
                                  <p:childTnLst>
                                    <p:set>
                                      <p:cBhvr>
                                        <p:cTn id="92" dur="1" fill="hold">
                                          <p:stCondLst>
                                            <p:cond delay="0"/>
                                          </p:stCondLst>
                                        </p:cTn>
                                        <p:tgtEl>
                                          <p:spTgt spid="816166"/>
                                        </p:tgtEl>
                                        <p:attrNameLst>
                                          <p:attrName>style.visibility</p:attrName>
                                        </p:attrNameLst>
                                      </p:cBhvr>
                                      <p:to>
                                        <p:strVal val="visible"/>
                                      </p:to>
                                    </p:set>
                                    <p:anim calcmode="lin" valueType="num">
                                      <p:cBhvr additive="base">
                                        <p:cTn id="93" dur="500" fill="hold"/>
                                        <p:tgtEl>
                                          <p:spTgt spid="816166"/>
                                        </p:tgtEl>
                                        <p:attrNameLst>
                                          <p:attrName>ppt_x</p:attrName>
                                        </p:attrNameLst>
                                      </p:cBhvr>
                                      <p:tavLst>
                                        <p:tav tm="0">
                                          <p:val>
                                            <p:strVal val="#ppt_x"/>
                                          </p:val>
                                        </p:tav>
                                        <p:tav tm="100000">
                                          <p:val>
                                            <p:strVal val="#ppt_x"/>
                                          </p:val>
                                        </p:tav>
                                      </p:tavLst>
                                    </p:anim>
                                    <p:anim calcmode="lin" valueType="num">
                                      <p:cBhvr additive="base">
                                        <p:cTn id="94" dur="500" fill="hold"/>
                                        <p:tgtEl>
                                          <p:spTgt spid="816166"/>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1"/>
                                            </p:cond>
                                          </p:stCondLst>
                                          <p:endCondLst>
                                            <p:cond evt="onStopAudio" delay="0">
                                              <p:tgtEl>
                                                <p:sldTgt/>
                                              </p:tgtEl>
                                            </p:cond>
                                          </p:endCondLst>
                                        </p:cTn>
                                        <p:tgtEl>
                                          <p:sndTgt r:embed="rId5" name="type.wav"/>
                                        </p:tgtEl>
                                      </p:cMediaNode>
                                    </p:audio>
                                  </p:subTnLst>
                                </p:cTn>
                              </p:par>
                            </p:childTnLst>
                          </p:cTn>
                        </p:par>
                        <p:par>
                          <p:cTn id="95" fill="hold">
                            <p:stCondLst>
                              <p:cond delay="2500"/>
                            </p:stCondLst>
                            <p:childTnLst>
                              <p:par>
                                <p:cTn id="96" presetID="2" presetClass="entr" presetSubtype="4" fill="hold" grpId="0" nodeType="afterEffect">
                                  <p:stCondLst>
                                    <p:cond delay="0"/>
                                  </p:stCondLst>
                                  <p:childTnLst>
                                    <p:set>
                                      <p:cBhvr>
                                        <p:cTn id="97" dur="1" fill="hold">
                                          <p:stCondLst>
                                            <p:cond delay="0"/>
                                          </p:stCondLst>
                                        </p:cTn>
                                        <p:tgtEl>
                                          <p:spTgt spid="816167"/>
                                        </p:tgtEl>
                                        <p:attrNameLst>
                                          <p:attrName>style.visibility</p:attrName>
                                        </p:attrNameLst>
                                      </p:cBhvr>
                                      <p:to>
                                        <p:strVal val="visible"/>
                                      </p:to>
                                    </p:set>
                                    <p:anim calcmode="lin" valueType="num">
                                      <p:cBhvr additive="base">
                                        <p:cTn id="98" dur="500" fill="hold"/>
                                        <p:tgtEl>
                                          <p:spTgt spid="816167"/>
                                        </p:tgtEl>
                                        <p:attrNameLst>
                                          <p:attrName>ppt_x</p:attrName>
                                        </p:attrNameLst>
                                      </p:cBhvr>
                                      <p:tavLst>
                                        <p:tav tm="0">
                                          <p:val>
                                            <p:strVal val="#ppt_x"/>
                                          </p:val>
                                        </p:tav>
                                        <p:tav tm="100000">
                                          <p:val>
                                            <p:strVal val="#ppt_x"/>
                                          </p:val>
                                        </p:tav>
                                      </p:tavLst>
                                    </p:anim>
                                    <p:anim calcmode="lin" valueType="num">
                                      <p:cBhvr additive="base">
                                        <p:cTn id="99" dur="500" fill="hold"/>
                                        <p:tgtEl>
                                          <p:spTgt spid="816167"/>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6"/>
                                            </p:cond>
                                          </p:stCondLst>
                                          <p:endCondLst>
                                            <p:cond evt="onStopAudio" delay="0">
                                              <p:tgtEl>
                                                <p:sldTgt/>
                                              </p:tgtEl>
                                            </p:cond>
                                          </p:endCondLst>
                                        </p:cTn>
                                        <p:tgtEl>
                                          <p:sndTgt r:embed="rId5" name="type.wav"/>
                                        </p:tgtEl>
                                      </p:cMediaNode>
                                    </p:audio>
                                  </p:subTnLst>
                                </p:cTn>
                              </p:par>
                            </p:childTnLst>
                          </p:cTn>
                        </p:par>
                        <p:par>
                          <p:cTn id="100" fill="hold">
                            <p:stCondLst>
                              <p:cond delay="3000"/>
                            </p:stCondLst>
                            <p:childTnLst>
                              <p:par>
                                <p:cTn id="101" presetID="2" presetClass="entr" presetSubtype="4" fill="hold" grpId="0" nodeType="afterEffect">
                                  <p:stCondLst>
                                    <p:cond delay="0"/>
                                  </p:stCondLst>
                                  <p:childTnLst>
                                    <p:set>
                                      <p:cBhvr>
                                        <p:cTn id="102" dur="1" fill="hold">
                                          <p:stCondLst>
                                            <p:cond delay="0"/>
                                          </p:stCondLst>
                                        </p:cTn>
                                        <p:tgtEl>
                                          <p:spTgt spid="816168"/>
                                        </p:tgtEl>
                                        <p:attrNameLst>
                                          <p:attrName>style.visibility</p:attrName>
                                        </p:attrNameLst>
                                      </p:cBhvr>
                                      <p:to>
                                        <p:strVal val="visible"/>
                                      </p:to>
                                    </p:set>
                                    <p:anim calcmode="lin" valueType="num">
                                      <p:cBhvr additive="base">
                                        <p:cTn id="103" dur="500" fill="hold"/>
                                        <p:tgtEl>
                                          <p:spTgt spid="816168"/>
                                        </p:tgtEl>
                                        <p:attrNameLst>
                                          <p:attrName>ppt_x</p:attrName>
                                        </p:attrNameLst>
                                      </p:cBhvr>
                                      <p:tavLst>
                                        <p:tav tm="0">
                                          <p:val>
                                            <p:strVal val="#ppt_x"/>
                                          </p:val>
                                        </p:tav>
                                        <p:tav tm="100000">
                                          <p:val>
                                            <p:strVal val="#ppt_x"/>
                                          </p:val>
                                        </p:tav>
                                      </p:tavLst>
                                    </p:anim>
                                    <p:anim calcmode="lin" valueType="num">
                                      <p:cBhvr additive="base">
                                        <p:cTn id="104" dur="500" fill="hold"/>
                                        <p:tgtEl>
                                          <p:spTgt spid="816168"/>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1"/>
                                            </p:cond>
                                          </p:stCondLst>
                                          <p:endCondLst>
                                            <p:cond evt="onStopAudio" delay="0">
                                              <p:tgtEl>
                                                <p:sldTgt/>
                                              </p:tgtEl>
                                            </p:cond>
                                          </p:endCondLst>
                                        </p:cTn>
                                        <p:tgtEl>
                                          <p:sndTgt r:embed="rId5" name="type.wav"/>
                                        </p:tgtEl>
                                      </p:cMediaNode>
                                    </p:audio>
                                  </p:subTnLst>
                                </p:cTn>
                              </p:par>
                            </p:childTnLst>
                          </p:cTn>
                        </p:par>
                        <p:par>
                          <p:cTn id="105" fill="hold">
                            <p:stCondLst>
                              <p:cond delay="3500"/>
                            </p:stCondLst>
                            <p:childTnLst>
                              <p:par>
                                <p:cTn id="106" presetID="2" presetClass="entr" presetSubtype="4" fill="hold" grpId="0" nodeType="afterEffect">
                                  <p:stCondLst>
                                    <p:cond delay="0"/>
                                  </p:stCondLst>
                                  <p:childTnLst>
                                    <p:set>
                                      <p:cBhvr>
                                        <p:cTn id="107" dur="1" fill="hold">
                                          <p:stCondLst>
                                            <p:cond delay="0"/>
                                          </p:stCondLst>
                                        </p:cTn>
                                        <p:tgtEl>
                                          <p:spTgt spid="816179"/>
                                        </p:tgtEl>
                                        <p:attrNameLst>
                                          <p:attrName>style.visibility</p:attrName>
                                        </p:attrNameLst>
                                      </p:cBhvr>
                                      <p:to>
                                        <p:strVal val="visible"/>
                                      </p:to>
                                    </p:set>
                                    <p:anim calcmode="lin" valueType="num">
                                      <p:cBhvr additive="base">
                                        <p:cTn id="108" dur="500" fill="hold"/>
                                        <p:tgtEl>
                                          <p:spTgt spid="816179"/>
                                        </p:tgtEl>
                                        <p:attrNameLst>
                                          <p:attrName>ppt_x</p:attrName>
                                        </p:attrNameLst>
                                      </p:cBhvr>
                                      <p:tavLst>
                                        <p:tav tm="0">
                                          <p:val>
                                            <p:strVal val="#ppt_x"/>
                                          </p:val>
                                        </p:tav>
                                        <p:tav tm="100000">
                                          <p:val>
                                            <p:strVal val="#ppt_x"/>
                                          </p:val>
                                        </p:tav>
                                      </p:tavLst>
                                    </p:anim>
                                    <p:anim calcmode="lin" valueType="num">
                                      <p:cBhvr additive="base">
                                        <p:cTn id="109" dur="500" fill="hold"/>
                                        <p:tgtEl>
                                          <p:spTgt spid="816179"/>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6"/>
                                            </p:cond>
                                          </p:stCondLst>
                                          <p:endCondLst>
                                            <p:cond evt="onStopAudio" delay="0">
                                              <p:tgtEl>
                                                <p:sldTgt/>
                                              </p:tgtEl>
                                            </p:cond>
                                          </p:endCondLst>
                                        </p:cTn>
                                        <p:tgtEl>
                                          <p:sndTgt r:embed="rId5" name="type.wav"/>
                                        </p:tgtEl>
                                      </p:cMediaNode>
                                    </p:audio>
                                  </p:subTnLst>
                                </p:cTn>
                              </p:par>
                            </p:childTnLst>
                          </p:cTn>
                        </p:par>
                        <p:par>
                          <p:cTn id="110" fill="hold">
                            <p:stCondLst>
                              <p:cond delay="4000"/>
                            </p:stCondLst>
                            <p:childTnLst>
                              <p:par>
                                <p:cTn id="111" presetID="2" presetClass="entr" presetSubtype="4" fill="hold" grpId="0" nodeType="afterEffect">
                                  <p:stCondLst>
                                    <p:cond delay="0"/>
                                  </p:stCondLst>
                                  <p:childTnLst>
                                    <p:set>
                                      <p:cBhvr>
                                        <p:cTn id="112" dur="1" fill="hold">
                                          <p:stCondLst>
                                            <p:cond delay="0"/>
                                          </p:stCondLst>
                                        </p:cTn>
                                        <p:tgtEl>
                                          <p:spTgt spid="816180"/>
                                        </p:tgtEl>
                                        <p:attrNameLst>
                                          <p:attrName>style.visibility</p:attrName>
                                        </p:attrNameLst>
                                      </p:cBhvr>
                                      <p:to>
                                        <p:strVal val="visible"/>
                                      </p:to>
                                    </p:set>
                                    <p:anim calcmode="lin" valueType="num">
                                      <p:cBhvr additive="base">
                                        <p:cTn id="113" dur="500" fill="hold"/>
                                        <p:tgtEl>
                                          <p:spTgt spid="816180"/>
                                        </p:tgtEl>
                                        <p:attrNameLst>
                                          <p:attrName>ppt_x</p:attrName>
                                        </p:attrNameLst>
                                      </p:cBhvr>
                                      <p:tavLst>
                                        <p:tav tm="0">
                                          <p:val>
                                            <p:strVal val="#ppt_x"/>
                                          </p:val>
                                        </p:tav>
                                        <p:tav tm="100000">
                                          <p:val>
                                            <p:strVal val="#ppt_x"/>
                                          </p:val>
                                        </p:tav>
                                      </p:tavLst>
                                    </p:anim>
                                    <p:anim calcmode="lin" valueType="num">
                                      <p:cBhvr additive="base">
                                        <p:cTn id="114" dur="500" fill="hold"/>
                                        <p:tgtEl>
                                          <p:spTgt spid="816180"/>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1"/>
                                            </p:cond>
                                          </p:stCondLst>
                                          <p:endCondLst>
                                            <p:cond evt="onStopAudio" delay="0">
                                              <p:tgtEl>
                                                <p:sldTgt/>
                                              </p:tgtEl>
                                            </p:cond>
                                          </p:endCondLst>
                                        </p:cTn>
                                        <p:tgtEl>
                                          <p:sndTgt r:embed="rId5" name="type.wav"/>
                                        </p:tgtEl>
                                      </p:cMediaNode>
                                    </p:audio>
                                  </p:subTnLst>
                                </p:cTn>
                              </p:par>
                            </p:childTnLst>
                          </p:cTn>
                        </p:par>
                        <p:par>
                          <p:cTn id="115" fill="hold">
                            <p:stCondLst>
                              <p:cond delay="4500"/>
                            </p:stCondLst>
                            <p:childTnLst>
                              <p:par>
                                <p:cTn id="116" presetID="2" presetClass="entr" presetSubtype="4" fill="hold" grpId="0" nodeType="afterEffect">
                                  <p:stCondLst>
                                    <p:cond delay="0"/>
                                  </p:stCondLst>
                                  <p:childTnLst>
                                    <p:set>
                                      <p:cBhvr>
                                        <p:cTn id="117" dur="1" fill="hold">
                                          <p:stCondLst>
                                            <p:cond delay="0"/>
                                          </p:stCondLst>
                                        </p:cTn>
                                        <p:tgtEl>
                                          <p:spTgt spid="816181"/>
                                        </p:tgtEl>
                                        <p:attrNameLst>
                                          <p:attrName>style.visibility</p:attrName>
                                        </p:attrNameLst>
                                      </p:cBhvr>
                                      <p:to>
                                        <p:strVal val="visible"/>
                                      </p:to>
                                    </p:set>
                                    <p:anim calcmode="lin" valueType="num">
                                      <p:cBhvr additive="base">
                                        <p:cTn id="118" dur="500" fill="hold"/>
                                        <p:tgtEl>
                                          <p:spTgt spid="816181"/>
                                        </p:tgtEl>
                                        <p:attrNameLst>
                                          <p:attrName>ppt_x</p:attrName>
                                        </p:attrNameLst>
                                      </p:cBhvr>
                                      <p:tavLst>
                                        <p:tav tm="0">
                                          <p:val>
                                            <p:strVal val="#ppt_x"/>
                                          </p:val>
                                        </p:tav>
                                        <p:tav tm="100000">
                                          <p:val>
                                            <p:strVal val="#ppt_x"/>
                                          </p:val>
                                        </p:tav>
                                      </p:tavLst>
                                    </p:anim>
                                    <p:anim calcmode="lin" valueType="num">
                                      <p:cBhvr additive="base">
                                        <p:cTn id="119" dur="500" fill="hold"/>
                                        <p:tgtEl>
                                          <p:spTgt spid="816181"/>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6"/>
                                            </p:cond>
                                          </p:stCondLst>
                                          <p:endCondLst>
                                            <p:cond evt="onStopAudio" delay="0">
                                              <p:tgtEl>
                                                <p:sldTgt/>
                                              </p:tgtEl>
                                            </p:cond>
                                          </p:endCondLst>
                                        </p:cTn>
                                        <p:tgtEl>
                                          <p:sndTgt r:embed="rId5" name="type.wav"/>
                                        </p:tgtEl>
                                      </p:cMediaNode>
                                    </p:audio>
                                  </p:subTnLst>
                                </p:cTn>
                              </p:par>
                            </p:childTnLst>
                          </p:cTn>
                        </p:par>
                        <p:par>
                          <p:cTn id="120" fill="hold">
                            <p:stCondLst>
                              <p:cond delay="5000"/>
                            </p:stCondLst>
                            <p:childTnLst>
                              <p:par>
                                <p:cTn id="121" presetID="2" presetClass="entr" presetSubtype="4" fill="hold" grpId="0" nodeType="afterEffect">
                                  <p:stCondLst>
                                    <p:cond delay="0"/>
                                  </p:stCondLst>
                                  <p:childTnLst>
                                    <p:set>
                                      <p:cBhvr>
                                        <p:cTn id="122" dur="1" fill="hold">
                                          <p:stCondLst>
                                            <p:cond delay="0"/>
                                          </p:stCondLst>
                                        </p:cTn>
                                        <p:tgtEl>
                                          <p:spTgt spid="816182"/>
                                        </p:tgtEl>
                                        <p:attrNameLst>
                                          <p:attrName>style.visibility</p:attrName>
                                        </p:attrNameLst>
                                      </p:cBhvr>
                                      <p:to>
                                        <p:strVal val="visible"/>
                                      </p:to>
                                    </p:set>
                                    <p:anim calcmode="lin" valueType="num">
                                      <p:cBhvr additive="base">
                                        <p:cTn id="123" dur="500" fill="hold"/>
                                        <p:tgtEl>
                                          <p:spTgt spid="816182"/>
                                        </p:tgtEl>
                                        <p:attrNameLst>
                                          <p:attrName>ppt_x</p:attrName>
                                        </p:attrNameLst>
                                      </p:cBhvr>
                                      <p:tavLst>
                                        <p:tav tm="0">
                                          <p:val>
                                            <p:strVal val="#ppt_x"/>
                                          </p:val>
                                        </p:tav>
                                        <p:tav tm="100000">
                                          <p:val>
                                            <p:strVal val="#ppt_x"/>
                                          </p:val>
                                        </p:tav>
                                      </p:tavLst>
                                    </p:anim>
                                    <p:anim calcmode="lin" valueType="num">
                                      <p:cBhvr additive="base">
                                        <p:cTn id="124" dur="500" fill="hold"/>
                                        <p:tgtEl>
                                          <p:spTgt spid="816182"/>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21"/>
                                            </p:cond>
                                          </p:stCondLst>
                                          <p:endCondLst>
                                            <p:cond evt="onStopAudio" delay="0">
                                              <p:tgtEl>
                                                <p:sldTgt/>
                                              </p:tgtEl>
                                            </p:cond>
                                          </p:endCondLst>
                                        </p:cTn>
                                        <p:tgtEl>
                                          <p:sndTgt r:embed="rId5" name="type.wav"/>
                                        </p:tgtEl>
                                      </p:cMediaNode>
                                    </p:audio>
                                  </p:subTnLst>
                                </p:cTn>
                              </p:par>
                            </p:childTnLst>
                          </p:cTn>
                        </p:par>
                        <p:par>
                          <p:cTn id="125" fill="hold">
                            <p:stCondLst>
                              <p:cond delay="5500"/>
                            </p:stCondLst>
                            <p:childTnLst>
                              <p:par>
                                <p:cTn id="126" presetID="2" presetClass="entr" presetSubtype="4" fill="hold" grpId="0" nodeType="afterEffect">
                                  <p:stCondLst>
                                    <p:cond delay="0"/>
                                  </p:stCondLst>
                                  <p:childTnLst>
                                    <p:set>
                                      <p:cBhvr>
                                        <p:cTn id="127" dur="1" fill="hold">
                                          <p:stCondLst>
                                            <p:cond delay="0"/>
                                          </p:stCondLst>
                                        </p:cTn>
                                        <p:tgtEl>
                                          <p:spTgt spid="816183"/>
                                        </p:tgtEl>
                                        <p:attrNameLst>
                                          <p:attrName>style.visibility</p:attrName>
                                        </p:attrNameLst>
                                      </p:cBhvr>
                                      <p:to>
                                        <p:strVal val="visible"/>
                                      </p:to>
                                    </p:set>
                                    <p:anim calcmode="lin" valueType="num">
                                      <p:cBhvr additive="base">
                                        <p:cTn id="128" dur="500" fill="hold"/>
                                        <p:tgtEl>
                                          <p:spTgt spid="816183"/>
                                        </p:tgtEl>
                                        <p:attrNameLst>
                                          <p:attrName>ppt_x</p:attrName>
                                        </p:attrNameLst>
                                      </p:cBhvr>
                                      <p:tavLst>
                                        <p:tav tm="0">
                                          <p:val>
                                            <p:strVal val="#ppt_x"/>
                                          </p:val>
                                        </p:tav>
                                        <p:tav tm="100000">
                                          <p:val>
                                            <p:strVal val="#ppt_x"/>
                                          </p:val>
                                        </p:tav>
                                      </p:tavLst>
                                    </p:anim>
                                    <p:anim calcmode="lin" valueType="num">
                                      <p:cBhvr additive="base">
                                        <p:cTn id="129" dur="500" fill="hold"/>
                                        <p:tgtEl>
                                          <p:spTgt spid="816183"/>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26"/>
                                            </p:cond>
                                          </p:stCondLst>
                                          <p:endCondLst>
                                            <p:cond evt="onStopAudio" delay="0">
                                              <p:tgtEl>
                                                <p:sldTgt/>
                                              </p:tgtEl>
                                            </p:cond>
                                          </p:endCondLst>
                                        </p:cTn>
                                        <p:tgtEl>
                                          <p:sndTgt r:embed="rId5" name="type.wav"/>
                                        </p:tgtEl>
                                      </p:cMediaNode>
                                    </p:audio>
                                  </p:subTnLst>
                                </p:cTn>
                              </p:par>
                            </p:childTnLst>
                          </p:cTn>
                        </p:par>
                        <p:par>
                          <p:cTn id="130" fill="hold">
                            <p:stCondLst>
                              <p:cond delay="6000"/>
                            </p:stCondLst>
                            <p:childTnLst>
                              <p:par>
                                <p:cTn id="131" presetID="2" presetClass="entr" presetSubtype="4" fill="hold" grpId="0" nodeType="afterEffect">
                                  <p:stCondLst>
                                    <p:cond delay="0"/>
                                  </p:stCondLst>
                                  <p:childTnLst>
                                    <p:set>
                                      <p:cBhvr>
                                        <p:cTn id="132" dur="1" fill="hold">
                                          <p:stCondLst>
                                            <p:cond delay="0"/>
                                          </p:stCondLst>
                                        </p:cTn>
                                        <p:tgtEl>
                                          <p:spTgt spid="816174"/>
                                        </p:tgtEl>
                                        <p:attrNameLst>
                                          <p:attrName>style.visibility</p:attrName>
                                        </p:attrNameLst>
                                      </p:cBhvr>
                                      <p:to>
                                        <p:strVal val="visible"/>
                                      </p:to>
                                    </p:set>
                                    <p:anim calcmode="lin" valueType="num">
                                      <p:cBhvr additive="base">
                                        <p:cTn id="133" dur="500" fill="hold"/>
                                        <p:tgtEl>
                                          <p:spTgt spid="816174"/>
                                        </p:tgtEl>
                                        <p:attrNameLst>
                                          <p:attrName>ppt_x</p:attrName>
                                        </p:attrNameLst>
                                      </p:cBhvr>
                                      <p:tavLst>
                                        <p:tav tm="0">
                                          <p:val>
                                            <p:strVal val="#ppt_x"/>
                                          </p:val>
                                        </p:tav>
                                        <p:tav tm="100000">
                                          <p:val>
                                            <p:strVal val="#ppt_x"/>
                                          </p:val>
                                        </p:tav>
                                      </p:tavLst>
                                    </p:anim>
                                    <p:anim calcmode="lin" valueType="num">
                                      <p:cBhvr additive="base">
                                        <p:cTn id="134" dur="500" fill="hold"/>
                                        <p:tgtEl>
                                          <p:spTgt spid="81617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1"/>
                                            </p:cond>
                                          </p:stCondLst>
                                          <p:endCondLst>
                                            <p:cond evt="onStopAudio" delay="0">
                                              <p:tgtEl>
                                                <p:sldTgt/>
                                              </p:tgtEl>
                                            </p:cond>
                                          </p:endCondLst>
                                        </p:cTn>
                                        <p:tgtEl>
                                          <p:sndTgt r:embed="rId5" name="type.wav"/>
                                        </p:tgtEl>
                                      </p:cMediaNode>
                                    </p:audio>
                                  </p:subTnLst>
                                </p:cTn>
                              </p:par>
                            </p:childTnLst>
                          </p:cTn>
                        </p:par>
                        <p:par>
                          <p:cTn id="135" fill="hold">
                            <p:stCondLst>
                              <p:cond delay="6500"/>
                            </p:stCondLst>
                            <p:childTnLst>
                              <p:par>
                                <p:cTn id="136" presetID="18" presetClass="entr" presetSubtype="3" fill="hold" grpId="0" nodeType="afterEffect">
                                  <p:stCondLst>
                                    <p:cond delay="0"/>
                                  </p:stCondLst>
                                  <p:childTnLst>
                                    <p:set>
                                      <p:cBhvr>
                                        <p:cTn id="137" dur="1" fill="hold">
                                          <p:stCondLst>
                                            <p:cond delay="0"/>
                                          </p:stCondLst>
                                        </p:cTn>
                                        <p:tgtEl>
                                          <p:spTgt spid="816184"/>
                                        </p:tgtEl>
                                        <p:attrNameLst>
                                          <p:attrName>style.visibility</p:attrName>
                                        </p:attrNameLst>
                                      </p:cBhvr>
                                      <p:to>
                                        <p:strVal val="visible"/>
                                      </p:to>
                                    </p:set>
                                    <p:animEffect transition="in" filter="strips(upRight)">
                                      <p:cBhvr>
                                        <p:cTn id="138" dur="500"/>
                                        <p:tgtEl>
                                          <p:spTgt spid="816184"/>
                                        </p:tgtEl>
                                      </p:cBhvr>
                                    </p:animEffect>
                                  </p:childTnLst>
                                  <p:subTnLst>
                                    <p:audio>
                                      <p:cMediaNode>
                                        <p:cTn display="0" masterRel="sameClick">
                                          <p:stCondLst>
                                            <p:cond evt="begin" delay="0">
                                              <p:tn val="136"/>
                                            </p:cond>
                                          </p:stCondLst>
                                          <p:endCondLst>
                                            <p:cond evt="onStopAudio" delay="0">
                                              <p:tgtEl>
                                                <p:sldTgt/>
                                              </p:tgtEl>
                                            </p:cond>
                                          </p:endCondLst>
                                        </p:cTn>
                                        <p:tgtEl>
                                          <p:sndTgt r:embed="rId6" name="laser.wav"/>
                                        </p:tgtEl>
                                      </p:cMediaNode>
                                    </p:audio>
                                  </p:subTnLst>
                                </p:cTn>
                              </p:par>
                            </p:childTnLst>
                          </p:cTn>
                        </p:par>
                      </p:childTnLst>
                    </p:cTn>
                  </p:par>
                  <p:par>
                    <p:cTn id="139" fill="hold">
                      <p:stCondLst>
                        <p:cond delay="indefinite"/>
                      </p:stCondLst>
                      <p:childTnLst>
                        <p:par>
                          <p:cTn id="140" fill="hold">
                            <p:stCondLst>
                              <p:cond delay="0"/>
                            </p:stCondLst>
                            <p:childTnLst>
                              <p:par>
                                <p:cTn id="141" presetID="4" presetClass="entr" presetSubtype="32" fill="hold" grpId="0" nodeType="clickEffect">
                                  <p:stCondLst>
                                    <p:cond delay="0"/>
                                  </p:stCondLst>
                                  <p:childTnLst>
                                    <p:set>
                                      <p:cBhvr>
                                        <p:cTn id="142" dur="1" fill="hold">
                                          <p:stCondLst>
                                            <p:cond delay="0"/>
                                          </p:stCondLst>
                                        </p:cTn>
                                        <p:tgtEl>
                                          <p:spTgt spid="816185"/>
                                        </p:tgtEl>
                                        <p:attrNameLst>
                                          <p:attrName>style.visibility</p:attrName>
                                        </p:attrNameLst>
                                      </p:cBhvr>
                                      <p:to>
                                        <p:strVal val="visible"/>
                                      </p:to>
                                    </p:set>
                                    <p:animEffect transition="in" filter="box(out)">
                                      <p:cBhvr>
                                        <p:cTn id="143" dur="500"/>
                                        <p:tgtEl>
                                          <p:spTgt spid="816185"/>
                                        </p:tgtEl>
                                      </p:cBhvr>
                                    </p:animEffect>
                                  </p:childTnLst>
                                  <p:subTnLst>
                                    <p:audio>
                                      <p:cMediaNode>
                                        <p:cTn display="0" masterRel="sameClick">
                                          <p:stCondLst>
                                            <p:cond evt="begin" delay="0">
                                              <p:tn val="141"/>
                                            </p:cond>
                                          </p:stCondLst>
                                          <p:endCondLst>
                                            <p:cond evt="onStopAudio" delay="0">
                                              <p:tgtEl>
                                                <p:sldTgt/>
                                              </p:tgtEl>
                                            </p:cond>
                                          </p:endCondLst>
                                        </p:cTn>
                                        <p:tgtEl>
                                          <p:sndTgt r:embed="rId4" name="chimes.wav"/>
                                        </p:tgtEl>
                                      </p:cMediaNode>
                                    </p:audio>
                                  </p:subTnLst>
                                </p:cTn>
                              </p:par>
                            </p:childTnLst>
                          </p:cTn>
                        </p:par>
                      </p:childTnLst>
                    </p:cTn>
                  </p:par>
                  <p:par>
                    <p:cTn id="144" fill="hold">
                      <p:stCondLst>
                        <p:cond delay="indefinite"/>
                      </p:stCondLst>
                      <p:childTnLst>
                        <p:par>
                          <p:cTn id="145" fill="hold">
                            <p:stCondLst>
                              <p:cond delay="0"/>
                            </p:stCondLst>
                            <p:childTnLst>
                              <p:par>
                                <p:cTn id="146" presetID="18" presetClass="entr" presetSubtype="3" fill="hold" grpId="0" nodeType="clickEffect">
                                  <p:stCondLst>
                                    <p:cond delay="0"/>
                                  </p:stCondLst>
                                  <p:childTnLst>
                                    <p:set>
                                      <p:cBhvr>
                                        <p:cTn id="147" dur="1" fill="hold">
                                          <p:stCondLst>
                                            <p:cond delay="0"/>
                                          </p:stCondLst>
                                        </p:cTn>
                                        <p:tgtEl>
                                          <p:spTgt spid="816186"/>
                                        </p:tgtEl>
                                        <p:attrNameLst>
                                          <p:attrName>style.visibility</p:attrName>
                                        </p:attrNameLst>
                                      </p:cBhvr>
                                      <p:to>
                                        <p:strVal val="visible"/>
                                      </p:to>
                                    </p:set>
                                    <p:animEffect transition="in" filter="strips(upRight)">
                                      <p:cBhvr>
                                        <p:cTn id="148" dur="500"/>
                                        <p:tgtEl>
                                          <p:spTgt spid="816186"/>
                                        </p:tgtEl>
                                      </p:cBhvr>
                                    </p:animEffect>
                                  </p:childTnLst>
                                  <p:subTnLst>
                                    <p:audio>
                                      <p:cMediaNode>
                                        <p:cTn display="0" masterRel="sameClick">
                                          <p:stCondLst>
                                            <p:cond evt="begin" delay="0">
                                              <p:tn val="146"/>
                                            </p:cond>
                                          </p:stCondLst>
                                          <p:endCondLst>
                                            <p:cond evt="onStopAudio" delay="0">
                                              <p:tgtEl>
                                                <p:sldTgt/>
                                              </p:tgtEl>
                                            </p:cond>
                                          </p:endCondLst>
                                        </p:cTn>
                                        <p:tgtEl>
                                          <p:sndTgt r:embed="rId6" name="laser.wav"/>
                                        </p:tgtEl>
                                      </p:cMediaNode>
                                    </p:audio>
                                  </p:subTnLst>
                                </p:cTn>
                              </p:par>
                            </p:childTnLst>
                          </p:cTn>
                        </p:par>
                      </p:childTnLst>
                    </p:cTn>
                  </p:par>
                  <p:par>
                    <p:cTn id="149" fill="hold">
                      <p:stCondLst>
                        <p:cond delay="indefinite"/>
                      </p:stCondLst>
                      <p:childTnLst>
                        <p:par>
                          <p:cTn id="150" fill="hold">
                            <p:stCondLst>
                              <p:cond delay="0"/>
                            </p:stCondLst>
                            <p:childTnLst>
                              <p:par>
                                <p:cTn id="151" presetID="4" presetClass="entr" presetSubtype="16" fill="hold" grpId="0" nodeType="clickEffect">
                                  <p:stCondLst>
                                    <p:cond delay="0"/>
                                  </p:stCondLst>
                                  <p:childTnLst>
                                    <p:set>
                                      <p:cBhvr>
                                        <p:cTn id="152" dur="1" fill="hold">
                                          <p:stCondLst>
                                            <p:cond delay="0"/>
                                          </p:stCondLst>
                                        </p:cTn>
                                        <p:tgtEl>
                                          <p:spTgt spid="816187"/>
                                        </p:tgtEl>
                                        <p:attrNameLst>
                                          <p:attrName>style.visibility</p:attrName>
                                        </p:attrNameLst>
                                      </p:cBhvr>
                                      <p:to>
                                        <p:strVal val="visible"/>
                                      </p:to>
                                    </p:set>
                                    <p:animEffect transition="in" filter="box(in)">
                                      <p:cBhvr>
                                        <p:cTn id="153" dur="500"/>
                                        <p:tgtEl>
                                          <p:spTgt spid="816187"/>
                                        </p:tgtEl>
                                      </p:cBhvr>
                                    </p:animEffect>
                                  </p:childTnLst>
                                  <p:subTnLst>
                                    <p:audio>
                                      <p:cMediaNode>
                                        <p:cTn display="0" masterRel="sameClick">
                                          <p:stCondLst>
                                            <p:cond evt="begin" delay="0">
                                              <p:tn val="151"/>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6149" grpId="0" animBg="1"/>
      <p:bldP spid="816157" grpId="0" animBg="1"/>
      <p:bldP spid="816146" grpId="0"/>
      <p:bldP spid="816147" grpId="0"/>
      <p:bldP spid="816150" grpId="0"/>
      <p:bldP spid="816152" grpId="0"/>
      <p:bldP spid="816153" grpId="0" animBg="1"/>
      <p:bldP spid="816160" grpId="0"/>
      <p:bldP spid="816158" grpId="0" animBg="1"/>
      <p:bldP spid="816163" grpId="0" animBg="1"/>
      <p:bldP spid="816164" grpId="0" animBg="1"/>
      <p:bldP spid="816165" grpId="0" animBg="1"/>
      <p:bldP spid="816166" grpId="0" animBg="1"/>
      <p:bldP spid="816167" grpId="0" animBg="1"/>
      <p:bldP spid="816168" grpId="0" animBg="1"/>
      <p:bldP spid="816174" grpId="0" animBg="1"/>
      <p:bldP spid="816179" grpId="0" animBg="1"/>
      <p:bldP spid="816180" grpId="0" animBg="1"/>
      <p:bldP spid="816181" grpId="0" animBg="1"/>
      <p:bldP spid="816182" grpId="0" animBg="1"/>
      <p:bldP spid="816183" grpId="0" animBg="1"/>
      <p:bldP spid="816184" grpId="0" animBg="1"/>
      <p:bldP spid="816185" grpId="0" animBg="1"/>
      <p:bldP spid="816186" grpId="0" animBg="1"/>
      <p:bldP spid="816187" grpId="0"/>
      <p:bldP spid="39" grpId="0" build="p" bldLvl="5"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8178" name="AutoShape 2"/>
          <p:cNvSpPr>
            <a:spLocks noChangeArrowheads="1"/>
          </p:cNvSpPr>
          <p:nvPr/>
        </p:nvSpPr>
        <p:spPr bwMode="auto">
          <a:xfrm rot="5400000">
            <a:off x="7963867" y="4405535"/>
            <a:ext cx="504825" cy="360363"/>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C01920"/>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C01920"/>
            </a:extrusionClr>
          </a:sp3d>
        </p:spPr>
        <p:txBody>
          <a:bodyPr wrap="none" anchor="ctr">
            <a:flatTx/>
          </a:bodyPr>
          <a:lstStyle/>
          <a:p>
            <a:endParaRPr lang="zh-CN" altLang="en-US"/>
          </a:p>
        </p:txBody>
      </p:sp>
      <p:sp>
        <p:nvSpPr>
          <p:cNvPr id="818184" name="Text Box 8"/>
          <p:cNvSpPr txBox="1">
            <a:spLocks noChangeArrowheads="1"/>
          </p:cNvSpPr>
          <p:nvPr/>
        </p:nvSpPr>
        <p:spPr bwMode="auto">
          <a:xfrm>
            <a:off x="1030168" y="1484784"/>
            <a:ext cx="2304306" cy="457200"/>
          </a:xfrm>
          <a:prstGeom prst="rect">
            <a:avLst/>
          </a:prstGeom>
          <a:noFill/>
          <a:ln w="9525">
            <a:noFill/>
            <a:miter lim="800000"/>
            <a:headEnd/>
            <a:tailEnd/>
          </a:ln>
          <a:effectLst/>
        </p:spPr>
        <p:txBody>
          <a:bodyPr wrap="square">
            <a:spAutoFit/>
          </a:bodyPr>
          <a:lstStyle/>
          <a:p>
            <a:pPr marL="457200" indent="-457200">
              <a:spcBef>
                <a:spcPct val="50000"/>
              </a:spcBef>
              <a:buFont typeface="Wingdings" pitchFamily="2" charset="2"/>
              <a:buChar char="Ø"/>
            </a:pPr>
            <a:r>
              <a:rPr lang="zh-CN" altLang="zh-CN" b="1" dirty="0">
                <a:solidFill>
                  <a:srgbClr val="C01920"/>
                </a:solidFill>
                <a:latin typeface="楷体" pitchFamily="49" charset="-122"/>
                <a:ea typeface="楷体" pitchFamily="49" charset="-122"/>
              </a:rPr>
              <a:t>自动转换</a:t>
            </a:r>
            <a:r>
              <a:rPr lang="zh-CN" altLang="en-US" b="1" dirty="0">
                <a:solidFill>
                  <a:srgbClr val="C01920"/>
                </a:solidFill>
                <a:latin typeface="楷体" pitchFamily="49" charset="-122"/>
                <a:ea typeface="楷体" pitchFamily="49" charset="-122"/>
              </a:rPr>
              <a:t>  </a:t>
            </a:r>
          </a:p>
        </p:txBody>
      </p:sp>
      <p:sp>
        <p:nvSpPr>
          <p:cNvPr id="818187" name="Text Box 11"/>
          <p:cNvSpPr txBox="1">
            <a:spLocks noChangeArrowheads="1"/>
          </p:cNvSpPr>
          <p:nvPr/>
        </p:nvSpPr>
        <p:spPr bwMode="auto">
          <a:xfrm>
            <a:off x="874448" y="2021682"/>
            <a:ext cx="6883400" cy="457200"/>
          </a:xfrm>
          <a:prstGeom prst="rect">
            <a:avLst/>
          </a:prstGeom>
          <a:noFill/>
          <a:ln w="9525">
            <a:noFill/>
            <a:miter lim="800000"/>
            <a:headEnd/>
            <a:tailEnd/>
          </a:ln>
          <a:effectLst/>
        </p:spPr>
        <p:txBody>
          <a:bodyPr>
            <a:spAutoFit/>
          </a:bodyPr>
          <a:lstStyle/>
          <a:p>
            <a:pPr marL="457200" indent="-457200">
              <a:spcBef>
                <a:spcPct val="50000"/>
              </a:spcBef>
            </a:pPr>
            <a:r>
              <a:rPr lang="en-US" altLang="zh-CN" b="1" dirty="0">
                <a:solidFill>
                  <a:srgbClr val="C01920"/>
                </a:solidFill>
                <a:latin typeface="楷体" panose="02010609060101010101" pitchFamily="49" charset="-122"/>
                <a:ea typeface="楷体" panose="02010609060101010101" pitchFamily="49" charset="-122"/>
              </a:rPr>
              <a:t>(1) </a:t>
            </a:r>
            <a:r>
              <a:rPr lang="zh-CN" altLang="en-US" b="1" dirty="0">
                <a:solidFill>
                  <a:srgbClr val="C01920"/>
                </a:solidFill>
                <a:latin typeface="楷体" panose="02010609060101010101" pitchFamily="49" charset="-122"/>
                <a:ea typeface="楷体" panose="02010609060101010101" pitchFamily="49" charset="-122"/>
              </a:rPr>
              <a:t>短长度的数据类型 → 长长度的数据类型</a:t>
            </a:r>
          </a:p>
        </p:txBody>
      </p:sp>
      <p:sp>
        <p:nvSpPr>
          <p:cNvPr id="818188" name="Rectangle 12"/>
          <p:cNvSpPr>
            <a:spLocks noChangeArrowheads="1"/>
          </p:cNvSpPr>
          <p:nvPr/>
        </p:nvSpPr>
        <p:spPr bwMode="auto">
          <a:xfrm>
            <a:off x="783220" y="3369359"/>
            <a:ext cx="3735333" cy="2369880"/>
          </a:xfrm>
          <a:prstGeom prst="rect">
            <a:avLst/>
          </a:prstGeom>
          <a:noFill/>
          <a:ln w="9525">
            <a:noFill/>
            <a:miter lim="800000"/>
            <a:headEnd/>
            <a:tailEnd/>
          </a:ln>
          <a:effectLst/>
        </p:spPr>
        <p:txBody>
          <a:bodyPr wrap="square" anchor="ctr">
            <a:spAutoFit/>
          </a:bodyPr>
          <a:lstStyle/>
          <a:p>
            <a:r>
              <a:rPr lang="zh-CN" altLang="en-US" sz="2000" b="1" dirty="0">
                <a:solidFill>
                  <a:srgbClr val="C01920"/>
                </a:solidFill>
                <a:latin typeface="楷体" pitchFamily="49" charset="-122"/>
                <a:ea typeface="楷体" pitchFamily="49" charset="-122"/>
              </a:rPr>
              <a:t>方法：</a:t>
            </a:r>
            <a:r>
              <a:rPr lang="zh-CN" altLang="en-US" sz="2000" b="1" dirty="0">
                <a:effectLst>
                  <a:outerShdw blurRad="38100" dist="38100" dir="2700000" algn="tl">
                    <a:srgbClr val="FFFFFF"/>
                  </a:outerShdw>
                </a:effectLst>
                <a:latin typeface="楷体" pitchFamily="49" charset="-122"/>
                <a:ea typeface="楷体" pitchFamily="49" charset="-122"/>
              </a:rPr>
              <a:t>直接将有符号短长度的数据类型的数据作为长长度的数据类型数据的低位部分，然后将低位部分的最高位（即有符号短长度数据的符号位）向长长度的数据类型数据的高位部分扩展。</a:t>
            </a:r>
            <a:r>
              <a:rPr lang="zh-CN" altLang="en-US" dirty="0">
                <a:latin typeface="楷体" pitchFamily="49" charset="-122"/>
                <a:ea typeface="楷体" pitchFamily="49" charset="-122"/>
              </a:rPr>
              <a:t> </a:t>
            </a:r>
          </a:p>
        </p:txBody>
      </p:sp>
      <p:sp>
        <p:nvSpPr>
          <p:cNvPr id="818189" name="Text Box 13"/>
          <p:cNvSpPr txBox="1">
            <a:spLocks noChangeArrowheads="1"/>
          </p:cNvSpPr>
          <p:nvPr/>
        </p:nvSpPr>
        <p:spPr bwMode="auto">
          <a:xfrm>
            <a:off x="1204065" y="2586831"/>
            <a:ext cx="6224165" cy="396875"/>
          </a:xfrm>
          <a:prstGeom prst="rect">
            <a:avLst/>
          </a:prstGeom>
          <a:noFill/>
          <a:ln w="9525">
            <a:noFill/>
            <a:miter lim="800000"/>
            <a:headEnd/>
            <a:tailEnd/>
          </a:ln>
          <a:effectLst/>
        </p:spPr>
        <p:txBody>
          <a:bodyPr wrap="square">
            <a:spAutoFit/>
          </a:bodyPr>
          <a:lstStyle/>
          <a:p>
            <a:pPr>
              <a:spcBef>
                <a:spcPct val="50000"/>
              </a:spcBef>
            </a:pPr>
            <a:r>
              <a:rPr lang="zh-CN" altLang="en-US" sz="2000" b="1" dirty="0">
                <a:solidFill>
                  <a:srgbClr val="002060"/>
                </a:solidFill>
                <a:latin typeface="楷体" pitchFamily="49" charset="-122"/>
                <a:ea typeface="楷体" pitchFamily="49" charset="-122"/>
              </a:rPr>
              <a:t>②有符号短长度的数据类型 → 长长度的数据类型</a:t>
            </a:r>
          </a:p>
        </p:txBody>
      </p:sp>
      <p:sp>
        <p:nvSpPr>
          <p:cNvPr id="818190" name="Text Box 14"/>
          <p:cNvSpPr txBox="1">
            <a:spLocks noChangeArrowheads="1"/>
          </p:cNvSpPr>
          <p:nvPr/>
        </p:nvSpPr>
        <p:spPr bwMode="auto">
          <a:xfrm>
            <a:off x="7372522" y="3685604"/>
            <a:ext cx="1727200" cy="461665"/>
          </a:xfrm>
          <a:prstGeom prst="rect">
            <a:avLst/>
          </a:prstGeom>
          <a:solidFill>
            <a:srgbClr val="BEDFC4"/>
          </a:solidFill>
          <a:ln w="28575">
            <a:miter lim="800000"/>
            <a:headEnd/>
            <a:tailEnd/>
          </a:ln>
          <a:effectLst>
            <a:glow rad="127000">
              <a:srgbClr val="BEDFC4">
                <a:alpha val="97000"/>
              </a:srgbClr>
            </a:glow>
          </a:effectLst>
          <a:scene3d>
            <a:camera prst="legacyObliqueTopRight"/>
            <a:lightRig rig="legacyFlat3" dir="b"/>
          </a:scene3d>
          <a:sp3d extrusionH="430200" prstMaterial="legacyMatte">
            <a:bevelT w="13500" h="13500" prst="angle"/>
            <a:bevelB w="13500" h="13500" prst="angle"/>
            <a:extrusionClr>
              <a:srgbClr val="BEDFC4"/>
            </a:extrusionClr>
          </a:sp3d>
        </p:spPr>
        <p:txBody>
          <a:bodyPr>
            <a:spAutoFit/>
            <a:flatTx/>
          </a:bodyPr>
          <a:lstStyle>
            <a:defPPr>
              <a:defRPr lang="zh-CN"/>
            </a:defPPr>
            <a:lvl1pPr algn="ctr">
              <a:spcBef>
                <a:spcPct val="50000"/>
              </a:spcBef>
              <a:defRPr b="1">
                <a:solidFill>
                  <a:schemeClr val="bg1"/>
                </a:solidFill>
              </a:defRPr>
            </a:lvl1pPr>
          </a:lstStyle>
          <a:p>
            <a:r>
              <a:rPr lang="en-US" altLang="zh-CN" dirty="0" err="1">
                <a:solidFill>
                  <a:srgbClr val="C01920"/>
                </a:solidFill>
              </a:rPr>
              <a:t>z</a:t>
            </a:r>
            <a:r>
              <a:rPr lang="en-US" altLang="zh-CN" dirty="0" err="1"/>
              <a:t>x</a:t>
            </a:r>
            <a:r>
              <a:rPr lang="en-US" altLang="zh-CN" dirty="0"/>
              <a:t>………x</a:t>
            </a:r>
          </a:p>
        </p:txBody>
      </p:sp>
      <p:sp>
        <p:nvSpPr>
          <p:cNvPr id="818191" name="Rectangle 15"/>
          <p:cNvSpPr>
            <a:spLocks noChangeArrowheads="1"/>
          </p:cNvSpPr>
          <p:nvPr/>
        </p:nvSpPr>
        <p:spPr bwMode="auto">
          <a:xfrm>
            <a:off x="9201323" y="3685604"/>
            <a:ext cx="2995613" cy="396875"/>
          </a:xfrm>
          <a:prstGeom prst="rect">
            <a:avLst/>
          </a:prstGeom>
          <a:noFill/>
          <a:ln w="9525">
            <a:noFill/>
            <a:miter lim="800000"/>
            <a:headEnd/>
            <a:tailEnd/>
          </a:ln>
          <a:effectLst/>
        </p:spPr>
        <p:txBody>
          <a:bodyPr wrap="none" anchor="ctr">
            <a:spAutoFit/>
          </a:bodyPr>
          <a:lstStyle/>
          <a:p>
            <a:r>
              <a:rPr lang="zh-CN" altLang="en-US" sz="2000" b="1" dirty="0">
                <a:solidFill>
                  <a:srgbClr val="002060"/>
                </a:solidFill>
                <a:ea typeface="隶书" pitchFamily="49" charset="-122"/>
              </a:rPr>
              <a:t>有符号短长度的数据类型</a:t>
            </a:r>
          </a:p>
        </p:txBody>
      </p:sp>
      <p:grpSp>
        <p:nvGrpSpPr>
          <p:cNvPr id="818192" name="Group 16"/>
          <p:cNvGrpSpPr>
            <a:grpSpLocks/>
          </p:cNvGrpSpPr>
          <p:nvPr/>
        </p:nvGrpSpPr>
        <p:grpSpPr bwMode="auto">
          <a:xfrm>
            <a:off x="5658023" y="5007997"/>
            <a:ext cx="5815013" cy="469900"/>
            <a:chOff x="802" y="3918"/>
            <a:chExt cx="3663" cy="296"/>
          </a:xfrm>
        </p:grpSpPr>
        <p:sp>
          <p:nvSpPr>
            <p:cNvPr id="818193" name="Rectangle 17"/>
            <p:cNvSpPr>
              <a:spLocks noChangeArrowheads="1"/>
            </p:cNvSpPr>
            <p:nvPr/>
          </p:nvSpPr>
          <p:spPr bwMode="auto">
            <a:xfrm>
              <a:off x="3061" y="3938"/>
              <a:ext cx="1404" cy="250"/>
            </a:xfrm>
            <a:prstGeom prst="rect">
              <a:avLst/>
            </a:prstGeom>
            <a:noFill/>
            <a:ln w="9525">
              <a:noFill/>
              <a:miter lim="800000"/>
              <a:headEnd/>
              <a:tailEnd/>
            </a:ln>
            <a:effectLst/>
          </p:spPr>
          <p:txBody>
            <a:bodyPr wrap="none" anchor="ctr">
              <a:spAutoFit/>
            </a:bodyPr>
            <a:lstStyle/>
            <a:p>
              <a:r>
                <a:rPr lang="zh-CN" altLang="en-US" sz="2000" b="1" dirty="0">
                  <a:solidFill>
                    <a:srgbClr val="002060"/>
                  </a:solidFill>
                  <a:ea typeface="隶书" pitchFamily="49" charset="-122"/>
                </a:rPr>
                <a:t>长长度的数据类型</a:t>
              </a:r>
            </a:p>
          </p:txBody>
        </p:sp>
        <p:grpSp>
          <p:nvGrpSpPr>
            <p:cNvPr id="818194" name="Group 18"/>
            <p:cNvGrpSpPr>
              <a:grpSpLocks/>
            </p:cNvGrpSpPr>
            <p:nvPr/>
          </p:nvGrpSpPr>
          <p:grpSpPr bwMode="auto">
            <a:xfrm>
              <a:off x="802" y="3918"/>
              <a:ext cx="2169" cy="296"/>
              <a:chOff x="802" y="3918"/>
              <a:chExt cx="2169" cy="296"/>
            </a:xfrm>
          </p:grpSpPr>
          <p:sp>
            <p:nvSpPr>
              <p:cNvPr id="818195" name="Text Box 19"/>
              <p:cNvSpPr txBox="1">
                <a:spLocks noChangeArrowheads="1"/>
              </p:cNvSpPr>
              <p:nvPr/>
            </p:nvSpPr>
            <p:spPr bwMode="auto">
              <a:xfrm>
                <a:off x="802" y="3918"/>
                <a:ext cx="1088" cy="291"/>
              </a:xfrm>
              <a:prstGeom prst="rect">
                <a:avLst/>
              </a:prstGeom>
              <a:solidFill>
                <a:srgbClr val="F0E5B7"/>
              </a:solidFill>
              <a:ln w="28575">
                <a:miter lim="800000"/>
                <a:headEnd/>
                <a:tailEnd/>
              </a:ln>
              <a:effectLst/>
              <a:scene3d>
                <a:camera prst="legacyObliqueTopRight"/>
                <a:lightRig rig="legacyFlat3" dir="b"/>
              </a:scene3d>
              <a:sp3d extrusionH="430200" prstMaterial="legacyMatte">
                <a:bevelT w="13500" h="13500" prst="angle"/>
                <a:bevelB w="13500" h="13500" prst="angle"/>
                <a:extrusionClr>
                  <a:srgbClr val="F0E5B7"/>
                </a:extrusionClr>
              </a:sp3d>
            </p:spPr>
            <p:txBody>
              <a:bodyPr>
                <a:spAutoFit/>
                <a:flatTx/>
              </a:bodyPr>
              <a:lstStyle/>
              <a:p>
                <a:pPr algn="ctr">
                  <a:spcBef>
                    <a:spcPct val="50000"/>
                  </a:spcBef>
                </a:pPr>
                <a:endParaRPr lang="zh-CN" altLang="zh-CN" b="1">
                  <a:solidFill>
                    <a:srgbClr val="FF3399"/>
                  </a:solidFill>
                  <a:effectLst>
                    <a:outerShdw blurRad="38100" dist="38100" dir="2700000" algn="tl">
                      <a:srgbClr val="000000"/>
                    </a:outerShdw>
                  </a:effectLst>
                </a:endParaRPr>
              </a:p>
            </p:txBody>
          </p:sp>
          <p:sp>
            <p:nvSpPr>
              <p:cNvPr id="818196" name="Text Box 20"/>
              <p:cNvSpPr txBox="1">
                <a:spLocks noChangeArrowheads="1"/>
              </p:cNvSpPr>
              <p:nvPr/>
            </p:nvSpPr>
            <p:spPr bwMode="auto">
              <a:xfrm>
                <a:off x="1883" y="3923"/>
                <a:ext cx="1088" cy="291"/>
              </a:xfrm>
              <a:prstGeom prst="rect">
                <a:avLst/>
              </a:prstGeom>
              <a:solidFill>
                <a:srgbClr val="BEDFC4"/>
              </a:solidFill>
              <a:ln w="28575">
                <a:miter lim="800000"/>
                <a:headEnd/>
                <a:tailEnd/>
              </a:ln>
              <a:effectLst/>
              <a:scene3d>
                <a:camera prst="legacyObliqueTopRight"/>
                <a:lightRig rig="legacyFlat3" dir="b"/>
              </a:scene3d>
              <a:sp3d extrusionH="430200" prstMaterial="legacyMatte">
                <a:bevelT w="13500" h="13500" prst="angle"/>
                <a:bevelB w="13500" h="13500" prst="angle"/>
                <a:extrusionClr>
                  <a:srgbClr val="BEDFC4"/>
                </a:extrusionClr>
              </a:sp3d>
            </p:spPr>
            <p:txBody>
              <a:bodyPr>
                <a:spAutoFit/>
                <a:flatTx/>
              </a:bodyPr>
              <a:lstStyle/>
              <a:p>
                <a:pPr algn="ctr">
                  <a:spcBef>
                    <a:spcPct val="50000"/>
                  </a:spcBef>
                </a:pPr>
                <a:r>
                  <a:rPr lang="en-US" altLang="zh-CN" b="1" dirty="0" err="1">
                    <a:solidFill>
                      <a:srgbClr val="C01920"/>
                    </a:solidFill>
                  </a:rPr>
                  <a:t>z</a:t>
                </a:r>
                <a:r>
                  <a:rPr lang="en-US" altLang="zh-CN" b="1" dirty="0" err="1">
                    <a:solidFill>
                      <a:schemeClr val="bg1"/>
                    </a:solidFill>
                  </a:rPr>
                  <a:t>x</a:t>
                </a:r>
                <a:r>
                  <a:rPr lang="en-US" altLang="zh-CN" b="1" dirty="0">
                    <a:solidFill>
                      <a:schemeClr val="bg1"/>
                    </a:solidFill>
                  </a:rPr>
                  <a:t>………x</a:t>
                </a:r>
              </a:p>
            </p:txBody>
          </p:sp>
        </p:grpSp>
      </p:grpSp>
      <p:sp>
        <p:nvSpPr>
          <p:cNvPr id="818197" name="Text Box 21"/>
          <p:cNvSpPr txBox="1">
            <a:spLocks noChangeArrowheads="1"/>
          </p:cNvSpPr>
          <p:nvPr/>
        </p:nvSpPr>
        <p:spPr bwMode="auto">
          <a:xfrm>
            <a:off x="7012160" y="5012753"/>
            <a:ext cx="292100" cy="457200"/>
          </a:xfrm>
          <a:prstGeom prst="rect">
            <a:avLst/>
          </a:prstGeom>
          <a:solidFill>
            <a:srgbClr val="CCFFFF">
              <a:alpha val="0"/>
            </a:srgbClr>
          </a:solidFill>
          <a:ln w="28575">
            <a:noFill/>
            <a:miter lim="800000"/>
            <a:headEnd/>
            <a:tailEnd/>
          </a:ln>
          <a:effectLst/>
        </p:spPr>
        <p:txBody>
          <a:bodyPr>
            <a:spAutoFit/>
          </a:bodyPr>
          <a:lstStyle/>
          <a:p>
            <a:pPr algn="ctr">
              <a:spcBef>
                <a:spcPct val="50000"/>
              </a:spcBef>
            </a:pPr>
            <a:r>
              <a:rPr lang="en-US" altLang="zh-CN" b="1">
                <a:solidFill>
                  <a:srgbClr val="C01920"/>
                </a:solidFill>
              </a:rPr>
              <a:t>z</a:t>
            </a:r>
          </a:p>
        </p:txBody>
      </p:sp>
      <p:sp>
        <p:nvSpPr>
          <p:cNvPr id="818210" name="AutoShape 34"/>
          <p:cNvSpPr>
            <a:spLocks noChangeArrowheads="1"/>
          </p:cNvSpPr>
          <p:nvPr/>
        </p:nvSpPr>
        <p:spPr bwMode="auto">
          <a:xfrm>
            <a:off x="4492080" y="3356992"/>
            <a:ext cx="1871662" cy="719137"/>
          </a:xfrm>
          <a:prstGeom prst="wedgeRoundRectCallout">
            <a:avLst>
              <a:gd name="adj1" fmla="val 44714"/>
              <a:gd name="adj2" fmla="val 133760"/>
              <a:gd name="adj3" fmla="val 16667"/>
            </a:avLst>
          </a:prstGeom>
          <a:gradFill rotWithShape="1">
            <a:gsLst>
              <a:gs pos="0">
                <a:srgbClr val="CFCFD1"/>
              </a:gs>
              <a:gs pos="100000">
                <a:schemeClr val="bg1">
                  <a:lumMod val="95000"/>
                </a:schemeClr>
              </a:gs>
            </a:gsLst>
            <a:lin ang="5400000" scaled="1"/>
          </a:gradFill>
          <a:ln w="9525">
            <a:solidFill>
              <a:schemeClr val="tx1"/>
            </a:solidFill>
            <a:miter lim="800000"/>
            <a:headEnd/>
            <a:tailEnd/>
          </a:ln>
          <a:effectLst>
            <a:outerShdw blurRad="50800" dist="106680" dir="2700000" algn="tl" rotWithShape="0">
              <a:prstClr val="black">
                <a:alpha val="43000"/>
              </a:prstClr>
            </a:outerShdw>
          </a:effectLst>
        </p:spPr>
        <p:txBody>
          <a:bodyPr/>
          <a:lstStyle/>
          <a:p>
            <a:pPr algn="ctr"/>
            <a:r>
              <a:rPr lang="zh-CN" altLang="zh-CN" sz="2000" b="1" dirty="0">
                <a:solidFill>
                  <a:srgbClr val="C01920"/>
                </a:solidFill>
                <a:latin typeface="楷体" pitchFamily="49" charset="-122"/>
                <a:ea typeface="楷体" pitchFamily="49" charset="-122"/>
              </a:rPr>
              <a:t>符号位向高位部分扩展</a:t>
            </a:r>
            <a:endParaRPr lang="zh-CN" altLang="en-US" sz="2000" b="1" dirty="0">
              <a:solidFill>
                <a:srgbClr val="C01920"/>
              </a:solidFill>
              <a:latin typeface="楷体" pitchFamily="49" charset="-122"/>
              <a:ea typeface="楷体" pitchFamily="49" charset="-122"/>
            </a:endParaRPr>
          </a:p>
        </p:txBody>
      </p:sp>
      <p:sp>
        <p:nvSpPr>
          <p:cNvPr id="818214" name="AutoShape 38"/>
          <p:cNvSpPr>
            <a:spLocks noChangeArrowheads="1"/>
          </p:cNvSpPr>
          <p:nvPr/>
        </p:nvSpPr>
        <p:spPr bwMode="auto">
          <a:xfrm rot="5400000">
            <a:off x="7265367" y="5337398"/>
            <a:ext cx="173037" cy="561975"/>
          </a:xfrm>
          <a:prstGeom prst="curvedLeftArrow">
            <a:avLst>
              <a:gd name="adj1" fmla="val 64954"/>
              <a:gd name="adj2" fmla="val 129909"/>
              <a:gd name="adj3" fmla="val 33333"/>
            </a:avLst>
          </a:prstGeom>
          <a:solidFill>
            <a:srgbClr val="BD6368"/>
          </a:solidFill>
          <a:ln w="9525">
            <a:solidFill>
              <a:schemeClr val="tx1"/>
            </a:solidFill>
            <a:miter lim="800000"/>
            <a:headEnd/>
            <a:tailEnd/>
          </a:ln>
          <a:effectLst/>
        </p:spPr>
        <p:txBody>
          <a:bodyPr wrap="none" anchor="ctr"/>
          <a:lstStyle/>
          <a:p>
            <a:endParaRPr lang="zh-CN" altLang="en-US"/>
          </a:p>
        </p:txBody>
      </p:sp>
      <p:sp>
        <p:nvSpPr>
          <p:cNvPr id="818215" name="Text Box 39"/>
          <p:cNvSpPr txBox="1">
            <a:spLocks noChangeArrowheads="1"/>
          </p:cNvSpPr>
          <p:nvPr/>
        </p:nvSpPr>
        <p:spPr bwMode="auto">
          <a:xfrm>
            <a:off x="5912024" y="4969941"/>
            <a:ext cx="1284287" cy="457200"/>
          </a:xfrm>
          <a:prstGeom prst="rect">
            <a:avLst/>
          </a:prstGeom>
          <a:solidFill>
            <a:srgbClr val="CCFFFF">
              <a:alpha val="0"/>
            </a:srgbClr>
          </a:solidFill>
          <a:ln w="28575">
            <a:noFill/>
            <a:miter lim="800000"/>
            <a:headEnd/>
            <a:tailEnd/>
          </a:ln>
          <a:effectLst/>
        </p:spPr>
        <p:txBody>
          <a:bodyPr>
            <a:spAutoFit/>
          </a:bodyPr>
          <a:lstStyle/>
          <a:p>
            <a:pPr algn="ctr">
              <a:spcBef>
                <a:spcPct val="50000"/>
              </a:spcBef>
            </a:pPr>
            <a:r>
              <a:rPr lang="en-US" altLang="zh-CN" b="1" dirty="0">
                <a:solidFill>
                  <a:srgbClr val="C01920"/>
                </a:solidFill>
                <a:effectLst>
                  <a:outerShdw blurRad="38100" dist="38100" dir="2700000" algn="tl">
                    <a:srgbClr val="000000">
                      <a:alpha val="43137"/>
                    </a:srgbClr>
                  </a:outerShdw>
                </a:effectLst>
              </a:rPr>
              <a:t>………</a:t>
            </a:r>
          </a:p>
        </p:txBody>
      </p:sp>
      <p:sp>
        <p:nvSpPr>
          <p:cNvPr id="818216" name="AutoShape 40"/>
          <p:cNvSpPr>
            <a:spLocks noChangeArrowheads="1"/>
          </p:cNvSpPr>
          <p:nvPr/>
        </p:nvSpPr>
        <p:spPr bwMode="auto">
          <a:xfrm rot="5400000">
            <a:off x="6868492" y="4942110"/>
            <a:ext cx="288925" cy="1439863"/>
          </a:xfrm>
          <a:prstGeom prst="curvedLeftArrow">
            <a:avLst>
              <a:gd name="adj1" fmla="val 99670"/>
              <a:gd name="adj2" fmla="val 199341"/>
              <a:gd name="adj3" fmla="val 33333"/>
            </a:avLst>
          </a:prstGeom>
          <a:solidFill>
            <a:srgbClr val="BD6368"/>
          </a:solidFill>
          <a:ln w="9525">
            <a:solidFill>
              <a:schemeClr val="tx1"/>
            </a:solidFill>
            <a:miter lim="800000"/>
            <a:headEnd/>
            <a:tailEnd/>
          </a:ln>
          <a:effectLst/>
        </p:spPr>
        <p:txBody>
          <a:bodyPr wrap="none" anchor="ctr"/>
          <a:lstStyle/>
          <a:p>
            <a:endParaRPr lang="zh-CN" altLang="en-US"/>
          </a:p>
        </p:txBody>
      </p:sp>
      <p:sp>
        <p:nvSpPr>
          <p:cNvPr id="818217" name="Text Box 41"/>
          <p:cNvSpPr txBox="1">
            <a:spLocks noChangeArrowheads="1"/>
          </p:cNvSpPr>
          <p:nvPr/>
        </p:nvSpPr>
        <p:spPr bwMode="auto">
          <a:xfrm>
            <a:off x="5813597" y="5000053"/>
            <a:ext cx="292100" cy="457200"/>
          </a:xfrm>
          <a:prstGeom prst="rect">
            <a:avLst/>
          </a:prstGeom>
          <a:solidFill>
            <a:srgbClr val="CCFFFF">
              <a:alpha val="0"/>
            </a:srgbClr>
          </a:solidFill>
          <a:ln w="28575">
            <a:noFill/>
            <a:miter lim="800000"/>
            <a:headEnd/>
            <a:tailEnd/>
          </a:ln>
          <a:effectLst/>
        </p:spPr>
        <p:txBody>
          <a:bodyPr>
            <a:spAutoFit/>
          </a:bodyPr>
          <a:lstStyle/>
          <a:p>
            <a:pPr algn="ctr">
              <a:spcBef>
                <a:spcPct val="50000"/>
              </a:spcBef>
            </a:pPr>
            <a:r>
              <a:rPr lang="en-US" altLang="zh-CN" b="1" dirty="0">
                <a:solidFill>
                  <a:srgbClr val="C01920"/>
                </a:solidFill>
                <a:effectLst>
                  <a:outerShdw blurRad="38100" dist="38100" dir="2700000" algn="tl">
                    <a:srgbClr val="000000">
                      <a:alpha val="43137"/>
                    </a:srgbClr>
                  </a:outerShdw>
                </a:effectLst>
              </a:rPr>
              <a:t>z</a:t>
            </a:r>
          </a:p>
        </p:txBody>
      </p:sp>
      <p:sp>
        <p:nvSpPr>
          <p:cNvPr id="818218" name="AutoShape 42"/>
          <p:cNvSpPr>
            <a:spLocks noChangeArrowheads="1"/>
          </p:cNvSpPr>
          <p:nvPr/>
        </p:nvSpPr>
        <p:spPr bwMode="auto">
          <a:xfrm rot="5400000">
            <a:off x="6538292" y="4724623"/>
            <a:ext cx="358775" cy="1944687"/>
          </a:xfrm>
          <a:prstGeom prst="curvedLeftArrow">
            <a:avLst>
              <a:gd name="adj1" fmla="val 49536"/>
              <a:gd name="adj2" fmla="val 99574"/>
              <a:gd name="adj3" fmla="val 33333"/>
            </a:avLst>
          </a:prstGeom>
          <a:solidFill>
            <a:srgbClr val="BD6368"/>
          </a:solidFill>
          <a:ln w="9525">
            <a:solidFill>
              <a:schemeClr val="tx1"/>
            </a:solidFill>
            <a:miter lim="800000"/>
            <a:headEnd/>
            <a:tailEnd/>
          </a:ln>
          <a:effectLst/>
        </p:spPr>
        <p:txBody>
          <a:bodyPr wrap="none" anchor="ctr"/>
          <a:lstStyle/>
          <a:p>
            <a:endParaRPr lang="zh-CN" altLang="en-US"/>
          </a:p>
        </p:txBody>
      </p:sp>
      <p:sp>
        <p:nvSpPr>
          <p:cNvPr id="818219" name="AutoShape 43"/>
          <p:cNvSpPr>
            <a:spLocks noChangeArrowheads="1"/>
          </p:cNvSpPr>
          <p:nvPr/>
        </p:nvSpPr>
        <p:spPr bwMode="auto">
          <a:xfrm rot="5400000">
            <a:off x="6415261" y="4676204"/>
            <a:ext cx="433387" cy="2119313"/>
          </a:xfrm>
          <a:prstGeom prst="curvedLeftArrow">
            <a:avLst>
              <a:gd name="adj1" fmla="val 44690"/>
              <a:gd name="adj2" fmla="val 89833"/>
              <a:gd name="adj3" fmla="val 33333"/>
            </a:avLst>
          </a:prstGeom>
          <a:solidFill>
            <a:srgbClr val="BD6368"/>
          </a:solidFill>
          <a:ln w="9525">
            <a:solidFill>
              <a:schemeClr val="tx1"/>
            </a:solidFill>
            <a:miter lim="800000"/>
            <a:headEnd/>
            <a:tailEnd/>
          </a:ln>
          <a:effectLst/>
        </p:spPr>
        <p:txBody>
          <a:bodyPr wrap="none" anchor="ctr"/>
          <a:lstStyle/>
          <a:p>
            <a:endParaRPr lang="zh-CN" altLang="en-US"/>
          </a:p>
        </p:txBody>
      </p:sp>
      <p:sp>
        <p:nvSpPr>
          <p:cNvPr id="818220" name="Text Box 44"/>
          <p:cNvSpPr txBox="1">
            <a:spLocks noChangeArrowheads="1"/>
          </p:cNvSpPr>
          <p:nvPr/>
        </p:nvSpPr>
        <p:spPr bwMode="auto">
          <a:xfrm>
            <a:off x="5643735" y="5001641"/>
            <a:ext cx="292100" cy="457200"/>
          </a:xfrm>
          <a:prstGeom prst="rect">
            <a:avLst/>
          </a:prstGeom>
          <a:solidFill>
            <a:srgbClr val="CCFFFF">
              <a:alpha val="0"/>
            </a:srgbClr>
          </a:solidFill>
          <a:ln w="28575">
            <a:noFill/>
            <a:miter lim="800000"/>
            <a:headEnd/>
            <a:tailEnd/>
          </a:ln>
          <a:effectLst/>
        </p:spPr>
        <p:txBody>
          <a:bodyPr>
            <a:spAutoFit/>
          </a:bodyPr>
          <a:lstStyle/>
          <a:p>
            <a:pPr algn="ctr">
              <a:spcBef>
                <a:spcPct val="50000"/>
              </a:spcBef>
            </a:pPr>
            <a:r>
              <a:rPr lang="en-US" altLang="zh-CN" b="1" dirty="0">
                <a:solidFill>
                  <a:srgbClr val="C01920"/>
                </a:solidFill>
              </a:rPr>
              <a:t>z</a:t>
            </a:r>
          </a:p>
        </p:txBody>
      </p:sp>
      <p:grpSp>
        <p:nvGrpSpPr>
          <p:cNvPr id="818227" name="Group 51"/>
          <p:cNvGrpSpPr>
            <a:grpSpLocks/>
          </p:cNvGrpSpPr>
          <p:nvPr/>
        </p:nvGrpSpPr>
        <p:grpSpPr bwMode="auto">
          <a:xfrm>
            <a:off x="5861222" y="4250753"/>
            <a:ext cx="1804988" cy="915988"/>
            <a:chOff x="930" y="2496"/>
            <a:chExt cx="1137" cy="577"/>
          </a:xfrm>
        </p:grpSpPr>
        <p:sp>
          <p:nvSpPr>
            <p:cNvPr id="818221" name="AutoShape 45"/>
            <p:cNvSpPr>
              <a:spLocks/>
            </p:cNvSpPr>
            <p:nvPr/>
          </p:nvSpPr>
          <p:spPr bwMode="auto">
            <a:xfrm rot="5400000">
              <a:off x="1315" y="2319"/>
              <a:ext cx="182" cy="952"/>
            </a:xfrm>
            <a:prstGeom prst="leftBrace">
              <a:avLst>
                <a:gd name="adj1" fmla="val 43590"/>
                <a:gd name="adj2" fmla="val 50000"/>
              </a:avLst>
            </a:prstGeom>
            <a:noFill/>
            <a:ln w="28575">
              <a:solidFill>
                <a:srgbClr val="002060"/>
              </a:solidFill>
              <a:round/>
              <a:headEnd/>
              <a:tailEnd/>
            </a:ln>
            <a:effectLst/>
          </p:spPr>
          <p:txBody>
            <a:bodyPr wrap="none" anchor="ctr"/>
            <a:lstStyle/>
            <a:p>
              <a:endParaRPr lang="zh-CN" altLang="en-US"/>
            </a:p>
          </p:txBody>
        </p:sp>
        <p:grpSp>
          <p:nvGrpSpPr>
            <p:cNvPr id="818226" name="Group 50"/>
            <p:cNvGrpSpPr>
              <a:grpSpLocks/>
            </p:cNvGrpSpPr>
            <p:nvPr/>
          </p:nvGrpSpPr>
          <p:grpSpPr bwMode="auto">
            <a:xfrm>
              <a:off x="1410" y="2496"/>
              <a:ext cx="657" cy="577"/>
              <a:chOff x="1410" y="2496"/>
              <a:chExt cx="657" cy="577"/>
            </a:xfrm>
          </p:grpSpPr>
          <p:sp>
            <p:nvSpPr>
              <p:cNvPr id="818222" name="Line 46"/>
              <p:cNvSpPr>
                <a:spLocks noChangeShapeType="1"/>
              </p:cNvSpPr>
              <p:nvPr/>
            </p:nvSpPr>
            <p:spPr bwMode="auto">
              <a:xfrm flipV="1">
                <a:off x="2064" y="2506"/>
                <a:ext cx="0" cy="567"/>
              </a:xfrm>
              <a:prstGeom prst="line">
                <a:avLst/>
              </a:prstGeom>
              <a:noFill/>
              <a:ln w="28575">
                <a:solidFill>
                  <a:srgbClr val="FF0066"/>
                </a:solidFill>
                <a:prstDash val="dash"/>
                <a:round/>
                <a:headEnd/>
                <a:tailEnd/>
              </a:ln>
              <a:effectLst/>
            </p:spPr>
            <p:txBody>
              <a:bodyPr/>
              <a:lstStyle/>
              <a:p>
                <a:endParaRPr lang="zh-CN" altLang="en-US"/>
              </a:p>
            </p:txBody>
          </p:sp>
          <p:grpSp>
            <p:nvGrpSpPr>
              <p:cNvPr id="818225" name="Group 49"/>
              <p:cNvGrpSpPr>
                <a:grpSpLocks/>
              </p:cNvGrpSpPr>
              <p:nvPr/>
            </p:nvGrpSpPr>
            <p:grpSpPr bwMode="auto">
              <a:xfrm>
                <a:off x="1410" y="2496"/>
                <a:ext cx="657" cy="190"/>
                <a:chOff x="1410" y="2496"/>
                <a:chExt cx="657" cy="190"/>
              </a:xfrm>
            </p:grpSpPr>
            <p:sp>
              <p:nvSpPr>
                <p:cNvPr id="818223" name="Line 47"/>
                <p:cNvSpPr>
                  <a:spLocks noChangeShapeType="1"/>
                </p:cNvSpPr>
                <p:nvPr/>
              </p:nvSpPr>
              <p:spPr bwMode="auto">
                <a:xfrm>
                  <a:off x="1410" y="2505"/>
                  <a:ext cx="0" cy="181"/>
                </a:xfrm>
                <a:prstGeom prst="line">
                  <a:avLst/>
                </a:prstGeom>
                <a:noFill/>
                <a:ln w="28575">
                  <a:solidFill>
                    <a:srgbClr val="FF0066"/>
                  </a:solidFill>
                  <a:prstDash val="dash"/>
                  <a:round/>
                  <a:headEnd/>
                  <a:tailEnd type="triangle" w="med" len="med"/>
                </a:ln>
                <a:effectLst/>
              </p:spPr>
              <p:txBody>
                <a:bodyPr/>
                <a:lstStyle/>
                <a:p>
                  <a:endParaRPr lang="zh-CN" altLang="en-US"/>
                </a:p>
              </p:txBody>
            </p:sp>
            <p:sp>
              <p:nvSpPr>
                <p:cNvPr id="818224" name="Line 48"/>
                <p:cNvSpPr>
                  <a:spLocks noChangeShapeType="1"/>
                </p:cNvSpPr>
                <p:nvPr/>
              </p:nvSpPr>
              <p:spPr bwMode="auto">
                <a:xfrm>
                  <a:off x="1410" y="2496"/>
                  <a:ext cx="657" cy="0"/>
                </a:xfrm>
                <a:prstGeom prst="line">
                  <a:avLst/>
                </a:prstGeom>
                <a:noFill/>
                <a:ln w="28575">
                  <a:solidFill>
                    <a:srgbClr val="FF0066"/>
                  </a:solidFill>
                  <a:prstDash val="dash"/>
                  <a:round/>
                  <a:headEnd/>
                  <a:tailEnd/>
                </a:ln>
                <a:effectLst/>
              </p:spPr>
              <p:txBody>
                <a:bodyPr/>
                <a:lstStyle/>
                <a:p>
                  <a:endParaRPr lang="zh-CN" altLang="en-US"/>
                </a:p>
              </p:txBody>
            </p:sp>
          </p:grpSp>
        </p:grpSp>
      </p:grpSp>
      <p:sp>
        <p:nvSpPr>
          <p:cNvPr id="818229" name="AutoShape 53"/>
          <p:cNvSpPr>
            <a:spLocks noChangeArrowheads="1"/>
          </p:cNvSpPr>
          <p:nvPr/>
        </p:nvSpPr>
        <p:spPr bwMode="auto">
          <a:xfrm>
            <a:off x="8309148" y="5804917"/>
            <a:ext cx="1152525" cy="504825"/>
          </a:xfrm>
          <a:prstGeom prst="wedgeRoundRectCallout">
            <a:avLst>
              <a:gd name="adj1" fmla="val -106338"/>
              <a:gd name="adj2" fmla="val -124213"/>
              <a:gd name="adj3" fmla="val 16667"/>
            </a:avLst>
          </a:prstGeom>
          <a:gradFill rotWithShape="1">
            <a:gsLst>
              <a:gs pos="0">
                <a:srgbClr val="CFCFD1"/>
              </a:gs>
              <a:gs pos="100000">
                <a:schemeClr val="bg1">
                  <a:lumMod val="95000"/>
                </a:schemeClr>
              </a:gs>
            </a:gsLst>
            <a:lin ang="5400000" scaled="1"/>
          </a:gradFill>
          <a:ln w="9525">
            <a:solidFill>
              <a:schemeClr val="tx1"/>
            </a:solidFill>
            <a:miter lim="800000"/>
            <a:headEnd/>
            <a:tailEnd/>
          </a:ln>
          <a:effectLst>
            <a:outerShdw blurRad="50800" dist="106680" dir="2700000" algn="tl" rotWithShape="0">
              <a:prstClr val="black">
                <a:alpha val="43000"/>
              </a:prstClr>
            </a:outerShdw>
          </a:effectLst>
        </p:spPr>
        <p:txBody>
          <a:bodyPr/>
          <a:lstStyle/>
          <a:p>
            <a:pPr algn="ctr"/>
            <a:r>
              <a:rPr lang="zh-CN" altLang="zh-CN" sz="2000" b="1">
                <a:solidFill>
                  <a:srgbClr val="C01920"/>
                </a:solidFill>
                <a:latin typeface="楷体" pitchFamily="49" charset="-122"/>
                <a:ea typeface="楷体" pitchFamily="49" charset="-122"/>
              </a:rPr>
              <a:t>符号位</a:t>
            </a:r>
            <a:endParaRPr lang="zh-CN" altLang="en-US" sz="2000" b="1">
              <a:solidFill>
                <a:srgbClr val="C01920"/>
              </a:solidFill>
              <a:latin typeface="楷体" pitchFamily="49" charset="-122"/>
              <a:ea typeface="楷体" pitchFamily="49" charset="-122"/>
            </a:endParaRPr>
          </a:p>
        </p:txBody>
      </p:sp>
      <p:sp>
        <p:nvSpPr>
          <p:cNvPr id="818230" name="Rectangle 54"/>
          <p:cNvSpPr>
            <a:spLocks noChangeArrowheads="1"/>
          </p:cNvSpPr>
          <p:nvPr/>
        </p:nvSpPr>
        <p:spPr bwMode="auto">
          <a:xfrm>
            <a:off x="4433510" y="3352001"/>
            <a:ext cx="7751276" cy="2686050"/>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zh-CN" altLang="en-US" b="1" dirty="0">
                <a:solidFill>
                  <a:srgbClr val="C01920"/>
                </a:solidFill>
                <a:latin typeface="隶书" pitchFamily="49" charset="-122"/>
                <a:ea typeface="隶书" pitchFamily="49" charset="-122"/>
              </a:rPr>
              <a:t>例如：</a:t>
            </a:r>
          </a:p>
          <a:p>
            <a:pPr indent="266700"/>
            <a:r>
              <a:rPr lang="zh-CN" altLang="en-US" dirty="0">
                <a:effectLst>
                  <a:outerShdw blurRad="38100" dist="38100" dir="2700000" algn="tl">
                    <a:srgbClr val="FFFFFF"/>
                  </a:outerShdw>
                </a:effectLst>
              </a:rPr>
              <a:t>      </a:t>
            </a:r>
            <a:r>
              <a:rPr lang="en-US" altLang="zh-CN" b="1" dirty="0">
                <a:effectLst>
                  <a:outerShdw blurRad="38100" dist="38100" dir="2700000" algn="tl">
                    <a:srgbClr val="FFFFFF"/>
                  </a:outerShdw>
                </a:effectLst>
              </a:rPr>
              <a:t>char </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 = 2; </a:t>
            </a:r>
          </a:p>
          <a:p>
            <a:pPr indent="266700"/>
            <a:r>
              <a:rPr lang="en-US" altLang="zh-CN" b="1" dirty="0">
                <a:effectLst>
                  <a:outerShdw blurRad="38100" dist="38100" dir="2700000" algn="tl">
                    <a:srgbClr val="FFFFFF"/>
                  </a:outerShdw>
                </a:effectLst>
              </a:rPr>
              <a:t>      short a = -2;</a:t>
            </a:r>
          </a:p>
          <a:p>
            <a:pPr indent="266700"/>
            <a:r>
              <a:rPr lang="en-US" altLang="zh-CN" b="1" dirty="0">
                <a:effectLst>
                  <a:outerShdw blurRad="38100" dist="38100" dir="2700000" algn="tl">
                    <a:srgbClr val="FFFFFF"/>
                  </a:outerShdw>
                </a:effectLst>
              </a:rPr>
              <a:t>      short b;</a:t>
            </a:r>
          </a:p>
          <a:p>
            <a:pPr indent="266700"/>
            <a:r>
              <a:rPr lang="en-US" altLang="zh-CN" b="1" dirty="0">
                <a:effectLst>
                  <a:outerShdw blurRad="38100" dist="38100" dir="2700000" algn="tl">
                    <a:srgbClr val="FFFFFF"/>
                  </a:outerShdw>
                </a:effectLst>
              </a:rPr>
              <a:t>      unsigned long u;</a:t>
            </a:r>
          </a:p>
          <a:p>
            <a:pPr indent="266700"/>
            <a:r>
              <a:rPr lang="en-US" altLang="zh-CN" b="1" dirty="0">
                <a:solidFill>
                  <a:srgbClr val="FF0066"/>
                </a:solidFill>
                <a:effectLst>
                  <a:outerShdw blurRad="38100" dist="38100" dir="2700000" algn="tl">
                    <a:srgbClr val="000000"/>
                  </a:outerShdw>
                </a:effectLst>
              </a:rPr>
              <a:t>      </a:t>
            </a:r>
            <a:r>
              <a:rPr lang="en-US" altLang="zh-CN" b="1" dirty="0">
                <a:solidFill>
                  <a:srgbClr val="C01920"/>
                </a:solidFill>
              </a:rPr>
              <a:t>b = </a:t>
            </a:r>
            <a:r>
              <a:rPr lang="en-US" altLang="zh-CN" b="1" dirty="0" err="1">
                <a:solidFill>
                  <a:srgbClr val="C01920"/>
                </a:solidFill>
              </a:rPr>
              <a:t>ch</a:t>
            </a:r>
            <a:r>
              <a:rPr lang="en-US" altLang="zh-CN" b="1" dirty="0">
                <a:solidFill>
                  <a:srgbClr val="C01920"/>
                </a:solidFill>
              </a:rPr>
              <a:t>;            </a:t>
            </a:r>
            <a:r>
              <a:rPr lang="en-US" altLang="zh-CN" sz="2000" b="1" dirty="0">
                <a:solidFill>
                  <a:srgbClr val="002060"/>
                </a:solidFill>
                <a:latin typeface="+mn-lt"/>
                <a:ea typeface="楷体" pitchFamily="49" charset="-122"/>
              </a:rPr>
              <a:t>//b</a:t>
            </a:r>
            <a:r>
              <a:rPr lang="zh-CN" altLang="en-US" sz="2000" b="1" dirty="0">
                <a:solidFill>
                  <a:srgbClr val="002060"/>
                </a:solidFill>
                <a:latin typeface="+mn-lt"/>
                <a:ea typeface="楷体" pitchFamily="49" charset="-122"/>
              </a:rPr>
              <a:t>的值将是</a:t>
            </a:r>
            <a:r>
              <a:rPr lang="en-US" altLang="zh-CN" sz="2000" b="1" dirty="0">
                <a:solidFill>
                  <a:srgbClr val="002060"/>
                </a:solidFill>
                <a:latin typeface="+mn-lt"/>
                <a:ea typeface="楷体" pitchFamily="49" charset="-122"/>
              </a:rPr>
              <a:t>2</a:t>
            </a:r>
          </a:p>
          <a:p>
            <a:pPr indent="266700"/>
            <a:r>
              <a:rPr lang="en-US" altLang="zh-CN" b="1" dirty="0">
                <a:effectLst>
                  <a:outerShdw blurRad="38100" dist="38100" dir="2700000" algn="tl">
                    <a:srgbClr val="FFFFFF"/>
                  </a:outerShdw>
                </a:effectLst>
              </a:rPr>
              <a:t>      </a:t>
            </a:r>
            <a:r>
              <a:rPr lang="en-US" altLang="zh-CN" b="1" dirty="0">
                <a:solidFill>
                  <a:srgbClr val="C01920"/>
                </a:solidFill>
              </a:rPr>
              <a:t>u = a;              </a:t>
            </a:r>
            <a:r>
              <a:rPr lang="en-US" altLang="zh-CN" sz="2000" b="1" dirty="0">
                <a:solidFill>
                  <a:srgbClr val="002060"/>
                </a:solidFill>
                <a:latin typeface="+mn-lt"/>
                <a:ea typeface="楷体" pitchFamily="49" charset="-122"/>
              </a:rPr>
              <a:t>//u</a:t>
            </a:r>
            <a:r>
              <a:rPr lang="zh-CN" altLang="en-US" sz="2000" b="1" dirty="0">
                <a:solidFill>
                  <a:srgbClr val="002060"/>
                </a:solidFill>
                <a:latin typeface="+mn-lt"/>
                <a:ea typeface="楷体" pitchFamily="49" charset="-122"/>
              </a:rPr>
              <a:t>的值将是</a:t>
            </a:r>
            <a:r>
              <a:rPr lang="en-US" altLang="zh-CN" sz="2000" b="1" dirty="0">
                <a:solidFill>
                  <a:srgbClr val="002060"/>
                </a:solidFill>
                <a:latin typeface="+mn-lt"/>
                <a:ea typeface="楷体" pitchFamily="49" charset="-122"/>
              </a:rPr>
              <a:t>0xfffffffe</a:t>
            </a:r>
          </a:p>
        </p:txBody>
      </p:sp>
      <p:sp>
        <p:nvSpPr>
          <p:cNvPr id="36" name="Rectangle 2">
            <a:extLst>
              <a:ext uri="{FF2B5EF4-FFF2-40B4-BE49-F238E27FC236}">
                <a16:creationId xmlns:a16="http://schemas.microsoft.com/office/drawing/2014/main" id="{E8FFDE50-F10D-44AE-97C4-E1C5210FD39C}"/>
              </a:ext>
            </a:extLst>
          </p:cNvPr>
          <p:cNvSpPr txBox="1">
            <a:spLocks noChangeArrowheads="1"/>
          </p:cNvSpPr>
          <p:nvPr/>
        </p:nvSpPr>
        <p:spPr>
          <a:xfrm>
            <a:off x="783220" y="843295"/>
            <a:ext cx="7772400" cy="647700"/>
          </a:xfrm>
          <a:prstGeom prst="rect">
            <a:avLst/>
          </a:prstGeom>
        </p:spPr>
        <p:txBody>
          <a:bodyPr/>
          <a:lst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a:lstStyle>
          <a:p>
            <a:pPr algn="just">
              <a:buFontTx/>
              <a:buNone/>
            </a:pPr>
            <a:r>
              <a:rPr lang="en-US" altLang="zh-CN" kern="0" dirty="0">
                <a:solidFill>
                  <a:srgbClr val="C01920"/>
                </a:solidFill>
                <a:effectLst/>
                <a:latin typeface="楷体" panose="02010609060101010101" pitchFamily="49" charset="-122"/>
                <a:ea typeface="楷体" panose="02010609060101010101" pitchFamily="49" charset="-122"/>
              </a:rPr>
              <a:t>2. </a:t>
            </a:r>
            <a:r>
              <a:rPr lang="zh-CN" altLang="en-US" kern="0" dirty="0">
                <a:solidFill>
                  <a:srgbClr val="C01920"/>
                </a:solidFill>
                <a:effectLst/>
                <a:latin typeface="楷体" panose="02010609060101010101" pitchFamily="49" charset="-122"/>
                <a:ea typeface="楷体" panose="02010609060101010101" pitchFamily="49" charset="-122"/>
              </a:rPr>
              <a:t>强制类型转换符 </a:t>
            </a:r>
          </a:p>
        </p:txBody>
      </p:sp>
      <p:sp>
        <p:nvSpPr>
          <p:cNvPr id="37" name="Rectangle 4">
            <a:extLst>
              <a:ext uri="{FF2B5EF4-FFF2-40B4-BE49-F238E27FC236}">
                <a16:creationId xmlns:a16="http://schemas.microsoft.com/office/drawing/2014/main" id="{64E2A69F-A293-45DF-AE88-8A149443DE86}"/>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3.4  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语言的运算符与表达式</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
                                            <p:txEl>
                                              <p:pRg st="0" end="0"/>
                                            </p:txEl>
                                          </p:spTgt>
                                        </p:tgtEl>
                                        <p:attrNameLst>
                                          <p:attrName>style.visibility</p:attrName>
                                        </p:attrNameLst>
                                      </p:cBhvr>
                                      <p:to>
                                        <p:strVal val="visible"/>
                                      </p:to>
                                    </p:set>
                                    <p:anim calcmode="lin" valueType="num">
                                      <p:cBhvr additive="base">
                                        <p:cTn id="7" dur="500" fill="hold"/>
                                        <p:tgtEl>
                                          <p:spTgt spid="3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18184">
                                            <p:txEl>
                                              <p:pRg st="0" end="0"/>
                                            </p:txEl>
                                          </p:spTgt>
                                        </p:tgtEl>
                                        <p:attrNameLst>
                                          <p:attrName>style.visibility</p:attrName>
                                        </p:attrNameLst>
                                      </p:cBhvr>
                                      <p:to>
                                        <p:strVal val="visible"/>
                                      </p:to>
                                    </p:set>
                                    <p:anim calcmode="lin" valueType="num">
                                      <p:cBhvr additive="base">
                                        <p:cTn id="13" dur="500" fill="hold"/>
                                        <p:tgtEl>
                                          <p:spTgt spid="818184">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1818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chimes.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18187">
                                            <p:txEl>
                                              <p:pRg st="0" end="0"/>
                                            </p:txEl>
                                          </p:spTgt>
                                        </p:tgtEl>
                                        <p:attrNameLst>
                                          <p:attrName>style.visibility</p:attrName>
                                        </p:attrNameLst>
                                      </p:cBhvr>
                                      <p:to>
                                        <p:strVal val="visible"/>
                                      </p:to>
                                    </p:set>
                                    <p:anim calcmode="lin" valueType="num">
                                      <p:cBhvr additive="base">
                                        <p:cTn id="19" dur="500" fill="hold"/>
                                        <p:tgtEl>
                                          <p:spTgt spid="818187">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1818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4" name="chimes.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18189"/>
                                        </p:tgtEl>
                                        <p:attrNameLst>
                                          <p:attrName>style.visibility</p:attrName>
                                        </p:attrNameLst>
                                      </p:cBhvr>
                                      <p:to>
                                        <p:strVal val="visible"/>
                                      </p:to>
                                    </p:set>
                                    <p:anim calcmode="lin" valueType="num">
                                      <p:cBhvr additive="base">
                                        <p:cTn id="25" dur="500" fill="hold"/>
                                        <p:tgtEl>
                                          <p:spTgt spid="818189"/>
                                        </p:tgtEl>
                                        <p:attrNameLst>
                                          <p:attrName>ppt_x</p:attrName>
                                        </p:attrNameLst>
                                      </p:cBhvr>
                                      <p:tavLst>
                                        <p:tav tm="0">
                                          <p:val>
                                            <p:strVal val="0-#ppt_w/2"/>
                                          </p:val>
                                        </p:tav>
                                        <p:tav tm="100000">
                                          <p:val>
                                            <p:strVal val="#ppt_x"/>
                                          </p:val>
                                        </p:tav>
                                      </p:tavLst>
                                    </p:anim>
                                    <p:anim calcmode="lin" valueType="num">
                                      <p:cBhvr additive="base">
                                        <p:cTn id="26" dur="500" fill="hold"/>
                                        <p:tgtEl>
                                          <p:spTgt spid="81818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818188">
                                            <p:txEl>
                                              <p:pRg st="0" end="0"/>
                                            </p:txEl>
                                          </p:spTgt>
                                        </p:tgtEl>
                                        <p:attrNameLst>
                                          <p:attrName>style.visibility</p:attrName>
                                        </p:attrNameLst>
                                      </p:cBhvr>
                                      <p:to>
                                        <p:strVal val="visible"/>
                                      </p:to>
                                    </p:set>
                                    <p:animEffect transition="in" filter="blinds(horizontal)">
                                      <p:cBhvr>
                                        <p:cTn id="31" dur="500"/>
                                        <p:tgtEl>
                                          <p:spTgt spid="818188">
                                            <p:txEl>
                                              <p:pRg st="0" end="0"/>
                                            </p:txEl>
                                          </p:spTgt>
                                        </p:tgtEl>
                                      </p:cBhvr>
                                    </p:animEffect>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818190"/>
                                        </p:tgtEl>
                                        <p:attrNameLst>
                                          <p:attrName>style.visibility</p:attrName>
                                        </p:attrNameLst>
                                      </p:cBhvr>
                                      <p:to>
                                        <p:strVal val="visible"/>
                                      </p:to>
                                    </p:set>
                                    <p:animEffect transition="in" filter="blinds(horizontal)">
                                      <p:cBhvr>
                                        <p:cTn id="36" dur="500"/>
                                        <p:tgtEl>
                                          <p:spTgt spid="818190"/>
                                        </p:tgtEl>
                                      </p:cBhvr>
                                    </p:animEffect>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par>
                                <p:cTn id="37" presetID="4" presetClass="entr" presetSubtype="32" fill="hold" grpId="0" nodeType="withEffect">
                                  <p:stCondLst>
                                    <p:cond delay="0"/>
                                  </p:stCondLst>
                                  <p:childTnLst>
                                    <p:set>
                                      <p:cBhvr>
                                        <p:cTn id="38" dur="1" fill="hold">
                                          <p:stCondLst>
                                            <p:cond delay="0"/>
                                          </p:stCondLst>
                                        </p:cTn>
                                        <p:tgtEl>
                                          <p:spTgt spid="818191"/>
                                        </p:tgtEl>
                                        <p:attrNameLst>
                                          <p:attrName>style.visibility</p:attrName>
                                        </p:attrNameLst>
                                      </p:cBhvr>
                                      <p:to>
                                        <p:strVal val="visible"/>
                                      </p:to>
                                    </p:set>
                                    <p:animEffect transition="in" filter="box(out)">
                                      <p:cBhvr>
                                        <p:cTn id="39" dur="500"/>
                                        <p:tgtEl>
                                          <p:spTgt spid="818191"/>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childTnLst>
                    </p:cTn>
                  </p:par>
                  <p:par>
                    <p:cTn id="40" fill="hold">
                      <p:stCondLst>
                        <p:cond delay="indefinite"/>
                      </p:stCondLst>
                      <p:childTnLst>
                        <p:par>
                          <p:cTn id="41" fill="hold">
                            <p:stCondLst>
                              <p:cond delay="0"/>
                            </p:stCondLst>
                            <p:childTnLst>
                              <p:par>
                                <p:cTn id="42" presetID="18" presetClass="entr" presetSubtype="12" fill="hold" grpId="0" nodeType="clickEffect">
                                  <p:stCondLst>
                                    <p:cond delay="0"/>
                                  </p:stCondLst>
                                  <p:childTnLst>
                                    <p:set>
                                      <p:cBhvr>
                                        <p:cTn id="43" dur="1" fill="hold">
                                          <p:stCondLst>
                                            <p:cond delay="0"/>
                                          </p:stCondLst>
                                        </p:cTn>
                                        <p:tgtEl>
                                          <p:spTgt spid="818178"/>
                                        </p:tgtEl>
                                        <p:attrNameLst>
                                          <p:attrName>style.visibility</p:attrName>
                                        </p:attrNameLst>
                                      </p:cBhvr>
                                      <p:to>
                                        <p:strVal val="visible"/>
                                      </p:to>
                                    </p:set>
                                    <p:animEffect transition="in" filter="strips(downLeft)">
                                      <p:cBhvr>
                                        <p:cTn id="44" dur="500"/>
                                        <p:tgtEl>
                                          <p:spTgt spid="818178"/>
                                        </p:tgtEl>
                                      </p:cBhvr>
                                    </p:animEffect>
                                  </p:childTnLst>
                                  <p:subTnLst>
                                    <p:audio>
                                      <p:cMediaNode>
                                        <p:cTn display="0" masterRel="sameClick">
                                          <p:stCondLst>
                                            <p:cond evt="begin" delay="0">
                                              <p:tn val="42"/>
                                            </p:cond>
                                          </p:stCondLst>
                                          <p:endCondLst>
                                            <p:cond evt="onStopAudio" delay="0">
                                              <p:tgtEl>
                                                <p:sldTgt/>
                                              </p:tgtEl>
                                            </p:cond>
                                          </p:endCondLst>
                                        </p:cTn>
                                        <p:tgtEl>
                                          <p:sndTgt r:embed="rId3" name="camera.wav"/>
                                        </p:tgtEl>
                                      </p:cMediaNode>
                                    </p:audio>
                                  </p:subTnLst>
                                </p:cTn>
                              </p:par>
                            </p:childTnLst>
                          </p:cTn>
                        </p:par>
                        <p:par>
                          <p:cTn id="45" fill="hold">
                            <p:stCondLst>
                              <p:cond delay="500"/>
                            </p:stCondLst>
                            <p:childTnLst>
                              <p:par>
                                <p:cTn id="46" presetID="3" presetClass="entr" presetSubtype="10" fill="hold" nodeType="afterEffect">
                                  <p:stCondLst>
                                    <p:cond delay="0"/>
                                  </p:stCondLst>
                                  <p:childTnLst>
                                    <p:set>
                                      <p:cBhvr>
                                        <p:cTn id="47" dur="1" fill="hold">
                                          <p:stCondLst>
                                            <p:cond delay="0"/>
                                          </p:stCondLst>
                                        </p:cTn>
                                        <p:tgtEl>
                                          <p:spTgt spid="818192"/>
                                        </p:tgtEl>
                                        <p:attrNameLst>
                                          <p:attrName>style.visibility</p:attrName>
                                        </p:attrNameLst>
                                      </p:cBhvr>
                                      <p:to>
                                        <p:strVal val="visible"/>
                                      </p:to>
                                    </p:set>
                                    <p:animEffect transition="in" filter="blinds(horizontal)">
                                      <p:cBhvr>
                                        <p:cTn id="48" dur="500"/>
                                        <p:tgtEl>
                                          <p:spTgt spid="818192"/>
                                        </p:tgtEl>
                                      </p:cBhvr>
                                    </p:animEffect>
                                  </p:childTnLst>
                                  <p:subTnLst>
                                    <p:audio>
                                      <p:cMediaNode>
                                        <p:cTn display="0" masterRel="sameClick">
                                          <p:stCondLst>
                                            <p:cond evt="begin" delay="0">
                                              <p:tn val="46"/>
                                            </p:cond>
                                          </p:stCondLst>
                                          <p:endCondLst>
                                            <p:cond evt="onStopAudio" delay="0">
                                              <p:tgtEl>
                                                <p:sldTgt/>
                                              </p:tgtEl>
                                            </p:cond>
                                          </p:endCondLst>
                                        </p:cTn>
                                        <p:tgtEl>
                                          <p:sndTgt r:embed="rId3" name="camera.wav"/>
                                        </p:tgtEl>
                                      </p:cMediaNode>
                                    </p:audio>
                                  </p:subTnLst>
                                </p:cTn>
                              </p:par>
                            </p:childTnLst>
                          </p:cTn>
                        </p:par>
                        <p:par>
                          <p:cTn id="49" fill="hold">
                            <p:stCondLst>
                              <p:cond delay="1000"/>
                            </p:stCondLst>
                            <p:childTnLst>
                              <p:par>
                                <p:cTn id="50" presetID="18" presetClass="entr" presetSubtype="6" fill="hold" grpId="0" nodeType="afterEffect">
                                  <p:stCondLst>
                                    <p:cond delay="0"/>
                                  </p:stCondLst>
                                  <p:childTnLst>
                                    <p:set>
                                      <p:cBhvr>
                                        <p:cTn id="51" dur="1" fill="hold">
                                          <p:stCondLst>
                                            <p:cond delay="0"/>
                                          </p:stCondLst>
                                        </p:cTn>
                                        <p:tgtEl>
                                          <p:spTgt spid="818229"/>
                                        </p:tgtEl>
                                        <p:attrNameLst>
                                          <p:attrName>style.visibility</p:attrName>
                                        </p:attrNameLst>
                                      </p:cBhvr>
                                      <p:to>
                                        <p:strVal val="visible"/>
                                      </p:to>
                                    </p:set>
                                    <p:animEffect transition="in" filter="strips(downRight)">
                                      <p:cBhvr>
                                        <p:cTn id="52" dur="500"/>
                                        <p:tgtEl>
                                          <p:spTgt spid="818229"/>
                                        </p:tgtEl>
                                      </p:cBhvr>
                                    </p:animEffect>
                                  </p:childTnLst>
                                  <p:subTnLst>
                                    <p:audio>
                                      <p:cMediaNode>
                                        <p:cTn display="0" masterRel="sameClick">
                                          <p:stCondLst>
                                            <p:cond evt="begin" delay="0">
                                              <p:tn val="50"/>
                                            </p:cond>
                                          </p:stCondLst>
                                          <p:endCondLst>
                                            <p:cond evt="onStopAudio" delay="0">
                                              <p:tgtEl>
                                                <p:sldTgt/>
                                              </p:tgtEl>
                                            </p:cond>
                                          </p:endCondLst>
                                        </p:cTn>
                                        <p:tgtEl>
                                          <p:sndTgt r:embed="rId5" name="laser.wav"/>
                                        </p:tgtEl>
                                      </p:cMediaNode>
                                    </p:audio>
                                  </p:subTnLst>
                                </p:cTn>
                              </p:par>
                            </p:childTnLst>
                          </p:cTn>
                        </p:par>
                      </p:childTnLst>
                    </p:cTn>
                  </p:par>
                  <p:par>
                    <p:cTn id="53" fill="hold">
                      <p:stCondLst>
                        <p:cond delay="indefinite"/>
                      </p:stCondLst>
                      <p:childTnLst>
                        <p:par>
                          <p:cTn id="54" fill="hold">
                            <p:stCondLst>
                              <p:cond delay="0"/>
                            </p:stCondLst>
                            <p:childTnLst>
                              <p:par>
                                <p:cTn id="55" presetID="18" presetClass="entr" presetSubtype="12" fill="hold" grpId="0" nodeType="clickEffect">
                                  <p:stCondLst>
                                    <p:cond delay="0"/>
                                  </p:stCondLst>
                                  <p:childTnLst>
                                    <p:set>
                                      <p:cBhvr>
                                        <p:cTn id="56" dur="1" fill="hold">
                                          <p:stCondLst>
                                            <p:cond delay="0"/>
                                          </p:stCondLst>
                                        </p:cTn>
                                        <p:tgtEl>
                                          <p:spTgt spid="818214"/>
                                        </p:tgtEl>
                                        <p:attrNameLst>
                                          <p:attrName>style.visibility</p:attrName>
                                        </p:attrNameLst>
                                      </p:cBhvr>
                                      <p:to>
                                        <p:strVal val="visible"/>
                                      </p:to>
                                    </p:set>
                                    <p:animEffect transition="in" filter="strips(downLeft)">
                                      <p:cBhvr>
                                        <p:cTn id="57" dur="1000"/>
                                        <p:tgtEl>
                                          <p:spTgt spid="818214"/>
                                        </p:tgtEl>
                                      </p:cBhvr>
                                    </p:animEffect>
                                  </p:childTnLst>
                                  <p:subTnLst>
                                    <p:set>
                                      <p:cBhvr override="childStyle">
                                        <p:cTn dur="1" fill="hold" display="0" masterRel="sameClick" afterEffect="1">
                                          <p:stCondLst>
                                            <p:cond evt="end" delay="0">
                                              <p:tn val="55"/>
                                            </p:cond>
                                          </p:stCondLst>
                                        </p:cTn>
                                        <p:tgtEl>
                                          <p:spTgt spid="818214"/>
                                        </p:tgtEl>
                                        <p:attrNameLst>
                                          <p:attrName>style.visibility</p:attrName>
                                        </p:attrNameLst>
                                      </p:cBhvr>
                                      <p:to>
                                        <p:strVal val="hidden"/>
                                      </p:to>
                                    </p:set>
                                    <p:audio>
                                      <p:cMediaNode>
                                        <p:cTn display="0" masterRel="sameClick">
                                          <p:stCondLst>
                                            <p:cond evt="begin" delay="0">
                                              <p:tn val="55"/>
                                            </p:cond>
                                          </p:stCondLst>
                                          <p:endCondLst>
                                            <p:cond evt="onStopAudio" delay="0">
                                              <p:tgtEl>
                                                <p:sldTgt/>
                                              </p:tgtEl>
                                            </p:cond>
                                          </p:endCondLst>
                                        </p:cTn>
                                        <p:tgtEl>
                                          <p:sndTgt r:embed="rId4" name="chimes.wav"/>
                                        </p:tgtEl>
                                      </p:cMediaNode>
                                    </p:audio>
                                  </p:subTnLst>
                                </p:cTn>
                              </p:par>
                            </p:childTnLst>
                          </p:cTn>
                        </p:par>
                        <p:par>
                          <p:cTn id="58" fill="hold">
                            <p:stCondLst>
                              <p:cond delay="1000"/>
                            </p:stCondLst>
                            <p:childTnLst>
                              <p:par>
                                <p:cTn id="59" presetID="3" presetClass="entr" presetSubtype="10" fill="hold" grpId="0" nodeType="afterEffect">
                                  <p:stCondLst>
                                    <p:cond delay="0"/>
                                  </p:stCondLst>
                                  <p:childTnLst>
                                    <p:set>
                                      <p:cBhvr>
                                        <p:cTn id="60" dur="1" fill="hold">
                                          <p:stCondLst>
                                            <p:cond delay="0"/>
                                          </p:stCondLst>
                                        </p:cTn>
                                        <p:tgtEl>
                                          <p:spTgt spid="818197"/>
                                        </p:tgtEl>
                                        <p:attrNameLst>
                                          <p:attrName>style.visibility</p:attrName>
                                        </p:attrNameLst>
                                      </p:cBhvr>
                                      <p:to>
                                        <p:strVal val="visible"/>
                                      </p:to>
                                    </p:set>
                                    <p:animEffect transition="in" filter="blinds(horizontal)">
                                      <p:cBhvr>
                                        <p:cTn id="61" dur="500"/>
                                        <p:tgtEl>
                                          <p:spTgt spid="818197"/>
                                        </p:tgtEl>
                                      </p:cBhvr>
                                    </p:animEffect>
                                  </p:childTnLst>
                                  <p:subTnLst>
                                    <p:audio>
                                      <p:cMediaNode>
                                        <p:cTn display="0" masterRel="sameClick">
                                          <p:stCondLst>
                                            <p:cond evt="begin" delay="0">
                                              <p:tn val="59"/>
                                            </p:cond>
                                          </p:stCondLst>
                                          <p:endCondLst>
                                            <p:cond evt="onStopAudio" delay="0">
                                              <p:tgtEl>
                                                <p:sldTgt/>
                                              </p:tgtEl>
                                            </p:cond>
                                          </p:endCondLst>
                                        </p:cTn>
                                        <p:tgtEl>
                                          <p:sndTgt r:embed="rId6" name="type.wav"/>
                                        </p:tgtEl>
                                      </p:cMediaNode>
                                    </p:audio>
                                  </p:subTnLst>
                                </p:cTn>
                              </p:par>
                            </p:childTnLst>
                          </p:cTn>
                        </p:par>
                        <p:par>
                          <p:cTn id="62" fill="hold">
                            <p:stCondLst>
                              <p:cond delay="1500"/>
                            </p:stCondLst>
                            <p:childTnLst>
                              <p:par>
                                <p:cTn id="63" presetID="18" presetClass="entr" presetSubtype="12" fill="hold" grpId="0" nodeType="afterEffect">
                                  <p:stCondLst>
                                    <p:cond delay="0"/>
                                  </p:stCondLst>
                                  <p:childTnLst>
                                    <p:set>
                                      <p:cBhvr>
                                        <p:cTn id="64" dur="1" fill="hold">
                                          <p:stCondLst>
                                            <p:cond delay="0"/>
                                          </p:stCondLst>
                                        </p:cTn>
                                        <p:tgtEl>
                                          <p:spTgt spid="818216"/>
                                        </p:tgtEl>
                                        <p:attrNameLst>
                                          <p:attrName>style.visibility</p:attrName>
                                        </p:attrNameLst>
                                      </p:cBhvr>
                                      <p:to>
                                        <p:strVal val="visible"/>
                                      </p:to>
                                    </p:set>
                                    <p:animEffect transition="in" filter="strips(downLeft)">
                                      <p:cBhvr>
                                        <p:cTn id="65" dur="1000"/>
                                        <p:tgtEl>
                                          <p:spTgt spid="818216"/>
                                        </p:tgtEl>
                                      </p:cBhvr>
                                    </p:animEffect>
                                  </p:childTnLst>
                                  <p:subTnLst>
                                    <p:set>
                                      <p:cBhvr override="childStyle">
                                        <p:cTn dur="1" fill="hold" display="0" masterRel="sameClick" afterEffect="1">
                                          <p:stCondLst>
                                            <p:cond evt="end" delay="0">
                                              <p:tn val="63"/>
                                            </p:cond>
                                          </p:stCondLst>
                                        </p:cTn>
                                        <p:tgtEl>
                                          <p:spTgt spid="818216"/>
                                        </p:tgtEl>
                                        <p:attrNameLst>
                                          <p:attrName>style.visibility</p:attrName>
                                        </p:attrNameLst>
                                      </p:cBhvr>
                                      <p:to>
                                        <p:strVal val="hidden"/>
                                      </p:to>
                                    </p:set>
                                    <p:audio>
                                      <p:cMediaNode>
                                        <p:cTn display="0" masterRel="sameClick">
                                          <p:stCondLst>
                                            <p:cond evt="begin" delay="0">
                                              <p:tn val="63"/>
                                            </p:cond>
                                          </p:stCondLst>
                                          <p:endCondLst>
                                            <p:cond evt="onStopAudio" delay="0">
                                              <p:tgtEl>
                                                <p:sldTgt/>
                                              </p:tgtEl>
                                            </p:cond>
                                          </p:endCondLst>
                                        </p:cTn>
                                        <p:tgtEl>
                                          <p:sndTgt r:embed="rId4" name="chimes.wav"/>
                                        </p:tgtEl>
                                      </p:cMediaNode>
                                    </p:audio>
                                  </p:subTnLst>
                                </p:cTn>
                              </p:par>
                            </p:childTnLst>
                          </p:cTn>
                        </p:par>
                        <p:par>
                          <p:cTn id="66" fill="hold">
                            <p:stCondLst>
                              <p:cond delay="2500"/>
                            </p:stCondLst>
                            <p:childTnLst>
                              <p:par>
                                <p:cTn id="67" presetID="3" presetClass="entr" presetSubtype="10" fill="hold" grpId="0" nodeType="afterEffect">
                                  <p:stCondLst>
                                    <p:cond delay="0"/>
                                  </p:stCondLst>
                                  <p:childTnLst>
                                    <p:set>
                                      <p:cBhvr>
                                        <p:cTn id="68" dur="1" fill="hold">
                                          <p:stCondLst>
                                            <p:cond delay="0"/>
                                          </p:stCondLst>
                                        </p:cTn>
                                        <p:tgtEl>
                                          <p:spTgt spid="818215"/>
                                        </p:tgtEl>
                                        <p:attrNameLst>
                                          <p:attrName>style.visibility</p:attrName>
                                        </p:attrNameLst>
                                      </p:cBhvr>
                                      <p:to>
                                        <p:strVal val="visible"/>
                                      </p:to>
                                    </p:set>
                                    <p:animEffect transition="in" filter="blinds(horizontal)">
                                      <p:cBhvr>
                                        <p:cTn id="69" dur="500"/>
                                        <p:tgtEl>
                                          <p:spTgt spid="818215"/>
                                        </p:tgtEl>
                                      </p:cBhvr>
                                    </p:animEffect>
                                  </p:childTnLst>
                                  <p:subTnLst>
                                    <p:audio>
                                      <p:cMediaNode>
                                        <p:cTn display="0" masterRel="sameClick">
                                          <p:stCondLst>
                                            <p:cond evt="begin" delay="0">
                                              <p:tn val="67"/>
                                            </p:cond>
                                          </p:stCondLst>
                                          <p:endCondLst>
                                            <p:cond evt="onStopAudio" delay="0">
                                              <p:tgtEl>
                                                <p:sldTgt/>
                                              </p:tgtEl>
                                            </p:cond>
                                          </p:endCondLst>
                                        </p:cTn>
                                        <p:tgtEl>
                                          <p:sndTgt r:embed="rId6" name="type.wav"/>
                                        </p:tgtEl>
                                      </p:cMediaNode>
                                    </p:audio>
                                  </p:subTnLst>
                                </p:cTn>
                              </p:par>
                            </p:childTnLst>
                          </p:cTn>
                        </p:par>
                        <p:par>
                          <p:cTn id="70" fill="hold">
                            <p:stCondLst>
                              <p:cond delay="3000"/>
                            </p:stCondLst>
                            <p:childTnLst>
                              <p:par>
                                <p:cTn id="71" presetID="18" presetClass="entr" presetSubtype="12" fill="hold" grpId="0" nodeType="afterEffect">
                                  <p:stCondLst>
                                    <p:cond delay="0"/>
                                  </p:stCondLst>
                                  <p:childTnLst>
                                    <p:set>
                                      <p:cBhvr>
                                        <p:cTn id="72" dur="1" fill="hold">
                                          <p:stCondLst>
                                            <p:cond delay="0"/>
                                          </p:stCondLst>
                                        </p:cTn>
                                        <p:tgtEl>
                                          <p:spTgt spid="818218"/>
                                        </p:tgtEl>
                                        <p:attrNameLst>
                                          <p:attrName>style.visibility</p:attrName>
                                        </p:attrNameLst>
                                      </p:cBhvr>
                                      <p:to>
                                        <p:strVal val="visible"/>
                                      </p:to>
                                    </p:set>
                                    <p:animEffect transition="in" filter="strips(downLeft)">
                                      <p:cBhvr>
                                        <p:cTn id="73" dur="1000"/>
                                        <p:tgtEl>
                                          <p:spTgt spid="818218"/>
                                        </p:tgtEl>
                                      </p:cBhvr>
                                    </p:animEffect>
                                  </p:childTnLst>
                                  <p:subTnLst>
                                    <p:set>
                                      <p:cBhvr override="childStyle">
                                        <p:cTn dur="1" fill="hold" display="0" masterRel="sameClick" afterEffect="1">
                                          <p:stCondLst>
                                            <p:cond evt="end" delay="0">
                                              <p:tn val="71"/>
                                            </p:cond>
                                          </p:stCondLst>
                                        </p:cTn>
                                        <p:tgtEl>
                                          <p:spTgt spid="818218"/>
                                        </p:tgtEl>
                                        <p:attrNameLst>
                                          <p:attrName>style.visibility</p:attrName>
                                        </p:attrNameLst>
                                      </p:cBhvr>
                                      <p:to>
                                        <p:strVal val="hidden"/>
                                      </p:to>
                                    </p:set>
                                    <p:audio>
                                      <p:cMediaNode>
                                        <p:cTn display="0" masterRel="sameClick">
                                          <p:stCondLst>
                                            <p:cond evt="begin" delay="0">
                                              <p:tn val="71"/>
                                            </p:cond>
                                          </p:stCondLst>
                                          <p:endCondLst>
                                            <p:cond evt="onStopAudio" delay="0">
                                              <p:tgtEl>
                                                <p:sldTgt/>
                                              </p:tgtEl>
                                            </p:cond>
                                          </p:endCondLst>
                                        </p:cTn>
                                        <p:tgtEl>
                                          <p:sndTgt r:embed="rId4" name="chimes.wav"/>
                                        </p:tgtEl>
                                      </p:cMediaNode>
                                    </p:audio>
                                  </p:subTnLst>
                                </p:cTn>
                              </p:par>
                            </p:childTnLst>
                          </p:cTn>
                        </p:par>
                        <p:par>
                          <p:cTn id="74" fill="hold">
                            <p:stCondLst>
                              <p:cond delay="4000"/>
                            </p:stCondLst>
                            <p:childTnLst>
                              <p:par>
                                <p:cTn id="75" presetID="3" presetClass="entr" presetSubtype="10" fill="hold" grpId="0" nodeType="afterEffect">
                                  <p:stCondLst>
                                    <p:cond delay="0"/>
                                  </p:stCondLst>
                                  <p:childTnLst>
                                    <p:set>
                                      <p:cBhvr>
                                        <p:cTn id="76" dur="1" fill="hold">
                                          <p:stCondLst>
                                            <p:cond delay="0"/>
                                          </p:stCondLst>
                                        </p:cTn>
                                        <p:tgtEl>
                                          <p:spTgt spid="818217"/>
                                        </p:tgtEl>
                                        <p:attrNameLst>
                                          <p:attrName>style.visibility</p:attrName>
                                        </p:attrNameLst>
                                      </p:cBhvr>
                                      <p:to>
                                        <p:strVal val="visible"/>
                                      </p:to>
                                    </p:set>
                                    <p:animEffect transition="in" filter="blinds(horizontal)">
                                      <p:cBhvr>
                                        <p:cTn id="77" dur="500"/>
                                        <p:tgtEl>
                                          <p:spTgt spid="818217"/>
                                        </p:tgtEl>
                                      </p:cBhvr>
                                    </p:animEffect>
                                  </p:childTnLst>
                                  <p:subTnLst>
                                    <p:audio>
                                      <p:cMediaNode>
                                        <p:cTn display="0" masterRel="sameClick">
                                          <p:stCondLst>
                                            <p:cond evt="begin" delay="0">
                                              <p:tn val="75"/>
                                            </p:cond>
                                          </p:stCondLst>
                                          <p:endCondLst>
                                            <p:cond evt="onStopAudio" delay="0">
                                              <p:tgtEl>
                                                <p:sldTgt/>
                                              </p:tgtEl>
                                            </p:cond>
                                          </p:endCondLst>
                                        </p:cTn>
                                        <p:tgtEl>
                                          <p:sndTgt r:embed="rId6" name="type.wav"/>
                                        </p:tgtEl>
                                      </p:cMediaNode>
                                    </p:audio>
                                  </p:subTnLst>
                                </p:cTn>
                              </p:par>
                            </p:childTnLst>
                          </p:cTn>
                        </p:par>
                        <p:par>
                          <p:cTn id="78" fill="hold">
                            <p:stCondLst>
                              <p:cond delay="4500"/>
                            </p:stCondLst>
                            <p:childTnLst>
                              <p:par>
                                <p:cTn id="79" presetID="18" presetClass="entr" presetSubtype="12" fill="hold" grpId="0" nodeType="afterEffect">
                                  <p:stCondLst>
                                    <p:cond delay="0"/>
                                  </p:stCondLst>
                                  <p:childTnLst>
                                    <p:set>
                                      <p:cBhvr>
                                        <p:cTn id="80" dur="1" fill="hold">
                                          <p:stCondLst>
                                            <p:cond delay="0"/>
                                          </p:stCondLst>
                                        </p:cTn>
                                        <p:tgtEl>
                                          <p:spTgt spid="818219"/>
                                        </p:tgtEl>
                                        <p:attrNameLst>
                                          <p:attrName>style.visibility</p:attrName>
                                        </p:attrNameLst>
                                      </p:cBhvr>
                                      <p:to>
                                        <p:strVal val="visible"/>
                                      </p:to>
                                    </p:set>
                                    <p:animEffect transition="in" filter="strips(downLeft)">
                                      <p:cBhvr>
                                        <p:cTn id="81" dur="1000"/>
                                        <p:tgtEl>
                                          <p:spTgt spid="818219"/>
                                        </p:tgtEl>
                                      </p:cBhvr>
                                    </p:animEffect>
                                  </p:childTnLst>
                                  <p:subTnLst>
                                    <p:set>
                                      <p:cBhvr override="childStyle">
                                        <p:cTn dur="1" fill="hold" display="0" masterRel="sameClick" afterEffect="1">
                                          <p:stCondLst>
                                            <p:cond evt="end" delay="0">
                                              <p:tn val="79"/>
                                            </p:cond>
                                          </p:stCondLst>
                                        </p:cTn>
                                        <p:tgtEl>
                                          <p:spTgt spid="818219"/>
                                        </p:tgtEl>
                                        <p:attrNameLst>
                                          <p:attrName>style.visibility</p:attrName>
                                        </p:attrNameLst>
                                      </p:cBhvr>
                                      <p:to>
                                        <p:strVal val="hidden"/>
                                      </p:to>
                                    </p:set>
                                    <p:audio>
                                      <p:cMediaNode>
                                        <p:cTn display="0" masterRel="sameClick">
                                          <p:stCondLst>
                                            <p:cond evt="begin" delay="0">
                                              <p:tn val="79"/>
                                            </p:cond>
                                          </p:stCondLst>
                                          <p:endCondLst>
                                            <p:cond evt="onStopAudio" delay="0">
                                              <p:tgtEl>
                                                <p:sldTgt/>
                                              </p:tgtEl>
                                            </p:cond>
                                          </p:endCondLst>
                                        </p:cTn>
                                        <p:tgtEl>
                                          <p:sndTgt r:embed="rId4" name="chimes.wav"/>
                                        </p:tgtEl>
                                      </p:cMediaNode>
                                    </p:audio>
                                  </p:subTnLst>
                                </p:cTn>
                              </p:par>
                            </p:childTnLst>
                          </p:cTn>
                        </p:par>
                        <p:par>
                          <p:cTn id="82" fill="hold">
                            <p:stCondLst>
                              <p:cond delay="5500"/>
                            </p:stCondLst>
                            <p:childTnLst>
                              <p:par>
                                <p:cTn id="83" presetID="3" presetClass="entr" presetSubtype="10" fill="hold" grpId="0" nodeType="afterEffect">
                                  <p:stCondLst>
                                    <p:cond delay="0"/>
                                  </p:stCondLst>
                                  <p:childTnLst>
                                    <p:set>
                                      <p:cBhvr>
                                        <p:cTn id="84" dur="1" fill="hold">
                                          <p:stCondLst>
                                            <p:cond delay="0"/>
                                          </p:stCondLst>
                                        </p:cTn>
                                        <p:tgtEl>
                                          <p:spTgt spid="818220"/>
                                        </p:tgtEl>
                                        <p:attrNameLst>
                                          <p:attrName>style.visibility</p:attrName>
                                        </p:attrNameLst>
                                      </p:cBhvr>
                                      <p:to>
                                        <p:strVal val="visible"/>
                                      </p:to>
                                    </p:set>
                                    <p:animEffect transition="in" filter="blinds(horizontal)">
                                      <p:cBhvr>
                                        <p:cTn id="85" dur="500"/>
                                        <p:tgtEl>
                                          <p:spTgt spid="818220"/>
                                        </p:tgtEl>
                                      </p:cBhvr>
                                    </p:animEffect>
                                  </p:childTnLst>
                                  <p:subTnLst>
                                    <p:audio>
                                      <p:cMediaNode>
                                        <p:cTn display="0" masterRel="sameClick">
                                          <p:stCondLst>
                                            <p:cond evt="begin" delay="0">
                                              <p:tn val="83"/>
                                            </p:cond>
                                          </p:stCondLst>
                                          <p:endCondLst>
                                            <p:cond evt="onStopAudio" delay="0">
                                              <p:tgtEl>
                                                <p:sldTgt/>
                                              </p:tgtEl>
                                            </p:cond>
                                          </p:endCondLst>
                                        </p:cTn>
                                        <p:tgtEl>
                                          <p:sndTgt r:embed="rId6" name="type.wav"/>
                                        </p:tgtEl>
                                      </p:cMediaNode>
                                    </p:audio>
                                  </p:subTnLst>
                                </p:cTn>
                              </p:par>
                            </p:childTnLst>
                          </p:cTn>
                        </p:par>
                        <p:par>
                          <p:cTn id="86" fill="hold">
                            <p:stCondLst>
                              <p:cond delay="6000"/>
                            </p:stCondLst>
                            <p:childTnLst>
                              <p:par>
                                <p:cTn id="87" presetID="18" presetClass="entr" presetSubtype="12" fill="hold" nodeType="afterEffect">
                                  <p:stCondLst>
                                    <p:cond delay="0"/>
                                  </p:stCondLst>
                                  <p:childTnLst>
                                    <p:set>
                                      <p:cBhvr>
                                        <p:cTn id="88" dur="1" fill="hold">
                                          <p:stCondLst>
                                            <p:cond delay="0"/>
                                          </p:stCondLst>
                                        </p:cTn>
                                        <p:tgtEl>
                                          <p:spTgt spid="818227"/>
                                        </p:tgtEl>
                                        <p:attrNameLst>
                                          <p:attrName>style.visibility</p:attrName>
                                        </p:attrNameLst>
                                      </p:cBhvr>
                                      <p:to>
                                        <p:strVal val="visible"/>
                                      </p:to>
                                    </p:set>
                                    <p:animEffect transition="in" filter="strips(downLeft)">
                                      <p:cBhvr>
                                        <p:cTn id="89" dur="500"/>
                                        <p:tgtEl>
                                          <p:spTgt spid="818227"/>
                                        </p:tgtEl>
                                      </p:cBhvr>
                                    </p:animEffect>
                                  </p:childTnLst>
                                  <p:subTnLst>
                                    <p:audio>
                                      <p:cMediaNode>
                                        <p:cTn display="0" masterRel="sameClick">
                                          <p:stCondLst>
                                            <p:cond evt="begin" delay="0">
                                              <p:tn val="87"/>
                                            </p:cond>
                                          </p:stCondLst>
                                          <p:endCondLst>
                                            <p:cond evt="onStopAudio" delay="0">
                                              <p:tgtEl>
                                                <p:sldTgt/>
                                              </p:tgtEl>
                                            </p:cond>
                                          </p:endCondLst>
                                        </p:cTn>
                                        <p:tgtEl>
                                          <p:sndTgt r:embed="rId3" name="camera.wav"/>
                                        </p:tgtEl>
                                      </p:cMediaNode>
                                    </p:audio>
                                  </p:subTnLst>
                                </p:cTn>
                              </p:par>
                            </p:childTnLst>
                          </p:cTn>
                        </p:par>
                        <p:par>
                          <p:cTn id="90" fill="hold">
                            <p:stCondLst>
                              <p:cond delay="6500"/>
                            </p:stCondLst>
                            <p:childTnLst>
                              <p:par>
                                <p:cTn id="91" presetID="18" presetClass="entr" presetSubtype="9" fill="hold" grpId="0" nodeType="afterEffect">
                                  <p:stCondLst>
                                    <p:cond delay="0"/>
                                  </p:stCondLst>
                                  <p:childTnLst>
                                    <p:set>
                                      <p:cBhvr>
                                        <p:cTn id="92" dur="1" fill="hold">
                                          <p:stCondLst>
                                            <p:cond delay="0"/>
                                          </p:stCondLst>
                                        </p:cTn>
                                        <p:tgtEl>
                                          <p:spTgt spid="818210"/>
                                        </p:tgtEl>
                                        <p:attrNameLst>
                                          <p:attrName>style.visibility</p:attrName>
                                        </p:attrNameLst>
                                      </p:cBhvr>
                                      <p:to>
                                        <p:strVal val="visible"/>
                                      </p:to>
                                    </p:set>
                                    <p:animEffect transition="in" filter="strips(upLeft)">
                                      <p:cBhvr>
                                        <p:cTn id="93" dur="500"/>
                                        <p:tgtEl>
                                          <p:spTgt spid="818210"/>
                                        </p:tgtEl>
                                      </p:cBhvr>
                                    </p:animEffect>
                                  </p:childTnLst>
                                  <p:subTnLst>
                                    <p:audio>
                                      <p:cMediaNode>
                                        <p:cTn display="0" masterRel="sameClick">
                                          <p:stCondLst>
                                            <p:cond evt="begin" delay="0">
                                              <p:tn val="91"/>
                                            </p:cond>
                                          </p:stCondLst>
                                          <p:endCondLst>
                                            <p:cond evt="onStopAudio" delay="0">
                                              <p:tgtEl>
                                                <p:sldTgt/>
                                              </p:tgtEl>
                                            </p:cond>
                                          </p:endCondLst>
                                        </p:cTn>
                                        <p:tgtEl>
                                          <p:sndTgt r:embed="rId5" name="laser.wav"/>
                                        </p:tgtEl>
                                      </p:cMediaNode>
                                    </p:audio>
                                  </p:subTnLst>
                                </p:cTn>
                              </p:par>
                            </p:childTnLst>
                          </p:cTn>
                        </p:par>
                      </p:childTnLst>
                    </p:cTn>
                  </p:par>
                  <p:par>
                    <p:cTn id="94" fill="hold">
                      <p:stCondLst>
                        <p:cond delay="indefinite"/>
                      </p:stCondLst>
                      <p:childTnLst>
                        <p:par>
                          <p:cTn id="95" fill="hold">
                            <p:stCondLst>
                              <p:cond delay="0"/>
                            </p:stCondLst>
                            <p:childTnLst>
                              <p:par>
                                <p:cTn id="96" presetID="4" presetClass="entr" presetSubtype="32" fill="hold" grpId="0" nodeType="clickEffect">
                                  <p:stCondLst>
                                    <p:cond delay="0"/>
                                  </p:stCondLst>
                                  <p:childTnLst>
                                    <p:set>
                                      <p:cBhvr>
                                        <p:cTn id="97" dur="1" fill="hold">
                                          <p:stCondLst>
                                            <p:cond delay="0"/>
                                          </p:stCondLst>
                                        </p:cTn>
                                        <p:tgtEl>
                                          <p:spTgt spid="818230"/>
                                        </p:tgtEl>
                                        <p:attrNameLst>
                                          <p:attrName>style.visibility</p:attrName>
                                        </p:attrNameLst>
                                      </p:cBhvr>
                                      <p:to>
                                        <p:strVal val="visible"/>
                                      </p:to>
                                    </p:set>
                                    <p:animEffect transition="in" filter="box(out)">
                                      <p:cBhvr>
                                        <p:cTn id="98" dur="500"/>
                                        <p:tgtEl>
                                          <p:spTgt spid="818230"/>
                                        </p:tgtEl>
                                      </p:cBhvr>
                                    </p:animEffect>
                                  </p:childTnLst>
                                  <p:subTnLst>
                                    <p:audio>
                                      <p:cMediaNode>
                                        <p:cTn display="0" masterRel="sameClick">
                                          <p:stCondLst>
                                            <p:cond evt="begin" delay="0">
                                              <p:tn val="96"/>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8178" grpId="0" animBg="1"/>
      <p:bldP spid="818184" grpId="0" build="p" bldLvl="5"/>
      <p:bldP spid="818187" grpId="0" build="p" bldLvl="5"/>
      <p:bldP spid="818189" grpId="0"/>
      <p:bldP spid="818190" grpId="0" animBg="1"/>
      <p:bldP spid="818191" grpId="0"/>
      <p:bldP spid="818197" grpId="0" animBg="1"/>
      <p:bldP spid="818210" grpId="0" animBg="1"/>
      <p:bldP spid="818214" grpId="0" animBg="1"/>
      <p:bldP spid="818215" grpId="0" animBg="1"/>
      <p:bldP spid="818216" grpId="0" animBg="1"/>
      <p:bldP spid="818217" grpId="0" animBg="1"/>
      <p:bldP spid="818218" grpId="0" animBg="1"/>
      <p:bldP spid="818219" grpId="0" animBg="1"/>
      <p:bldP spid="818220" grpId="0" animBg="1"/>
      <p:bldP spid="818229" grpId="0" animBg="1"/>
      <p:bldP spid="818230" grpId="0" animBg="1"/>
      <p:bldP spid="36" grpId="0" build="p" bldLvl="5"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0226" name="AutoShape 2"/>
          <p:cNvSpPr>
            <a:spLocks noChangeArrowheads="1"/>
          </p:cNvSpPr>
          <p:nvPr/>
        </p:nvSpPr>
        <p:spPr bwMode="auto">
          <a:xfrm rot="5400000">
            <a:off x="7985401" y="3704191"/>
            <a:ext cx="504825" cy="360362"/>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C01920"/>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C01920"/>
            </a:extrusionClr>
          </a:sp3d>
        </p:spPr>
        <p:txBody>
          <a:bodyPr wrap="none" anchor="ctr">
            <a:flatTx/>
          </a:bodyPr>
          <a:lstStyle/>
          <a:p>
            <a:endParaRPr lang="zh-CN" altLang="en-US"/>
          </a:p>
        </p:txBody>
      </p:sp>
      <p:sp>
        <p:nvSpPr>
          <p:cNvPr id="820231" name="Text Box 7"/>
          <p:cNvSpPr txBox="1">
            <a:spLocks noChangeArrowheads="1"/>
          </p:cNvSpPr>
          <p:nvPr/>
        </p:nvSpPr>
        <p:spPr bwMode="auto">
          <a:xfrm>
            <a:off x="958160" y="1473273"/>
            <a:ext cx="2736354" cy="457200"/>
          </a:xfrm>
          <a:prstGeom prst="rect">
            <a:avLst/>
          </a:prstGeom>
          <a:noFill/>
          <a:ln w="9525">
            <a:noFill/>
            <a:miter lim="800000"/>
            <a:headEnd/>
            <a:tailEnd/>
          </a:ln>
          <a:effectLst/>
        </p:spPr>
        <p:txBody>
          <a:bodyPr wrap="square">
            <a:spAutoFit/>
          </a:bodyPr>
          <a:lstStyle/>
          <a:p>
            <a:pPr marL="457200" indent="-457200">
              <a:spcBef>
                <a:spcPct val="50000"/>
              </a:spcBef>
              <a:buFont typeface="Wingdings" pitchFamily="2" charset="2"/>
              <a:buChar char="Ø"/>
            </a:pPr>
            <a:r>
              <a:rPr lang="zh-CN" altLang="zh-CN" b="1" dirty="0">
                <a:solidFill>
                  <a:srgbClr val="C01920"/>
                </a:solidFill>
                <a:latin typeface="+mn-lt"/>
                <a:ea typeface="楷体" pitchFamily="49" charset="-122"/>
              </a:rPr>
              <a:t>自动转换</a:t>
            </a:r>
            <a:r>
              <a:rPr lang="zh-CN" altLang="en-US" b="1" dirty="0">
                <a:solidFill>
                  <a:srgbClr val="C01920"/>
                </a:solidFill>
                <a:latin typeface="+mn-lt"/>
                <a:ea typeface="楷体" pitchFamily="49" charset="-122"/>
              </a:rPr>
              <a:t>  </a:t>
            </a:r>
          </a:p>
        </p:txBody>
      </p:sp>
      <p:sp>
        <p:nvSpPr>
          <p:cNvPr id="820232" name="Text Box 8"/>
          <p:cNvSpPr txBox="1">
            <a:spLocks noChangeArrowheads="1"/>
          </p:cNvSpPr>
          <p:nvPr/>
        </p:nvSpPr>
        <p:spPr bwMode="auto">
          <a:xfrm>
            <a:off x="839416" y="2035696"/>
            <a:ext cx="6883400" cy="457200"/>
          </a:xfrm>
          <a:prstGeom prst="rect">
            <a:avLst/>
          </a:prstGeom>
          <a:noFill/>
          <a:ln w="9525">
            <a:noFill/>
            <a:miter lim="800000"/>
            <a:headEnd/>
            <a:tailEnd/>
          </a:ln>
          <a:effectLst/>
        </p:spPr>
        <p:txBody>
          <a:bodyPr>
            <a:spAutoFit/>
          </a:bodyPr>
          <a:lstStyle>
            <a:defPPr>
              <a:defRPr lang="zh-CN"/>
            </a:defPPr>
            <a:lvl1pPr marL="457200" indent="-457200">
              <a:spcBef>
                <a:spcPct val="50000"/>
              </a:spcBef>
              <a:defRPr b="1">
                <a:solidFill>
                  <a:srgbClr val="C01920"/>
                </a:solidFill>
                <a:latin typeface="楷体" panose="02010609060101010101" pitchFamily="49" charset="-122"/>
                <a:ea typeface="楷体" panose="02010609060101010101" pitchFamily="49" charset="-122"/>
              </a:defRPr>
            </a:lvl1pPr>
          </a:lstStyle>
          <a:p>
            <a:r>
              <a:rPr lang="en-US" altLang="zh-CN" dirty="0"/>
              <a:t>(2) </a:t>
            </a:r>
            <a:r>
              <a:rPr lang="zh-CN" altLang="en-US" dirty="0"/>
              <a:t>长长度的数据类型 → 短长度的数据类型</a:t>
            </a:r>
          </a:p>
        </p:txBody>
      </p:sp>
      <p:sp>
        <p:nvSpPr>
          <p:cNvPr id="820233" name="Rectangle 9"/>
          <p:cNvSpPr>
            <a:spLocks noChangeArrowheads="1"/>
          </p:cNvSpPr>
          <p:nvPr/>
        </p:nvSpPr>
        <p:spPr bwMode="auto">
          <a:xfrm>
            <a:off x="783588" y="2789756"/>
            <a:ext cx="3960440" cy="1384995"/>
          </a:xfrm>
          <a:prstGeom prst="rect">
            <a:avLst/>
          </a:prstGeom>
          <a:noFill/>
          <a:ln w="9525">
            <a:noFill/>
            <a:miter lim="800000"/>
            <a:headEnd/>
            <a:tailEnd/>
          </a:ln>
          <a:effectLst/>
        </p:spPr>
        <p:txBody>
          <a:bodyPr wrap="square" anchor="ctr">
            <a:spAutoFit/>
          </a:bodyPr>
          <a:lstStyle/>
          <a:p>
            <a:r>
              <a:rPr lang="zh-CN" altLang="en-US" sz="2000" b="1" dirty="0">
                <a:solidFill>
                  <a:srgbClr val="C01920"/>
                </a:solidFill>
                <a:latin typeface="+mn-lt"/>
                <a:ea typeface="楷体" pitchFamily="49" charset="-122"/>
              </a:rPr>
              <a:t>方法：</a:t>
            </a:r>
            <a:r>
              <a:rPr lang="zh-CN" altLang="en-US" sz="2000" b="1" dirty="0">
                <a:effectLst>
                  <a:outerShdw blurRad="38100" dist="38100" dir="2700000" algn="tl">
                    <a:srgbClr val="FFFFFF"/>
                  </a:outerShdw>
                </a:effectLst>
                <a:latin typeface="+mn-lt"/>
                <a:ea typeface="楷体" pitchFamily="49" charset="-122"/>
              </a:rPr>
              <a:t>直接截取长长度的数据类型数据的低位部分（长度为短长度的数据类型的长度）作为短长度数据类型的数据。</a:t>
            </a:r>
            <a:r>
              <a:rPr lang="zh-CN" altLang="en-US" dirty="0">
                <a:latin typeface="+mn-lt"/>
                <a:ea typeface="楷体" pitchFamily="49" charset="-122"/>
              </a:rPr>
              <a:t> </a:t>
            </a:r>
          </a:p>
        </p:txBody>
      </p:sp>
      <p:grpSp>
        <p:nvGrpSpPr>
          <p:cNvPr id="820261" name="Group 37"/>
          <p:cNvGrpSpPr>
            <a:grpSpLocks/>
          </p:cNvGrpSpPr>
          <p:nvPr/>
        </p:nvGrpSpPr>
        <p:grpSpPr bwMode="auto">
          <a:xfrm>
            <a:off x="7367069" y="4351101"/>
            <a:ext cx="4159250" cy="461963"/>
            <a:chOff x="2154" y="2568"/>
            <a:chExt cx="2620" cy="291"/>
          </a:xfrm>
        </p:grpSpPr>
        <p:sp>
          <p:nvSpPr>
            <p:cNvPr id="820235" name="Text Box 11"/>
            <p:cNvSpPr txBox="1">
              <a:spLocks noChangeArrowheads="1"/>
            </p:cNvSpPr>
            <p:nvPr/>
          </p:nvSpPr>
          <p:spPr bwMode="auto">
            <a:xfrm>
              <a:off x="2154" y="2568"/>
              <a:ext cx="1088" cy="291"/>
            </a:xfrm>
            <a:prstGeom prst="rect">
              <a:avLst/>
            </a:prstGeom>
            <a:solidFill>
              <a:srgbClr val="BEDFC4"/>
            </a:solidFill>
            <a:ln w="28575">
              <a:miter lim="800000"/>
              <a:headEnd/>
              <a:tailEnd/>
            </a:ln>
            <a:effectLst/>
            <a:scene3d>
              <a:camera prst="legacyObliqueTopRight"/>
              <a:lightRig rig="legacyFlat3" dir="b"/>
            </a:scene3d>
            <a:sp3d extrusionH="430200" prstMaterial="legacyMatte">
              <a:bevelT w="13500" h="13500" prst="angle"/>
              <a:bevelB w="13500" h="13500" prst="angle"/>
              <a:extrusionClr>
                <a:srgbClr val="BEDFC4"/>
              </a:extrusionClr>
            </a:sp3d>
          </p:spPr>
          <p:txBody>
            <a:bodyPr>
              <a:spAutoFit/>
              <a:flatTx/>
            </a:bodyPr>
            <a:lstStyle/>
            <a:p>
              <a:pPr algn="ctr">
                <a:spcBef>
                  <a:spcPct val="50000"/>
                </a:spcBef>
              </a:pPr>
              <a:r>
                <a:rPr lang="en-US" altLang="zh-CN" b="1">
                  <a:solidFill>
                    <a:schemeClr val="bg1"/>
                  </a:solidFill>
                </a:rPr>
                <a:t>xx………x</a:t>
              </a:r>
            </a:p>
          </p:txBody>
        </p:sp>
        <p:sp>
          <p:nvSpPr>
            <p:cNvPr id="820236" name="Rectangle 12"/>
            <p:cNvSpPr>
              <a:spLocks noChangeArrowheads="1"/>
            </p:cNvSpPr>
            <p:nvPr/>
          </p:nvSpPr>
          <p:spPr bwMode="auto">
            <a:xfrm>
              <a:off x="3370" y="2595"/>
              <a:ext cx="1404" cy="250"/>
            </a:xfrm>
            <a:prstGeom prst="rect">
              <a:avLst/>
            </a:prstGeom>
            <a:noFill/>
            <a:ln w="9525">
              <a:noFill/>
              <a:miter lim="800000"/>
              <a:headEnd/>
              <a:tailEnd/>
            </a:ln>
            <a:effectLst/>
          </p:spPr>
          <p:txBody>
            <a:bodyPr wrap="none" anchor="ctr">
              <a:spAutoFit/>
            </a:bodyPr>
            <a:lstStyle/>
            <a:p>
              <a:r>
                <a:rPr lang="zh-CN" altLang="en-US" sz="2000" b="1" dirty="0">
                  <a:solidFill>
                    <a:srgbClr val="002060"/>
                  </a:solidFill>
                  <a:ea typeface="隶书" pitchFamily="49" charset="-122"/>
                </a:rPr>
                <a:t>短长度的数据类型</a:t>
              </a:r>
            </a:p>
          </p:txBody>
        </p:sp>
      </p:grpSp>
      <p:grpSp>
        <p:nvGrpSpPr>
          <p:cNvPr id="820260" name="Group 36"/>
          <p:cNvGrpSpPr>
            <a:grpSpLocks/>
          </p:cNvGrpSpPr>
          <p:nvPr/>
        </p:nvGrpSpPr>
        <p:grpSpPr bwMode="auto">
          <a:xfrm>
            <a:off x="5711307" y="2912818"/>
            <a:ext cx="5815012" cy="469900"/>
            <a:chOff x="1111" y="1752"/>
            <a:chExt cx="3663" cy="296"/>
          </a:xfrm>
        </p:grpSpPr>
        <p:sp>
          <p:nvSpPr>
            <p:cNvPr id="820238" name="Rectangle 14"/>
            <p:cNvSpPr>
              <a:spLocks noChangeArrowheads="1"/>
            </p:cNvSpPr>
            <p:nvPr/>
          </p:nvSpPr>
          <p:spPr bwMode="auto">
            <a:xfrm>
              <a:off x="3370" y="1772"/>
              <a:ext cx="1404" cy="250"/>
            </a:xfrm>
            <a:prstGeom prst="rect">
              <a:avLst/>
            </a:prstGeom>
            <a:noFill/>
            <a:ln w="9525">
              <a:noFill/>
              <a:miter lim="800000"/>
              <a:headEnd/>
              <a:tailEnd/>
            </a:ln>
            <a:effectLst/>
          </p:spPr>
          <p:txBody>
            <a:bodyPr wrap="none" anchor="ctr">
              <a:spAutoFit/>
            </a:bodyPr>
            <a:lstStyle/>
            <a:p>
              <a:r>
                <a:rPr lang="zh-CN" altLang="en-US" sz="2000" b="1" dirty="0">
                  <a:solidFill>
                    <a:srgbClr val="002060"/>
                  </a:solidFill>
                  <a:ea typeface="隶书" pitchFamily="49" charset="-122"/>
                </a:rPr>
                <a:t>长长度的数据类型</a:t>
              </a:r>
            </a:p>
          </p:txBody>
        </p:sp>
        <p:sp>
          <p:nvSpPr>
            <p:cNvPr id="820240" name="Text Box 16"/>
            <p:cNvSpPr txBox="1">
              <a:spLocks noChangeArrowheads="1"/>
            </p:cNvSpPr>
            <p:nvPr/>
          </p:nvSpPr>
          <p:spPr bwMode="auto">
            <a:xfrm>
              <a:off x="1111" y="1752"/>
              <a:ext cx="1088" cy="291"/>
            </a:xfrm>
            <a:prstGeom prst="rect">
              <a:avLst/>
            </a:prstGeom>
            <a:solidFill>
              <a:srgbClr val="F0E5B7"/>
            </a:solidFill>
            <a:ln w="28575">
              <a:miter lim="800000"/>
              <a:headEnd/>
              <a:tailEnd/>
            </a:ln>
            <a:effectLst/>
            <a:scene3d>
              <a:camera prst="legacyObliqueTopRight"/>
              <a:lightRig rig="legacyFlat3" dir="b"/>
            </a:scene3d>
            <a:sp3d extrusionH="430200" prstMaterial="legacyMatte">
              <a:bevelT w="13500" h="13500" prst="angle"/>
              <a:bevelB w="13500" h="13500" prst="angle"/>
              <a:extrusionClr>
                <a:srgbClr val="F0E5B7"/>
              </a:extrusionClr>
            </a:sp3d>
          </p:spPr>
          <p:txBody>
            <a:bodyPr>
              <a:spAutoFit/>
              <a:flatTx/>
            </a:bodyPr>
            <a:lstStyle/>
            <a:p>
              <a:pPr algn="ctr">
                <a:spcBef>
                  <a:spcPct val="50000"/>
                </a:spcBef>
              </a:pPr>
              <a:r>
                <a:rPr lang="en-US" altLang="zh-CN" b="1" dirty="0" err="1">
                  <a:solidFill>
                    <a:srgbClr val="C01920"/>
                  </a:solidFill>
                </a:rPr>
                <a:t>yy</a:t>
              </a:r>
              <a:r>
                <a:rPr lang="en-US" altLang="zh-CN" b="1" dirty="0">
                  <a:solidFill>
                    <a:srgbClr val="C01920"/>
                  </a:solidFill>
                  <a:effectLst>
                    <a:outerShdw blurRad="38100" dist="38100" dir="2700000" algn="tl">
                      <a:srgbClr val="000000">
                        <a:alpha val="43137"/>
                      </a:srgbClr>
                    </a:outerShdw>
                  </a:effectLst>
                </a:rPr>
                <a:t>………</a:t>
              </a:r>
              <a:r>
                <a:rPr lang="en-US" altLang="zh-CN" b="1" dirty="0">
                  <a:solidFill>
                    <a:srgbClr val="C01920"/>
                  </a:solidFill>
                </a:rPr>
                <a:t>y</a:t>
              </a:r>
            </a:p>
          </p:txBody>
        </p:sp>
        <p:sp>
          <p:nvSpPr>
            <p:cNvPr id="820241" name="Text Box 17"/>
            <p:cNvSpPr txBox="1">
              <a:spLocks noChangeArrowheads="1"/>
            </p:cNvSpPr>
            <p:nvPr/>
          </p:nvSpPr>
          <p:spPr bwMode="auto">
            <a:xfrm>
              <a:off x="2192" y="1757"/>
              <a:ext cx="1088" cy="291"/>
            </a:xfrm>
            <a:prstGeom prst="rect">
              <a:avLst/>
            </a:prstGeom>
            <a:solidFill>
              <a:srgbClr val="BEDFC4"/>
            </a:solidFill>
            <a:ln w="28575">
              <a:miter lim="800000"/>
              <a:headEnd/>
              <a:tailEnd/>
            </a:ln>
            <a:effectLst/>
            <a:scene3d>
              <a:camera prst="legacyObliqueTopRight"/>
              <a:lightRig rig="legacyFlat3" dir="b"/>
            </a:scene3d>
            <a:sp3d extrusionH="430200" prstMaterial="legacyMatte">
              <a:bevelT w="13500" h="13500" prst="angle"/>
              <a:bevelB w="13500" h="13500" prst="angle"/>
              <a:extrusionClr>
                <a:srgbClr val="BEDFC4"/>
              </a:extrusionClr>
            </a:sp3d>
          </p:spPr>
          <p:txBody>
            <a:bodyPr>
              <a:spAutoFit/>
              <a:flatTx/>
            </a:bodyPr>
            <a:lstStyle/>
            <a:p>
              <a:pPr algn="ctr">
                <a:spcBef>
                  <a:spcPct val="50000"/>
                </a:spcBef>
              </a:pPr>
              <a:r>
                <a:rPr lang="en-US" altLang="zh-CN" b="1" dirty="0">
                  <a:solidFill>
                    <a:schemeClr val="bg1"/>
                  </a:solidFill>
                </a:rPr>
                <a:t>xx………x</a:t>
              </a:r>
            </a:p>
          </p:txBody>
        </p:sp>
      </p:grpSp>
      <p:sp>
        <p:nvSpPr>
          <p:cNvPr id="820262" name="Rectangle 38"/>
          <p:cNvSpPr>
            <a:spLocks noChangeArrowheads="1"/>
          </p:cNvSpPr>
          <p:nvPr/>
        </p:nvSpPr>
        <p:spPr bwMode="auto">
          <a:xfrm>
            <a:off x="4733496" y="2740010"/>
            <a:ext cx="7328636" cy="2686050"/>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zh-CN" altLang="en-US" b="1" dirty="0">
                <a:solidFill>
                  <a:srgbClr val="C01920"/>
                </a:solidFill>
                <a:latin typeface="隶书" pitchFamily="49" charset="-122"/>
                <a:ea typeface="隶书" pitchFamily="49" charset="-122"/>
              </a:rPr>
              <a:t>例如：</a:t>
            </a:r>
          </a:p>
          <a:p>
            <a:pPr indent="266700"/>
            <a:r>
              <a:rPr lang="zh-CN" altLang="en-US" dirty="0">
                <a:effectLst>
                  <a:outerShdw blurRad="38100" dist="38100" dir="2700000" algn="tl">
                    <a:srgbClr val="FFFFFF"/>
                  </a:outerShdw>
                </a:effectLst>
              </a:rPr>
              <a:t>      </a:t>
            </a:r>
            <a:r>
              <a:rPr lang="en-US" altLang="zh-CN" b="1" dirty="0">
                <a:effectLst>
                  <a:outerShdw blurRad="38100" dist="38100" dir="2700000" algn="tl">
                    <a:srgbClr val="FFFFFF"/>
                  </a:outerShdw>
                </a:effectLst>
              </a:rPr>
              <a:t>short a = -32768;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假设</a:t>
            </a:r>
            <a:r>
              <a:rPr lang="en-US" altLang="zh-CN" sz="2000" b="1" dirty="0" err="1">
                <a:solidFill>
                  <a:srgbClr val="002060"/>
                </a:solidFill>
                <a:latin typeface="+mn-lt"/>
                <a:ea typeface="楷体" pitchFamily="49" charset="-122"/>
              </a:rPr>
              <a:t>int</a:t>
            </a:r>
            <a:r>
              <a:rPr lang="zh-CN" altLang="en-US" sz="2000" b="1" dirty="0">
                <a:solidFill>
                  <a:srgbClr val="002060"/>
                </a:solidFill>
                <a:latin typeface="+mn-lt"/>
                <a:ea typeface="楷体" pitchFamily="49" charset="-122"/>
              </a:rPr>
              <a:t>数据为</a:t>
            </a:r>
            <a:r>
              <a:rPr lang="en-US" altLang="zh-CN" sz="2000" b="1" dirty="0">
                <a:solidFill>
                  <a:srgbClr val="002060"/>
                </a:solidFill>
                <a:latin typeface="+mn-lt"/>
                <a:ea typeface="楷体" pitchFamily="49" charset="-122"/>
              </a:rPr>
              <a:t>16</a:t>
            </a:r>
            <a:r>
              <a:rPr lang="zh-CN" altLang="en-US" sz="2000" b="1" dirty="0">
                <a:solidFill>
                  <a:srgbClr val="002060"/>
                </a:solidFill>
                <a:latin typeface="+mn-lt"/>
                <a:ea typeface="楷体" pitchFamily="49" charset="-122"/>
              </a:rPr>
              <a:t>位</a:t>
            </a:r>
          </a:p>
          <a:p>
            <a:pPr indent="266700"/>
            <a:r>
              <a:rPr lang="zh-CN" altLang="en-US" b="1" dirty="0">
                <a:effectLst>
                  <a:outerShdw blurRad="38100" dist="38100" dir="2700000" algn="tl">
                    <a:srgbClr val="FFFFFF"/>
                  </a:outerShdw>
                </a:effectLst>
              </a:rPr>
              <a:t>      </a:t>
            </a:r>
            <a:r>
              <a:rPr lang="en-US" altLang="zh-CN" b="1" dirty="0">
                <a:effectLst>
                  <a:outerShdw blurRad="38100" dist="38100" dir="2700000" algn="tl">
                    <a:srgbClr val="FFFFFF"/>
                  </a:outerShdw>
                </a:effectLst>
              </a:rPr>
              <a:t>unsigned long b = 0xffffaa00;</a:t>
            </a:r>
          </a:p>
          <a:p>
            <a:pPr indent="266700"/>
            <a:r>
              <a:rPr lang="en-US" altLang="zh-CN" b="1" dirty="0">
                <a:effectLst>
                  <a:outerShdw blurRad="38100" dist="38100" dir="2700000" algn="tl">
                    <a:srgbClr val="FFFFFF"/>
                  </a:outerShdw>
                </a:effectLst>
              </a:rPr>
              <a:t>      char </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a:t>
            </a:r>
          </a:p>
          <a:p>
            <a:pPr indent="266700"/>
            <a:r>
              <a:rPr lang="en-US" altLang="zh-CN" b="1" dirty="0">
                <a:effectLst>
                  <a:outerShdw blurRad="38100" dist="38100" dir="2700000" algn="tl">
                    <a:srgbClr val="FFFFFF"/>
                  </a:outerShdw>
                </a:effectLst>
              </a:rPr>
              <a:t>      short c;</a:t>
            </a:r>
          </a:p>
          <a:p>
            <a:pPr indent="266700"/>
            <a:r>
              <a:rPr lang="en-US" altLang="zh-CN" b="1" dirty="0">
                <a:solidFill>
                  <a:srgbClr val="FF0066"/>
                </a:solidFill>
                <a:effectLst>
                  <a:outerShdw blurRad="38100" dist="38100" dir="2700000" algn="tl">
                    <a:srgbClr val="000000"/>
                  </a:outerShdw>
                </a:effectLst>
              </a:rPr>
              <a:t>      </a:t>
            </a:r>
            <a:r>
              <a:rPr lang="en-US" altLang="zh-CN" b="1" dirty="0" err="1">
                <a:solidFill>
                  <a:srgbClr val="C01920"/>
                </a:solidFill>
              </a:rPr>
              <a:t>ch</a:t>
            </a:r>
            <a:r>
              <a:rPr lang="en-US" altLang="zh-CN" b="1" dirty="0">
                <a:solidFill>
                  <a:srgbClr val="C01920"/>
                </a:solidFill>
              </a:rPr>
              <a:t> = a;                        </a:t>
            </a:r>
            <a:r>
              <a:rPr lang="en-US" altLang="zh-CN" sz="2000" b="1" dirty="0">
                <a:solidFill>
                  <a:srgbClr val="002060"/>
                </a:solidFill>
                <a:latin typeface="+mn-lt"/>
                <a:ea typeface="楷体" pitchFamily="49" charset="-122"/>
              </a:rPr>
              <a:t>//</a:t>
            </a:r>
            <a:r>
              <a:rPr lang="en-US" altLang="zh-CN" sz="2000" b="1" dirty="0" err="1">
                <a:solidFill>
                  <a:srgbClr val="002060"/>
                </a:solidFill>
                <a:latin typeface="+mn-lt"/>
                <a:ea typeface="楷体" pitchFamily="49" charset="-122"/>
              </a:rPr>
              <a:t>ch</a:t>
            </a:r>
            <a:r>
              <a:rPr lang="zh-CN" altLang="en-US" sz="2000" b="1" dirty="0">
                <a:solidFill>
                  <a:srgbClr val="002060"/>
                </a:solidFill>
                <a:latin typeface="+mn-lt"/>
                <a:ea typeface="楷体" pitchFamily="49" charset="-122"/>
              </a:rPr>
              <a:t>的值将是</a:t>
            </a:r>
            <a:r>
              <a:rPr lang="en-US" altLang="zh-CN" sz="2000" b="1" dirty="0">
                <a:solidFill>
                  <a:srgbClr val="002060"/>
                </a:solidFill>
                <a:latin typeface="+mn-lt"/>
                <a:ea typeface="楷体" pitchFamily="49" charset="-122"/>
              </a:rPr>
              <a:t>0</a:t>
            </a:r>
          </a:p>
          <a:p>
            <a:pPr indent="266700"/>
            <a:r>
              <a:rPr lang="en-US" altLang="zh-CN" b="1" dirty="0">
                <a:solidFill>
                  <a:srgbClr val="FF0066"/>
                </a:solidFill>
                <a:effectLst>
                  <a:outerShdw blurRad="38100" dist="38100" dir="2700000" algn="tl">
                    <a:srgbClr val="000000"/>
                  </a:outerShdw>
                </a:effectLst>
              </a:rPr>
              <a:t>      </a:t>
            </a:r>
            <a:r>
              <a:rPr lang="en-US" altLang="zh-CN" b="1" dirty="0">
                <a:solidFill>
                  <a:srgbClr val="C01920"/>
                </a:solidFill>
              </a:rPr>
              <a:t>c = b;                          </a:t>
            </a:r>
            <a:r>
              <a:rPr lang="en-US" altLang="zh-CN" sz="2000" b="1" dirty="0">
                <a:solidFill>
                  <a:srgbClr val="002060"/>
                </a:solidFill>
                <a:latin typeface="+mn-lt"/>
                <a:ea typeface="楷体" pitchFamily="49" charset="-122"/>
              </a:rPr>
              <a:t>//c</a:t>
            </a:r>
            <a:r>
              <a:rPr lang="zh-CN" altLang="en-US" sz="2000" b="1" dirty="0">
                <a:solidFill>
                  <a:srgbClr val="002060"/>
                </a:solidFill>
                <a:latin typeface="+mn-lt"/>
                <a:ea typeface="楷体" pitchFamily="49" charset="-122"/>
              </a:rPr>
              <a:t>的值将是</a:t>
            </a:r>
            <a:r>
              <a:rPr lang="en-US" altLang="zh-CN" sz="2000" b="1" dirty="0">
                <a:solidFill>
                  <a:srgbClr val="002060"/>
                </a:solidFill>
                <a:latin typeface="+mn-lt"/>
                <a:ea typeface="楷体" pitchFamily="49" charset="-122"/>
              </a:rPr>
              <a:t>0xaa00</a:t>
            </a:r>
          </a:p>
        </p:txBody>
      </p:sp>
      <p:sp>
        <p:nvSpPr>
          <p:cNvPr id="820263" name="Text Box 39"/>
          <p:cNvSpPr txBox="1">
            <a:spLocks noChangeArrowheads="1"/>
          </p:cNvSpPr>
          <p:nvPr/>
        </p:nvSpPr>
        <p:spPr bwMode="auto">
          <a:xfrm>
            <a:off x="911424" y="5373216"/>
            <a:ext cx="6883400" cy="457200"/>
          </a:xfrm>
          <a:prstGeom prst="rect">
            <a:avLst/>
          </a:prstGeom>
          <a:noFill/>
          <a:ln w="9525">
            <a:noFill/>
            <a:miter lim="800000"/>
            <a:headEnd/>
            <a:tailEnd/>
          </a:ln>
          <a:effectLst/>
        </p:spPr>
        <p:txBody>
          <a:bodyPr>
            <a:spAutoFit/>
          </a:bodyPr>
          <a:lstStyle>
            <a:defPPr>
              <a:defRPr lang="zh-CN"/>
            </a:defPPr>
            <a:lvl1pPr marL="457200" indent="-457200">
              <a:spcBef>
                <a:spcPct val="50000"/>
              </a:spcBef>
              <a:defRPr b="1">
                <a:solidFill>
                  <a:srgbClr val="C01920"/>
                </a:solidFill>
                <a:latin typeface="楷体" panose="02010609060101010101" pitchFamily="49" charset="-122"/>
                <a:ea typeface="楷体" panose="02010609060101010101" pitchFamily="49" charset="-122"/>
              </a:defRPr>
            </a:lvl1pPr>
          </a:lstStyle>
          <a:p>
            <a:r>
              <a:rPr lang="en-US" altLang="zh-CN" dirty="0"/>
              <a:t>(3) </a:t>
            </a:r>
            <a:r>
              <a:rPr lang="zh-CN" altLang="en-US" dirty="0"/>
              <a:t>长度相同的数据类型转换</a:t>
            </a:r>
          </a:p>
        </p:txBody>
      </p:sp>
      <p:sp>
        <p:nvSpPr>
          <p:cNvPr id="820265" name="Rectangle 41"/>
          <p:cNvSpPr>
            <a:spLocks noChangeArrowheads="1"/>
          </p:cNvSpPr>
          <p:nvPr/>
        </p:nvSpPr>
        <p:spPr bwMode="auto">
          <a:xfrm>
            <a:off x="935934" y="5826198"/>
            <a:ext cx="3719906" cy="457200"/>
          </a:xfrm>
          <a:prstGeom prst="rect">
            <a:avLst/>
          </a:prstGeom>
          <a:noFill/>
          <a:ln w="9525">
            <a:noFill/>
            <a:miter lim="800000"/>
            <a:headEnd/>
            <a:tailEnd/>
          </a:ln>
          <a:effectLst/>
        </p:spPr>
        <p:txBody>
          <a:bodyPr wrap="square" anchor="ctr">
            <a:spAutoFit/>
          </a:bodyPr>
          <a:lstStyle/>
          <a:p>
            <a:r>
              <a:rPr lang="zh-CN" altLang="en-US" sz="2000" b="1" dirty="0">
                <a:solidFill>
                  <a:srgbClr val="C01920"/>
                </a:solidFill>
                <a:latin typeface="+mn-lt"/>
                <a:ea typeface="楷体" pitchFamily="49" charset="-122"/>
              </a:rPr>
              <a:t>方法：</a:t>
            </a:r>
            <a:r>
              <a:rPr lang="zh-CN" altLang="en-US" sz="2000" b="1" dirty="0">
                <a:effectLst>
                  <a:outerShdw blurRad="38100" dist="38100" dir="2700000" algn="tl">
                    <a:srgbClr val="FFFFFF"/>
                  </a:outerShdw>
                </a:effectLst>
                <a:latin typeface="+mn-lt"/>
                <a:ea typeface="楷体" pitchFamily="49" charset="-122"/>
              </a:rPr>
              <a:t>数据按照原样复制即可。</a:t>
            </a:r>
            <a:r>
              <a:rPr lang="zh-CN" altLang="en-US" dirty="0">
                <a:latin typeface="+mn-lt"/>
                <a:ea typeface="楷体" pitchFamily="49" charset="-122"/>
              </a:rPr>
              <a:t> </a:t>
            </a:r>
          </a:p>
        </p:txBody>
      </p:sp>
      <p:sp>
        <p:nvSpPr>
          <p:cNvPr id="820266" name="Rectangle 42"/>
          <p:cNvSpPr>
            <a:spLocks noChangeArrowheads="1"/>
          </p:cNvSpPr>
          <p:nvPr/>
        </p:nvSpPr>
        <p:spPr bwMode="auto">
          <a:xfrm>
            <a:off x="4744028" y="5736927"/>
            <a:ext cx="7328636" cy="860425"/>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zh-CN" altLang="en-US" b="1" dirty="0">
                <a:solidFill>
                  <a:srgbClr val="C01920"/>
                </a:solidFill>
                <a:latin typeface="隶书" pitchFamily="49" charset="-122"/>
                <a:ea typeface="隶书" pitchFamily="49" charset="-122"/>
              </a:rPr>
              <a:t>例如：</a:t>
            </a:r>
            <a:r>
              <a:rPr lang="zh-CN" altLang="en-US" dirty="0">
                <a:solidFill>
                  <a:srgbClr val="C01920"/>
                </a:solidFill>
                <a:latin typeface="隶书" pitchFamily="49" charset="-122"/>
                <a:ea typeface="隶书" pitchFamily="49" charset="-122"/>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a = 0xffff0000;</a:t>
            </a:r>
          </a:p>
          <a:p>
            <a:pPr indent="266700"/>
            <a:r>
              <a:rPr lang="en-US" altLang="zh-CN" b="1" dirty="0">
                <a:effectLst>
                  <a:outerShdw blurRad="38100" dist="38100" dir="2700000" algn="tl">
                    <a:srgbClr val="FFFFFF"/>
                  </a:outerShdw>
                </a:effectLst>
              </a:rPr>
              <a:t>             </a:t>
            </a:r>
            <a:r>
              <a:rPr lang="en-US" altLang="zh-CN" b="1" dirty="0">
                <a:solidFill>
                  <a:srgbClr val="C01920"/>
                </a:solidFill>
              </a:rPr>
              <a:t>unsigned </a:t>
            </a:r>
            <a:r>
              <a:rPr lang="en-US" altLang="zh-CN" b="1" dirty="0" err="1">
                <a:solidFill>
                  <a:srgbClr val="C01920"/>
                </a:solidFill>
              </a:rPr>
              <a:t>int</a:t>
            </a:r>
            <a:r>
              <a:rPr lang="en-US" altLang="zh-CN" b="1" dirty="0">
                <a:solidFill>
                  <a:srgbClr val="C01920"/>
                </a:solidFill>
              </a:rPr>
              <a:t> b = a;          </a:t>
            </a:r>
            <a:r>
              <a:rPr lang="en-US" altLang="zh-CN" sz="2000" b="1" dirty="0">
                <a:solidFill>
                  <a:srgbClr val="002060"/>
                </a:solidFill>
                <a:latin typeface="+mn-lt"/>
                <a:ea typeface="楷体" pitchFamily="49" charset="-122"/>
              </a:rPr>
              <a:t>//b</a:t>
            </a:r>
            <a:r>
              <a:rPr lang="zh-CN" altLang="en-US" sz="2000" b="1" dirty="0">
                <a:solidFill>
                  <a:srgbClr val="002060"/>
                </a:solidFill>
                <a:latin typeface="+mn-lt"/>
                <a:ea typeface="楷体" pitchFamily="49" charset="-122"/>
              </a:rPr>
              <a:t>的值将是</a:t>
            </a:r>
            <a:r>
              <a:rPr lang="en-US" altLang="zh-CN" sz="2000" b="1" dirty="0">
                <a:solidFill>
                  <a:srgbClr val="002060"/>
                </a:solidFill>
                <a:latin typeface="+mn-lt"/>
                <a:ea typeface="楷体" pitchFamily="49" charset="-122"/>
              </a:rPr>
              <a:t>0xffff0000</a:t>
            </a:r>
          </a:p>
        </p:txBody>
      </p:sp>
      <p:sp>
        <p:nvSpPr>
          <p:cNvPr id="21" name="Rectangle 2">
            <a:extLst>
              <a:ext uri="{FF2B5EF4-FFF2-40B4-BE49-F238E27FC236}">
                <a16:creationId xmlns:a16="http://schemas.microsoft.com/office/drawing/2014/main" id="{D7A55518-1C77-4237-AFD1-FB23DB87EBA6}"/>
              </a:ext>
            </a:extLst>
          </p:cNvPr>
          <p:cNvSpPr txBox="1">
            <a:spLocks noChangeArrowheads="1"/>
          </p:cNvSpPr>
          <p:nvPr/>
        </p:nvSpPr>
        <p:spPr>
          <a:xfrm>
            <a:off x="783220" y="843295"/>
            <a:ext cx="7772400" cy="647700"/>
          </a:xfrm>
          <a:prstGeom prst="rect">
            <a:avLst/>
          </a:prstGeom>
        </p:spPr>
        <p:txBody>
          <a:bodyPr/>
          <a:lst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a:lstStyle>
          <a:p>
            <a:pPr algn="just">
              <a:buFontTx/>
              <a:buNone/>
            </a:pPr>
            <a:r>
              <a:rPr lang="en-US" altLang="zh-CN" kern="0" dirty="0">
                <a:solidFill>
                  <a:srgbClr val="C01920"/>
                </a:solidFill>
                <a:effectLst/>
                <a:latin typeface="楷体" panose="02010609060101010101" pitchFamily="49" charset="-122"/>
                <a:ea typeface="楷体" panose="02010609060101010101" pitchFamily="49" charset="-122"/>
              </a:rPr>
              <a:t>2. </a:t>
            </a:r>
            <a:r>
              <a:rPr lang="zh-CN" altLang="en-US" kern="0" dirty="0">
                <a:solidFill>
                  <a:srgbClr val="C01920"/>
                </a:solidFill>
                <a:effectLst/>
                <a:latin typeface="楷体" panose="02010609060101010101" pitchFamily="49" charset="-122"/>
                <a:ea typeface="楷体" panose="02010609060101010101" pitchFamily="49" charset="-122"/>
              </a:rPr>
              <a:t>强制类型转换符 </a:t>
            </a:r>
          </a:p>
        </p:txBody>
      </p:sp>
      <p:sp>
        <p:nvSpPr>
          <p:cNvPr id="22" name="Rectangle 4">
            <a:extLst>
              <a:ext uri="{FF2B5EF4-FFF2-40B4-BE49-F238E27FC236}">
                <a16:creationId xmlns:a16="http://schemas.microsoft.com/office/drawing/2014/main" id="{97B1631A-6B33-4509-B8B4-CEB8987BC97F}"/>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3.4  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语言的运算符与表达式</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 calcmode="lin" valueType="num">
                                      <p:cBhvr additive="base">
                                        <p:cTn id="7" dur="500" fill="hold"/>
                                        <p:tgtEl>
                                          <p:spTgt spid="2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20231">
                                            <p:txEl>
                                              <p:pRg st="0" end="0"/>
                                            </p:txEl>
                                          </p:spTgt>
                                        </p:tgtEl>
                                        <p:attrNameLst>
                                          <p:attrName>style.visibility</p:attrName>
                                        </p:attrNameLst>
                                      </p:cBhvr>
                                      <p:to>
                                        <p:strVal val="visible"/>
                                      </p:to>
                                    </p:set>
                                    <p:anim calcmode="lin" valueType="num">
                                      <p:cBhvr additive="base">
                                        <p:cTn id="13" dur="500" fill="hold"/>
                                        <p:tgtEl>
                                          <p:spTgt spid="820231">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2023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chimes.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820232"/>
                                        </p:tgtEl>
                                        <p:attrNameLst>
                                          <p:attrName>style.visibility</p:attrName>
                                        </p:attrNameLst>
                                      </p:cBhvr>
                                      <p:to>
                                        <p:strVal val="visible"/>
                                      </p:to>
                                    </p:set>
                                    <p:animEffect transition="in" filter="box(out)">
                                      <p:cBhvr>
                                        <p:cTn id="19" dur="500"/>
                                        <p:tgtEl>
                                          <p:spTgt spid="820232"/>
                                        </p:tgtEl>
                                      </p:cBhvr>
                                    </p:animEffec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820233">
                                            <p:txEl>
                                              <p:pRg st="0" end="0"/>
                                            </p:txEl>
                                          </p:spTgt>
                                        </p:tgtEl>
                                        <p:attrNameLst>
                                          <p:attrName>style.visibility</p:attrName>
                                        </p:attrNameLst>
                                      </p:cBhvr>
                                      <p:to>
                                        <p:strVal val="visible"/>
                                      </p:to>
                                    </p:set>
                                    <p:animEffect transition="in" filter="blinds(horizontal)">
                                      <p:cBhvr>
                                        <p:cTn id="24" dur="500"/>
                                        <p:tgtEl>
                                          <p:spTgt spid="820233">
                                            <p:txEl>
                                              <p:pRg st="0" end="0"/>
                                            </p:txEl>
                                          </p:spTgt>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820260"/>
                                        </p:tgtEl>
                                        <p:attrNameLst>
                                          <p:attrName>style.visibility</p:attrName>
                                        </p:attrNameLst>
                                      </p:cBhvr>
                                      <p:to>
                                        <p:strVal val="visible"/>
                                      </p:to>
                                    </p:set>
                                    <p:animEffect transition="in" filter="blinds(horizontal)">
                                      <p:cBhvr>
                                        <p:cTn id="29" dur="500"/>
                                        <p:tgtEl>
                                          <p:spTgt spid="820260"/>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0" fill="hold">
                      <p:stCondLst>
                        <p:cond delay="indefinite"/>
                      </p:stCondLst>
                      <p:childTnLst>
                        <p:par>
                          <p:cTn id="31" fill="hold">
                            <p:stCondLst>
                              <p:cond delay="0"/>
                            </p:stCondLst>
                            <p:childTnLst>
                              <p:par>
                                <p:cTn id="32" presetID="18" presetClass="entr" presetSubtype="12" fill="hold" grpId="0" nodeType="clickEffect">
                                  <p:stCondLst>
                                    <p:cond delay="0"/>
                                  </p:stCondLst>
                                  <p:childTnLst>
                                    <p:set>
                                      <p:cBhvr>
                                        <p:cTn id="33" dur="1" fill="hold">
                                          <p:stCondLst>
                                            <p:cond delay="0"/>
                                          </p:stCondLst>
                                        </p:cTn>
                                        <p:tgtEl>
                                          <p:spTgt spid="820226"/>
                                        </p:tgtEl>
                                        <p:attrNameLst>
                                          <p:attrName>style.visibility</p:attrName>
                                        </p:attrNameLst>
                                      </p:cBhvr>
                                      <p:to>
                                        <p:strVal val="visible"/>
                                      </p:to>
                                    </p:set>
                                    <p:animEffect transition="in" filter="strips(downLeft)">
                                      <p:cBhvr>
                                        <p:cTn id="34" dur="500"/>
                                        <p:tgtEl>
                                          <p:spTgt spid="820226"/>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par>
                          <p:cTn id="35" fill="hold">
                            <p:stCondLst>
                              <p:cond delay="500"/>
                            </p:stCondLst>
                            <p:childTnLst>
                              <p:par>
                                <p:cTn id="36" presetID="3" presetClass="entr" presetSubtype="10" fill="hold" nodeType="afterEffect">
                                  <p:stCondLst>
                                    <p:cond delay="0"/>
                                  </p:stCondLst>
                                  <p:childTnLst>
                                    <p:set>
                                      <p:cBhvr>
                                        <p:cTn id="37" dur="1" fill="hold">
                                          <p:stCondLst>
                                            <p:cond delay="0"/>
                                          </p:stCondLst>
                                        </p:cTn>
                                        <p:tgtEl>
                                          <p:spTgt spid="820261"/>
                                        </p:tgtEl>
                                        <p:attrNameLst>
                                          <p:attrName>style.visibility</p:attrName>
                                        </p:attrNameLst>
                                      </p:cBhvr>
                                      <p:to>
                                        <p:strVal val="visible"/>
                                      </p:to>
                                    </p:set>
                                    <p:animEffect transition="in" filter="blinds(horizontal)">
                                      <p:cBhvr>
                                        <p:cTn id="38" dur="500"/>
                                        <p:tgtEl>
                                          <p:spTgt spid="820261"/>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820262"/>
                                        </p:tgtEl>
                                        <p:attrNameLst>
                                          <p:attrName>style.visibility</p:attrName>
                                        </p:attrNameLst>
                                      </p:cBhvr>
                                      <p:to>
                                        <p:strVal val="visible"/>
                                      </p:to>
                                    </p:set>
                                    <p:animEffect transition="in" filter="box(out)">
                                      <p:cBhvr>
                                        <p:cTn id="43" dur="500"/>
                                        <p:tgtEl>
                                          <p:spTgt spid="820262"/>
                                        </p:tgtEl>
                                      </p:cBhvr>
                                    </p:animEffect>
                                  </p:childTnLst>
                                  <p:subTnLst>
                                    <p:set>
                                      <p:cBhvr override="childStyle">
                                        <p:cTn dur="1" fill="hold" display="0" masterRel="nextClick" afterEffect="1"/>
                                        <p:tgtEl>
                                          <p:spTgt spid="820262"/>
                                        </p:tgtEl>
                                        <p:attrNameLst>
                                          <p:attrName>style.visibility</p:attrName>
                                        </p:attrNameLst>
                                      </p:cBhvr>
                                      <p:to>
                                        <p:strVal val="hidden"/>
                                      </p:to>
                                    </p:set>
                                    <p:audio>
                                      <p:cMediaNode>
                                        <p:cTn display="0" masterRel="sameClick">
                                          <p:stCondLst>
                                            <p:cond evt="begin" delay="0">
                                              <p:tn val="41"/>
                                            </p:cond>
                                          </p:stCondLst>
                                          <p:endCondLst>
                                            <p:cond evt="onStopAudio" delay="0">
                                              <p:tgtEl>
                                                <p:sldTgt/>
                                              </p:tgtEl>
                                            </p:cond>
                                          </p:endCondLst>
                                        </p:cTn>
                                        <p:tgtEl>
                                          <p:sndTgt r:embed="rId4" name="chimes.wav"/>
                                        </p:tgtEl>
                                      </p:cMediaNode>
                                    </p:audio>
                                  </p:sub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820263"/>
                                        </p:tgtEl>
                                        <p:attrNameLst>
                                          <p:attrName>style.visibility</p:attrName>
                                        </p:attrNameLst>
                                      </p:cBhvr>
                                      <p:to>
                                        <p:strVal val="visible"/>
                                      </p:to>
                                    </p:set>
                                    <p:animEffect transition="in" filter="blinds(horizontal)">
                                      <p:cBhvr>
                                        <p:cTn id="48" dur="500"/>
                                        <p:tgtEl>
                                          <p:spTgt spid="820263"/>
                                        </p:tgtEl>
                                      </p:cBhvr>
                                    </p:animEffect>
                                  </p:childTnLst>
                                  <p:subTnLst>
                                    <p:audio>
                                      <p:cMediaNode>
                                        <p:cTn display="0" masterRel="sameClick">
                                          <p:stCondLst>
                                            <p:cond evt="begin" delay="0">
                                              <p:tn val="46"/>
                                            </p:cond>
                                          </p:stCondLst>
                                          <p:endCondLst>
                                            <p:cond evt="onStopAudio" delay="0">
                                              <p:tgtEl>
                                                <p:sldTgt/>
                                              </p:tgtEl>
                                            </p:cond>
                                          </p:endCondLst>
                                        </p:cTn>
                                        <p:tgtEl>
                                          <p:sndTgt r:embed="rId3" name="camera.wav"/>
                                        </p:tgtEl>
                                      </p:cMediaNode>
                                    </p:audio>
                                  </p:sub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820265">
                                            <p:txEl>
                                              <p:pRg st="0" end="0"/>
                                            </p:txEl>
                                          </p:spTgt>
                                        </p:tgtEl>
                                        <p:attrNameLst>
                                          <p:attrName>style.visibility</p:attrName>
                                        </p:attrNameLst>
                                      </p:cBhvr>
                                      <p:to>
                                        <p:strVal val="visible"/>
                                      </p:to>
                                    </p:set>
                                    <p:animEffect transition="in" filter="blinds(horizontal)">
                                      <p:cBhvr>
                                        <p:cTn id="53" dur="500"/>
                                        <p:tgtEl>
                                          <p:spTgt spid="820265">
                                            <p:txEl>
                                              <p:pRg st="0" end="0"/>
                                            </p:txEl>
                                          </p:spTgt>
                                        </p:tgtEl>
                                      </p:cBhvr>
                                    </p:animEffect>
                                  </p:childTnLst>
                                  <p:subTnLst>
                                    <p:audio>
                                      <p:cMediaNode>
                                        <p:cTn display="0" masterRel="sameClick">
                                          <p:stCondLst>
                                            <p:cond evt="begin" delay="0">
                                              <p:tn val="51"/>
                                            </p:cond>
                                          </p:stCondLst>
                                          <p:endCondLst>
                                            <p:cond evt="onStopAudio" delay="0">
                                              <p:tgtEl>
                                                <p:sldTgt/>
                                              </p:tgtEl>
                                            </p:cond>
                                          </p:endCondLst>
                                        </p:cTn>
                                        <p:tgtEl>
                                          <p:sndTgt r:embed="rId3" name="camera.wav"/>
                                        </p:tgtEl>
                                      </p:cMediaNode>
                                    </p:audio>
                                  </p:subTnLst>
                                </p:cTn>
                              </p:par>
                            </p:childTnLst>
                          </p:cTn>
                        </p:par>
                      </p:childTnLst>
                    </p:cTn>
                  </p:par>
                  <p:par>
                    <p:cTn id="54" fill="hold">
                      <p:stCondLst>
                        <p:cond delay="indefinite"/>
                      </p:stCondLst>
                      <p:childTnLst>
                        <p:par>
                          <p:cTn id="55" fill="hold">
                            <p:stCondLst>
                              <p:cond delay="0"/>
                            </p:stCondLst>
                            <p:childTnLst>
                              <p:par>
                                <p:cTn id="56" presetID="4" presetClass="entr" presetSubtype="32" fill="hold" grpId="0" nodeType="clickEffect">
                                  <p:stCondLst>
                                    <p:cond delay="0"/>
                                  </p:stCondLst>
                                  <p:childTnLst>
                                    <p:set>
                                      <p:cBhvr>
                                        <p:cTn id="57" dur="1" fill="hold">
                                          <p:stCondLst>
                                            <p:cond delay="0"/>
                                          </p:stCondLst>
                                        </p:cTn>
                                        <p:tgtEl>
                                          <p:spTgt spid="820266"/>
                                        </p:tgtEl>
                                        <p:attrNameLst>
                                          <p:attrName>style.visibility</p:attrName>
                                        </p:attrNameLst>
                                      </p:cBhvr>
                                      <p:to>
                                        <p:strVal val="visible"/>
                                      </p:to>
                                    </p:set>
                                    <p:animEffect transition="in" filter="box(out)">
                                      <p:cBhvr>
                                        <p:cTn id="58" dur="500"/>
                                        <p:tgtEl>
                                          <p:spTgt spid="820266"/>
                                        </p:tgtEl>
                                      </p:cBhvr>
                                    </p:animEffect>
                                  </p:childTnLst>
                                  <p:subTnLst>
                                    <p:audio>
                                      <p:cMediaNode>
                                        <p:cTn display="0" masterRel="sameClick">
                                          <p:stCondLst>
                                            <p:cond evt="begin" delay="0">
                                              <p:tn val="56"/>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226" grpId="0" animBg="1"/>
      <p:bldP spid="820231" grpId="0" build="p" bldLvl="5"/>
      <p:bldP spid="820232" grpId="0"/>
      <p:bldP spid="820262" grpId="0" animBg="1"/>
      <p:bldP spid="820263" grpId="0"/>
      <p:bldP spid="820266" grpId="0" animBg="1"/>
      <p:bldP spid="21" grpId="0" build="p" bldLvl="5"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2279" name="Text Box 7"/>
          <p:cNvSpPr txBox="1">
            <a:spLocks noChangeArrowheads="1"/>
          </p:cNvSpPr>
          <p:nvPr/>
        </p:nvSpPr>
        <p:spPr bwMode="auto">
          <a:xfrm>
            <a:off x="958160" y="1487551"/>
            <a:ext cx="5349875" cy="457200"/>
          </a:xfrm>
          <a:prstGeom prst="rect">
            <a:avLst/>
          </a:prstGeom>
          <a:noFill/>
          <a:ln w="9525">
            <a:noFill/>
            <a:miter lim="800000"/>
            <a:headEnd/>
            <a:tailEnd/>
          </a:ln>
          <a:effectLst/>
        </p:spPr>
        <p:txBody>
          <a:bodyPr>
            <a:spAutoFit/>
          </a:bodyPr>
          <a:lstStyle/>
          <a:p>
            <a:pPr marL="457200" indent="-457200">
              <a:spcBef>
                <a:spcPct val="50000"/>
              </a:spcBef>
              <a:buFont typeface="Wingdings" pitchFamily="2" charset="2"/>
              <a:buChar char="Ø"/>
            </a:pPr>
            <a:r>
              <a:rPr lang="zh-CN" altLang="zh-CN" b="1" dirty="0">
                <a:solidFill>
                  <a:srgbClr val="C01920"/>
                </a:solidFill>
                <a:latin typeface="+mn-lt"/>
                <a:ea typeface="楷体" pitchFamily="49" charset="-122"/>
              </a:rPr>
              <a:t>强制转换</a:t>
            </a:r>
            <a:r>
              <a:rPr lang="zh-CN" altLang="en-US" b="1" dirty="0">
                <a:solidFill>
                  <a:srgbClr val="C01920"/>
                </a:solidFill>
                <a:latin typeface="+mn-lt"/>
                <a:ea typeface="楷体" pitchFamily="49" charset="-122"/>
              </a:rPr>
              <a:t>  </a:t>
            </a:r>
          </a:p>
        </p:txBody>
      </p:sp>
      <p:sp>
        <p:nvSpPr>
          <p:cNvPr id="822281" name="Rectangle 9"/>
          <p:cNvSpPr>
            <a:spLocks noChangeArrowheads="1"/>
          </p:cNvSpPr>
          <p:nvPr/>
        </p:nvSpPr>
        <p:spPr bwMode="auto">
          <a:xfrm>
            <a:off x="1127448" y="1910719"/>
            <a:ext cx="10489992" cy="461665"/>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强制类型转换是通过类型转换运算来实现的。其一般形式为：</a:t>
            </a:r>
            <a:r>
              <a:rPr lang="zh-CN" altLang="en-US" dirty="0">
                <a:latin typeface="+mn-lt"/>
                <a:ea typeface="楷体" pitchFamily="49" charset="-122"/>
              </a:rPr>
              <a:t> </a:t>
            </a:r>
          </a:p>
        </p:txBody>
      </p:sp>
      <p:sp>
        <p:nvSpPr>
          <p:cNvPr id="822293" name="Text Box 21"/>
          <p:cNvSpPr txBox="1">
            <a:spLocks noChangeArrowheads="1"/>
          </p:cNvSpPr>
          <p:nvPr/>
        </p:nvSpPr>
        <p:spPr bwMode="auto">
          <a:xfrm>
            <a:off x="1577285" y="2444392"/>
            <a:ext cx="7085384" cy="431800"/>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0"/>
          <a:lstStyle/>
          <a:p>
            <a:pPr algn="ctr"/>
            <a:r>
              <a:rPr lang="en-US" altLang="zh-CN" sz="2000" b="1">
                <a:solidFill>
                  <a:srgbClr val="C01920"/>
                </a:solidFill>
                <a:latin typeface="隶书" pitchFamily="49" charset="-122"/>
                <a:ea typeface="隶书" pitchFamily="49" charset="-122"/>
              </a:rPr>
              <a:t>(</a:t>
            </a:r>
            <a:r>
              <a:rPr lang="zh-CN" altLang="en-US" sz="2000" b="1">
                <a:solidFill>
                  <a:srgbClr val="C01920"/>
                </a:solidFill>
                <a:latin typeface="隶书" pitchFamily="49" charset="-122"/>
                <a:ea typeface="隶书" pitchFamily="49" charset="-122"/>
              </a:rPr>
              <a:t>类型说明符</a:t>
            </a:r>
            <a:r>
              <a:rPr lang="en-US" altLang="zh-CN" sz="2000" b="1">
                <a:solidFill>
                  <a:srgbClr val="C01920"/>
                </a:solidFill>
                <a:latin typeface="隶书" pitchFamily="49" charset="-122"/>
                <a:ea typeface="隶书" pitchFamily="49" charset="-122"/>
              </a:rPr>
              <a:t>) (</a:t>
            </a:r>
            <a:r>
              <a:rPr lang="zh-CN" altLang="en-US" sz="2000" b="1">
                <a:solidFill>
                  <a:srgbClr val="C01920"/>
                </a:solidFill>
                <a:latin typeface="隶书" pitchFamily="49" charset="-122"/>
                <a:ea typeface="隶书" pitchFamily="49" charset="-122"/>
              </a:rPr>
              <a:t>表达式</a:t>
            </a:r>
            <a:r>
              <a:rPr lang="en-US" altLang="zh-CN" sz="2000" b="1">
                <a:solidFill>
                  <a:srgbClr val="C01920"/>
                </a:solidFill>
                <a:latin typeface="隶书" pitchFamily="49" charset="-122"/>
                <a:ea typeface="隶书" pitchFamily="49" charset="-122"/>
              </a:rPr>
              <a:t>)</a:t>
            </a:r>
          </a:p>
        </p:txBody>
      </p:sp>
      <p:sp>
        <p:nvSpPr>
          <p:cNvPr id="822294" name="Rectangle 22"/>
          <p:cNvSpPr>
            <a:spLocks noChangeArrowheads="1"/>
          </p:cNvSpPr>
          <p:nvPr/>
        </p:nvSpPr>
        <p:spPr bwMode="auto">
          <a:xfrm>
            <a:off x="780293" y="2996952"/>
            <a:ext cx="10932331" cy="830997"/>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a:t>
            </a:r>
            <a:r>
              <a:rPr lang="zh-CN" altLang="en-US" b="1" dirty="0">
                <a:solidFill>
                  <a:srgbClr val="C01920"/>
                </a:solidFill>
                <a:latin typeface="+mn-lt"/>
                <a:ea typeface="楷体" pitchFamily="49" charset="-122"/>
              </a:rPr>
              <a:t>功能：</a:t>
            </a:r>
            <a:r>
              <a:rPr lang="zh-CN" altLang="en-US" b="1" dirty="0">
                <a:effectLst>
                  <a:outerShdw blurRad="38100" dist="38100" dir="2700000" algn="tl">
                    <a:srgbClr val="FFFFFF"/>
                  </a:outerShdw>
                </a:effectLst>
                <a:latin typeface="+mn-lt"/>
                <a:ea typeface="楷体" pitchFamily="49" charset="-122"/>
              </a:rPr>
              <a:t>把表达式的运算结果强制转换成类型说明符所表示的类型。其中，</a:t>
            </a:r>
            <a:r>
              <a:rPr lang="en-US" altLang="zh-CN" b="1" dirty="0">
                <a:solidFill>
                  <a:schemeClr val="accent1">
                    <a:lumMod val="50000"/>
                  </a:schemeClr>
                </a:solidFill>
                <a:latin typeface="+mn-lt"/>
                <a:ea typeface="楷体" pitchFamily="49" charset="-122"/>
              </a:rPr>
              <a:t>(</a:t>
            </a:r>
            <a:r>
              <a:rPr lang="zh-CN" altLang="en-US" b="1" dirty="0">
                <a:solidFill>
                  <a:schemeClr val="accent1">
                    <a:lumMod val="50000"/>
                  </a:schemeClr>
                </a:solidFill>
                <a:latin typeface="+mn-lt"/>
                <a:ea typeface="楷体" pitchFamily="49" charset="-122"/>
              </a:rPr>
              <a:t>类型说明符</a:t>
            </a:r>
            <a:r>
              <a:rPr lang="en-US" altLang="zh-CN" b="1" dirty="0">
                <a:solidFill>
                  <a:schemeClr val="accent1">
                    <a:lumMod val="50000"/>
                  </a:schemeClr>
                </a:solidFill>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是强制类型转换符，它的优先级比较高。 </a:t>
            </a:r>
          </a:p>
        </p:txBody>
      </p:sp>
      <p:sp>
        <p:nvSpPr>
          <p:cNvPr id="822295" name="Rectangle 23"/>
          <p:cNvSpPr>
            <a:spLocks noChangeArrowheads="1"/>
          </p:cNvSpPr>
          <p:nvPr/>
        </p:nvSpPr>
        <p:spPr bwMode="auto">
          <a:xfrm>
            <a:off x="1577285" y="3880050"/>
            <a:ext cx="7091271" cy="2686050"/>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lvl="1" indent="-457200"/>
            <a:r>
              <a:rPr lang="zh-CN" altLang="en-US" b="1" dirty="0">
                <a:solidFill>
                  <a:srgbClr val="C01920"/>
                </a:solidFill>
                <a:latin typeface="隶书" pitchFamily="49" charset="-122"/>
                <a:ea typeface="隶书" pitchFamily="49" charset="-122"/>
              </a:rPr>
              <a:t>例：</a:t>
            </a:r>
          </a:p>
          <a:p>
            <a:pPr lvl="2" indent="-457200"/>
            <a:r>
              <a:rPr lang="zh-CN" altLang="en-US" dirty="0">
                <a:effectLst>
                  <a:outerShdw blurRad="38100" dist="38100" dir="2700000" algn="tl">
                    <a:srgbClr val="C0C0C0"/>
                  </a:outerShdw>
                </a:effectLst>
              </a:rPr>
              <a:t> </a:t>
            </a:r>
            <a:r>
              <a:rPr lang="en-US" altLang="zh-CN" b="1" dirty="0">
                <a:effectLst>
                  <a:outerShdw blurRad="38100" dist="38100" dir="2700000" algn="tl">
                    <a:srgbClr val="C0C0C0"/>
                  </a:outerShdw>
                </a:effectLst>
              </a:rPr>
              <a:t>float x = 3.5, y = 2.1, z; </a:t>
            </a:r>
          </a:p>
          <a:p>
            <a:pPr lvl="2" indent="-457200"/>
            <a:r>
              <a:rPr lang="en-US" altLang="zh-CN" b="1" dirty="0">
                <a:effectLst>
                  <a:outerShdw blurRad="38100" dist="38100" dir="2700000" algn="tl">
                    <a:srgbClr val="C0C0C0"/>
                  </a:outerShdw>
                </a:effectLst>
              </a:rPr>
              <a:t> </a:t>
            </a:r>
            <a:r>
              <a:rPr lang="en-US" altLang="zh-CN" b="1" dirty="0" err="1">
                <a:effectLst>
                  <a:outerShdw blurRad="38100" dist="38100" dir="2700000" algn="tl">
                    <a:srgbClr val="C0C0C0"/>
                  </a:outerShdw>
                </a:effectLst>
              </a:rPr>
              <a:t>int</a:t>
            </a:r>
            <a:r>
              <a:rPr lang="en-US" altLang="zh-CN" b="1" dirty="0">
                <a:effectLst>
                  <a:outerShdw blurRad="38100" dist="38100" dir="2700000" algn="tl">
                    <a:srgbClr val="C0C0C0"/>
                  </a:outerShdw>
                </a:effectLst>
              </a:rPr>
              <a:t> a; </a:t>
            </a:r>
          </a:p>
          <a:p>
            <a:pPr lvl="2" indent="-457200"/>
            <a:r>
              <a:rPr lang="en-US" altLang="zh-CN" b="1" dirty="0">
                <a:effectLst>
                  <a:outerShdw blurRad="38100" dist="38100" dir="2700000" algn="tl">
                    <a:srgbClr val="C0C0C0"/>
                  </a:outerShdw>
                </a:effectLst>
              </a:rPr>
              <a:t> a = (int)(</a:t>
            </a:r>
            <a:r>
              <a:rPr lang="en-US" altLang="zh-CN" b="1" dirty="0" err="1">
                <a:effectLst>
                  <a:outerShdw blurRad="38100" dist="38100" dir="2700000" algn="tl">
                    <a:srgbClr val="C0C0C0"/>
                  </a:outerShdw>
                </a:effectLst>
              </a:rPr>
              <a:t>x+y</a:t>
            </a:r>
            <a:r>
              <a:rPr lang="en-US" altLang="zh-CN" b="1" dirty="0">
                <a:effectLst>
                  <a:outerShdw blurRad="38100" dist="38100" dir="2700000" algn="tl">
                    <a:srgbClr val="C0C0C0"/>
                  </a:outerShdw>
                </a:effectLst>
              </a:rPr>
              <a:t>);            </a:t>
            </a:r>
            <a:r>
              <a:rPr lang="en-US" altLang="zh-CN" sz="2000" b="1" dirty="0">
                <a:solidFill>
                  <a:srgbClr val="002060"/>
                </a:solidFill>
                <a:effectLst>
                  <a:outerShdw blurRad="38100" dist="38100" dir="2700000" algn="tl">
                    <a:srgbClr val="C0C0C0"/>
                  </a:outerShdw>
                </a:effectLst>
                <a:latin typeface="+mn-lt"/>
                <a:ea typeface="楷体" pitchFamily="49" charset="-122"/>
              </a:rPr>
              <a:t>//</a:t>
            </a:r>
            <a:r>
              <a:rPr lang="zh-CN" altLang="en-US" sz="2000" b="1" dirty="0">
                <a:solidFill>
                  <a:srgbClr val="002060"/>
                </a:solidFill>
                <a:effectLst>
                  <a:outerShdw blurRad="38100" dist="38100" dir="2700000" algn="tl">
                    <a:srgbClr val="C0C0C0"/>
                  </a:outerShdw>
                </a:effectLst>
                <a:latin typeface="+mn-lt"/>
                <a:ea typeface="楷体" pitchFamily="49" charset="-122"/>
              </a:rPr>
              <a:t>结果为</a:t>
            </a:r>
            <a:r>
              <a:rPr lang="en-US" altLang="zh-CN" sz="2000" b="1" dirty="0">
                <a:solidFill>
                  <a:srgbClr val="002060"/>
                </a:solidFill>
                <a:effectLst>
                  <a:outerShdw blurRad="38100" dist="38100" dir="2700000" algn="tl">
                    <a:srgbClr val="C0C0C0"/>
                  </a:outerShdw>
                </a:effectLst>
                <a:latin typeface="+mn-lt"/>
                <a:ea typeface="楷体" pitchFamily="49" charset="-122"/>
              </a:rPr>
              <a:t>5</a:t>
            </a:r>
          </a:p>
          <a:p>
            <a:pPr lvl="2" indent="-457200"/>
            <a:r>
              <a:rPr lang="en-US" altLang="zh-CN" b="1" dirty="0">
                <a:effectLst>
                  <a:outerShdw blurRad="38100" dist="38100" dir="2700000" algn="tl">
                    <a:srgbClr val="C0C0C0"/>
                  </a:outerShdw>
                </a:effectLst>
              </a:rPr>
              <a:t> z = (int)</a:t>
            </a:r>
            <a:r>
              <a:rPr lang="en-US" altLang="zh-CN" b="1" dirty="0" err="1">
                <a:effectLst>
                  <a:outerShdw blurRad="38100" dist="38100" dir="2700000" algn="tl">
                    <a:srgbClr val="C0C0C0"/>
                  </a:outerShdw>
                </a:effectLst>
              </a:rPr>
              <a:t>x+y</a:t>
            </a:r>
            <a:r>
              <a:rPr lang="en-US" altLang="zh-CN" b="1" dirty="0">
                <a:effectLst>
                  <a:outerShdw blurRad="38100" dist="38100" dir="2700000" algn="tl">
                    <a:srgbClr val="C0C0C0"/>
                  </a:outerShdw>
                </a:effectLst>
              </a:rPr>
              <a:t>;               </a:t>
            </a:r>
            <a:r>
              <a:rPr lang="en-US" altLang="zh-CN" sz="2000" b="1" dirty="0">
                <a:solidFill>
                  <a:srgbClr val="002060"/>
                </a:solidFill>
                <a:effectLst>
                  <a:outerShdw blurRad="38100" dist="38100" dir="2700000" algn="tl">
                    <a:srgbClr val="C0C0C0"/>
                  </a:outerShdw>
                </a:effectLst>
                <a:latin typeface="+mn-lt"/>
                <a:ea typeface="楷体" pitchFamily="49" charset="-122"/>
              </a:rPr>
              <a:t>//</a:t>
            </a:r>
            <a:r>
              <a:rPr lang="zh-CN" altLang="en-US" sz="2000" b="1" dirty="0">
                <a:solidFill>
                  <a:srgbClr val="002060"/>
                </a:solidFill>
                <a:effectLst>
                  <a:outerShdw blurRad="38100" dist="38100" dir="2700000" algn="tl">
                    <a:srgbClr val="C0C0C0"/>
                  </a:outerShdw>
                </a:effectLst>
                <a:latin typeface="+mn-lt"/>
                <a:ea typeface="楷体" pitchFamily="49" charset="-122"/>
              </a:rPr>
              <a:t>结果为</a:t>
            </a:r>
            <a:r>
              <a:rPr lang="en-US" altLang="zh-CN" sz="2000" b="1" dirty="0">
                <a:solidFill>
                  <a:srgbClr val="002060"/>
                </a:solidFill>
                <a:effectLst>
                  <a:outerShdw blurRad="38100" dist="38100" dir="2700000" algn="tl">
                    <a:srgbClr val="C0C0C0"/>
                  </a:outerShdw>
                </a:effectLst>
                <a:latin typeface="+mn-lt"/>
                <a:ea typeface="楷体" pitchFamily="49" charset="-122"/>
              </a:rPr>
              <a:t>5.100000</a:t>
            </a:r>
          </a:p>
          <a:p>
            <a:pPr lvl="2" indent="-457200"/>
            <a:r>
              <a:rPr lang="en-US" altLang="zh-CN" b="1" dirty="0">
                <a:effectLst>
                  <a:outerShdw blurRad="38100" dist="38100" dir="2700000" algn="tl">
                    <a:srgbClr val="C0C0C0"/>
                  </a:outerShdw>
                </a:effectLst>
              </a:rPr>
              <a:t> z = (double)(3/2);      </a:t>
            </a:r>
            <a:r>
              <a:rPr lang="en-US" altLang="zh-CN" sz="2000" b="1" dirty="0">
                <a:solidFill>
                  <a:srgbClr val="002060"/>
                </a:solidFill>
                <a:effectLst>
                  <a:outerShdw blurRad="38100" dist="38100" dir="2700000" algn="tl">
                    <a:srgbClr val="C0C0C0"/>
                  </a:outerShdw>
                </a:effectLst>
                <a:latin typeface="+mn-lt"/>
                <a:ea typeface="楷体" pitchFamily="49" charset="-122"/>
              </a:rPr>
              <a:t>//</a:t>
            </a:r>
            <a:r>
              <a:rPr lang="zh-CN" altLang="en-US" sz="2000" b="1" dirty="0">
                <a:solidFill>
                  <a:srgbClr val="002060"/>
                </a:solidFill>
                <a:effectLst>
                  <a:outerShdw blurRad="38100" dist="38100" dir="2700000" algn="tl">
                    <a:srgbClr val="C0C0C0"/>
                  </a:outerShdw>
                </a:effectLst>
                <a:latin typeface="+mn-lt"/>
                <a:ea typeface="楷体" pitchFamily="49" charset="-122"/>
              </a:rPr>
              <a:t>结果为</a:t>
            </a:r>
            <a:r>
              <a:rPr lang="en-US" altLang="zh-CN" sz="2000" b="1" dirty="0">
                <a:solidFill>
                  <a:srgbClr val="002060"/>
                </a:solidFill>
                <a:effectLst>
                  <a:outerShdw blurRad="38100" dist="38100" dir="2700000" algn="tl">
                    <a:srgbClr val="C0C0C0"/>
                  </a:outerShdw>
                </a:effectLst>
                <a:latin typeface="+mn-lt"/>
                <a:ea typeface="楷体" pitchFamily="49" charset="-122"/>
              </a:rPr>
              <a:t>1.000000</a:t>
            </a:r>
          </a:p>
          <a:p>
            <a:pPr lvl="2" indent="-457200"/>
            <a:r>
              <a:rPr lang="en-US" altLang="zh-CN" b="1" dirty="0">
                <a:effectLst>
                  <a:outerShdw blurRad="38100" dist="38100" dir="2700000" algn="tl">
                    <a:srgbClr val="C0C0C0"/>
                  </a:outerShdw>
                </a:effectLst>
              </a:rPr>
              <a:t> a = (int)3.6;               </a:t>
            </a:r>
            <a:r>
              <a:rPr lang="en-US" altLang="zh-CN" sz="2000" b="1" dirty="0">
                <a:solidFill>
                  <a:srgbClr val="002060"/>
                </a:solidFill>
                <a:effectLst>
                  <a:outerShdw blurRad="38100" dist="38100" dir="2700000" algn="tl">
                    <a:srgbClr val="C0C0C0"/>
                  </a:outerShdw>
                </a:effectLst>
                <a:latin typeface="+mn-lt"/>
                <a:ea typeface="楷体" pitchFamily="49" charset="-122"/>
              </a:rPr>
              <a:t>//</a:t>
            </a:r>
            <a:r>
              <a:rPr lang="zh-CN" altLang="en-US" sz="2000" b="1" dirty="0">
                <a:solidFill>
                  <a:srgbClr val="002060"/>
                </a:solidFill>
                <a:effectLst>
                  <a:outerShdw blurRad="38100" dist="38100" dir="2700000" algn="tl">
                    <a:srgbClr val="C0C0C0"/>
                  </a:outerShdw>
                </a:effectLst>
                <a:latin typeface="+mn-lt"/>
                <a:ea typeface="楷体" pitchFamily="49" charset="-122"/>
              </a:rPr>
              <a:t>结果为</a:t>
            </a:r>
            <a:r>
              <a:rPr lang="en-US" altLang="zh-CN" sz="2000" b="1" dirty="0">
                <a:solidFill>
                  <a:srgbClr val="002060"/>
                </a:solidFill>
                <a:effectLst>
                  <a:outerShdw blurRad="38100" dist="38100" dir="2700000" algn="tl">
                    <a:srgbClr val="C0C0C0"/>
                  </a:outerShdw>
                </a:effectLst>
                <a:latin typeface="+mn-lt"/>
                <a:ea typeface="楷体" pitchFamily="49" charset="-122"/>
              </a:rPr>
              <a:t>3</a:t>
            </a:r>
          </a:p>
        </p:txBody>
      </p:sp>
      <p:sp>
        <p:nvSpPr>
          <p:cNvPr id="822297" name="AutoShape 25"/>
          <p:cNvSpPr>
            <a:spLocks noChangeArrowheads="1"/>
          </p:cNvSpPr>
          <p:nvPr/>
        </p:nvSpPr>
        <p:spPr bwMode="auto">
          <a:xfrm>
            <a:off x="6240016" y="4331786"/>
            <a:ext cx="4718625" cy="1042532"/>
          </a:xfrm>
          <a:prstGeom prst="irregularSeal2">
            <a:avLst/>
          </a:prstGeom>
          <a:gradFill flip="none" rotWithShape="1">
            <a:gsLst>
              <a:gs pos="0">
                <a:srgbClr val="CFCFD1"/>
              </a:gs>
              <a:gs pos="100000">
                <a:schemeClr val="bg1">
                  <a:lumMod val="95000"/>
                </a:schemeClr>
              </a:gs>
            </a:gsLst>
            <a:lin ang="2700000" scaled="1"/>
            <a:tileRect/>
          </a:gradFill>
          <a:ln w="38100">
            <a:solidFill>
              <a:srgbClr val="002060"/>
            </a:solidFill>
            <a:miter lim="800000"/>
            <a:headEnd/>
            <a:tailEnd/>
          </a:ln>
          <a:effectLst>
            <a:outerShdw blurRad="50800" dist="106680" dir="2700000" algn="tl" rotWithShape="0">
              <a:prstClr val="black">
                <a:alpha val="43000"/>
              </a:prstClr>
            </a:outerShdw>
          </a:effectLst>
        </p:spPr>
        <p:txBody>
          <a:bodyPr wrap="none" lIns="90000" tIns="46800" rIns="90000" bIns="46800" anchor="ctr">
            <a:spAutoFit/>
          </a:bodyPr>
          <a:lstStyle/>
          <a:p>
            <a:pPr algn="ctr" eaLnBrk="0" hangingPunct="0"/>
            <a:r>
              <a:rPr lang="zh-CN" altLang="en-US" b="1" dirty="0">
                <a:solidFill>
                  <a:srgbClr val="C01920"/>
                </a:solidFill>
                <a:effectLst>
                  <a:outerShdw blurRad="38100" dist="38100" dir="2700000" algn="tl">
                    <a:srgbClr val="C0C0C0"/>
                  </a:outerShdw>
                </a:effectLst>
                <a:latin typeface="Arial" pitchFamily="34" charset="0"/>
                <a:ea typeface="隶书" pitchFamily="49" charset="-122"/>
              </a:rPr>
              <a:t>精度损失问题</a:t>
            </a:r>
          </a:p>
        </p:txBody>
      </p:sp>
      <p:grpSp>
        <p:nvGrpSpPr>
          <p:cNvPr id="822301" name="Group 29"/>
          <p:cNvGrpSpPr>
            <a:grpSpLocks/>
          </p:cNvGrpSpPr>
          <p:nvPr/>
        </p:nvGrpSpPr>
        <p:grpSpPr bwMode="auto">
          <a:xfrm>
            <a:off x="9012871" y="5084827"/>
            <a:ext cx="2089150" cy="1316037"/>
            <a:chOff x="4241" y="3106"/>
            <a:chExt cx="1316" cy="829"/>
          </a:xfrm>
        </p:grpSpPr>
        <p:sp>
          <p:nvSpPr>
            <p:cNvPr id="822299" name="Text Box 27"/>
            <p:cNvSpPr txBox="1">
              <a:spLocks noChangeArrowheads="1"/>
            </p:cNvSpPr>
            <p:nvPr/>
          </p:nvSpPr>
          <p:spPr bwMode="auto">
            <a:xfrm>
              <a:off x="4241" y="3294"/>
              <a:ext cx="1316" cy="641"/>
            </a:xfrm>
            <a:prstGeom prst="rect">
              <a:avLst/>
            </a:prstGeom>
            <a:noFill/>
            <a:ln w="38100">
              <a:noFill/>
              <a:miter lim="800000"/>
              <a:headEnd/>
              <a:tailEnd/>
            </a:ln>
            <a:effectLst/>
          </p:spPr>
          <p:txBody>
            <a:bodyPr lIns="90000" tIns="46800" rIns="90000" bIns="46800">
              <a:spAutoFit/>
            </a:bodyPr>
            <a:lstStyle/>
            <a:p>
              <a:pPr eaLnBrk="0" hangingPunct="0"/>
              <a:r>
                <a:rPr lang="zh-CN" altLang="en-US" sz="2000" b="1">
                  <a:solidFill>
                    <a:srgbClr val="C01920"/>
                  </a:solidFill>
                  <a:latin typeface="Arial" pitchFamily="34" charset="0"/>
                  <a:ea typeface="隶书" pitchFamily="49" charset="-122"/>
                </a:rPr>
                <a:t>较高类型向较低类型转换时可能发生</a:t>
              </a:r>
            </a:p>
          </p:txBody>
        </p:sp>
        <p:sp>
          <p:nvSpPr>
            <p:cNvPr id="822300" name="Line 28"/>
            <p:cNvSpPr>
              <a:spLocks noChangeShapeType="1"/>
            </p:cNvSpPr>
            <p:nvPr/>
          </p:nvSpPr>
          <p:spPr bwMode="auto">
            <a:xfrm>
              <a:off x="4309" y="3106"/>
              <a:ext cx="249" cy="233"/>
            </a:xfrm>
            <a:prstGeom prst="line">
              <a:avLst/>
            </a:prstGeom>
            <a:noFill/>
            <a:ln w="38100">
              <a:solidFill>
                <a:srgbClr val="C01920"/>
              </a:solidFill>
              <a:round/>
              <a:headEnd/>
              <a:tailEnd/>
            </a:ln>
            <a:effectLst/>
          </p:spPr>
          <p:txBody>
            <a:bodyPr wrap="square" lIns="90000" tIns="46800" rIns="90000" bIns="46800" anchor="ctr">
              <a:spAutoFit/>
            </a:bodyPr>
            <a:lstStyle/>
            <a:p>
              <a:endParaRPr lang="zh-CN" altLang="en-US"/>
            </a:p>
          </p:txBody>
        </p:sp>
      </p:grpSp>
      <p:sp>
        <p:nvSpPr>
          <p:cNvPr id="822296" name="Rectangle 24"/>
          <p:cNvSpPr>
            <a:spLocks noChangeArrowheads="1"/>
          </p:cNvSpPr>
          <p:nvPr/>
        </p:nvSpPr>
        <p:spPr bwMode="auto">
          <a:xfrm>
            <a:off x="1344983" y="3144892"/>
            <a:ext cx="9631283" cy="3416320"/>
          </a:xfrm>
          <a:prstGeom prst="rect">
            <a:avLst/>
          </a:prstGeom>
          <a:gradFill flip="none" rotWithShape="1">
            <a:gsLst>
              <a:gs pos="0">
                <a:srgbClr val="CFCFD1"/>
              </a:gs>
              <a:gs pos="100000">
                <a:schemeClr val="bg1">
                  <a:lumMod val="95000"/>
                </a:schemeClr>
              </a:gs>
            </a:gsLst>
            <a:lin ang="13500000" scaled="1"/>
            <a:tileRect/>
          </a:gradFill>
          <a:ln w="38100">
            <a:solidFill>
              <a:srgbClr val="FF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u="sng" dirty="0">
                <a:solidFill>
                  <a:srgbClr val="C01920"/>
                </a:solidFill>
                <a:latin typeface="隶书" pitchFamily="49" charset="-122"/>
                <a:ea typeface="隶书" pitchFamily="49" charset="-122"/>
              </a:rPr>
              <a:t>注意：在使用强制转换时应注意以下问题：</a:t>
            </a:r>
            <a:endParaRPr lang="en-US" altLang="zh-CN" b="1" u="sng" dirty="0">
              <a:solidFill>
                <a:srgbClr val="C01920"/>
              </a:solidFill>
              <a:latin typeface="隶书" pitchFamily="49" charset="-122"/>
              <a:ea typeface="隶书" pitchFamily="49" charset="-122"/>
            </a:endParaRPr>
          </a:p>
          <a:p>
            <a:pPr marL="342900" indent="-342900">
              <a:buFont typeface="Wingdings" panose="05000000000000000000" pitchFamily="2" charset="2"/>
              <a:buChar char="u"/>
            </a:pPr>
            <a:r>
              <a:rPr lang="zh-CN" altLang="en-US" b="1" dirty="0">
                <a:solidFill>
                  <a:srgbClr val="002060"/>
                </a:solidFill>
                <a:latin typeface="隶书" pitchFamily="49" charset="-122"/>
                <a:ea typeface="隶书" pitchFamily="49" charset="-122"/>
              </a:rPr>
              <a:t>类型说明符和表达式都必须加括号</a:t>
            </a:r>
            <a:r>
              <a:rPr lang="en-US" altLang="zh-CN" b="1" dirty="0">
                <a:solidFill>
                  <a:srgbClr val="002060"/>
                </a:solidFill>
                <a:latin typeface="隶书" pitchFamily="49" charset="-122"/>
                <a:ea typeface="隶书" pitchFamily="49" charset="-122"/>
              </a:rPr>
              <a:t>(</a:t>
            </a:r>
            <a:r>
              <a:rPr lang="zh-CN" altLang="en-US" b="1" dirty="0">
                <a:solidFill>
                  <a:srgbClr val="002060"/>
                </a:solidFill>
                <a:latin typeface="隶书" pitchFamily="49" charset="-122"/>
                <a:ea typeface="隶书" pitchFamily="49" charset="-122"/>
              </a:rPr>
              <a:t>单个变量可以不加括号</a:t>
            </a:r>
            <a:r>
              <a:rPr lang="en-US" altLang="zh-CN" b="1" dirty="0">
                <a:solidFill>
                  <a:srgbClr val="002060"/>
                </a:solidFill>
                <a:latin typeface="隶书" pitchFamily="49" charset="-122"/>
                <a:ea typeface="隶书" pitchFamily="49" charset="-122"/>
              </a:rPr>
              <a:t>)</a:t>
            </a:r>
            <a:r>
              <a:rPr lang="zh-CN" altLang="en-US" b="1" dirty="0">
                <a:solidFill>
                  <a:srgbClr val="002060"/>
                </a:solidFill>
                <a:latin typeface="隶书" pitchFamily="49" charset="-122"/>
                <a:ea typeface="隶书" pitchFamily="49" charset="-122"/>
              </a:rPr>
              <a:t>。</a:t>
            </a:r>
            <a:endParaRPr lang="en-US" altLang="zh-CN" b="1" dirty="0">
              <a:solidFill>
                <a:srgbClr val="002060"/>
              </a:solidFill>
              <a:latin typeface="隶书" pitchFamily="49" charset="-122"/>
              <a:ea typeface="隶书" pitchFamily="49" charset="-122"/>
            </a:endParaRPr>
          </a:p>
          <a:p>
            <a:r>
              <a:rPr lang="en-US" altLang="zh-CN" b="1" dirty="0">
                <a:solidFill>
                  <a:srgbClr val="FF0066"/>
                </a:solidFill>
                <a:effectLst>
                  <a:outerShdw blurRad="38100" dist="38100" dir="2700000" algn="tl">
                    <a:srgbClr val="000000"/>
                  </a:outerShdw>
                </a:effectLst>
                <a:latin typeface="隶书" pitchFamily="49" charset="-122"/>
                <a:ea typeface="隶书" pitchFamily="49" charset="-122"/>
              </a:rPr>
              <a:t>   </a:t>
            </a:r>
            <a:r>
              <a:rPr lang="zh-CN" altLang="en-US" b="1" dirty="0">
                <a:effectLst>
                  <a:outerShdw blurRad="38100" dist="38100" dir="2700000" algn="tl">
                    <a:srgbClr val="FFFFFF"/>
                  </a:outerShdw>
                </a:effectLst>
                <a:latin typeface="隶书" pitchFamily="49" charset="-122"/>
                <a:ea typeface="隶书" pitchFamily="49" charset="-122"/>
              </a:rPr>
              <a:t>例如：把</a:t>
            </a:r>
            <a:r>
              <a:rPr lang="en-US" altLang="zh-CN" b="1" dirty="0">
                <a:effectLst>
                  <a:outerShdw blurRad="38100" dist="38100" dir="2700000" algn="tl">
                    <a:srgbClr val="FFFFFF"/>
                  </a:outerShdw>
                </a:effectLst>
                <a:latin typeface="隶书" pitchFamily="49" charset="-122"/>
                <a:ea typeface="隶书" pitchFamily="49" charset="-122"/>
              </a:rPr>
              <a:t>(</a:t>
            </a:r>
            <a:r>
              <a:rPr lang="en-US" altLang="zh-CN" b="1" dirty="0" err="1">
                <a:effectLst>
                  <a:outerShdw blurRad="38100" dist="38100" dir="2700000" algn="tl">
                    <a:srgbClr val="FFFFFF"/>
                  </a:outerShdw>
                </a:effectLst>
                <a:latin typeface="隶书" pitchFamily="49" charset="-122"/>
                <a:ea typeface="隶书" pitchFamily="49" charset="-122"/>
              </a:rPr>
              <a:t>int</a:t>
            </a:r>
            <a:r>
              <a:rPr lang="en-US" altLang="zh-CN" b="1" dirty="0">
                <a:effectLst>
                  <a:outerShdw blurRad="38100" dist="38100" dir="2700000" algn="tl">
                    <a:srgbClr val="FFFFFF"/>
                  </a:outerShdw>
                </a:effectLst>
                <a:latin typeface="隶书" pitchFamily="49" charset="-122"/>
                <a:ea typeface="隶书" pitchFamily="49" charset="-122"/>
              </a:rPr>
              <a:t>)(</a:t>
            </a:r>
            <a:r>
              <a:rPr lang="en-US" altLang="zh-CN" b="1" dirty="0" err="1">
                <a:effectLst>
                  <a:outerShdw blurRad="38100" dist="38100" dir="2700000" algn="tl">
                    <a:srgbClr val="FFFFFF"/>
                  </a:outerShdw>
                </a:effectLst>
                <a:latin typeface="隶书" pitchFamily="49" charset="-122"/>
                <a:ea typeface="隶书" pitchFamily="49" charset="-122"/>
              </a:rPr>
              <a:t>x+y</a:t>
            </a:r>
            <a:r>
              <a:rPr lang="en-US" altLang="zh-CN" b="1" dirty="0">
                <a:effectLst>
                  <a:outerShdw blurRad="38100" dist="38100" dir="2700000" algn="tl">
                    <a:srgbClr val="FFFFFF"/>
                  </a:outerShdw>
                </a:effectLst>
                <a:latin typeface="隶书" pitchFamily="49" charset="-122"/>
                <a:ea typeface="隶书" pitchFamily="49" charset="-122"/>
              </a:rPr>
              <a:t>)</a:t>
            </a:r>
            <a:r>
              <a:rPr lang="zh-CN" altLang="en-US" b="1" dirty="0">
                <a:effectLst>
                  <a:outerShdw blurRad="38100" dist="38100" dir="2700000" algn="tl">
                    <a:srgbClr val="FFFFFF"/>
                  </a:outerShdw>
                </a:effectLst>
                <a:latin typeface="隶书" pitchFamily="49" charset="-122"/>
                <a:ea typeface="隶书" pitchFamily="49" charset="-122"/>
              </a:rPr>
              <a:t>写成</a:t>
            </a:r>
            <a:r>
              <a:rPr lang="en-US" altLang="zh-CN" b="1" dirty="0">
                <a:effectLst>
                  <a:outerShdw blurRad="38100" dist="38100" dir="2700000" algn="tl">
                    <a:srgbClr val="FFFFFF"/>
                  </a:outerShdw>
                </a:effectLst>
                <a:latin typeface="隶书" pitchFamily="49" charset="-122"/>
                <a:ea typeface="隶书" pitchFamily="49" charset="-122"/>
              </a:rPr>
              <a:t>(</a:t>
            </a:r>
            <a:r>
              <a:rPr lang="en-US" altLang="zh-CN" b="1" dirty="0" err="1">
                <a:effectLst>
                  <a:outerShdw blurRad="38100" dist="38100" dir="2700000" algn="tl">
                    <a:srgbClr val="FFFFFF"/>
                  </a:outerShdw>
                </a:effectLst>
                <a:latin typeface="隶书" pitchFamily="49" charset="-122"/>
                <a:ea typeface="隶书" pitchFamily="49" charset="-122"/>
              </a:rPr>
              <a:t>int</a:t>
            </a:r>
            <a:r>
              <a:rPr lang="en-US" altLang="zh-CN" b="1" dirty="0">
                <a:effectLst>
                  <a:outerShdw blurRad="38100" dist="38100" dir="2700000" algn="tl">
                    <a:srgbClr val="FFFFFF"/>
                  </a:outerShdw>
                </a:effectLst>
                <a:latin typeface="隶书" pitchFamily="49" charset="-122"/>
                <a:ea typeface="隶书" pitchFamily="49" charset="-122"/>
              </a:rPr>
              <a:t>)</a:t>
            </a:r>
            <a:r>
              <a:rPr lang="en-US" altLang="zh-CN" b="1" dirty="0" err="1">
                <a:effectLst>
                  <a:outerShdw blurRad="38100" dist="38100" dir="2700000" algn="tl">
                    <a:srgbClr val="FFFFFF"/>
                  </a:outerShdw>
                </a:effectLst>
                <a:latin typeface="隶书" pitchFamily="49" charset="-122"/>
                <a:ea typeface="隶书" pitchFamily="49" charset="-122"/>
              </a:rPr>
              <a:t>x+y</a:t>
            </a:r>
            <a:r>
              <a:rPr lang="zh-CN" altLang="en-US" b="1" dirty="0">
                <a:effectLst>
                  <a:outerShdw blurRad="38100" dist="38100" dir="2700000" algn="tl">
                    <a:srgbClr val="FFFFFF"/>
                  </a:outerShdw>
                </a:effectLst>
                <a:latin typeface="隶书" pitchFamily="49" charset="-122"/>
                <a:ea typeface="隶书" pitchFamily="49" charset="-122"/>
              </a:rPr>
              <a:t>则成了把</a:t>
            </a:r>
            <a:r>
              <a:rPr lang="en-US" altLang="zh-CN" b="1" dirty="0">
                <a:effectLst>
                  <a:outerShdw blurRad="38100" dist="38100" dir="2700000" algn="tl">
                    <a:srgbClr val="FFFFFF"/>
                  </a:outerShdw>
                </a:effectLst>
                <a:latin typeface="隶书" pitchFamily="49" charset="-122"/>
                <a:ea typeface="隶书" pitchFamily="49" charset="-122"/>
              </a:rPr>
              <a:t>x</a:t>
            </a:r>
            <a:r>
              <a:rPr lang="zh-CN" altLang="en-US" b="1" dirty="0">
                <a:effectLst>
                  <a:outerShdw blurRad="38100" dist="38100" dir="2700000" algn="tl">
                    <a:srgbClr val="FFFFFF"/>
                  </a:outerShdw>
                </a:effectLst>
                <a:latin typeface="隶书" pitchFamily="49" charset="-122"/>
                <a:ea typeface="隶书" pitchFamily="49" charset="-122"/>
              </a:rPr>
              <a:t>转换成</a:t>
            </a:r>
            <a:r>
              <a:rPr lang="en-US" altLang="zh-CN" b="1" dirty="0" err="1">
                <a:effectLst>
                  <a:outerShdw blurRad="38100" dist="38100" dir="2700000" algn="tl">
                    <a:srgbClr val="FFFFFF"/>
                  </a:outerShdw>
                </a:effectLst>
                <a:latin typeface="隶书" pitchFamily="49" charset="-122"/>
                <a:ea typeface="隶书" pitchFamily="49" charset="-122"/>
              </a:rPr>
              <a:t>int</a:t>
            </a:r>
            <a:r>
              <a:rPr lang="zh-CN" altLang="en-US" b="1" dirty="0">
                <a:effectLst>
                  <a:outerShdw blurRad="38100" dist="38100" dir="2700000" algn="tl">
                    <a:srgbClr val="FFFFFF"/>
                  </a:outerShdw>
                </a:effectLst>
                <a:latin typeface="隶书" pitchFamily="49" charset="-122"/>
                <a:ea typeface="隶书" pitchFamily="49" charset="-122"/>
              </a:rPr>
              <a:t>型之后再与</a:t>
            </a:r>
            <a:r>
              <a:rPr lang="en-US" altLang="zh-CN" b="1" dirty="0">
                <a:effectLst>
                  <a:outerShdw blurRad="38100" dist="38100" dir="2700000" algn="tl">
                    <a:srgbClr val="FFFFFF"/>
                  </a:outerShdw>
                </a:effectLst>
                <a:latin typeface="隶书" pitchFamily="49" charset="-122"/>
                <a:ea typeface="隶书" pitchFamily="49" charset="-122"/>
              </a:rPr>
              <a:t>y</a:t>
            </a:r>
            <a:r>
              <a:rPr lang="zh-CN" altLang="en-US" b="1" dirty="0">
                <a:effectLst>
                  <a:outerShdw blurRad="38100" dist="38100" dir="2700000" algn="tl">
                    <a:srgbClr val="FFFFFF"/>
                  </a:outerShdw>
                </a:effectLst>
                <a:latin typeface="隶书" pitchFamily="49" charset="-122"/>
                <a:ea typeface="隶书" pitchFamily="49" charset="-122"/>
              </a:rPr>
              <a:t>相加了。</a:t>
            </a:r>
            <a:endParaRPr lang="en-US" altLang="zh-CN" b="1" dirty="0">
              <a:effectLst>
                <a:outerShdw blurRad="38100" dist="38100" dir="2700000" algn="tl">
                  <a:srgbClr val="FFFFFF"/>
                </a:outerShdw>
              </a:effectLst>
              <a:latin typeface="隶书" pitchFamily="49" charset="-122"/>
              <a:ea typeface="隶书" pitchFamily="49" charset="-122"/>
            </a:endParaRPr>
          </a:p>
          <a:p>
            <a:pPr marL="342900" indent="-342900">
              <a:buFont typeface="Wingdings" panose="05000000000000000000" pitchFamily="2" charset="2"/>
              <a:buChar char="u"/>
            </a:pPr>
            <a:r>
              <a:rPr lang="zh-CN" altLang="en-US" b="1" dirty="0">
                <a:solidFill>
                  <a:srgbClr val="002060"/>
                </a:solidFill>
                <a:latin typeface="隶书" pitchFamily="49" charset="-122"/>
                <a:ea typeface="隶书" pitchFamily="49" charset="-122"/>
              </a:rPr>
              <a:t>无论是强制转换或是自动转换，都只是为了本次运算的需要而对变量的数据长度进行的临时性转换，而不改变数据说明时对该变量定义的类型。</a:t>
            </a:r>
            <a:endParaRPr lang="en-US" altLang="zh-CN" b="1" dirty="0">
              <a:solidFill>
                <a:srgbClr val="002060"/>
              </a:solidFill>
              <a:latin typeface="隶书" pitchFamily="49" charset="-122"/>
              <a:ea typeface="隶书" pitchFamily="49" charset="-122"/>
            </a:endParaRPr>
          </a:p>
          <a:p>
            <a:r>
              <a:rPr lang="en-US" altLang="zh-CN" b="1" dirty="0">
                <a:solidFill>
                  <a:srgbClr val="FF0066"/>
                </a:solidFill>
                <a:effectLst>
                  <a:outerShdw blurRad="38100" dist="38100" dir="2700000" algn="tl">
                    <a:srgbClr val="000000"/>
                  </a:outerShdw>
                </a:effectLst>
                <a:latin typeface="隶书" pitchFamily="49" charset="-122"/>
                <a:ea typeface="隶书" pitchFamily="49" charset="-122"/>
              </a:rPr>
              <a:t>   </a:t>
            </a:r>
            <a:r>
              <a:rPr lang="zh-CN" altLang="en-US" b="1" dirty="0">
                <a:effectLst>
                  <a:outerShdw blurRad="38100" dist="38100" dir="2700000" algn="tl">
                    <a:srgbClr val="FFFFFF"/>
                  </a:outerShdw>
                </a:effectLst>
                <a:latin typeface="隶书" pitchFamily="49" charset="-122"/>
                <a:ea typeface="隶书" pitchFamily="49" charset="-122"/>
              </a:rPr>
              <a:t>例如，</a:t>
            </a:r>
            <a:r>
              <a:rPr lang="en-US" altLang="zh-CN" b="1" dirty="0">
                <a:effectLst>
                  <a:outerShdw blurRad="38100" dist="38100" dir="2700000" algn="tl">
                    <a:srgbClr val="FFFFFF"/>
                  </a:outerShdw>
                </a:effectLst>
                <a:latin typeface="隶书" pitchFamily="49" charset="-122"/>
                <a:ea typeface="隶书" pitchFamily="49" charset="-122"/>
              </a:rPr>
              <a:t>(double)a </a:t>
            </a:r>
            <a:r>
              <a:rPr lang="zh-CN" altLang="en-US" b="1" dirty="0">
                <a:effectLst>
                  <a:outerShdw blurRad="38100" dist="38100" dir="2700000" algn="tl">
                    <a:srgbClr val="FFFFFF"/>
                  </a:outerShdw>
                </a:effectLst>
                <a:latin typeface="隶书" pitchFamily="49" charset="-122"/>
                <a:ea typeface="隶书" pitchFamily="49" charset="-122"/>
              </a:rPr>
              <a:t>只是将变量</a:t>
            </a:r>
            <a:r>
              <a:rPr lang="en-US" altLang="zh-CN" b="1" dirty="0">
                <a:effectLst>
                  <a:outerShdw blurRad="38100" dist="38100" dir="2700000" algn="tl">
                    <a:srgbClr val="FFFFFF"/>
                  </a:outerShdw>
                </a:effectLst>
                <a:latin typeface="隶书" pitchFamily="49" charset="-122"/>
                <a:ea typeface="隶书" pitchFamily="49" charset="-122"/>
              </a:rPr>
              <a:t>a</a:t>
            </a:r>
            <a:r>
              <a:rPr lang="zh-CN" altLang="en-US" b="1" dirty="0">
                <a:effectLst>
                  <a:outerShdw blurRad="38100" dist="38100" dir="2700000" algn="tl">
                    <a:srgbClr val="FFFFFF"/>
                  </a:outerShdw>
                </a:effectLst>
                <a:latin typeface="隶书" pitchFamily="49" charset="-122"/>
                <a:ea typeface="隶书" pitchFamily="49" charset="-122"/>
              </a:rPr>
              <a:t>的值转换成一个</a:t>
            </a:r>
            <a:r>
              <a:rPr lang="en-US" altLang="zh-CN" b="1" dirty="0">
                <a:effectLst>
                  <a:outerShdw blurRad="38100" dist="38100" dir="2700000" algn="tl">
                    <a:srgbClr val="FFFFFF"/>
                  </a:outerShdw>
                </a:effectLst>
                <a:latin typeface="隶书" pitchFamily="49" charset="-122"/>
                <a:ea typeface="隶书" pitchFamily="49" charset="-122"/>
              </a:rPr>
              <a:t>double</a:t>
            </a:r>
            <a:r>
              <a:rPr lang="zh-CN" altLang="en-US" b="1" dirty="0">
                <a:effectLst>
                  <a:outerShdw blurRad="38100" dist="38100" dir="2700000" algn="tl">
                    <a:srgbClr val="FFFFFF"/>
                  </a:outerShdw>
                </a:effectLst>
                <a:latin typeface="隶书" pitchFamily="49" charset="-122"/>
                <a:ea typeface="隶书" pitchFamily="49" charset="-122"/>
              </a:rPr>
              <a:t>型的中间量，其数据类型并未转换成</a:t>
            </a:r>
            <a:r>
              <a:rPr lang="en-US" altLang="zh-CN" b="1" dirty="0">
                <a:effectLst>
                  <a:outerShdw blurRad="38100" dist="38100" dir="2700000" algn="tl">
                    <a:srgbClr val="FFFFFF"/>
                  </a:outerShdw>
                </a:effectLst>
                <a:latin typeface="隶书" pitchFamily="49" charset="-122"/>
                <a:ea typeface="隶书" pitchFamily="49" charset="-122"/>
              </a:rPr>
              <a:t>double</a:t>
            </a:r>
            <a:r>
              <a:rPr lang="zh-CN" altLang="en-US" b="1" dirty="0">
                <a:effectLst>
                  <a:outerShdw blurRad="38100" dist="38100" dir="2700000" algn="tl">
                    <a:srgbClr val="FFFFFF"/>
                  </a:outerShdw>
                </a:effectLst>
                <a:latin typeface="隶书" pitchFamily="49" charset="-122"/>
                <a:ea typeface="隶书" pitchFamily="49" charset="-122"/>
              </a:rPr>
              <a:t>型。</a:t>
            </a:r>
          </a:p>
        </p:txBody>
      </p:sp>
      <p:sp>
        <p:nvSpPr>
          <p:cNvPr id="16" name="Rectangle 2">
            <a:extLst>
              <a:ext uri="{FF2B5EF4-FFF2-40B4-BE49-F238E27FC236}">
                <a16:creationId xmlns:a16="http://schemas.microsoft.com/office/drawing/2014/main" id="{5E74F0E2-76E0-4C3B-BC70-A655403EE80F}"/>
              </a:ext>
            </a:extLst>
          </p:cNvPr>
          <p:cNvSpPr txBox="1">
            <a:spLocks noChangeArrowheads="1"/>
          </p:cNvSpPr>
          <p:nvPr/>
        </p:nvSpPr>
        <p:spPr>
          <a:xfrm>
            <a:off x="783220" y="843295"/>
            <a:ext cx="7772400" cy="647700"/>
          </a:xfrm>
          <a:prstGeom prst="rect">
            <a:avLst/>
          </a:prstGeom>
        </p:spPr>
        <p:txBody>
          <a:bodyPr/>
          <a:lst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a:lstStyle>
          <a:p>
            <a:pPr algn="just">
              <a:buFontTx/>
              <a:buNone/>
            </a:pPr>
            <a:r>
              <a:rPr lang="en-US" altLang="zh-CN" kern="0" dirty="0">
                <a:solidFill>
                  <a:srgbClr val="C01920"/>
                </a:solidFill>
                <a:effectLst/>
                <a:latin typeface="楷体" panose="02010609060101010101" pitchFamily="49" charset="-122"/>
                <a:ea typeface="楷体" panose="02010609060101010101" pitchFamily="49" charset="-122"/>
              </a:rPr>
              <a:t>2. </a:t>
            </a:r>
            <a:r>
              <a:rPr lang="zh-CN" altLang="en-US" kern="0" dirty="0">
                <a:solidFill>
                  <a:srgbClr val="C01920"/>
                </a:solidFill>
                <a:effectLst/>
                <a:latin typeface="楷体" panose="02010609060101010101" pitchFamily="49" charset="-122"/>
                <a:ea typeface="楷体" panose="02010609060101010101" pitchFamily="49" charset="-122"/>
              </a:rPr>
              <a:t>强制类型转换符 </a:t>
            </a:r>
          </a:p>
        </p:txBody>
      </p:sp>
      <p:sp>
        <p:nvSpPr>
          <p:cNvPr id="17" name="Rectangle 4">
            <a:extLst>
              <a:ext uri="{FF2B5EF4-FFF2-40B4-BE49-F238E27FC236}">
                <a16:creationId xmlns:a16="http://schemas.microsoft.com/office/drawing/2014/main" id="{8F57F610-A6E5-45F5-BCCA-3D65F4C4EC02}"/>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3.4  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语言的运算符与表达式</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22279"/>
                                        </p:tgtEl>
                                        <p:attrNameLst>
                                          <p:attrName>style.visibility</p:attrName>
                                        </p:attrNameLst>
                                      </p:cBhvr>
                                      <p:to>
                                        <p:strVal val="visible"/>
                                      </p:to>
                                    </p:set>
                                    <p:anim calcmode="lin" valueType="num">
                                      <p:cBhvr additive="base">
                                        <p:cTn id="13" dur="500" fill="hold"/>
                                        <p:tgtEl>
                                          <p:spTgt spid="822279"/>
                                        </p:tgtEl>
                                        <p:attrNameLst>
                                          <p:attrName>ppt_x</p:attrName>
                                        </p:attrNameLst>
                                      </p:cBhvr>
                                      <p:tavLst>
                                        <p:tav tm="0">
                                          <p:val>
                                            <p:strVal val="0-#ppt_w/2"/>
                                          </p:val>
                                        </p:tav>
                                        <p:tav tm="100000">
                                          <p:val>
                                            <p:strVal val="#ppt_x"/>
                                          </p:val>
                                        </p:tav>
                                      </p:tavLst>
                                    </p:anim>
                                    <p:anim calcmode="lin" valueType="num">
                                      <p:cBhvr additive="base">
                                        <p:cTn id="14" dur="500" fill="hold"/>
                                        <p:tgtEl>
                                          <p:spTgt spid="82227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822281">
                                            <p:txEl>
                                              <p:pRg st="0" end="0"/>
                                            </p:txEl>
                                          </p:spTgt>
                                        </p:tgtEl>
                                        <p:attrNameLst>
                                          <p:attrName>style.visibility</p:attrName>
                                        </p:attrNameLst>
                                      </p:cBhvr>
                                      <p:to>
                                        <p:strVal val="visible"/>
                                      </p:to>
                                    </p:set>
                                    <p:animEffect transition="in" filter="blinds(horizontal)">
                                      <p:cBhvr>
                                        <p:cTn id="19" dur="500"/>
                                        <p:tgtEl>
                                          <p:spTgt spid="822281">
                                            <p:txEl>
                                              <p:pRg st="0" end="0"/>
                                            </p:txEl>
                                          </p:spTgt>
                                        </p:tgtEl>
                                      </p:cBhvr>
                                    </p:animEffec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8" presetClass="entr" presetSubtype="32" fill="hold" grpId="0" nodeType="clickEffect">
                                  <p:stCondLst>
                                    <p:cond delay="0"/>
                                  </p:stCondLst>
                                  <p:childTnLst>
                                    <p:set>
                                      <p:cBhvr>
                                        <p:cTn id="23" dur="1" fill="hold">
                                          <p:stCondLst>
                                            <p:cond delay="0"/>
                                          </p:stCondLst>
                                        </p:cTn>
                                        <p:tgtEl>
                                          <p:spTgt spid="822293"/>
                                        </p:tgtEl>
                                        <p:attrNameLst>
                                          <p:attrName>style.visibility</p:attrName>
                                        </p:attrNameLst>
                                      </p:cBhvr>
                                      <p:to>
                                        <p:strVal val="visible"/>
                                      </p:to>
                                    </p:set>
                                    <p:animEffect transition="in" filter="diamond(out)">
                                      <p:cBhvr>
                                        <p:cTn id="24" dur="2000"/>
                                        <p:tgtEl>
                                          <p:spTgt spid="822293"/>
                                        </p:tgtEl>
                                      </p:cBhvr>
                                    </p:animEffect>
                                  </p:childTnLst>
                                  <p:subTnLst>
                                    <p:audio>
                                      <p:cMediaNode>
                                        <p:cTn display="0" masterRel="sameClick">
                                          <p:stCondLst>
                                            <p:cond evt="begin" delay="0">
                                              <p:tn val="22"/>
                                            </p:cond>
                                          </p:stCondLst>
                                          <p:endCondLst>
                                            <p:cond evt="onStopAudio" delay="0">
                                              <p:tgtEl>
                                                <p:sldTgt/>
                                              </p:tgtEl>
                                            </p:cond>
                                          </p:endCondLst>
                                        </p:cTn>
                                        <p:tgtEl>
                                          <p:sndTgt r:embed="rId4" name="chimes.wav"/>
                                        </p:tgtEl>
                                      </p:cMediaNode>
                                    </p:audio>
                                  </p:sub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822294">
                                            <p:txEl>
                                              <p:pRg st="0" end="0"/>
                                            </p:txEl>
                                          </p:spTgt>
                                        </p:tgtEl>
                                        <p:attrNameLst>
                                          <p:attrName>style.visibility</p:attrName>
                                        </p:attrNameLst>
                                      </p:cBhvr>
                                      <p:to>
                                        <p:strVal val="visible"/>
                                      </p:to>
                                    </p:set>
                                    <p:animEffect transition="in" filter="blinds(horizontal)">
                                      <p:cBhvr>
                                        <p:cTn id="29" dur="500"/>
                                        <p:tgtEl>
                                          <p:spTgt spid="822294">
                                            <p:txEl>
                                              <p:pRg st="0" end="0"/>
                                            </p:txEl>
                                          </p:spTgt>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822295"/>
                                        </p:tgtEl>
                                        <p:attrNameLst>
                                          <p:attrName>style.visibility</p:attrName>
                                        </p:attrNameLst>
                                      </p:cBhvr>
                                      <p:to>
                                        <p:strVal val="visible"/>
                                      </p:to>
                                    </p:set>
                                    <p:animEffect transition="in" filter="box(out)">
                                      <p:cBhvr>
                                        <p:cTn id="34" dur="500"/>
                                        <p:tgtEl>
                                          <p:spTgt spid="822295"/>
                                        </p:tgtEl>
                                      </p:cBhvr>
                                    </p:animEffect>
                                  </p:childTnLst>
                                  <p:subTnLst>
                                    <p:audio>
                                      <p:cMediaNode>
                                        <p:cTn display="0" masterRel="sameClick">
                                          <p:stCondLst>
                                            <p:cond evt="begin" delay="0">
                                              <p:tn val="32"/>
                                            </p:cond>
                                          </p:stCondLst>
                                          <p:endCondLst>
                                            <p:cond evt="onStopAudio" delay="0">
                                              <p:tgtEl>
                                                <p:sldTgt/>
                                              </p:tgtEl>
                                            </p:cond>
                                          </p:endCondLst>
                                        </p:cTn>
                                        <p:tgtEl>
                                          <p:sndTgt r:embed="rId4" name="chimes.wav"/>
                                        </p:tgtEl>
                                      </p:cMediaNode>
                                    </p:audio>
                                  </p:subTnLst>
                                </p:cTn>
                              </p:par>
                            </p:childTnLst>
                          </p:cTn>
                        </p:par>
                      </p:childTnLst>
                    </p:cTn>
                  </p:par>
                  <p:par>
                    <p:cTn id="35" fill="hold">
                      <p:stCondLst>
                        <p:cond delay="indefinite"/>
                      </p:stCondLst>
                      <p:childTnLst>
                        <p:par>
                          <p:cTn id="36" fill="hold">
                            <p:stCondLst>
                              <p:cond delay="0"/>
                            </p:stCondLst>
                            <p:childTnLst>
                              <p:par>
                                <p:cTn id="37" presetID="4" presetClass="entr" presetSubtype="32" fill="hold" grpId="0" nodeType="clickEffect">
                                  <p:stCondLst>
                                    <p:cond delay="0"/>
                                  </p:stCondLst>
                                  <p:childTnLst>
                                    <p:set>
                                      <p:cBhvr>
                                        <p:cTn id="38" dur="1" fill="hold">
                                          <p:stCondLst>
                                            <p:cond delay="0"/>
                                          </p:stCondLst>
                                        </p:cTn>
                                        <p:tgtEl>
                                          <p:spTgt spid="822297"/>
                                        </p:tgtEl>
                                        <p:attrNameLst>
                                          <p:attrName>style.visibility</p:attrName>
                                        </p:attrNameLst>
                                      </p:cBhvr>
                                      <p:to>
                                        <p:strVal val="visible"/>
                                      </p:to>
                                    </p:set>
                                    <p:animEffect transition="in" filter="box(out)">
                                      <p:cBhvr>
                                        <p:cTn id="39" dur="500"/>
                                        <p:tgtEl>
                                          <p:spTgt spid="822297"/>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childTnLst>
                    </p:cTn>
                  </p:par>
                  <p:par>
                    <p:cTn id="40" fill="hold">
                      <p:stCondLst>
                        <p:cond delay="indefinite"/>
                      </p:stCondLst>
                      <p:childTnLst>
                        <p:par>
                          <p:cTn id="41" fill="hold">
                            <p:stCondLst>
                              <p:cond delay="0"/>
                            </p:stCondLst>
                            <p:childTnLst>
                              <p:par>
                                <p:cTn id="42" presetID="18" presetClass="entr" presetSubtype="6" fill="hold" nodeType="clickEffect">
                                  <p:stCondLst>
                                    <p:cond delay="0"/>
                                  </p:stCondLst>
                                  <p:childTnLst>
                                    <p:set>
                                      <p:cBhvr>
                                        <p:cTn id="43" dur="1" fill="hold">
                                          <p:stCondLst>
                                            <p:cond delay="0"/>
                                          </p:stCondLst>
                                        </p:cTn>
                                        <p:tgtEl>
                                          <p:spTgt spid="822301"/>
                                        </p:tgtEl>
                                        <p:attrNameLst>
                                          <p:attrName>style.visibility</p:attrName>
                                        </p:attrNameLst>
                                      </p:cBhvr>
                                      <p:to>
                                        <p:strVal val="visible"/>
                                      </p:to>
                                    </p:set>
                                    <p:animEffect transition="in" filter="strips(downRight)">
                                      <p:cBhvr>
                                        <p:cTn id="44" dur="500"/>
                                        <p:tgtEl>
                                          <p:spTgt spid="822301"/>
                                        </p:tgtEl>
                                      </p:cBhvr>
                                    </p:animEffect>
                                  </p:childTnLst>
                                  <p:subTnLst>
                                    <p:audio>
                                      <p:cMediaNode>
                                        <p:cTn display="0" masterRel="sameClick">
                                          <p:stCondLst>
                                            <p:cond evt="begin" delay="0">
                                              <p:tn val="42"/>
                                            </p:cond>
                                          </p:stCondLst>
                                          <p:endCondLst>
                                            <p:cond evt="onStopAudio" delay="0">
                                              <p:tgtEl>
                                                <p:sldTgt/>
                                              </p:tgtEl>
                                            </p:cond>
                                          </p:endCondLst>
                                        </p:cTn>
                                        <p:tgtEl>
                                          <p:sndTgt r:embed="rId3" name="camera.wav"/>
                                        </p:tgtEl>
                                      </p:cMediaNode>
                                    </p:audio>
                                  </p:subTnLst>
                                </p:cTn>
                              </p:par>
                            </p:childTnLst>
                          </p:cTn>
                        </p:par>
                      </p:childTnLst>
                    </p:cTn>
                  </p:par>
                  <p:par>
                    <p:cTn id="45" fill="hold">
                      <p:stCondLst>
                        <p:cond delay="indefinite"/>
                      </p:stCondLst>
                      <p:childTnLst>
                        <p:par>
                          <p:cTn id="46" fill="hold">
                            <p:stCondLst>
                              <p:cond delay="0"/>
                            </p:stCondLst>
                            <p:childTnLst>
                              <p:par>
                                <p:cTn id="47" presetID="4" presetClass="entr" presetSubtype="32" fill="hold" grpId="0" nodeType="clickEffect">
                                  <p:stCondLst>
                                    <p:cond delay="0"/>
                                  </p:stCondLst>
                                  <p:childTnLst>
                                    <p:set>
                                      <p:cBhvr>
                                        <p:cTn id="48" dur="1" fill="hold">
                                          <p:stCondLst>
                                            <p:cond delay="0"/>
                                          </p:stCondLst>
                                        </p:cTn>
                                        <p:tgtEl>
                                          <p:spTgt spid="822296"/>
                                        </p:tgtEl>
                                        <p:attrNameLst>
                                          <p:attrName>style.visibility</p:attrName>
                                        </p:attrNameLst>
                                      </p:cBhvr>
                                      <p:to>
                                        <p:strVal val="visible"/>
                                      </p:to>
                                    </p:set>
                                    <p:animEffect transition="in" filter="box(out)">
                                      <p:cBhvr>
                                        <p:cTn id="49" dur="500"/>
                                        <p:tgtEl>
                                          <p:spTgt spid="822296"/>
                                        </p:tgtEl>
                                      </p:cBhvr>
                                    </p:animEffect>
                                  </p:childTnLst>
                                  <p:subTnLst>
                                    <p:audio>
                                      <p:cMediaNode>
                                        <p:cTn display="0" masterRel="sameClick">
                                          <p:stCondLst>
                                            <p:cond evt="begin" delay="0">
                                              <p:tn val="47"/>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2279" grpId="0"/>
      <p:bldP spid="822293" grpId="0" animBg="1"/>
      <p:bldP spid="822295" grpId="0" animBg="1"/>
      <p:bldP spid="822297" grpId="0" animBg="1" autoUpdateAnimBg="0"/>
      <p:bldP spid="822296" grpId="0" animBg="1"/>
      <p:bldP spid="16" grpId="0" build="p" bldLvl="5"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 name="Rectangle 2">
            <a:extLst>
              <a:ext uri="{FF2B5EF4-FFF2-40B4-BE49-F238E27FC236}">
                <a16:creationId xmlns:a16="http://schemas.microsoft.com/office/drawing/2014/main" id="{FF215C63-69BF-4EF0-9508-37185AC45AEC}"/>
              </a:ext>
            </a:extLst>
          </p:cNvPr>
          <p:cNvSpPr txBox="1">
            <a:spLocks noChangeArrowheads="1"/>
          </p:cNvSpPr>
          <p:nvPr/>
        </p:nvSpPr>
        <p:spPr>
          <a:xfrm>
            <a:off x="126957" y="1499666"/>
            <a:ext cx="9923397" cy="3505200"/>
          </a:xfrm>
          <a:prstGeom prst="rect">
            <a:avLst/>
          </a:prstGeom>
        </p:spPr>
        <p:txBody>
          <a:bodyPr/>
          <a:lst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a:lstStyle>
          <a:p>
            <a:pPr lvl="2">
              <a:buFont typeface="Wingdings" pitchFamily="2" charset="2"/>
              <a:buChar char="Ø"/>
            </a:pPr>
            <a:r>
              <a:rPr lang="en-US" altLang="zh-CN" kern="0" dirty="0">
                <a:solidFill>
                  <a:srgbClr val="C01920"/>
                </a:solidFill>
                <a:effectLst/>
                <a:latin typeface="楷体" pitchFamily="49" charset="-122"/>
                <a:ea typeface="楷体" pitchFamily="49" charset="-122"/>
              </a:rPr>
              <a:t> </a:t>
            </a:r>
            <a:r>
              <a:rPr lang="zh-CN" altLang="en-US" kern="0" dirty="0">
                <a:solidFill>
                  <a:srgbClr val="C01920"/>
                </a:solidFill>
                <a:effectLst/>
                <a:latin typeface="楷体" pitchFamily="49" charset="-122"/>
                <a:ea typeface="楷体" pitchFamily="49" charset="-122"/>
              </a:rPr>
              <a:t>基本算术运算符：  </a:t>
            </a:r>
            <a:r>
              <a:rPr lang="en-US" altLang="zh-CN" sz="2800" kern="0" dirty="0">
                <a:solidFill>
                  <a:srgbClr val="002060"/>
                </a:solidFill>
                <a:effectLst/>
                <a:latin typeface="楷体" pitchFamily="49" charset="-122"/>
                <a:ea typeface="楷体" pitchFamily="49" charset="-122"/>
              </a:rPr>
              <a:t>+  </a:t>
            </a:r>
            <a:r>
              <a:rPr lang="en-US" altLang="zh-CN" sz="2800" kern="0" dirty="0">
                <a:solidFill>
                  <a:srgbClr val="C01920"/>
                </a:solidFill>
                <a:effectLst/>
                <a:latin typeface="楷体" pitchFamily="49" charset="-122"/>
                <a:ea typeface="楷体" pitchFamily="49" charset="-122"/>
              </a:rPr>
              <a:t>-</a:t>
            </a:r>
            <a:r>
              <a:rPr lang="en-US" altLang="zh-CN" sz="2800" kern="0" dirty="0">
                <a:solidFill>
                  <a:srgbClr val="002060"/>
                </a:solidFill>
                <a:effectLst/>
                <a:latin typeface="楷体" pitchFamily="49" charset="-122"/>
                <a:ea typeface="楷体" pitchFamily="49" charset="-122"/>
              </a:rPr>
              <a:t>  *  /  %</a:t>
            </a:r>
          </a:p>
          <a:p>
            <a:pPr lvl="3">
              <a:buFont typeface="Wingdings" pitchFamily="2" charset="2"/>
              <a:buChar char="l"/>
            </a:pPr>
            <a:r>
              <a:rPr lang="en-US" altLang="zh-CN" kern="0" dirty="0">
                <a:latin typeface="楷体" pitchFamily="49" charset="-122"/>
                <a:ea typeface="楷体" pitchFamily="49" charset="-122"/>
              </a:rPr>
              <a:t> </a:t>
            </a:r>
            <a:r>
              <a:rPr lang="zh-CN" altLang="en-US" kern="0" dirty="0">
                <a:latin typeface="楷体" pitchFamily="49" charset="-122"/>
                <a:ea typeface="楷体" pitchFamily="49" charset="-122"/>
              </a:rPr>
              <a:t>结合方向：从左向右</a:t>
            </a:r>
          </a:p>
          <a:p>
            <a:pPr lvl="3">
              <a:buFont typeface="Wingdings" pitchFamily="2" charset="2"/>
              <a:buChar char="l"/>
            </a:pPr>
            <a:r>
              <a:rPr lang="zh-CN" altLang="en-US" kern="0" dirty="0">
                <a:latin typeface="楷体" pitchFamily="49" charset="-122"/>
                <a:ea typeface="楷体" pitchFamily="49" charset="-122"/>
              </a:rPr>
              <a:t> 优先级： </a:t>
            </a:r>
            <a:r>
              <a:rPr lang="en-US" altLang="zh-CN" sz="2800" kern="0" dirty="0">
                <a:solidFill>
                  <a:srgbClr val="C01920"/>
                </a:solidFill>
                <a:effectLst/>
                <a:latin typeface="楷体" pitchFamily="49" charset="-122"/>
                <a:ea typeface="楷体" pitchFamily="49" charset="-122"/>
              </a:rPr>
              <a:t>-</a:t>
            </a:r>
            <a:r>
              <a:rPr lang="en-US" altLang="zh-CN" sz="2800" kern="0" dirty="0">
                <a:effectLst/>
                <a:latin typeface="楷体" pitchFamily="49" charset="-122"/>
                <a:ea typeface="楷体" pitchFamily="49" charset="-122"/>
              </a:rPr>
              <a:t> ----&gt;</a:t>
            </a:r>
            <a:r>
              <a:rPr lang="en-US" altLang="zh-CN" sz="2800" kern="0" dirty="0">
                <a:solidFill>
                  <a:srgbClr val="002060"/>
                </a:solidFill>
                <a:effectLst/>
                <a:latin typeface="楷体" pitchFamily="49" charset="-122"/>
                <a:ea typeface="楷体" pitchFamily="49" charset="-122"/>
              </a:rPr>
              <a:t>*</a:t>
            </a:r>
            <a:r>
              <a:rPr lang="en-US" altLang="zh-CN" sz="2800" kern="0" dirty="0">
                <a:solidFill>
                  <a:srgbClr val="0000FF"/>
                </a:solidFill>
                <a:effectLst/>
                <a:latin typeface="楷体" pitchFamily="49" charset="-122"/>
                <a:ea typeface="楷体" pitchFamily="49" charset="-122"/>
              </a:rPr>
              <a:t> </a:t>
            </a:r>
            <a:r>
              <a:rPr lang="en-US" altLang="zh-CN" sz="2800" kern="0" dirty="0">
                <a:solidFill>
                  <a:srgbClr val="002060"/>
                </a:solidFill>
                <a:effectLst/>
                <a:latin typeface="楷体" pitchFamily="49" charset="-122"/>
                <a:ea typeface="楷体" pitchFamily="49" charset="-122"/>
              </a:rPr>
              <a:t>/ % </a:t>
            </a:r>
            <a:r>
              <a:rPr lang="en-US" altLang="zh-CN" sz="2800" kern="0" dirty="0">
                <a:effectLst/>
                <a:latin typeface="楷体" pitchFamily="49" charset="-122"/>
                <a:ea typeface="楷体" pitchFamily="49" charset="-122"/>
              </a:rPr>
              <a:t>-----&gt; </a:t>
            </a:r>
            <a:r>
              <a:rPr lang="en-US" altLang="zh-CN" sz="2800" kern="0" dirty="0">
                <a:solidFill>
                  <a:srgbClr val="C01920"/>
                </a:solidFill>
                <a:effectLst/>
                <a:latin typeface="楷体" pitchFamily="49" charset="-122"/>
                <a:ea typeface="楷体" pitchFamily="49" charset="-122"/>
              </a:rPr>
              <a:t>+ -</a:t>
            </a:r>
          </a:p>
          <a:p>
            <a:pPr lvl="3">
              <a:buFontTx/>
              <a:buNone/>
            </a:pPr>
            <a:r>
              <a:rPr lang="en-US" altLang="zh-CN" kern="0" dirty="0">
                <a:solidFill>
                  <a:schemeClr val="folHlink"/>
                </a:solidFill>
                <a:effectLst>
                  <a:outerShdw blurRad="38100" dist="38100" dir="2700000" algn="tl">
                    <a:srgbClr val="000000"/>
                  </a:outerShdw>
                </a:effectLst>
                <a:latin typeface="楷体" pitchFamily="49" charset="-122"/>
                <a:ea typeface="楷体" pitchFamily="49" charset="-122"/>
              </a:rPr>
              <a:t>           </a:t>
            </a:r>
            <a:r>
              <a:rPr lang="en-US" altLang="zh-CN" kern="0" dirty="0">
                <a:solidFill>
                  <a:srgbClr val="006600"/>
                </a:solidFill>
                <a:effectLst/>
                <a:latin typeface="楷体" pitchFamily="49" charset="-122"/>
                <a:ea typeface="楷体" pitchFamily="49" charset="-122"/>
              </a:rPr>
              <a:t>(2)        (3)              (4)</a:t>
            </a:r>
            <a:r>
              <a:rPr lang="en-US" altLang="zh-CN" kern="0" dirty="0">
                <a:latin typeface="楷体" pitchFamily="49" charset="-122"/>
                <a:ea typeface="楷体" pitchFamily="49" charset="-122"/>
              </a:rPr>
              <a:t>	</a:t>
            </a:r>
          </a:p>
          <a:p>
            <a:pPr lvl="2">
              <a:buFontTx/>
              <a:buNone/>
            </a:pPr>
            <a:r>
              <a:rPr lang="zh-CN" altLang="en-US" kern="0" dirty="0">
                <a:solidFill>
                  <a:srgbClr val="C01920"/>
                </a:solidFill>
                <a:effectLst/>
                <a:latin typeface="楷体" pitchFamily="49" charset="-122"/>
                <a:ea typeface="楷体" pitchFamily="49" charset="-122"/>
              </a:rPr>
              <a:t>说明：</a:t>
            </a:r>
          </a:p>
          <a:p>
            <a:pPr lvl="3">
              <a:buFont typeface="Wingdings" pitchFamily="2" charset="2"/>
              <a:buChar char="l"/>
            </a:pPr>
            <a:r>
              <a:rPr lang="zh-CN" altLang="en-US" kern="0" dirty="0">
                <a:latin typeface="楷体" pitchFamily="49" charset="-122"/>
                <a:ea typeface="楷体" pitchFamily="49" charset="-122"/>
              </a:rPr>
              <a:t> </a:t>
            </a:r>
            <a:r>
              <a:rPr lang="zh-CN" altLang="zh-CN" kern="0" dirty="0">
                <a:latin typeface="楷体" pitchFamily="49" charset="-122"/>
                <a:ea typeface="楷体" pitchFamily="49" charset="-122"/>
              </a:rPr>
              <a:t>“-”可为</a:t>
            </a:r>
            <a:r>
              <a:rPr lang="zh-CN" altLang="zh-CN" kern="0" dirty="0">
                <a:solidFill>
                  <a:srgbClr val="002060"/>
                </a:solidFill>
                <a:effectLst/>
                <a:latin typeface="楷体" pitchFamily="49" charset="-122"/>
                <a:ea typeface="楷体" pitchFamily="49" charset="-122"/>
              </a:rPr>
              <a:t>单目</a:t>
            </a:r>
            <a:r>
              <a:rPr lang="zh-CN" altLang="zh-CN" kern="0" dirty="0">
                <a:latin typeface="楷体" pitchFamily="49" charset="-122"/>
                <a:ea typeface="楷体" pitchFamily="49" charset="-122"/>
              </a:rPr>
              <a:t>运算符时,</a:t>
            </a:r>
            <a:r>
              <a:rPr lang="zh-CN" altLang="zh-CN" kern="0" dirty="0">
                <a:solidFill>
                  <a:srgbClr val="C01920"/>
                </a:solidFill>
                <a:effectLst/>
                <a:latin typeface="楷体" pitchFamily="49" charset="-122"/>
                <a:ea typeface="楷体" pitchFamily="49" charset="-122"/>
              </a:rPr>
              <a:t>右结合性</a:t>
            </a:r>
          </a:p>
          <a:p>
            <a:pPr lvl="3">
              <a:buFont typeface="Wingdings" pitchFamily="2" charset="2"/>
              <a:buChar char="l"/>
            </a:pPr>
            <a:r>
              <a:rPr lang="zh-CN" altLang="en-US" kern="0" dirty="0">
                <a:latin typeface="楷体" pitchFamily="49" charset="-122"/>
                <a:ea typeface="楷体" pitchFamily="49" charset="-122"/>
              </a:rPr>
              <a:t> 两整数相除，结果为整数</a:t>
            </a:r>
            <a:endParaRPr lang="zh-CN" altLang="zh-CN" kern="0" dirty="0">
              <a:latin typeface="楷体" pitchFamily="49" charset="-122"/>
              <a:ea typeface="楷体" pitchFamily="49" charset="-122"/>
            </a:endParaRPr>
          </a:p>
          <a:p>
            <a:pPr lvl="3">
              <a:buFont typeface="Wingdings" pitchFamily="2" charset="2"/>
              <a:buChar char="l"/>
            </a:pPr>
            <a:r>
              <a:rPr lang="zh-CN" altLang="en-US" kern="0" dirty="0">
                <a:latin typeface="楷体" pitchFamily="49" charset="-122"/>
                <a:ea typeface="楷体" pitchFamily="49" charset="-122"/>
              </a:rPr>
              <a:t> </a:t>
            </a:r>
            <a:r>
              <a:rPr lang="zh-CN" altLang="zh-CN" kern="0" dirty="0">
                <a:latin typeface="楷体" pitchFamily="49" charset="-122"/>
                <a:ea typeface="楷体" pitchFamily="49" charset="-122"/>
              </a:rPr>
              <a:t>%要求两侧均为整型数据</a:t>
            </a:r>
          </a:p>
          <a:p>
            <a:pPr lvl="3"/>
            <a:endParaRPr lang="en-US" altLang="zh-CN" kern="0" dirty="0">
              <a:latin typeface="楷体" pitchFamily="49" charset="-122"/>
              <a:ea typeface="楷体" pitchFamily="49" charset="-122"/>
            </a:endParaRPr>
          </a:p>
        </p:txBody>
      </p:sp>
      <p:sp>
        <p:nvSpPr>
          <p:cNvPr id="824323" name="Text Box 3"/>
          <p:cNvSpPr txBox="1">
            <a:spLocks noChangeArrowheads="1"/>
          </p:cNvSpPr>
          <p:nvPr/>
        </p:nvSpPr>
        <p:spPr bwMode="auto">
          <a:xfrm>
            <a:off x="2351584" y="5138405"/>
            <a:ext cx="2767013" cy="860425"/>
          </a:xfrm>
          <a:prstGeom prst="rect">
            <a:avLst/>
          </a:prstGeom>
          <a:solidFill>
            <a:schemeClr val="bg1"/>
          </a:soli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spAutoFit/>
          </a:bodyPr>
          <a:lstStyle/>
          <a:p>
            <a:pPr eaLnBrk="0" hangingPunct="0"/>
            <a:r>
              <a:rPr lang="zh-CN" altLang="en-US" b="1" dirty="0">
                <a:solidFill>
                  <a:srgbClr val="C01920"/>
                </a:solidFill>
                <a:latin typeface="隶书" pitchFamily="49" charset="-122"/>
                <a:ea typeface="隶书" pitchFamily="49" charset="-122"/>
              </a:rPr>
              <a:t>例：</a:t>
            </a:r>
            <a:r>
              <a:rPr lang="zh-CN" altLang="en-US" dirty="0">
                <a:solidFill>
                  <a:srgbClr val="C01920"/>
                </a:solidFill>
                <a:latin typeface="隶书" pitchFamily="49" charset="-122"/>
                <a:ea typeface="隶书" pitchFamily="49" charset="-122"/>
              </a:rPr>
              <a:t> </a:t>
            </a:r>
            <a:r>
              <a:rPr lang="en-US" altLang="zh-CN" b="1" dirty="0">
                <a:effectLst>
                  <a:outerShdw blurRad="38100" dist="38100" dir="2700000" algn="tl">
                    <a:srgbClr val="C0C0C0"/>
                  </a:outerShdw>
                </a:effectLst>
                <a:latin typeface="+mn-lt"/>
                <a:ea typeface="隶书" pitchFamily="49" charset="-122"/>
              </a:rPr>
              <a:t>5 / 2   =</a:t>
            </a:r>
          </a:p>
          <a:p>
            <a:pPr eaLnBrk="0" hangingPunct="0"/>
            <a:r>
              <a:rPr lang="en-US" altLang="zh-CN" b="1" dirty="0">
                <a:effectLst>
                  <a:outerShdw blurRad="38100" dist="38100" dir="2700000" algn="tl">
                    <a:srgbClr val="C0C0C0"/>
                  </a:outerShdw>
                </a:effectLst>
                <a:latin typeface="+mn-lt"/>
                <a:ea typeface="隶书" pitchFamily="49" charset="-122"/>
              </a:rPr>
              <a:t>       -5 / 2.0  =</a:t>
            </a:r>
          </a:p>
        </p:txBody>
      </p:sp>
      <p:sp>
        <p:nvSpPr>
          <p:cNvPr id="824324" name="Text Box 4"/>
          <p:cNvSpPr txBox="1">
            <a:spLocks noChangeArrowheads="1"/>
          </p:cNvSpPr>
          <p:nvPr/>
        </p:nvSpPr>
        <p:spPr bwMode="auto">
          <a:xfrm>
            <a:off x="6804835" y="4058905"/>
            <a:ext cx="3451225" cy="1955800"/>
          </a:xfrm>
          <a:prstGeom prst="rect">
            <a:avLst/>
          </a:prstGeom>
          <a:solidFill>
            <a:schemeClr val="bg1"/>
          </a:soli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90000" tIns="46800" rIns="90000" bIns="46800">
            <a:spAutoFit/>
          </a:bodyPr>
          <a:lstStyle/>
          <a:p>
            <a:pPr eaLnBrk="0" hangingPunct="0"/>
            <a:r>
              <a:rPr lang="zh-CN" altLang="en-US" b="1" dirty="0">
                <a:solidFill>
                  <a:srgbClr val="C01920"/>
                </a:solidFill>
                <a:latin typeface="隶书" pitchFamily="49" charset="-122"/>
                <a:ea typeface="隶书" pitchFamily="49" charset="-122"/>
              </a:rPr>
              <a:t>例：</a:t>
            </a:r>
            <a:r>
              <a:rPr lang="zh-CN" altLang="en-US" dirty="0">
                <a:solidFill>
                  <a:srgbClr val="C01920"/>
                </a:solidFill>
                <a:latin typeface="隶书" pitchFamily="49" charset="-122"/>
                <a:ea typeface="隶书" pitchFamily="49" charset="-122"/>
              </a:rPr>
              <a:t> </a:t>
            </a:r>
            <a:r>
              <a:rPr lang="en-US" altLang="zh-CN" b="1" dirty="0">
                <a:effectLst>
                  <a:outerShdw blurRad="38100" dist="38100" dir="2700000" algn="tl">
                    <a:srgbClr val="C0C0C0"/>
                  </a:outerShdw>
                </a:effectLst>
                <a:latin typeface="+mn-lt"/>
                <a:ea typeface="隶书" pitchFamily="49" charset="-122"/>
              </a:rPr>
              <a:t>5 % 2    =</a:t>
            </a:r>
          </a:p>
          <a:p>
            <a:pPr eaLnBrk="0" hangingPunct="0"/>
            <a:r>
              <a:rPr lang="en-US" altLang="zh-CN" b="1" dirty="0">
                <a:effectLst>
                  <a:outerShdw blurRad="38100" dist="38100" dir="2700000" algn="tl">
                    <a:srgbClr val="C0C0C0"/>
                  </a:outerShdw>
                </a:effectLst>
                <a:latin typeface="+mn-lt"/>
                <a:ea typeface="隶书" pitchFamily="49" charset="-122"/>
              </a:rPr>
              <a:t>        -5 % 2    =</a:t>
            </a:r>
            <a:endParaRPr lang="en-US" altLang="zh-CN" b="1" dirty="0">
              <a:solidFill>
                <a:srgbClr val="FF0000"/>
              </a:solidFill>
              <a:effectLst>
                <a:outerShdw blurRad="38100" dist="38100" dir="2700000" algn="tl">
                  <a:srgbClr val="C0C0C0"/>
                </a:outerShdw>
              </a:effectLst>
              <a:latin typeface="+mn-lt"/>
              <a:ea typeface="隶书" pitchFamily="49" charset="-122"/>
            </a:endParaRPr>
          </a:p>
          <a:p>
            <a:pPr eaLnBrk="0" hangingPunct="0"/>
            <a:r>
              <a:rPr lang="en-US" altLang="zh-CN" b="1" dirty="0">
                <a:effectLst>
                  <a:outerShdw blurRad="38100" dist="38100" dir="2700000" algn="tl">
                    <a:srgbClr val="C0C0C0"/>
                  </a:outerShdw>
                </a:effectLst>
                <a:latin typeface="+mn-lt"/>
                <a:ea typeface="隶书" pitchFamily="49" charset="-122"/>
              </a:rPr>
              <a:t>        1 % 10   =</a:t>
            </a:r>
            <a:endParaRPr lang="en-US" altLang="zh-CN" b="1" dirty="0">
              <a:solidFill>
                <a:srgbClr val="FF0000"/>
              </a:solidFill>
              <a:effectLst>
                <a:outerShdw blurRad="38100" dist="38100" dir="2700000" algn="tl">
                  <a:srgbClr val="C0C0C0"/>
                </a:outerShdw>
              </a:effectLst>
              <a:latin typeface="+mn-lt"/>
              <a:ea typeface="隶书" pitchFamily="49" charset="-122"/>
            </a:endParaRPr>
          </a:p>
          <a:p>
            <a:pPr eaLnBrk="0" hangingPunct="0"/>
            <a:r>
              <a:rPr lang="en-US" altLang="zh-CN" b="1" dirty="0">
                <a:solidFill>
                  <a:srgbClr val="FF0000"/>
                </a:solidFill>
                <a:effectLst>
                  <a:outerShdw blurRad="38100" dist="38100" dir="2700000" algn="tl">
                    <a:srgbClr val="C0C0C0"/>
                  </a:outerShdw>
                </a:effectLst>
                <a:latin typeface="+mn-lt"/>
                <a:ea typeface="隶书" pitchFamily="49" charset="-122"/>
              </a:rPr>
              <a:t>         </a:t>
            </a:r>
            <a:r>
              <a:rPr lang="en-US" altLang="zh-CN" b="1" dirty="0">
                <a:effectLst>
                  <a:outerShdw blurRad="38100" dist="38100" dir="2700000" algn="tl">
                    <a:srgbClr val="C0C0C0"/>
                  </a:outerShdw>
                </a:effectLst>
                <a:latin typeface="+mn-lt"/>
                <a:ea typeface="隶书" pitchFamily="49" charset="-122"/>
              </a:rPr>
              <a:t>5 % 1    =</a:t>
            </a:r>
            <a:endParaRPr lang="en-US" altLang="zh-CN" b="1" dirty="0">
              <a:solidFill>
                <a:srgbClr val="FF0000"/>
              </a:solidFill>
              <a:effectLst>
                <a:outerShdw blurRad="38100" dist="38100" dir="2700000" algn="tl">
                  <a:srgbClr val="C0C0C0"/>
                </a:outerShdw>
              </a:effectLst>
              <a:latin typeface="+mn-lt"/>
              <a:ea typeface="隶书" pitchFamily="49" charset="-122"/>
            </a:endParaRPr>
          </a:p>
          <a:p>
            <a:pPr eaLnBrk="0" hangingPunct="0"/>
            <a:r>
              <a:rPr lang="en-US" altLang="zh-CN" b="1" dirty="0">
                <a:effectLst>
                  <a:outerShdw blurRad="38100" dist="38100" dir="2700000" algn="tl">
                    <a:srgbClr val="C0C0C0"/>
                  </a:outerShdw>
                </a:effectLst>
                <a:latin typeface="+mn-lt"/>
                <a:ea typeface="隶书" pitchFamily="49" charset="-122"/>
              </a:rPr>
              <a:t>        5.5 % 2 </a:t>
            </a:r>
          </a:p>
        </p:txBody>
      </p:sp>
      <p:sp>
        <p:nvSpPr>
          <p:cNvPr id="824336" name="Text Box 16"/>
          <p:cNvSpPr txBox="1">
            <a:spLocks noChangeArrowheads="1"/>
          </p:cNvSpPr>
          <p:nvPr/>
        </p:nvSpPr>
        <p:spPr bwMode="auto">
          <a:xfrm>
            <a:off x="4285251" y="5133305"/>
            <a:ext cx="574675" cy="457200"/>
          </a:xfrm>
          <a:prstGeom prst="rect">
            <a:avLst/>
          </a:prstGeom>
          <a:noFill/>
          <a:ln w="9525">
            <a:noFill/>
            <a:miter lim="800000"/>
            <a:headEnd/>
            <a:tailEnd/>
          </a:ln>
          <a:effectLst>
            <a:outerShdw blurRad="50800" dist="38100" dir="2700000" algn="tl" rotWithShape="0">
              <a:prstClr val="black">
                <a:alpha val="40000"/>
              </a:prstClr>
            </a:outerShdw>
          </a:effectLst>
        </p:spPr>
        <p:txBody>
          <a:bodyPr>
            <a:spAutoFit/>
          </a:bodyPr>
          <a:lstStyle/>
          <a:p>
            <a:pPr>
              <a:spcBef>
                <a:spcPct val="50000"/>
              </a:spcBef>
            </a:pPr>
            <a:r>
              <a:rPr lang="en-US" altLang="zh-CN" b="1" dirty="0">
                <a:solidFill>
                  <a:srgbClr val="002060"/>
                </a:solidFill>
              </a:rPr>
              <a:t>2</a:t>
            </a:r>
          </a:p>
        </p:txBody>
      </p:sp>
      <p:sp>
        <p:nvSpPr>
          <p:cNvPr id="824337" name="Text Box 17"/>
          <p:cNvSpPr txBox="1">
            <a:spLocks noChangeArrowheads="1"/>
          </p:cNvSpPr>
          <p:nvPr/>
        </p:nvSpPr>
        <p:spPr bwMode="auto">
          <a:xfrm>
            <a:off x="4272551" y="5492080"/>
            <a:ext cx="804863" cy="457200"/>
          </a:xfrm>
          <a:prstGeom prst="rect">
            <a:avLst/>
          </a:prstGeom>
          <a:noFill/>
          <a:ln w="9525">
            <a:noFill/>
            <a:miter lim="800000"/>
            <a:headEnd/>
            <a:tailEnd/>
          </a:ln>
          <a:effectLst/>
        </p:spPr>
        <p:txBody>
          <a:bodyPr>
            <a:spAutoFit/>
          </a:bodyPr>
          <a:lstStyle/>
          <a:p>
            <a:pPr>
              <a:spcBef>
                <a:spcPct val="50000"/>
              </a:spcBef>
            </a:pPr>
            <a:r>
              <a:rPr lang="en-US" altLang="zh-CN" b="1" dirty="0">
                <a:solidFill>
                  <a:srgbClr val="002060"/>
                </a:solidFill>
              </a:rPr>
              <a:t>-2.5</a:t>
            </a:r>
          </a:p>
        </p:txBody>
      </p:sp>
      <p:sp>
        <p:nvSpPr>
          <p:cNvPr id="824338" name="Text Box 18"/>
          <p:cNvSpPr txBox="1">
            <a:spLocks noChangeArrowheads="1"/>
          </p:cNvSpPr>
          <p:nvPr/>
        </p:nvSpPr>
        <p:spPr bwMode="auto">
          <a:xfrm>
            <a:off x="9017810" y="4063667"/>
            <a:ext cx="574675" cy="457200"/>
          </a:xfrm>
          <a:prstGeom prst="rect">
            <a:avLst/>
          </a:prstGeom>
          <a:noFill/>
          <a:ln w="9525">
            <a:noFill/>
            <a:miter lim="800000"/>
            <a:headEnd/>
            <a:tailEnd/>
          </a:ln>
          <a:effectLst/>
        </p:spPr>
        <p:txBody>
          <a:bodyPr>
            <a:spAutoFit/>
          </a:bodyPr>
          <a:lstStyle/>
          <a:p>
            <a:pPr>
              <a:spcBef>
                <a:spcPct val="50000"/>
              </a:spcBef>
            </a:pPr>
            <a:r>
              <a:rPr lang="en-US" altLang="zh-CN" b="1" dirty="0">
                <a:solidFill>
                  <a:srgbClr val="002060"/>
                </a:solidFill>
              </a:rPr>
              <a:t>1</a:t>
            </a:r>
          </a:p>
        </p:txBody>
      </p:sp>
      <p:sp>
        <p:nvSpPr>
          <p:cNvPr id="824339" name="Text Box 19"/>
          <p:cNvSpPr txBox="1">
            <a:spLocks noChangeArrowheads="1"/>
          </p:cNvSpPr>
          <p:nvPr/>
        </p:nvSpPr>
        <p:spPr bwMode="auto">
          <a:xfrm>
            <a:off x="9019397" y="4451017"/>
            <a:ext cx="574675"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2060"/>
                </a:solidFill>
              </a:rPr>
              <a:t>-1</a:t>
            </a:r>
          </a:p>
        </p:txBody>
      </p:sp>
      <p:sp>
        <p:nvSpPr>
          <p:cNvPr id="824340" name="Text Box 20"/>
          <p:cNvSpPr txBox="1">
            <a:spLocks noChangeArrowheads="1"/>
          </p:cNvSpPr>
          <p:nvPr/>
        </p:nvSpPr>
        <p:spPr bwMode="auto">
          <a:xfrm>
            <a:off x="9006697" y="4838367"/>
            <a:ext cx="574675"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2060"/>
                </a:solidFill>
              </a:rPr>
              <a:t>1</a:t>
            </a:r>
          </a:p>
        </p:txBody>
      </p:sp>
      <p:sp>
        <p:nvSpPr>
          <p:cNvPr id="824341" name="Text Box 21"/>
          <p:cNvSpPr txBox="1">
            <a:spLocks noChangeArrowheads="1"/>
          </p:cNvSpPr>
          <p:nvPr/>
        </p:nvSpPr>
        <p:spPr bwMode="auto">
          <a:xfrm>
            <a:off x="9008285" y="5182855"/>
            <a:ext cx="574675"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2060"/>
                </a:solidFill>
              </a:rPr>
              <a:t>0</a:t>
            </a:r>
          </a:p>
        </p:txBody>
      </p:sp>
      <p:sp>
        <p:nvSpPr>
          <p:cNvPr id="824342" name="Text Box 22"/>
          <p:cNvSpPr txBox="1">
            <a:spLocks noChangeArrowheads="1"/>
          </p:cNvSpPr>
          <p:nvPr/>
        </p:nvSpPr>
        <p:spPr bwMode="auto">
          <a:xfrm>
            <a:off x="9038447" y="5541630"/>
            <a:ext cx="574675" cy="457200"/>
          </a:xfrm>
          <a:prstGeom prst="rect">
            <a:avLst/>
          </a:prstGeom>
          <a:noFill/>
          <a:ln w="9525">
            <a:noFill/>
            <a:miter lim="800000"/>
            <a:headEnd/>
            <a:tailEnd/>
          </a:ln>
          <a:effectLst/>
        </p:spPr>
        <p:txBody>
          <a:bodyPr>
            <a:spAutoFit/>
          </a:bodyPr>
          <a:lstStyle/>
          <a:p>
            <a:pPr>
              <a:spcBef>
                <a:spcPct val="50000"/>
              </a:spcBef>
            </a:pPr>
            <a:r>
              <a:rPr lang="en-US" altLang="zh-CN" dirty="0">
                <a:solidFill>
                  <a:srgbClr val="C01920"/>
                </a:solidFill>
              </a:rPr>
              <a:t>(</a:t>
            </a:r>
            <a:r>
              <a:rPr lang="en-US" altLang="zh-CN" b="1" dirty="0">
                <a:solidFill>
                  <a:srgbClr val="C01920"/>
                </a:solidFill>
                <a:sym typeface="Symbol" pitchFamily="18" charset="2"/>
              </a:rPr>
              <a:t></a:t>
            </a:r>
            <a:r>
              <a:rPr lang="en-US" altLang="zh-CN" dirty="0">
                <a:solidFill>
                  <a:srgbClr val="C01920"/>
                </a:solidFill>
              </a:rPr>
              <a:t>)</a:t>
            </a:r>
          </a:p>
        </p:txBody>
      </p:sp>
      <p:sp>
        <p:nvSpPr>
          <p:cNvPr id="18" name="Rectangle 2">
            <a:extLst>
              <a:ext uri="{FF2B5EF4-FFF2-40B4-BE49-F238E27FC236}">
                <a16:creationId xmlns:a16="http://schemas.microsoft.com/office/drawing/2014/main" id="{09D9705B-25DD-49BF-AC30-993CAA5FF86F}"/>
              </a:ext>
            </a:extLst>
          </p:cNvPr>
          <p:cNvSpPr txBox="1">
            <a:spLocks noChangeArrowheads="1"/>
          </p:cNvSpPr>
          <p:nvPr/>
        </p:nvSpPr>
        <p:spPr>
          <a:xfrm>
            <a:off x="783220" y="843295"/>
            <a:ext cx="7772400" cy="647700"/>
          </a:xfrm>
          <a:prstGeom prst="rect">
            <a:avLst/>
          </a:prstGeom>
        </p:spPr>
        <p:txBody>
          <a:bodyPr/>
          <a:lst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a:lstStyle>
          <a:p>
            <a:pPr algn="just">
              <a:buFontTx/>
              <a:buNone/>
            </a:pPr>
            <a:r>
              <a:rPr lang="en-US" altLang="zh-CN" kern="0" dirty="0">
                <a:solidFill>
                  <a:srgbClr val="C01920"/>
                </a:solidFill>
                <a:effectLst/>
                <a:latin typeface="楷体" panose="02010609060101010101" pitchFamily="49" charset="-122"/>
                <a:ea typeface="楷体" panose="02010609060101010101" pitchFamily="49" charset="-122"/>
              </a:rPr>
              <a:t>3. </a:t>
            </a:r>
            <a:r>
              <a:rPr lang="zh-CN" altLang="en-US" kern="0" dirty="0">
                <a:solidFill>
                  <a:srgbClr val="C01920"/>
                </a:solidFill>
                <a:effectLst/>
                <a:latin typeface="楷体" panose="02010609060101010101" pitchFamily="49" charset="-122"/>
                <a:ea typeface="楷体" panose="02010609060101010101" pitchFamily="49" charset="-122"/>
              </a:rPr>
              <a:t>算术运算符、算术表达式 </a:t>
            </a:r>
          </a:p>
        </p:txBody>
      </p:sp>
      <p:sp>
        <p:nvSpPr>
          <p:cNvPr id="19" name="Rectangle 4">
            <a:extLst>
              <a:ext uri="{FF2B5EF4-FFF2-40B4-BE49-F238E27FC236}">
                <a16:creationId xmlns:a16="http://schemas.microsoft.com/office/drawing/2014/main" id="{8937A6DF-BFC9-4913-8584-B7273A53B14C}"/>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3.4  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语言的运算符与表达式</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 calcmode="lin" valueType="num">
                                      <p:cBhvr additive="base">
                                        <p:cTn id="7" dur="500" fill="hold"/>
                                        <p:tgtEl>
                                          <p:spTgt spid="1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
                                            <p:txEl>
                                              <p:pRg st="0" end="0"/>
                                            </p:txEl>
                                          </p:spTgt>
                                        </p:tgtEl>
                                        <p:attrNameLst>
                                          <p:attrName>style.visibility</p:attrName>
                                        </p:attrNameLst>
                                      </p:cBhvr>
                                      <p:to>
                                        <p:strVal val="visible"/>
                                      </p:to>
                                    </p:set>
                                    <p:anim calcmode="lin" valueType="num">
                                      <p:cBhvr additive="base">
                                        <p:cTn id="13" dur="500" fill="hold"/>
                                        <p:tgtEl>
                                          <p:spTgt spid="16">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par>
                                <p:cTn id="15" presetID="2" presetClass="entr" presetSubtype="8" fill="hold" grpId="0" nodeType="withEffect">
                                  <p:stCondLst>
                                    <p:cond delay="0"/>
                                  </p:stCondLst>
                                  <p:childTnLst>
                                    <p:set>
                                      <p:cBhvr>
                                        <p:cTn id="16" dur="1" fill="hold">
                                          <p:stCondLst>
                                            <p:cond delay="0"/>
                                          </p:stCondLst>
                                        </p:cTn>
                                        <p:tgtEl>
                                          <p:spTgt spid="16">
                                            <p:txEl>
                                              <p:pRg st="1" end="1"/>
                                            </p:txEl>
                                          </p:spTgt>
                                        </p:tgtEl>
                                        <p:attrNameLst>
                                          <p:attrName>style.visibility</p:attrName>
                                        </p:attrNameLst>
                                      </p:cBhvr>
                                      <p:to>
                                        <p:strVal val="visible"/>
                                      </p:to>
                                    </p:set>
                                    <p:anim calcmode="lin" valueType="num">
                                      <p:cBhvr additive="base">
                                        <p:cTn id="17" dur="500" fill="hold"/>
                                        <p:tgtEl>
                                          <p:spTgt spid="16">
                                            <p:txEl>
                                              <p:pRg st="1" end="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6">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par>
                                <p:cTn id="19" presetID="2" presetClass="entr" presetSubtype="8" fill="hold" grpId="0" nodeType="withEffect">
                                  <p:stCondLst>
                                    <p:cond delay="0"/>
                                  </p:stCondLst>
                                  <p:childTnLst>
                                    <p:set>
                                      <p:cBhvr>
                                        <p:cTn id="20" dur="1" fill="hold">
                                          <p:stCondLst>
                                            <p:cond delay="0"/>
                                          </p:stCondLst>
                                        </p:cTn>
                                        <p:tgtEl>
                                          <p:spTgt spid="16">
                                            <p:txEl>
                                              <p:pRg st="2" end="2"/>
                                            </p:txEl>
                                          </p:spTgt>
                                        </p:tgtEl>
                                        <p:attrNameLst>
                                          <p:attrName>style.visibility</p:attrName>
                                        </p:attrNameLst>
                                      </p:cBhvr>
                                      <p:to>
                                        <p:strVal val="visible"/>
                                      </p:to>
                                    </p:set>
                                    <p:anim calcmode="lin" valueType="num">
                                      <p:cBhvr additive="base">
                                        <p:cTn id="21" dur="500" fill="hold"/>
                                        <p:tgtEl>
                                          <p:spTgt spid="16">
                                            <p:txEl>
                                              <p:pRg st="2" end="2"/>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16">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9"/>
                                            </p:cond>
                                          </p:stCondLst>
                                          <p:endCondLst>
                                            <p:cond evt="onStopAudio" delay="0">
                                              <p:tgtEl>
                                                <p:sldTgt/>
                                              </p:tgtEl>
                                            </p:cond>
                                          </p:endCondLst>
                                        </p:cTn>
                                        <p:tgtEl>
                                          <p:sndTgt r:embed="rId2" name="camera.wav"/>
                                        </p:tgtEl>
                                      </p:cMediaNode>
                                    </p:audio>
                                  </p:subTnLst>
                                </p:cTn>
                              </p:par>
                              <p:par>
                                <p:cTn id="23" presetID="2" presetClass="entr" presetSubtype="8" fill="hold" grpId="0" nodeType="withEffect">
                                  <p:stCondLst>
                                    <p:cond delay="0"/>
                                  </p:stCondLst>
                                  <p:childTnLst>
                                    <p:set>
                                      <p:cBhvr>
                                        <p:cTn id="24" dur="1" fill="hold">
                                          <p:stCondLst>
                                            <p:cond delay="0"/>
                                          </p:stCondLst>
                                        </p:cTn>
                                        <p:tgtEl>
                                          <p:spTgt spid="16">
                                            <p:txEl>
                                              <p:pRg st="3" end="3"/>
                                            </p:txEl>
                                          </p:spTgt>
                                        </p:tgtEl>
                                        <p:attrNameLst>
                                          <p:attrName>style.visibility</p:attrName>
                                        </p:attrNameLst>
                                      </p:cBhvr>
                                      <p:to>
                                        <p:strVal val="visible"/>
                                      </p:to>
                                    </p:set>
                                    <p:anim calcmode="lin" valueType="num">
                                      <p:cBhvr additive="base">
                                        <p:cTn id="25" dur="500" fill="hold"/>
                                        <p:tgtEl>
                                          <p:spTgt spid="16">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6">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6">
                                            <p:txEl>
                                              <p:pRg st="4" end="4"/>
                                            </p:txEl>
                                          </p:spTgt>
                                        </p:tgtEl>
                                        <p:attrNameLst>
                                          <p:attrName>style.visibility</p:attrName>
                                        </p:attrNameLst>
                                      </p:cBhvr>
                                      <p:to>
                                        <p:strVal val="visible"/>
                                      </p:to>
                                    </p:set>
                                    <p:anim calcmode="lin" valueType="num">
                                      <p:cBhvr additive="base">
                                        <p:cTn id="31" dur="500" fill="hold"/>
                                        <p:tgtEl>
                                          <p:spTgt spid="16">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6">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par>
                                <p:cTn id="33" presetID="2" presetClass="entr" presetSubtype="8" fill="hold" grpId="0" nodeType="withEffect">
                                  <p:stCondLst>
                                    <p:cond delay="0"/>
                                  </p:stCondLst>
                                  <p:childTnLst>
                                    <p:set>
                                      <p:cBhvr>
                                        <p:cTn id="34" dur="1" fill="hold">
                                          <p:stCondLst>
                                            <p:cond delay="0"/>
                                          </p:stCondLst>
                                        </p:cTn>
                                        <p:tgtEl>
                                          <p:spTgt spid="16">
                                            <p:txEl>
                                              <p:pRg st="5" end="5"/>
                                            </p:txEl>
                                          </p:spTgt>
                                        </p:tgtEl>
                                        <p:attrNameLst>
                                          <p:attrName>style.visibility</p:attrName>
                                        </p:attrNameLst>
                                      </p:cBhvr>
                                      <p:to>
                                        <p:strVal val="visible"/>
                                      </p:to>
                                    </p:set>
                                    <p:anim calcmode="lin" valueType="num">
                                      <p:cBhvr additive="base">
                                        <p:cTn id="35" dur="500" fill="hold"/>
                                        <p:tgtEl>
                                          <p:spTgt spid="16">
                                            <p:txEl>
                                              <p:pRg st="5" end="5"/>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16">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par>
                                <p:cTn id="37" presetID="2" presetClass="entr" presetSubtype="8" fill="hold" grpId="0" nodeType="withEffect">
                                  <p:stCondLst>
                                    <p:cond delay="0"/>
                                  </p:stCondLst>
                                  <p:childTnLst>
                                    <p:set>
                                      <p:cBhvr>
                                        <p:cTn id="38" dur="1" fill="hold">
                                          <p:stCondLst>
                                            <p:cond delay="0"/>
                                          </p:stCondLst>
                                        </p:cTn>
                                        <p:tgtEl>
                                          <p:spTgt spid="16">
                                            <p:txEl>
                                              <p:pRg st="6" end="6"/>
                                            </p:txEl>
                                          </p:spTgt>
                                        </p:tgtEl>
                                        <p:attrNameLst>
                                          <p:attrName>style.visibility</p:attrName>
                                        </p:attrNameLst>
                                      </p:cBhvr>
                                      <p:to>
                                        <p:strVal val="visible"/>
                                      </p:to>
                                    </p:set>
                                    <p:anim calcmode="lin" valueType="num">
                                      <p:cBhvr additive="base">
                                        <p:cTn id="39" dur="500" fill="hold"/>
                                        <p:tgtEl>
                                          <p:spTgt spid="16">
                                            <p:txEl>
                                              <p:pRg st="6" end="6"/>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16">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2" name="camera.wav"/>
                                        </p:tgtEl>
                                      </p:cMediaNode>
                                    </p:audio>
                                  </p:subTnLst>
                                </p:cTn>
                              </p:par>
                              <p:par>
                                <p:cTn id="41" presetID="2" presetClass="entr" presetSubtype="8" fill="hold" grpId="0" nodeType="withEffect">
                                  <p:stCondLst>
                                    <p:cond delay="0"/>
                                  </p:stCondLst>
                                  <p:childTnLst>
                                    <p:set>
                                      <p:cBhvr>
                                        <p:cTn id="42" dur="1" fill="hold">
                                          <p:stCondLst>
                                            <p:cond delay="0"/>
                                          </p:stCondLst>
                                        </p:cTn>
                                        <p:tgtEl>
                                          <p:spTgt spid="16">
                                            <p:txEl>
                                              <p:pRg st="7" end="7"/>
                                            </p:txEl>
                                          </p:spTgt>
                                        </p:tgtEl>
                                        <p:attrNameLst>
                                          <p:attrName>style.visibility</p:attrName>
                                        </p:attrNameLst>
                                      </p:cBhvr>
                                      <p:to>
                                        <p:strVal val="visible"/>
                                      </p:to>
                                    </p:set>
                                    <p:anim calcmode="lin" valueType="num">
                                      <p:cBhvr additive="base">
                                        <p:cTn id="43" dur="500" fill="hold"/>
                                        <p:tgtEl>
                                          <p:spTgt spid="16">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6">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childTnLst>
                    </p:cTn>
                  </p:par>
                  <p:par>
                    <p:cTn id="45" fill="hold">
                      <p:stCondLst>
                        <p:cond delay="indefinite"/>
                      </p:stCondLst>
                      <p:childTnLst>
                        <p:par>
                          <p:cTn id="46" fill="hold">
                            <p:stCondLst>
                              <p:cond delay="0"/>
                            </p:stCondLst>
                            <p:childTnLst>
                              <p:par>
                                <p:cTn id="47" presetID="4" presetClass="entr" presetSubtype="32" fill="hold" grpId="0" nodeType="clickEffect">
                                  <p:stCondLst>
                                    <p:cond delay="0"/>
                                  </p:stCondLst>
                                  <p:childTnLst>
                                    <p:set>
                                      <p:cBhvr>
                                        <p:cTn id="48" dur="1" fill="hold">
                                          <p:stCondLst>
                                            <p:cond delay="0"/>
                                          </p:stCondLst>
                                        </p:cTn>
                                        <p:tgtEl>
                                          <p:spTgt spid="824323"/>
                                        </p:tgtEl>
                                        <p:attrNameLst>
                                          <p:attrName>style.visibility</p:attrName>
                                        </p:attrNameLst>
                                      </p:cBhvr>
                                      <p:to>
                                        <p:strVal val="visible"/>
                                      </p:to>
                                    </p:set>
                                    <p:animEffect transition="in" filter="box(out)">
                                      <p:cBhvr>
                                        <p:cTn id="49" dur="500"/>
                                        <p:tgtEl>
                                          <p:spTgt spid="824323"/>
                                        </p:tgtEl>
                                      </p:cBhvr>
                                    </p:animEffect>
                                  </p:childTnLst>
                                  <p:subTnLst>
                                    <p:audio>
                                      <p:cMediaNode>
                                        <p:cTn display="0" masterRel="sameClick">
                                          <p:stCondLst>
                                            <p:cond evt="begin" delay="0">
                                              <p:tn val="47"/>
                                            </p:cond>
                                          </p:stCondLst>
                                          <p:endCondLst>
                                            <p:cond evt="onStopAudio" delay="0">
                                              <p:tgtEl>
                                                <p:sldTgt/>
                                              </p:tgtEl>
                                            </p:cond>
                                          </p:endCondLst>
                                        </p:cTn>
                                        <p:tgtEl>
                                          <p:sndTgt r:embed="rId2" name="CAMERA.WAV"/>
                                        </p:tgtEl>
                                      </p:cMediaNode>
                                    </p:audio>
                                  </p:sub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824336"/>
                                        </p:tgtEl>
                                        <p:attrNameLst>
                                          <p:attrName>style.visibility</p:attrName>
                                        </p:attrNameLst>
                                      </p:cBhvr>
                                      <p:to>
                                        <p:strVal val="visible"/>
                                      </p:to>
                                    </p:set>
                                    <p:anim calcmode="lin" valueType="num">
                                      <p:cBhvr additive="base">
                                        <p:cTn id="54" dur="500" fill="hold"/>
                                        <p:tgtEl>
                                          <p:spTgt spid="824336"/>
                                        </p:tgtEl>
                                        <p:attrNameLst>
                                          <p:attrName>ppt_x</p:attrName>
                                        </p:attrNameLst>
                                      </p:cBhvr>
                                      <p:tavLst>
                                        <p:tav tm="0">
                                          <p:val>
                                            <p:strVal val="#ppt_x"/>
                                          </p:val>
                                        </p:tav>
                                        <p:tav tm="100000">
                                          <p:val>
                                            <p:strVal val="#ppt_x"/>
                                          </p:val>
                                        </p:tav>
                                      </p:tavLst>
                                    </p:anim>
                                    <p:anim calcmode="lin" valueType="num">
                                      <p:cBhvr additive="base">
                                        <p:cTn id="55" dur="500" fill="hold"/>
                                        <p:tgtEl>
                                          <p:spTgt spid="824336"/>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2"/>
                                            </p:cond>
                                          </p:stCondLst>
                                          <p:endCondLst>
                                            <p:cond evt="onStopAudio" delay="0">
                                              <p:tgtEl>
                                                <p:sldTgt/>
                                              </p:tgtEl>
                                            </p:cond>
                                          </p:endCondLst>
                                        </p:cTn>
                                        <p:tgtEl>
                                          <p:sndTgt r:embed="rId2" name="camera.wav"/>
                                        </p:tgtEl>
                                      </p:cMediaNode>
                                    </p:audio>
                                  </p:sub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824337"/>
                                        </p:tgtEl>
                                        <p:attrNameLst>
                                          <p:attrName>style.visibility</p:attrName>
                                        </p:attrNameLst>
                                      </p:cBhvr>
                                      <p:to>
                                        <p:strVal val="visible"/>
                                      </p:to>
                                    </p:set>
                                    <p:anim calcmode="lin" valueType="num">
                                      <p:cBhvr additive="base">
                                        <p:cTn id="60" dur="500" fill="hold"/>
                                        <p:tgtEl>
                                          <p:spTgt spid="824337"/>
                                        </p:tgtEl>
                                        <p:attrNameLst>
                                          <p:attrName>ppt_x</p:attrName>
                                        </p:attrNameLst>
                                      </p:cBhvr>
                                      <p:tavLst>
                                        <p:tav tm="0">
                                          <p:val>
                                            <p:strVal val="#ppt_x"/>
                                          </p:val>
                                        </p:tav>
                                        <p:tav tm="100000">
                                          <p:val>
                                            <p:strVal val="#ppt_x"/>
                                          </p:val>
                                        </p:tav>
                                      </p:tavLst>
                                    </p:anim>
                                    <p:anim calcmode="lin" valueType="num">
                                      <p:cBhvr additive="base">
                                        <p:cTn id="61" dur="500" fill="hold"/>
                                        <p:tgtEl>
                                          <p:spTgt spid="824337"/>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8"/>
                                            </p:cond>
                                          </p:stCondLst>
                                          <p:endCondLst>
                                            <p:cond evt="onStopAudio" delay="0">
                                              <p:tgtEl>
                                                <p:sldTgt/>
                                              </p:tgtEl>
                                            </p:cond>
                                          </p:endCondLst>
                                        </p:cTn>
                                        <p:tgtEl>
                                          <p:sndTgt r:embed="rId2" name="camera.wav"/>
                                        </p:tgtEl>
                                      </p:cMediaNode>
                                    </p:audio>
                                  </p:subTnLst>
                                </p:cTn>
                              </p:par>
                            </p:childTnLst>
                          </p:cTn>
                        </p:par>
                      </p:childTnLst>
                    </p:cTn>
                  </p:par>
                  <p:par>
                    <p:cTn id="62" fill="hold">
                      <p:stCondLst>
                        <p:cond delay="indefinite"/>
                      </p:stCondLst>
                      <p:childTnLst>
                        <p:par>
                          <p:cTn id="63" fill="hold">
                            <p:stCondLst>
                              <p:cond delay="0"/>
                            </p:stCondLst>
                            <p:childTnLst>
                              <p:par>
                                <p:cTn id="64" presetID="4" presetClass="entr" presetSubtype="32" fill="hold" grpId="0" nodeType="clickEffect">
                                  <p:stCondLst>
                                    <p:cond delay="0"/>
                                  </p:stCondLst>
                                  <p:childTnLst>
                                    <p:set>
                                      <p:cBhvr>
                                        <p:cTn id="65" dur="1" fill="hold">
                                          <p:stCondLst>
                                            <p:cond delay="0"/>
                                          </p:stCondLst>
                                        </p:cTn>
                                        <p:tgtEl>
                                          <p:spTgt spid="824324"/>
                                        </p:tgtEl>
                                        <p:attrNameLst>
                                          <p:attrName>style.visibility</p:attrName>
                                        </p:attrNameLst>
                                      </p:cBhvr>
                                      <p:to>
                                        <p:strVal val="visible"/>
                                      </p:to>
                                    </p:set>
                                    <p:animEffect transition="in" filter="box(out)">
                                      <p:cBhvr>
                                        <p:cTn id="66" dur="500"/>
                                        <p:tgtEl>
                                          <p:spTgt spid="824324"/>
                                        </p:tgtEl>
                                      </p:cBhvr>
                                    </p:animEffect>
                                  </p:childTnLst>
                                  <p:subTnLst>
                                    <p:audio>
                                      <p:cMediaNode>
                                        <p:cTn display="0" masterRel="sameClick">
                                          <p:stCondLst>
                                            <p:cond evt="begin" delay="0">
                                              <p:tn val="64"/>
                                            </p:cond>
                                          </p:stCondLst>
                                          <p:endCondLst>
                                            <p:cond evt="onStopAudio" delay="0">
                                              <p:tgtEl>
                                                <p:sldTgt/>
                                              </p:tgtEl>
                                            </p:cond>
                                          </p:endCondLst>
                                        </p:cTn>
                                        <p:tgtEl>
                                          <p:sndTgt r:embed="rId2" name="CAMERA.WAV"/>
                                        </p:tgtEl>
                                      </p:cMediaNode>
                                    </p:audio>
                                  </p:sub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824338"/>
                                        </p:tgtEl>
                                        <p:attrNameLst>
                                          <p:attrName>style.visibility</p:attrName>
                                        </p:attrNameLst>
                                      </p:cBhvr>
                                      <p:to>
                                        <p:strVal val="visible"/>
                                      </p:to>
                                    </p:set>
                                    <p:anim calcmode="lin" valueType="num">
                                      <p:cBhvr additive="base">
                                        <p:cTn id="71" dur="500" fill="hold"/>
                                        <p:tgtEl>
                                          <p:spTgt spid="824338"/>
                                        </p:tgtEl>
                                        <p:attrNameLst>
                                          <p:attrName>ppt_x</p:attrName>
                                        </p:attrNameLst>
                                      </p:cBhvr>
                                      <p:tavLst>
                                        <p:tav tm="0">
                                          <p:val>
                                            <p:strVal val="#ppt_x"/>
                                          </p:val>
                                        </p:tav>
                                        <p:tav tm="100000">
                                          <p:val>
                                            <p:strVal val="#ppt_x"/>
                                          </p:val>
                                        </p:tav>
                                      </p:tavLst>
                                    </p:anim>
                                    <p:anim calcmode="lin" valueType="num">
                                      <p:cBhvr additive="base">
                                        <p:cTn id="72" dur="500" fill="hold"/>
                                        <p:tgtEl>
                                          <p:spTgt spid="824338"/>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9"/>
                                            </p:cond>
                                          </p:stCondLst>
                                          <p:endCondLst>
                                            <p:cond evt="onStopAudio" delay="0">
                                              <p:tgtEl>
                                                <p:sldTgt/>
                                              </p:tgtEl>
                                            </p:cond>
                                          </p:endCondLst>
                                        </p:cTn>
                                        <p:tgtEl>
                                          <p:sndTgt r:embed="rId2" name="camera.wav"/>
                                        </p:tgtEl>
                                      </p:cMediaNode>
                                    </p:audio>
                                  </p:sub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824339"/>
                                        </p:tgtEl>
                                        <p:attrNameLst>
                                          <p:attrName>style.visibility</p:attrName>
                                        </p:attrNameLst>
                                      </p:cBhvr>
                                      <p:to>
                                        <p:strVal val="visible"/>
                                      </p:to>
                                    </p:set>
                                    <p:anim calcmode="lin" valueType="num">
                                      <p:cBhvr additive="base">
                                        <p:cTn id="77" dur="500" fill="hold"/>
                                        <p:tgtEl>
                                          <p:spTgt spid="824339"/>
                                        </p:tgtEl>
                                        <p:attrNameLst>
                                          <p:attrName>ppt_x</p:attrName>
                                        </p:attrNameLst>
                                      </p:cBhvr>
                                      <p:tavLst>
                                        <p:tav tm="0">
                                          <p:val>
                                            <p:strVal val="#ppt_x"/>
                                          </p:val>
                                        </p:tav>
                                        <p:tav tm="100000">
                                          <p:val>
                                            <p:strVal val="#ppt_x"/>
                                          </p:val>
                                        </p:tav>
                                      </p:tavLst>
                                    </p:anim>
                                    <p:anim calcmode="lin" valueType="num">
                                      <p:cBhvr additive="base">
                                        <p:cTn id="78" dur="500" fill="hold"/>
                                        <p:tgtEl>
                                          <p:spTgt spid="824339"/>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5"/>
                                            </p:cond>
                                          </p:stCondLst>
                                          <p:endCondLst>
                                            <p:cond evt="onStopAudio" delay="0">
                                              <p:tgtEl>
                                                <p:sldTgt/>
                                              </p:tgtEl>
                                            </p:cond>
                                          </p:endCondLst>
                                        </p:cTn>
                                        <p:tgtEl>
                                          <p:sndTgt r:embed="rId2" name="camera.wav"/>
                                        </p:tgtEl>
                                      </p:cMediaNode>
                                    </p:audio>
                                  </p:sub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824340"/>
                                        </p:tgtEl>
                                        <p:attrNameLst>
                                          <p:attrName>style.visibility</p:attrName>
                                        </p:attrNameLst>
                                      </p:cBhvr>
                                      <p:to>
                                        <p:strVal val="visible"/>
                                      </p:to>
                                    </p:set>
                                    <p:anim calcmode="lin" valueType="num">
                                      <p:cBhvr additive="base">
                                        <p:cTn id="83" dur="500" fill="hold"/>
                                        <p:tgtEl>
                                          <p:spTgt spid="824340"/>
                                        </p:tgtEl>
                                        <p:attrNameLst>
                                          <p:attrName>ppt_x</p:attrName>
                                        </p:attrNameLst>
                                      </p:cBhvr>
                                      <p:tavLst>
                                        <p:tav tm="0">
                                          <p:val>
                                            <p:strVal val="#ppt_x"/>
                                          </p:val>
                                        </p:tav>
                                        <p:tav tm="100000">
                                          <p:val>
                                            <p:strVal val="#ppt_x"/>
                                          </p:val>
                                        </p:tav>
                                      </p:tavLst>
                                    </p:anim>
                                    <p:anim calcmode="lin" valueType="num">
                                      <p:cBhvr additive="base">
                                        <p:cTn id="84" dur="500" fill="hold"/>
                                        <p:tgtEl>
                                          <p:spTgt spid="824340"/>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1"/>
                                            </p:cond>
                                          </p:stCondLst>
                                          <p:endCondLst>
                                            <p:cond evt="onStopAudio" delay="0">
                                              <p:tgtEl>
                                                <p:sldTgt/>
                                              </p:tgtEl>
                                            </p:cond>
                                          </p:endCondLst>
                                        </p:cTn>
                                        <p:tgtEl>
                                          <p:sndTgt r:embed="rId2" name="camera.wav"/>
                                        </p:tgtEl>
                                      </p:cMediaNode>
                                    </p:audio>
                                  </p:sub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824341"/>
                                        </p:tgtEl>
                                        <p:attrNameLst>
                                          <p:attrName>style.visibility</p:attrName>
                                        </p:attrNameLst>
                                      </p:cBhvr>
                                      <p:to>
                                        <p:strVal val="visible"/>
                                      </p:to>
                                    </p:set>
                                    <p:anim calcmode="lin" valueType="num">
                                      <p:cBhvr additive="base">
                                        <p:cTn id="89" dur="500" fill="hold"/>
                                        <p:tgtEl>
                                          <p:spTgt spid="824341"/>
                                        </p:tgtEl>
                                        <p:attrNameLst>
                                          <p:attrName>ppt_x</p:attrName>
                                        </p:attrNameLst>
                                      </p:cBhvr>
                                      <p:tavLst>
                                        <p:tav tm="0">
                                          <p:val>
                                            <p:strVal val="#ppt_x"/>
                                          </p:val>
                                        </p:tav>
                                        <p:tav tm="100000">
                                          <p:val>
                                            <p:strVal val="#ppt_x"/>
                                          </p:val>
                                        </p:tav>
                                      </p:tavLst>
                                    </p:anim>
                                    <p:anim calcmode="lin" valueType="num">
                                      <p:cBhvr additive="base">
                                        <p:cTn id="90" dur="500" fill="hold"/>
                                        <p:tgtEl>
                                          <p:spTgt spid="824341"/>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7"/>
                                            </p:cond>
                                          </p:stCondLst>
                                          <p:endCondLst>
                                            <p:cond evt="onStopAudio" delay="0">
                                              <p:tgtEl>
                                                <p:sldTgt/>
                                              </p:tgtEl>
                                            </p:cond>
                                          </p:endCondLst>
                                        </p:cTn>
                                        <p:tgtEl>
                                          <p:sndTgt r:embed="rId2" name="camera.wav"/>
                                        </p:tgtEl>
                                      </p:cMediaNode>
                                    </p:audio>
                                  </p:subTnLst>
                                </p:cTn>
                              </p:par>
                            </p:childTnLst>
                          </p:cTn>
                        </p:par>
                      </p:childTnLst>
                    </p:cTn>
                  </p:par>
                  <p:par>
                    <p:cTn id="91" fill="hold">
                      <p:stCondLst>
                        <p:cond delay="indefinite"/>
                      </p:stCondLst>
                      <p:childTnLst>
                        <p:par>
                          <p:cTn id="92" fill="hold">
                            <p:stCondLst>
                              <p:cond delay="0"/>
                            </p:stCondLst>
                            <p:childTnLst>
                              <p:par>
                                <p:cTn id="93" presetID="2" presetClass="entr" presetSubtype="4" fill="hold" grpId="0" nodeType="clickEffect">
                                  <p:stCondLst>
                                    <p:cond delay="0"/>
                                  </p:stCondLst>
                                  <p:childTnLst>
                                    <p:set>
                                      <p:cBhvr>
                                        <p:cTn id="94" dur="1" fill="hold">
                                          <p:stCondLst>
                                            <p:cond delay="0"/>
                                          </p:stCondLst>
                                        </p:cTn>
                                        <p:tgtEl>
                                          <p:spTgt spid="824342"/>
                                        </p:tgtEl>
                                        <p:attrNameLst>
                                          <p:attrName>style.visibility</p:attrName>
                                        </p:attrNameLst>
                                      </p:cBhvr>
                                      <p:to>
                                        <p:strVal val="visible"/>
                                      </p:to>
                                    </p:set>
                                    <p:anim calcmode="lin" valueType="num">
                                      <p:cBhvr additive="base">
                                        <p:cTn id="95" dur="500" fill="hold"/>
                                        <p:tgtEl>
                                          <p:spTgt spid="824342"/>
                                        </p:tgtEl>
                                        <p:attrNameLst>
                                          <p:attrName>ppt_x</p:attrName>
                                        </p:attrNameLst>
                                      </p:cBhvr>
                                      <p:tavLst>
                                        <p:tav tm="0">
                                          <p:val>
                                            <p:strVal val="#ppt_x"/>
                                          </p:val>
                                        </p:tav>
                                        <p:tav tm="100000">
                                          <p:val>
                                            <p:strVal val="#ppt_x"/>
                                          </p:val>
                                        </p:tav>
                                      </p:tavLst>
                                    </p:anim>
                                    <p:anim calcmode="lin" valueType="num">
                                      <p:cBhvr additive="base">
                                        <p:cTn id="96" dur="500" fill="hold"/>
                                        <p:tgtEl>
                                          <p:spTgt spid="824342"/>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3"/>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bldLvl="3" autoUpdateAnimBg="0"/>
      <p:bldP spid="824323" grpId="0" animBg="1" autoUpdateAnimBg="0"/>
      <p:bldP spid="824324" grpId="0" animBg="1" autoUpdateAnimBg="0"/>
      <p:bldP spid="824336" grpId="0"/>
      <p:bldP spid="824337" grpId="0"/>
      <p:bldP spid="824338" grpId="0"/>
      <p:bldP spid="824339" grpId="0"/>
      <p:bldP spid="824340" grpId="0"/>
      <p:bldP spid="824341" grpId="0"/>
      <p:bldP spid="824342" grpId="0"/>
      <p:bldP spid="18" grpId="0" build="p" bldLvl="5"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5360" name="Rectangle 16"/>
          <p:cNvSpPr>
            <a:spLocks noChangeArrowheads="1"/>
          </p:cNvSpPr>
          <p:nvPr/>
        </p:nvSpPr>
        <p:spPr bwMode="auto">
          <a:xfrm>
            <a:off x="752648" y="1561305"/>
            <a:ext cx="11114827" cy="1384995"/>
          </a:xfrm>
          <a:prstGeom prst="rect">
            <a:avLst/>
          </a:prstGeom>
          <a:noFill/>
          <a:ln w="9525">
            <a:noFill/>
            <a:miter lim="800000"/>
            <a:headEnd/>
            <a:tailEnd/>
          </a:ln>
          <a:effectLst/>
        </p:spPr>
        <p:txBody>
          <a:bodyPr wrap="square">
            <a:spAutoFit/>
          </a:bodyPr>
          <a:lstStyle/>
          <a:p>
            <a:r>
              <a:rPr lang="en-US" altLang="zh-CN" b="1" dirty="0">
                <a:effectLst>
                  <a:outerShdw blurRad="38100" dist="38100" dir="2700000" algn="tl">
                    <a:srgbClr val="FFFFFF"/>
                  </a:outerShdw>
                </a:effectLst>
                <a:latin typeface="+mn-lt"/>
                <a:ea typeface="楷体" pitchFamily="49" charset="-122"/>
              </a:rPr>
              <a:t>        </a:t>
            </a:r>
            <a:r>
              <a:rPr lang="zh-CN" altLang="en-US" b="1" dirty="0">
                <a:solidFill>
                  <a:srgbClr val="C01920"/>
                </a:solidFill>
                <a:latin typeface="+mn-lt"/>
                <a:ea typeface="楷体" pitchFamily="49" charset="-122"/>
              </a:rPr>
              <a:t>表达式：</a:t>
            </a:r>
            <a:r>
              <a:rPr lang="zh-CN" altLang="en-US" b="1" dirty="0">
                <a:effectLst>
                  <a:outerShdw blurRad="38100" dist="38100" dir="2700000" algn="tl">
                    <a:srgbClr val="FFFFFF"/>
                  </a:outerShdw>
                </a:effectLst>
                <a:latin typeface="+mn-lt"/>
                <a:ea typeface="楷体" pitchFamily="49" charset="-122"/>
              </a:rPr>
              <a:t>用运算符和括号将运算对象（常量、变量和函数等）连接起来的、符合Ｃ语言语法规则的式子。</a:t>
            </a:r>
            <a:endParaRPr lang="en-US" altLang="zh-CN" b="1" dirty="0">
              <a:effectLst>
                <a:outerShdw blurRad="38100" dist="38100" dir="2700000" algn="tl">
                  <a:srgbClr val="FFFFFF"/>
                </a:outerShdw>
              </a:effectLst>
              <a:latin typeface="+mn-lt"/>
              <a:ea typeface="楷体" pitchFamily="49" charset="-122"/>
            </a:endParaRPr>
          </a:p>
          <a:p>
            <a:endParaRPr lang="zh-CN" altLang="en-US" sz="900" b="1" dirty="0">
              <a:effectLst>
                <a:outerShdw blurRad="38100" dist="38100" dir="2700000" algn="tl">
                  <a:srgbClr val="FFFFFF"/>
                </a:outerShdw>
              </a:effectLst>
              <a:latin typeface="+mn-lt"/>
              <a:ea typeface="楷体" pitchFamily="49" charset="-122"/>
            </a:endParaRPr>
          </a:p>
          <a:p>
            <a:r>
              <a:rPr lang="zh-CN" altLang="en-US" b="1" dirty="0">
                <a:solidFill>
                  <a:srgbClr val="CC0000"/>
                </a:solidFill>
                <a:effectLst>
                  <a:outerShdw blurRad="38100" dist="38100" dir="2700000" algn="tl">
                    <a:srgbClr val="000000"/>
                  </a:outerShdw>
                </a:effectLst>
                <a:latin typeface="+mn-lt"/>
                <a:ea typeface="楷体" pitchFamily="49" charset="-122"/>
              </a:rPr>
              <a:t>        </a:t>
            </a:r>
            <a:r>
              <a:rPr lang="zh-CN" altLang="en-US" b="1" dirty="0">
                <a:solidFill>
                  <a:srgbClr val="C01920"/>
                </a:solidFill>
                <a:latin typeface="+mn-lt"/>
                <a:ea typeface="楷体" pitchFamily="49" charset="-122"/>
              </a:rPr>
              <a:t>算术表达式：</a:t>
            </a:r>
            <a:r>
              <a:rPr lang="zh-CN" altLang="en-US" b="1" dirty="0">
                <a:effectLst>
                  <a:outerShdw blurRad="38100" dist="38100" dir="2700000" algn="tl">
                    <a:srgbClr val="FFFFFF"/>
                  </a:outerShdw>
                </a:effectLst>
                <a:latin typeface="+mn-lt"/>
                <a:ea typeface="楷体" pitchFamily="49" charset="-122"/>
              </a:rPr>
              <a:t>表达式中的运算符都是算术运算符的表达式。</a:t>
            </a:r>
            <a:r>
              <a:rPr lang="zh-CN" altLang="en-US" dirty="0">
                <a:latin typeface="+mn-lt"/>
                <a:ea typeface="楷体" pitchFamily="49" charset="-122"/>
              </a:rPr>
              <a:t> </a:t>
            </a:r>
          </a:p>
        </p:txBody>
      </p:sp>
      <p:sp>
        <p:nvSpPr>
          <p:cNvPr id="825361" name="Rectangle 17"/>
          <p:cNvSpPr>
            <a:spLocks noChangeArrowheads="1"/>
          </p:cNvSpPr>
          <p:nvPr/>
        </p:nvSpPr>
        <p:spPr bwMode="auto">
          <a:xfrm>
            <a:off x="124686" y="4347368"/>
            <a:ext cx="6218238" cy="503237"/>
          </a:xfrm>
          <a:prstGeom prst="rect">
            <a:avLst/>
          </a:prstGeom>
          <a:noFill/>
          <a:ln w="9525">
            <a:noFill/>
            <a:miter lim="800000"/>
            <a:headEnd/>
            <a:tailEnd/>
          </a:ln>
          <a:effectLst/>
        </p:spPr>
        <p:txBody>
          <a:bodyPr/>
          <a:lstStyle/>
          <a:p>
            <a:pPr marL="1143000" lvl="2" indent="-228600">
              <a:spcBef>
                <a:spcPct val="20000"/>
              </a:spcBef>
              <a:buFont typeface="Wingdings" pitchFamily="2" charset="2"/>
              <a:buChar char="Ø"/>
            </a:pPr>
            <a:r>
              <a:rPr lang="en-US" altLang="zh-CN" b="1" dirty="0">
                <a:solidFill>
                  <a:srgbClr val="C01920"/>
                </a:solidFill>
                <a:latin typeface="楷体" pitchFamily="49" charset="-122"/>
                <a:ea typeface="楷体" pitchFamily="49" charset="-122"/>
              </a:rPr>
              <a:t> </a:t>
            </a:r>
            <a:r>
              <a:rPr lang="zh-CN" altLang="en-US" b="1" dirty="0">
                <a:solidFill>
                  <a:srgbClr val="C01920"/>
                </a:solidFill>
                <a:latin typeface="楷体" pitchFamily="49" charset="-122"/>
                <a:ea typeface="楷体" pitchFamily="49" charset="-122"/>
              </a:rPr>
              <a:t>运算符优先级（到目前为止）</a:t>
            </a:r>
          </a:p>
        </p:txBody>
      </p:sp>
      <p:sp>
        <p:nvSpPr>
          <p:cNvPr id="825362" name="Text Box 18"/>
          <p:cNvSpPr txBox="1">
            <a:spLocks noChangeArrowheads="1"/>
          </p:cNvSpPr>
          <p:nvPr/>
        </p:nvSpPr>
        <p:spPr bwMode="auto">
          <a:xfrm>
            <a:off x="2135560" y="2869904"/>
            <a:ext cx="7010668" cy="463846"/>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spAutoFit/>
          </a:bodyPr>
          <a:lstStyle/>
          <a:p>
            <a:pPr eaLnBrk="0" hangingPunct="0"/>
            <a:r>
              <a:rPr lang="zh-CN" altLang="en-US" b="1" dirty="0">
                <a:solidFill>
                  <a:srgbClr val="C01920"/>
                </a:solidFill>
                <a:latin typeface="隶书" pitchFamily="49" charset="-122"/>
                <a:ea typeface="隶书" pitchFamily="49" charset="-122"/>
              </a:rPr>
              <a:t>例：</a:t>
            </a:r>
            <a:r>
              <a:rPr lang="zh-CN" altLang="en-US" dirty="0">
                <a:solidFill>
                  <a:srgbClr val="C01920"/>
                </a:solidFill>
                <a:latin typeface="隶书" pitchFamily="49" charset="-122"/>
                <a:ea typeface="隶书" pitchFamily="49" charset="-122"/>
              </a:rPr>
              <a:t> </a:t>
            </a:r>
            <a:r>
              <a:rPr lang="en-US" altLang="zh-CN" b="1" dirty="0">
                <a:effectLst>
                  <a:outerShdw blurRad="38100" dist="38100" dir="2700000" algn="tl">
                    <a:srgbClr val="C0C0C0"/>
                  </a:outerShdw>
                </a:effectLst>
                <a:ea typeface="隶书" pitchFamily="49" charset="-122"/>
              </a:rPr>
              <a:t>3 + 5 * 8</a:t>
            </a:r>
            <a:r>
              <a:rPr lang="zh-CN" altLang="en-US" b="1" dirty="0">
                <a:effectLst>
                  <a:outerShdw blurRad="38100" dist="38100" dir="2700000" algn="tl">
                    <a:srgbClr val="C0C0C0"/>
                  </a:outerShdw>
                </a:effectLst>
                <a:ea typeface="隶书" pitchFamily="49" charset="-122"/>
              </a:rPr>
              <a:t>、</a:t>
            </a:r>
            <a:r>
              <a:rPr lang="en-US" altLang="zh-CN" b="1" dirty="0">
                <a:effectLst>
                  <a:outerShdw blurRad="38100" dist="38100" dir="2700000" algn="tl">
                    <a:srgbClr val="C0C0C0"/>
                  </a:outerShdw>
                </a:effectLst>
                <a:ea typeface="隶书" pitchFamily="49" charset="-122"/>
              </a:rPr>
              <a:t>(x + y) / 2  - 1</a:t>
            </a:r>
            <a:r>
              <a:rPr lang="zh-CN" altLang="en-US" b="1" dirty="0">
                <a:effectLst>
                  <a:outerShdw blurRad="38100" dist="38100" dir="2700000" algn="tl">
                    <a:srgbClr val="C0C0C0"/>
                  </a:outerShdw>
                </a:effectLst>
                <a:latin typeface="楷体" pitchFamily="49" charset="-122"/>
                <a:ea typeface="楷体" pitchFamily="49" charset="-122"/>
              </a:rPr>
              <a:t>等</a:t>
            </a:r>
          </a:p>
        </p:txBody>
      </p:sp>
      <p:grpSp>
        <p:nvGrpSpPr>
          <p:cNvPr id="825369" name="Group 25"/>
          <p:cNvGrpSpPr>
            <a:grpSpLocks/>
          </p:cNvGrpSpPr>
          <p:nvPr/>
        </p:nvGrpSpPr>
        <p:grpSpPr bwMode="auto">
          <a:xfrm>
            <a:off x="5650950" y="3741736"/>
            <a:ext cx="4248150" cy="2843213"/>
            <a:chOff x="1429" y="2160"/>
            <a:chExt cx="2676" cy="1791"/>
          </a:xfrm>
        </p:grpSpPr>
        <p:sp>
          <p:nvSpPr>
            <p:cNvPr id="825364" name="Rectangle 20"/>
            <p:cNvSpPr>
              <a:spLocks noChangeArrowheads="1"/>
            </p:cNvSpPr>
            <p:nvPr/>
          </p:nvSpPr>
          <p:spPr bwMode="auto">
            <a:xfrm>
              <a:off x="1429" y="2160"/>
              <a:ext cx="2673" cy="288"/>
            </a:xfrm>
            <a:prstGeom prst="rect">
              <a:avLst/>
            </a:prstGeom>
            <a:solidFill>
              <a:srgbClr val="F0E5B7"/>
            </a:solidFill>
            <a:ln w="9525">
              <a:noFill/>
              <a:miter lim="800000"/>
              <a:headEnd/>
              <a:tailEnd/>
            </a:ln>
            <a:effectLst/>
            <a:scene3d>
              <a:camera prst="legacyObliqueTopRight"/>
              <a:lightRig rig="legacyFlat3" dir="b"/>
            </a:scene3d>
            <a:sp3d extrusionH="430200" prstMaterial="legacyMatte">
              <a:bevelT w="13500" h="13500" prst="angle"/>
              <a:bevelB w="13500" h="13500" prst="angle"/>
              <a:extrusionClr>
                <a:srgbClr val="F0E5B7"/>
              </a:extrusionClr>
            </a:sp3d>
          </p:spPr>
          <p:txBody>
            <a:bodyPr>
              <a:spAutoFit/>
              <a:flatTx/>
            </a:bodyPr>
            <a:lstStyle/>
            <a:p>
              <a:r>
                <a:rPr lang="zh-CN" altLang="en-US" b="1" dirty="0">
                  <a:solidFill>
                    <a:schemeClr val="bg1"/>
                  </a:solidFill>
                  <a:ea typeface="隶书" pitchFamily="49" charset="-122"/>
                </a:rPr>
                <a:t>类型强制转换运算符的优先级</a:t>
              </a:r>
              <a:r>
                <a:rPr lang="zh-CN" altLang="en-US" b="1" dirty="0">
                  <a:solidFill>
                    <a:schemeClr val="bg1"/>
                  </a:solidFill>
                </a:rPr>
                <a:t> </a:t>
              </a:r>
            </a:p>
          </p:txBody>
        </p:sp>
        <p:sp>
          <p:nvSpPr>
            <p:cNvPr id="825365" name="Rectangle 21"/>
            <p:cNvSpPr>
              <a:spLocks noChangeArrowheads="1"/>
            </p:cNvSpPr>
            <p:nvPr/>
          </p:nvSpPr>
          <p:spPr bwMode="auto">
            <a:xfrm>
              <a:off x="1449" y="2911"/>
              <a:ext cx="2656" cy="288"/>
            </a:xfrm>
            <a:prstGeom prst="rect">
              <a:avLst/>
            </a:prstGeom>
            <a:solidFill>
              <a:srgbClr val="BEDFC4"/>
            </a:solidFill>
            <a:ln w="9525">
              <a:noFill/>
              <a:miter lim="800000"/>
              <a:headEnd/>
              <a:tailEnd/>
            </a:ln>
            <a:effectLst/>
            <a:scene3d>
              <a:camera prst="legacyObliqueTopRight"/>
              <a:lightRig rig="legacyFlat3" dir="b"/>
            </a:scene3d>
            <a:sp3d extrusionH="430200" prstMaterial="legacyMatte">
              <a:bevelT w="13500" h="13500" prst="angle"/>
              <a:bevelB w="13500" h="13500" prst="angle"/>
              <a:extrusionClr>
                <a:srgbClr val="BEDFC4"/>
              </a:extrusionClr>
            </a:sp3d>
          </p:spPr>
          <p:txBody>
            <a:bodyPr>
              <a:spAutoFit/>
              <a:flatTx/>
            </a:bodyPr>
            <a:lstStyle/>
            <a:p>
              <a:pPr algn="ctr"/>
              <a:r>
                <a:rPr lang="zh-CN" altLang="en-US" b="1">
                  <a:solidFill>
                    <a:schemeClr val="bg1"/>
                  </a:solidFill>
                  <a:ea typeface="隶书" pitchFamily="49" charset="-122"/>
                </a:rPr>
                <a:t>算术运算符的优先级</a:t>
              </a:r>
            </a:p>
          </p:txBody>
        </p:sp>
        <p:sp>
          <p:nvSpPr>
            <p:cNvPr id="825366" name="Rectangle 22"/>
            <p:cNvSpPr>
              <a:spLocks noChangeArrowheads="1"/>
            </p:cNvSpPr>
            <p:nvPr/>
          </p:nvSpPr>
          <p:spPr bwMode="auto">
            <a:xfrm>
              <a:off x="1429" y="3663"/>
              <a:ext cx="2656" cy="288"/>
            </a:xfrm>
            <a:prstGeom prst="rect">
              <a:avLst/>
            </a:prstGeom>
            <a:solidFill>
              <a:srgbClr val="C2967F"/>
            </a:solidFill>
            <a:ln w="9525">
              <a:noFill/>
              <a:miter lim="800000"/>
              <a:headEnd/>
              <a:tailEnd/>
            </a:ln>
            <a:effectLst/>
            <a:scene3d>
              <a:camera prst="legacyObliqueTopRight"/>
              <a:lightRig rig="legacyFlat3" dir="b"/>
            </a:scene3d>
            <a:sp3d extrusionH="430200" prstMaterial="legacyMatte">
              <a:bevelT w="13500" h="13500" prst="angle"/>
              <a:bevelB w="13500" h="13500" prst="angle"/>
              <a:extrusionClr>
                <a:srgbClr val="C2967F"/>
              </a:extrusionClr>
            </a:sp3d>
          </p:spPr>
          <p:txBody>
            <a:bodyPr>
              <a:spAutoFit/>
              <a:flatTx/>
            </a:bodyPr>
            <a:lstStyle/>
            <a:p>
              <a:pPr algn="ctr"/>
              <a:r>
                <a:rPr lang="zh-CN" altLang="en-US" b="1">
                  <a:solidFill>
                    <a:schemeClr val="bg1"/>
                  </a:solidFill>
                  <a:ea typeface="隶书" pitchFamily="49" charset="-122"/>
                </a:rPr>
                <a:t>赋值运算符的优先级</a:t>
              </a:r>
            </a:p>
          </p:txBody>
        </p:sp>
        <p:sp>
          <p:nvSpPr>
            <p:cNvPr id="825367" name="AutoShape 23"/>
            <p:cNvSpPr>
              <a:spLocks noChangeArrowheads="1"/>
            </p:cNvSpPr>
            <p:nvPr/>
          </p:nvSpPr>
          <p:spPr bwMode="auto">
            <a:xfrm rot="5400000">
              <a:off x="2554" y="2614"/>
              <a:ext cx="309" cy="18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C01920"/>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C01920"/>
              </a:extrusionClr>
            </a:sp3d>
          </p:spPr>
          <p:txBody>
            <a:bodyPr wrap="none" anchor="ctr">
              <a:flatTx/>
            </a:bodyPr>
            <a:lstStyle/>
            <a:p>
              <a:endParaRPr lang="zh-CN" altLang="en-US"/>
            </a:p>
          </p:txBody>
        </p:sp>
        <p:sp>
          <p:nvSpPr>
            <p:cNvPr id="825368" name="AutoShape 24"/>
            <p:cNvSpPr>
              <a:spLocks noChangeArrowheads="1"/>
            </p:cNvSpPr>
            <p:nvPr/>
          </p:nvSpPr>
          <p:spPr bwMode="auto">
            <a:xfrm rot="5400000">
              <a:off x="2555" y="3362"/>
              <a:ext cx="309" cy="18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C01920"/>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C01920"/>
              </a:extrusionClr>
            </a:sp3d>
          </p:spPr>
          <p:txBody>
            <a:bodyPr wrap="none" anchor="ctr">
              <a:flatTx/>
            </a:bodyPr>
            <a:lstStyle/>
            <a:p>
              <a:endParaRPr lang="zh-CN" altLang="en-US"/>
            </a:p>
          </p:txBody>
        </p:sp>
      </p:grpSp>
      <p:sp>
        <p:nvSpPr>
          <p:cNvPr id="16" name="Rectangle 2">
            <a:extLst>
              <a:ext uri="{FF2B5EF4-FFF2-40B4-BE49-F238E27FC236}">
                <a16:creationId xmlns:a16="http://schemas.microsoft.com/office/drawing/2014/main" id="{7271236E-B592-4374-A0F8-C32CC1FDA644}"/>
              </a:ext>
            </a:extLst>
          </p:cNvPr>
          <p:cNvSpPr txBox="1">
            <a:spLocks noChangeArrowheads="1"/>
          </p:cNvSpPr>
          <p:nvPr/>
        </p:nvSpPr>
        <p:spPr>
          <a:xfrm>
            <a:off x="783220" y="843295"/>
            <a:ext cx="7772400" cy="647700"/>
          </a:xfrm>
          <a:prstGeom prst="rect">
            <a:avLst/>
          </a:prstGeom>
        </p:spPr>
        <p:txBody>
          <a:bodyPr/>
          <a:lst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a:lstStyle>
          <a:p>
            <a:pPr algn="just">
              <a:buFontTx/>
              <a:buNone/>
            </a:pPr>
            <a:r>
              <a:rPr lang="en-US" altLang="zh-CN" kern="0" dirty="0">
                <a:solidFill>
                  <a:srgbClr val="C01920"/>
                </a:solidFill>
                <a:effectLst/>
                <a:latin typeface="楷体" panose="02010609060101010101" pitchFamily="49" charset="-122"/>
                <a:ea typeface="楷体" panose="02010609060101010101" pitchFamily="49" charset="-122"/>
              </a:rPr>
              <a:t>3. </a:t>
            </a:r>
            <a:r>
              <a:rPr lang="zh-CN" altLang="en-US" kern="0" dirty="0">
                <a:solidFill>
                  <a:srgbClr val="C01920"/>
                </a:solidFill>
                <a:effectLst/>
                <a:latin typeface="楷体" panose="02010609060101010101" pitchFamily="49" charset="-122"/>
                <a:ea typeface="楷体" panose="02010609060101010101" pitchFamily="49" charset="-122"/>
              </a:rPr>
              <a:t>算术运算符、算术表达式 </a:t>
            </a:r>
          </a:p>
        </p:txBody>
      </p:sp>
      <p:sp>
        <p:nvSpPr>
          <p:cNvPr id="17" name="Rectangle 4">
            <a:extLst>
              <a:ext uri="{FF2B5EF4-FFF2-40B4-BE49-F238E27FC236}">
                <a16:creationId xmlns:a16="http://schemas.microsoft.com/office/drawing/2014/main" id="{776D437A-6A3C-4C90-8B6E-44722F6937EA}"/>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3.4  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语言的运算符与表达式</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825360"/>
                                        </p:tgtEl>
                                        <p:attrNameLst>
                                          <p:attrName>style.visibility</p:attrName>
                                        </p:attrNameLst>
                                      </p:cBhvr>
                                      <p:to>
                                        <p:strVal val="visible"/>
                                      </p:to>
                                    </p:set>
                                    <p:animEffect transition="in" filter="box(out)">
                                      <p:cBhvr>
                                        <p:cTn id="13" dur="500"/>
                                        <p:tgtEl>
                                          <p:spTgt spid="825360"/>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825362"/>
                                        </p:tgtEl>
                                        <p:attrNameLst>
                                          <p:attrName>style.visibility</p:attrName>
                                        </p:attrNameLst>
                                      </p:cBhvr>
                                      <p:to>
                                        <p:strVal val="visible"/>
                                      </p:to>
                                    </p:set>
                                    <p:animEffect transition="in" filter="box(out)">
                                      <p:cBhvr>
                                        <p:cTn id="18" dur="500"/>
                                        <p:tgtEl>
                                          <p:spTgt spid="825362"/>
                                        </p:tgtEl>
                                      </p:cBhvr>
                                    </p:animEffect>
                                  </p:childTnLst>
                                  <p:subTnLst>
                                    <p:set>
                                      <p:cBhvr override="childStyle">
                                        <p:cTn dur="1" fill="hold" display="0" masterRel="nextClick" afterEffect="1"/>
                                        <p:tgtEl>
                                          <p:spTgt spid="825362"/>
                                        </p:tgtEl>
                                        <p:attrNameLst>
                                          <p:attrName>style.visibility</p:attrName>
                                        </p:attrNameLst>
                                      </p:cBhvr>
                                      <p:to>
                                        <p:strVal val="hidden"/>
                                      </p:to>
                                    </p:set>
                                    <p:audio>
                                      <p:cMediaNode>
                                        <p:cTn display="0" masterRel="sameClick">
                                          <p:stCondLst>
                                            <p:cond evt="begin" delay="0">
                                              <p:tn val="16"/>
                                            </p:cond>
                                          </p:stCondLst>
                                          <p:endCondLst>
                                            <p:cond evt="onStopAudio" delay="0">
                                              <p:tgtEl>
                                                <p:sldTgt/>
                                              </p:tgtEl>
                                            </p:cond>
                                          </p:endCondLst>
                                        </p:cTn>
                                        <p:tgtEl>
                                          <p:sndTgt r:embed="rId3" name="chimes.wav"/>
                                        </p:tgtEl>
                                      </p:cMediaNode>
                                    </p:audio>
                                  </p:sub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825361">
                                            <p:txEl>
                                              <p:pRg st="0" end="0"/>
                                            </p:txEl>
                                          </p:spTgt>
                                        </p:tgtEl>
                                        <p:attrNameLst>
                                          <p:attrName>style.visibility</p:attrName>
                                        </p:attrNameLst>
                                      </p:cBhvr>
                                      <p:to>
                                        <p:strVal val="visible"/>
                                      </p:to>
                                    </p:set>
                                    <p:anim calcmode="lin" valueType="num">
                                      <p:cBhvr additive="base">
                                        <p:cTn id="23" dur="500" fill="hold"/>
                                        <p:tgtEl>
                                          <p:spTgt spid="825361">
                                            <p:txEl>
                                              <p:pRg st="0" end="0"/>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82536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825369"/>
                                        </p:tgtEl>
                                        <p:attrNameLst>
                                          <p:attrName>style.visibility</p:attrName>
                                        </p:attrNameLst>
                                      </p:cBhvr>
                                      <p:to>
                                        <p:strVal val="visible"/>
                                      </p:to>
                                    </p:set>
                                    <p:animEffect transition="in" filter="blinds(horizontal)">
                                      <p:cBhvr>
                                        <p:cTn id="29" dur="500"/>
                                        <p:tgtEl>
                                          <p:spTgt spid="825369"/>
                                        </p:tgtEl>
                                      </p:cBhvr>
                                    </p:animEffect>
                                  </p:childTnLst>
                                  <p:subTnLst>
                                    <p:audio>
                                      <p:cMediaNode>
                                        <p:cTn display="0" masterRel="sameClick">
                                          <p:stCondLst>
                                            <p:cond evt="begin" delay="0">
                                              <p:tn val="27"/>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5360" grpId="0"/>
      <p:bldP spid="825361" grpId="0" build="p" bldLvl="3" autoUpdateAnimBg="0"/>
      <p:bldP spid="825362" grpId="0" animBg="1" autoUpdateAnimBg="0"/>
      <p:bldP spid="16" grpId="0" build="p" bldLvl="5"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 name="Rectangle 2">
            <a:extLst>
              <a:ext uri="{FF2B5EF4-FFF2-40B4-BE49-F238E27FC236}">
                <a16:creationId xmlns:a16="http://schemas.microsoft.com/office/drawing/2014/main" id="{2705CA20-4B8A-4F65-984D-8A372DFA1098}"/>
              </a:ext>
            </a:extLst>
          </p:cNvPr>
          <p:cNvSpPr txBox="1">
            <a:spLocks noChangeArrowheads="1"/>
          </p:cNvSpPr>
          <p:nvPr/>
        </p:nvSpPr>
        <p:spPr>
          <a:xfrm>
            <a:off x="200607" y="3121534"/>
            <a:ext cx="8355013" cy="1898650"/>
          </a:xfrm>
          <a:prstGeom prst="rect">
            <a:avLst/>
          </a:prstGeom>
        </p:spPr>
        <p:txBody>
          <a:bodyPr/>
          <a:lst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a:lstStyle>
          <a:p>
            <a:pPr lvl="2">
              <a:buFont typeface="Wingdings" pitchFamily="2" charset="2"/>
              <a:buChar char="Ø"/>
            </a:pPr>
            <a:r>
              <a:rPr lang="en-US" altLang="zh-CN" kern="0" dirty="0">
                <a:solidFill>
                  <a:srgbClr val="C01920"/>
                </a:solidFill>
                <a:effectLst/>
                <a:ea typeface="楷体" pitchFamily="49" charset="-122"/>
              </a:rPr>
              <a:t> </a:t>
            </a:r>
            <a:r>
              <a:rPr lang="zh-CN" altLang="en-US" kern="0" dirty="0">
                <a:solidFill>
                  <a:srgbClr val="C01920"/>
                </a:solidFill>
                <a:effectLst/>
                <a:ea typeface="楷体" pitchFamily="49" charset="-122"/>
              </a:rPr>
              <a:t>自增、自减运算符</a:t>
            </a:r>
            <a:r>
              <a:rPr lang="en-US" altLang="zh-CN" kern="0" dirty="0">
                <a:solidFill>
                  <a:srgbClr val="C01920"/>
                </a:solidFill>
                <a:effectLst/>
                <a:ea typeface="楷体" pitchFamily="49" charset="-122"/>
              </a:rPr>
              <a:t>++ --</a:t>
            </a:r>
          </a:p>
          <a:p>
            <a:pPr lvl="3">
              <a:buFont typeface="Wingdings" pitchFamily="2" charset="2"/>
              <a:buChar char="l"/>
            </a:pPr>
            <a:r>
              <a:rPr lang="en-US" altLang="zh-CN" kern="0" dirty="0">
                <a:solidFill>
                  <a:srgbClr val="002060"/>
                </a:solidFill>
                <a:effectLst/>
                <a:ea typeface="楷体" pitchFamily="49" charset="-122"/>
              </a:rPr>
              <a:t> </a:t>
            </a:r>
            <a:r>
              <a:rPr lang="zh-CN" altLang="en-US" kern="0" dirty="0">
                <a:solidFill>
                  <a:srgbClr val="002060"/>
                </a:solidFill>
                <a:effectLst/>
                <a:ea typeface="楷体" pitchFamily="49" charset="-122"/>
              </a:rPr>
              <a:t>作用：</a:t>
            </a:r>
            <a:r>
              <a:rPr lang="zh-CN" altLang="en-US" kern="0" dirty="0">
                <a:ea typeface="楷体" pitchFamily="49" charset="-122"/>
              </a:rPr>
              <a:t>使变量值加</a:t>
            </a:r>
            <a:r>
              <a:rPr lang="en-US" altLang="zh-CN" kern="0" dirty="0">
                <a:ea typeface="楷体" pitchFamily="49" charset="-122"/>
              </a:rPr>
              <a:t>1</a:t>
            </a:r>
            <a:r>
              <a:rPr lang="zh-CN" altLang="en-US" kern="0" dirty="0">
                <a:ea typeface="楷体" pitchFamily="49" charset="-122"/>
              </a:rPr>
              <a:t>或减</a:t>
            </a:r>
            <a:r>
              <a:rPr lang="en-US" altLang="zh-CN" kern="0" dirty="0">
                <a:ea typeface="楷体" pitchFamily="49" charset="-122"/>
              </a:rPr>
              <a:t>1</a:t>
            </a:r>
          </a:p>
          <a:p>
            <a:pPr lvl="3">
              <a:buFont typeface="Wingdings" pitchFamily="2" charset="2"/>
              <a:buChar char="l"/>
            </a:pPr>
            <a:r>
              <a:rPr lang="en-US" altLang="zh-CN" kern="0" dirty="0">
                <a:solidFill>
                  <a:srgbClr val="002060"/>
                </a:solidFill>
                <a:effectLst/>
                <a:ea typeface="楷体" pitchFamily="49" charset="-122"/>
              </a:rPr>
              <a:t> </a:t>
            </a:r>
            <a:r>
              <a:rPr lang="zh-CN" altLang="en-US" kern="0" dirty="0">
                <a:solidFill>
                  <a:srgbClr val="002060"/>
                </a:solidFill>
                <a:effectLst/>
                <a:ea typeface="楷体" pitchFamily="49" charset="-122"/>
              </a:rPr>
              <a:t>种类：</a:t>
            </a:r>
          </a:p>
          <a:p>
            <a:pPr lvl="3">
              <a:buFont typeface="Wingdings" pitchFamily="2" charset="2"/>
              <a:buNone/>
            </a:pPr>
            <a:r>
              <a:rPr lang="zh-CN" altLang="en-US" kern="0" dirty="0">
                <a:ea typeface="楷体" pitchFamily="49" charset="-122"/>
              </a:rPr>
              <a:t>   前置  </a:t>
            </a:r>
            <a:r>
              <a:rPr lang="en-US" altLang="zh-CN" kern="0" dirty="0">
                <a:ea typeface="楷体" pitchFamily="49" charset="-122"/>
              </a:rPr>
              <a:t>++</a:t>
            </a:r>
            <a:r>
              <a:rPr lang="en-US" altLang="zh-CN" kern="0" dirty="0" err="1">
                <a:ea typeface="楷体" pitchFamily="49" charset="-122"/>
              </a:rPr>
              <a:t>i</a:t>
            </a:r>
            <a:r>
              <a:rPr lang="en-US" altLang="zh-CN" kern="0" dirty="0">
                <a:ea typeface="楷体" pitchFamily="49" charset="-122"/>
              </a:rPr>
              <a:t>,  --</a:t>
            </a:r>
            <a:r>
              <a:rPr lang="en-US" altLang="zh-CN" kern="0" dirty="0" err="1">
                <a:ea typeface="楷体" pitchFamily="49" charset="-122"/>
              </a:rPr>
              <a:t>i</a:t>
            </a:r>
            <a:r>
              <a:rPr lang="en-US" altLang="zh-CN" kern="0" dirty="0">
                <a:ea typeface="楷体" pitchFamily="49" charset="-122"/>
              </a:rPr>
              <a:t>  (</a:t>
            </a:r>
            <a:r>
              <a:rPr lang="zh-CN" altLang="zh-CN" kern="0" dirty="0">
                <a:ea typeface="楷体" pitchFamily="49" charset="-122"/>
              </a:rPr>
              <a:t>先执行</a:t>
            </a:r>
            <a:r>
              <a:rPr lang="en-US" altLang="zh-CN" kern="0" dirty="0" err="1">
                <a:ea typeface="楷体" pitchFamily="49" charset="-122"/>
              </a:rPr>
              <a:t>i</a:t>
            </a:r>
            <a:r>
              <a:rPr lang="en-US" altLang="zh-CN" kern="0" dirty="0">
                <a:ea typeface="楷体" pitchFamily="49" charset="-122"/>
              </a:rPr>
              <a:t>=i</a:t>
            </a:r>
            <a:r>
              <a:rPr lang="en-US" altLang="zh-CN" kern="0" dirty="0">
                <a:ea typeface="楷体" pitchFamily="49" charset="-122"/>
                <a:sym typeface="MT Extra" pitchFamily="18" charset="2"/>
              </a:rPr>
              <a:t>+1</a:t>
            </a:r>
            <a:r>
              <a:rPr lang="zh-CN" altLang="zh-CN" kern="0" dirty="0">
                <a:ea typeface="楷体" pitchFamily="49" charset="-122"/>
                <a:sym typeface="MT Extra" pitchFamily="18" charset="2"/>
              </a:rPr>
              <a:t>或</a:t>
            </a:r>
            <a:r>
              <a:rPr lang="en-US" altLang="zh-CN" kern="0" dirty="0" err="1">
                <a:ea typeface="楷体" pitchFamily="49" charset="-122"/>
                <a:sym typeface="MT Extra" pitchFamily="18" charset="2"/>
              </a:rPr>
              <a:t>i</a:t>
            </a:r>
            <a:r>
              <a:rPr lang="en-US" altLang="zh-CN" kern="0" dirty="0">
                <a:ea typeface="楷体" pitchFamily="49" charset="-122"/>
                <a:sym typeface="MT Extra" pitchFamily="18" charset="2"/>
              </a:rPr>
              <a:t>=i-1</a:t>
            </a:r>
            <a:r>
              <a:rPr lang="zh-CN" altLang="en-US" kern="0" dirty="0">
                <a:ea typeface="楷体" pitchFamily="49" charset="-122"/>
              </a:rPr>
              <a:t>，</a:t>
            </a:r>
            <a:r>
              <a:rPr lang="zh-CN" altLang="zh-CN" kern="0" dirty="0">
                <a:ea typeface="楷体" pitchFamily="49" charset="-122"/>
              </a:rPr>
              <a:t>再使用</a:t>
            </a:r>
            <a:r>
              <a:rPr lang="en-US" altLang="zh-CN" kern="0" dirty="0" err="1">
                <a:ea typeface="楷体" pitchFamily="49" charset="-122"/>
              </a:rPr>
              <a:t>i</a:t>
            </a:r>
            <a:r>
              <a:rPr lang="zh-CN" altLang="zh-CN" kern="0" dirty="0">
                <a:ea typeface="楷体" pitchFamily="49" charset="-122"/>
              </a:rPr>
              <a:t>值）</a:t>
            </a:r>
            <a:endParaRPr lang="zh-CN" altLang="en-US" kern="0" dirty="0">
              <a:ea typeface="楷体" pitchFamily="49" charset="-122"/>
            </a:endParaRPr>
          </a:p>
          <a:p>
            <a:pPr lvl="3">
              <a:buFont typeface="Wingdings" pitchFamily="2" charset="2"/>
              <a:buNone/>
            </a:pPr>
            <a:r>
              <a:rPr lang="zh-CN" altLang="en-US" kern="0" dirty="0">
                <a:ea typeface="楷体" pitchFamily="49" charset="-122"/>
              </a:rPr>
              <a:t>   </a:t>
            </a:r>
            <a:r>
              <a:rPr lang="zh-CN" altLang="zh-CN" kern="0" dirty="0">
                <a:ea typeface="楷体" pitchFamily="49" charset="-122"/>
              </a:rPr>
              <a:t>后置  </a:t>
            </a:r>
            <a:r>
              <a:rPr lang="en-US" altLang="zh-CN" kern="0" dirty="0" err="1">
                <a:ea typeface="楷体" pitchFamily="49" charset="-122"/>
              </a:rPr>
              <a:t>i</a:t>
            </a:r>
            <a:r>
              <a:rPr lang="en-US" altLang="zh-CN" kern="0" dirty="0">
                <a:ea typeface="楷体" pitchFamily="49" charset="-122"/>
              </a:rPr>
              <a:t>++, </a:t>
            </a:r>
            <a:r>
              <a:rPr lang="en-US" altLang="zh-CN" kern="0" dirty="0" err="1">
                <a:ea typeface="楷体" pitchFamily="49" charset="-122"/>
              </a:rPr>
              <a:t>i</a:t>
            </a:r>
            <a:r>
              <a:rPr lang="en-US" altLang="zh-CN" kern="0" dirty="0">
                <a:ea typeface="楷体" pitchFamily="49" charset="-122"/>
              </a:rPr>
              <a:t>--   (</a:t>
            </a:r>
            <a:r>
              <a:rPr lang="zh-CN" altLang="zh-CN" kern="0" dirty="0">
                <a:ea typeface="楷体" pitchFamily="49" charset="-122"/>
              </a:rPr>
              <a:t>先使用</a:t>
            </a:r>
            <a:r>
              <a:rPr lang="en-US" altLang="zh-CN" kern="0" dirty="0" err="1">
                <a:ea typeface="楷体" pitchFamily="49" charset="-122"/>
              </a:rPr>
              <a:t>i</a:t>
            </a:r>
            <a:r>
              <a:rPr lang="zh-CN" altLang="zh-CN" kern="0" dirty="0">
                <a:ea typeface="楷体" pitchFamily="49" charset="-122"/>
              </a:rPr>
              <a:t>值</a:t>
            </a:r>
            <a:r>
              <a:rPr lang="zh-CN" altLang="en-US" kern="0" dirty="0">
                <a:ea typeface="楷体" pitchFamily="49" charset="-122"/>
              </a:rPr>
              <a:t>，</a:t>
            </a:r>
            <a:r>
              <a:rPr lang="zh-CN" altLang="zh-CN" kern="0" dirty="0">
                <a:ea typeface="楷体" pitchFamily="49" charset="-122"/>
              </a:rPr>
              <a:t>再执行</a:t>
            </a:r>
            <a:r>
              <a:rPr lang="en-US" altLang="zh-CN" kern="0" dirty="0" err="1">
                <a:ea typeface="楷体" pitchFamily="49" charset="-122"/>
              </a:rPr>
              <a:t>i</a:t>
            </a:r>
            <a:r>
              <a:rPr lang="en-US" altLang="zh-CN" kern="0" dirty="0">
                <a:ea typeface="楷体" pitchFamily="49" charset="-122"/>
              </a:rPr>
              <a:t>=i</a:t>
            </a:r>
            <a:r>
              <a:rPr lang="en-US" altLang="zh-CN" kern="0" dirty="0">
                <a:ea typeface="楷体" pitchFamily="49" charset="-122"/>
                <a:sym typeface="MT Extra" pitchFamily="18" charset="2"/>
              </a:rPr>
              <a:t>+1</a:t>
            </a:r>
            <a:r>
              <a:rPr lang="zh-CN" altLang="zh-CN" kern="0" dirty="0">
                <a:ea typeface="楷体" pitchFamily="49" charset="-122"/>
                <a:sym typeface="MT Extra" pitchFamily="18" charset="2"/>
              </a:rPr>
              <a:t>或</a:t>
            </a:r>
            <a:r>
              <a:rPr lang="en-US" altLang="zh-CN" kern="0" dirty="0" err="1">
                <a:ea typeface="楷体" pitchFamily="49" charset="-122"/>
                <a:sym typeface="MT Extra" pitchFamily="18" charset="2"/>
              </a:rPr>
              <a:t>i</a:t>
            </a:r>
            <a:r>
              <a:rPr lang="en-US" altLang="zh-CN" kern="0" dirty="0">
                <a:ea typeface="楷体" pitchFamily="49" charset="-122"/>
                <a:sym typeface="MT Extra" pitchFamily="18" charset="2"/>
              </a:rPr>
              <a:t>=i-1</a:t>
            </a:r>
            <a:r>
              <a:rPr lang="zh-CN" altLang="en-US" kern="0" dirty="0">
                <a:ea typeface="楷体" pitchFamily="49" charset="-122"/>
              </a:rPr>
              <a:t>）</a:t>
            </a:r>
          </a:p>
        </p:txBody>
      </p:sp>
      <p:sp>
        <p:nvSpPr>
          <p:cNvPr id="826371" name="Text Box 3"/>
          <p:cNvSpPr txBox="1">
            <a:spLocks noChangeArrowheads="1"/>
          </p:cNvSpPr>
          <p:nvPr/>
        </p:nvSpPr>
        <p:spPr bwMode="auto">
          <a:xfrm>
            <a:off x="1816293" y="4236160"/>
            <a:ext cx="8559413" cy="2320925"/>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spAutoFit/>
          </a:bodyPr>
          <a:lstStyle/>
          <a:p>
            <a:pPr eaLnBrk="0" hangingPunct="0"/>
            <a:r>
              <a:rPr lang="zh-CN" altLang="zh-CN" b="1" dirty="0">
                <a:solidFill>
                  <a:srgbClr val="C01920"/>
                </a:solidFill>
                <a:latin typeface="隶书" pitchFamily="49" charset="-122"/>
                <a:ea typeface="隶书" pitchFamily="49" charset="-122"/>
              </a:rPr>
              <a:t>例：</a:t>
            </a:r>
            <a:r>
              <a:rPr lang="zh-CN" altLang="zh-CN" dirty="0">
                <a:solidFill>
                  <a:srgbClr val="C01920"/>
                </a:solidFill>
                <a:latin typeface="隶书" pitchFamily="49" charset="-122"/>
                <a:ea typeface="隶书" pitchFamily="49" charset="-122"/>
              </a:rPr>
              <a:t>   </a:t>
            </a:r>
            <a:r>
              <a:rPr lang="en-US" altLang="zh-CN" b="1" dirty="0">
                <a:effectLst>
                  <a:outerShdw blurRad="38100" dist="38100" dir="2700000" algn="tl">
                    <a:srgbClr val="C0C0C0"/>
                  </a:outerShdw>
                </a:effectLst>
                <a:ea typeface="隶书" pitchFamily="49" charset="-122"/>
              </a:rPr>
              <a:t>j = 3;  k = ++j;  </a:t>
            </a:r>
          </a:p>
          <a:p>
            <a:pPr eaLnBrk="0" hangingPunct="0"/>
            <a:r>
              <a:rPr lang="en-US" altLang="zh-CN" b="1" dirty="0">
                <a:effectLst>
                  <a:outerShdw blurRad="38100" dist="38100" dir="2700000" algn="tl">
                    <a:srgbClr val="C0C0C0"/>
                  </a:outerShdw>
                </a:effectLst>
                <a:ea typeface="隶书" pitchFamily="49" charset="-122"/>
              </a:rPr>
              <a:t>              j = 3;  k = j++;  </a:t>
            </a:r>
          </a:p>
          <a:p>
            <a:pPr eaLnBrk="0" hangingPunct="0"/>
            <a:r>
              <a:rPr lang="en-US" altLang="zh-CN" b="1" dirty="0">
                <a:effectLst>
                  <a:outerShdw blurRad="38100" dist="38100" dir="2700000" algn="tl">
                    <a:srgbClr val="C0C0C0"/>
                  </a:outerShdw>
                </a:effectLst>
                <a:ea typeface="隶书" pitchFamily="49" charset="-122"/>
              </a:rPr>
              <a:t>              j = 3;  </a:t>
            </a:r>
            <a:r>
              <a:rPr lang="en-US" altLang="zh-CN" b="1" dirty="0" err="1">
                <a:effectLst>
                  <a:outerShdw blurRad="38100" dist="38100" dir="2700000" algn="tl">
                    <a:srgbClr val="C0C0C0"/>
                  </a:outerShdw>
                </a:effectLst>
                <a:ea typeface="隶书" pitchFamily="49" charset="-122"/>
              </a:rPr>
              <a:t>printf</a:t>
            </a:r>
            <a:r>
              <a:rPr lang="en-US" altLang="zh-CN" b="1" dirty="0">
                <a:effectLst>
                  <a:outerShdw blurRad="38100" dist="38100" dir="2700000" algn="tl">
                    <a:srgbClr val="C0C0C0"/>
                  </a:outerShdw>
                </a:effectLst>
                <a:ea typeface="隶书" pitchFamily="49" charset="-122"/>
              </a:rPr>
              <a:t> ("%d", ++j);   </a:t>
            </a:r>
          </a:p>
          <a:p>
            <a:pPr eaLnBrk="0" hangingPunct="0"/>
            <a:r>
              <a:rPr lang="en-US" altLang="zh-CN" b="1" dirty="0">
                <a:effectLst>
                  <a:outerShdw blurRad="38100" dist="38100" dir="2700000" algn="tl">
                    <a:srgbClr val="C0C0C0"/>
                  </a:outerShdw>
                </a:effectLst>
                <a:ea typeface="隶书" pitchFamily="49" charset="-122"/>
              </a:rPr>
              <a:t>              j = 3;  </a:t>
            </a:r>
            <a:r>
              <a:rPr lang="en-US" altLang="zh-CN" b="1" dirty="0" err="1">
                <a:effectLst>
                  <a:outerShdw blurRad="38100" dist="38100" dir="2700000" algn="tl">
                    <a:srgbClr val="C0C0C0"/>
                  </a:outerShdw>
                </a:effectLst>
                <a:ea typeface="隶书" pitchFamily="49" charset="-122"/>
              </a:rPr>
              <a:t>printf</a:t>
            </a:r>
            <a:r>
              <a:rPr lang="en-US" altLang="zh-CN" b="1" dirty="0">
                <a:effectLst>
                  <a:outerShdw blurRad="38100" dist="38100" dir="2700000" algn="tl">
                    <a:srgbClr val="C0C0C0"/>
                  </a:outerShdw>
                </a:effectLst>
                <a:ea typeface="隶书" pitchFamily="49" charset="-122"/>
              </a:rPr>
              <a:t>("%d", j++);   </a:t>
            </a:r>
          </a:p>
          <a:p>
            <a:pPr eaLnBrk="0" hangingPunct="0"/>
            <a:r>
              <a:rPr lang="en-US" altLang="zh-CN" b="1" dirty="0">
                <a:effectLst>
                  <a:outerShdw blurRad="38100" dist="38100" dir="2700000" algn="tl">
                    <a:srgbClr val="C0C0C0"/>
                  </a:outerShdw>
                </a:effectLst>
                <a:ea typeface="隶书" pitchFamily="49" charset="-122"/>
              </a:rPr>
              <a:t>              a = 3; b = 5; c = (++a) * b;    </a:t>
            </a:r>
          </a:p>
          <a:p>
            <a:pPr eaLnBrk="0" hangingPunct="0"/>
            <a:r>
              <a:rPr lang="en-US" altLang="zh-CN" b="1" dirty="0">
                <a:effectLst>
                  <a:outerShdw blurRad="38100" dist="38100" dir="2700000" algn="tl">
                    <a:srgbClr val="C0C0C0"/>
                  </a:outerShdw>
                </a:effectLst>
                <a:ea typeface="隶书" pitchFamily="49" charset="-122"/>
              </a:rPr>
              <a:t>              a = 3; b = 5; c = (a++) * b;</a:t>
            </a:r>
            <a:r>
              <a:rPr lang="en-US" altLang="zh-CN" dirty="0">
                <a:latin typeface="隶书" pitchFamily="49" charset="-122"/>
                <a:ea typeface="隶书" pitchFamily="49" charset="-122"/>
              </a:rPr>
              <a:t>    </a:t>
            </a:r>
          </a:p>
        </p:txBody>
      </p:sp>
      <p:sp>
        <p:nvSpPr>
          <p:cNvPr id="826374" name="Text Box 6"/>
          <p:cNvSpPr txBox="1">
            <a:spLocks noChangeArrowheads="1"/>
          </p:cNvSpPr>
          <p:nvPr/>
        </p:nvSpPr>
        <p:spPr bwMode="auto">
          <a:xfrm>
            <a:off x="7311342" y="4293310"/>
            <a:ext cx="1350347"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dirty="0">
                <a:solidFill>
                  <a:srgbClr val="002060"/>
                </a:solidFill>
                <a:latin typeface="隶书" pitchFamily="49" charset="-122"/>
                <a:ea typeface="隶书" pitchFamily="49" charset="-122"/>
              </a:rPr>
              <a:t>//k=4,j=4</a:t>
            </a:r>
          </a:p>
        </p:txBody>
      </p:sp>
      <p:sp>
        <p:nvSpPr>
          <p:cNvPr id="826375" name="Text Box 7"/>
          <p:cNvSpPr txBox="1">
            <a:spLocks noChangeArrowheads="1"/>
          </p:cNvSpPr>
          <p:nvPr/>
        </p:nvSpPr>
        <p:spPr bwMode="auto">
          <a:xfrm>
            <a:off x="7311342" y="4660023"/>
            <a:ext cx="1350347"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dirty="0">
                <a:solidFill>
                  <a:srgbClr val="002060"/>
                </a:solidFill>
                <a:latin typeface="隶书" pitchFamily="49" charset="-122"/>
                <a:ea typeface="隶书" pitchFamily="49" charset="-122"/>
              </a:rPr>
              <a:t>//k=3,j=4</a:t>
            </a:r>
          </a:p>
        </p:txBody>
      </p:sp>
      <p:sp>
        <p:nvSpPr>
          <p:cNvPr id="826376" name="Text Box 8"/>
          <p:cNvSpPr txBox="1">
            <a:spLocks noChangeArrowheads="1"/>
          </p:cNvSpPr>
          <p:nvPr/>
        </p:nvSpPr>
        <p:spPr bwMode="auto">
          <a:xfrm>
            <a:off x="7311341" y="5025148"/>
            <a:ext cx="571288"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a:solidFill>
                  <a:srgbClr val="002060"/>
                </a:solidFill>
                <a:latin typeface="隶书" pitchFamily="49" charset="-122"/>
                <a:ea typeface="隶书" pitchFamily="49" charset="-122"/>
              </a:rPr>
              <a:t>//4</a:t>
            </a:r>
          </a:p>
        </p:txBody>
      </p:sp>
      <p:sp>
        <p:nvSpPr>
          <p:cNvPr id="826377" name="Text Box 9"/>
          <p:cNvSpPr txBox="1">
            <a:spLocks noChangeArrowheads="1"/>
          </p:cNvSpPr>
          <p:nvPr/>
        </p:nvSpPr>
        <p:spPr bwMode="auto">
          <a:xfrm>
            <a:off x="7311341" y="5391860"/>
            <a:ext cx="571288"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a:solidFill>
                  <a:srgbClr val="002060"/>
                </a:solidFill>
                <a:latin typeface="隶书" pitchFamily="49" charset="-122"/>
                <a:ea typeface="隶书" pitchFamily="49" charset="-122"/>
              </a:rPr>
              <a:t>//3</a:t>
            </a:r>
          </a:p>
        </p:txBody>
      </p:sp>
      <p:sp>
        <p:nvSpPr>
          <p:cNvPr id="826378" name="Text Box 10"/>
          <p:cNvSpPr txBox="1">
            <a:spLocks noChangeArrowheads="1"/>
          </p:cNvSpPr>
          <p:nvPr/>
        </p:nvSpPr>
        <p:spPr bwMode="auto">
          <a:xfrm>
            <a:off x="7311341" y="5756985"/>
            <a:ext cx="1480190"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a:solidFill>
                  <a:srgbClr val="002060"/>
                </a:solidFill>
                <a:latin typeface="隶书" pitchFamily="49" charset="-122"/>
                <a:ea typeface="隶书" pitchFamily="49" charset="-122"/>
              </a:rPr>
              <a:t>//c=20,a=4</a:t>
            </a:r>
          </a:p>
        </p:txBody>
      </p:sp>
      <p:sp>
        <p:nvSpPr>
          <p:cNvPr id="826379" name="Text Box 11"/>
          <p:cNvSpPr txBox="1">
            <a:spLocks noChangeArrowheads="1"/>
          </p:cNvSpPr>
          <p:nvPr/>
        </p:nvSpPr>
        <p:spPr bwMode="auto">
          <a:xfrm>
            <a:off x="7311341" y="6122110"/>
            <a:ext cx="1480190"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a:solidFill>
                  <a:srgbClr val="002060"/>
                </a:solidFill>
                <a:latin typeface="隶书" pitchFamily="49" charset="-122"/>
                <a:ea typeface="隶书" pitchFamily="49" charset="-122"/>
              </a:rPr>
              <a:t>//c=15,a=4</a:t>
            </a:r>
          </a:p>
        </p:txBody>
      </p:sp>
      <p:sp>
        <p:nvSpPr>
          <p:cNvPr id="826387" name="Rectangle 19"/>
          <p:cNvSpPr>
            <a:spLocks noChangeArrowheads="1"/>
          </p:cNvSpPr>
          <p:nvPr/>
        </p:nvSpPr>
        <p:spPr bwMode="auto">
          <a:xfrm>
            <a:off x="241568" y="1606957"/>
            <a:ext cx="11708863" cy="1456660"/>
          </a:xfrm>
          <a:prstGeom prst="rect">
            <a:avLst/>
          </a:prstGeom>
          <a:noFill/>
          <a:ln w="9525">
            <a:noFill/>
            <a:miter lim="800000"/>
            <a:headEnd/>
            <a:tailEnd/>
          </a:ln>
          <a:effectLst/>
        </p:spPr>
        <p:txBody>
          <a:bodyPr/>
          <a:lstStyle/>
          <a:p>
            <a:pPr marL="1143000" lvl="2" indent="-228600">
              <a:spcBef>
                <a:spcPct val="20000"/>
              </a:spcBef>
              <a:buFont typeface="Wingdings" pitchFamily="2" charset="2"/>
              <a:buChar char="Ø"/>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负号运算符（“</a:t>
            </a:r>
            <a:r>
              <a:rPr lang="en-US" altLang="zh-CN" b="1" dirty="0">
                <a:solidFill>
                  <a:srgbClr val="C01920"/>
                </a:solidFill>
                <a:latin typeface="+mn-lt"/>
                <a:ea typeface="楷体" pitchFamily="49" charset="-122"/>
              </a:rPr>
              <a:t>-”</a:t>
            </a:r>
            <a:r>
              <a:rPr lang="zh-CN" altLang="en-US" b="1" dirty="0">
                <a:solidFill>
                  <a:srgbClr val="C01920"/>
                </a:solidFill>
                <a:latin typeface="+mn-lt"/>
                <a:ea typeface="楷体" pitchFamily="49" charset="-122"/>
              </a:rPr>
              <a:t>）</a:t>
            </a:r>
          </a:p>
          <a:p>
            <a:pPr marL="1143000" lvl="2" indent="-228600">
              <a:spcBef>
                <a:spcPct val="20000"/>
              </a:spcBef>
            </a:pPr>
            <a:r>
              <a:rPr lang="zh-CN" altLang="en-US"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减号（－）既是一个算术运算符，又是一个负号运算符。负号运算符是单目运算符。</a:t>
            </a:r>
            <a:r>
              <a:rPr lang="zh-CN" altLang="en-US" sz="2000" b="1" dirty="0">
                <a:solidFill>
                  <a:srgbClr val="002060"/>
                </a:solidFill>
                <a:latin typeface="+mn-lt"/>
                <a:ea typeface="楷体" pitchFamily="49" charset="-122"/>
              </a:rPr>
              <a:t>例如：</a:t>
            </a:r>
            <a:r>
              <a:rPr lang="en-US" altLang="zh-CN" sz="2000" b="1" dirty="0">
                <a:solidFill>
                  <a:srgbClr val="002060"/>
                </a:solidFill>
                <a:latin typeface="+mn-lt"/>
                <a:ea typeface="楷体" pitchFamily="49" charset="-122"/>
              </a:rPr>
              <a:t>a = 2</a:t>
            </a:r>
            <a:r>
              <a:rPr lang="zh-CN" altLang="en-US" sz="2000" b="1" dirty="0">
                <a:solidFill>
                  <a:srgbClr val="002060"/>
                </a:solidFill>
                <a:latin typeface="+mn-lt"/>
                <a:ea typeface="楷体" pitchFamily="49" charset="-122"/>
              </a:rPr>
              <a:t>，那么－</a:t>
            </a:r>
            <a:r>
              <a:rPr lang="en-US" altLang="zh-CN" sz="2000" b="1" dirty="0">
                <a:solidFill>
                  <a:srgbClr val="002060"/>
                </a:solidFill>
                <a:latin typeface="+mn-lt"/>
                <a:ea typeface="楷体" pitchFamily="49" charset="-122"/>
              </a:rPr>
              <a:t>a</a:t>
            </a:r>
            <a:r>
              <a:rPr lang="zh-CN" altLang="en-US" sz="2000" b="1" dirty="0">
                <a:solidFill>
                  <a:srgbClr val="002060"/>
                </a:solidFill>
                <a:latin typeface="+mn-lt"/>
                <a:ea typeface="楷体" pitchFamily="49" charset="-122"/>
              </a:rPr>
              <a:t>的值就是－</a:t>
            </a:r>
            <a:r>
              <a:rPr lang="en-US" altLang="zh-CN" sz="2000" b="1" dirty="0">
                <a:solidFill>
                  <a:srgbClr val="002060"/>
                </a:solidFill>
                <a:latin typeface="+mn-lt"/>
                <a:ea typeface="楷体" pitchFamily="49" charset="-122"/>
              </a:rPr>
              <a:t>2</a:t>
            </a:r>
            <a:r>
              <a:rPr lang="zh-CN" altLang="en-US" sz="2000" b="1" dirty="0">
                <a:effectLst>
                  <a:outerShdw blurRad="38100" dist="38100" dir="2700000" algn="tl">
                    <a:srgbClr val="FFFFFF"/>
                  </a:outerShdw>
                </a:effectLst>
                <a:latin typeface="+mn-lt"/>
                <a:ea typeface="楷体" pitchFamily="49" charset="-122"/>
              </a:rPr>
              <a:t>。负号运算符的优先级比较高，与强制类型转换符是同一个级别。 </a:t>
            </a:r>
          </a:p>
        </p:txBody>
      </p:sp>
      <p:sp>
        <p:nvSpPr>
          <p:cNvPr id="16" name="Rectangle 2">
            <a:extLst>
              <a:ext uri="{FF2B5EF4-FFF2-40B4-BE49-F238E27FC236}">
                <a16:creationId xmlns:a16="http://schemas.microsoft.com/office/drawing/2014/main" id="{D2DD4251-DDDE-4897-8489-196162477D1F}"/>
              </a:ext>
            </a:extLst>
          </p:cNvPr>
          <p:cNvSpPr txBox="1">
            <a:spLocks noChangeArrowheads="1"/>
          </p:cNvSpPr>
          <p:nvPr/>
        </p:nvSpPr>
        <p:spPr>
          <a:xfrm>
            <a:off x="783220" y="843295"/>
            <a:ext cx="7772400" cy="647700"/>
          </a:xfrm>
          <a:prstGeom prst="rect">
            <a:avLst/>
          </a:prstGeom>
        </p:spPr>
        <p:txBody>
          <a:bodyPr/>
          <a:lst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a:lstStyle>
          <a:p>
            <a:pPr algn="just">
              <a:buFontTx/>
              <a:buNone/>
            </a:pPr>
            <a:r>
              <a:rPr lang="en-US" altLang="zh-CN" kern="0" dirty="0">
                <a:solidFill>
                  <a:srgbClr val="C01920"/>
                </a:solidFill>
                <a:effectLst/>
                <a:latin typeface="楷体" panose="02010609060101010101" pitchFamily="49" charset="-122"/>
                <a:ea typeface="楷体" panose="02010609060101010101" pitchFamily="49" charset="-122"/>
              </a:rPr>
              <a:t>4. </a:t>
            </a:r>
            <a:r>
              <a:rPr lang="zh-CN" altLang="en-US" kern="0" dirty="0">
                <a:solidFill>
                  <a:srgbClr val="C01920"/>
                </a:solidFill>
                <a:effectLst/>
                <a:latin typeface="楷体" panose="02010609060101010101" pitchFamily="49" charset="-122"/>
                <a:ea typeface="楷体" panose="02010609060101010101" pitchFamily="49" charset="-122"/>
              </a:rPr>
              <a:t>自增自减运算符、符号运算符 </a:t>
            </a:r>
          </a:p>
        </p:txBody>
      </p:sp>
      <p:sp>
        <p:nvSpPr>
          <p:cNvPr id="17" name="Rectangle 4">
            <a:extLst>
              <a:ext uri="{FF2B5EF4-FFF2-40B4-BE49-F238E27FC236}">
                <a16:creationId xmlns:a16="http://schemas.microsoft.com/office/drawing/2014/main" id="{7E6D3A9B-7253-4079-BB00-F0A5BD23D948}"/>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3.4  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语言的运算符与表达式</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826387">
                                            <p:txEl>
                                              <p:pRg st="0" end="0"/>
                                            </p:txEl>
                                          </p:spTgt>
                                        </p:tgtEl>
                                        <p:attrNameLst>
                                          <p:attrName>style.visibility</p:attrName>
                                        </p:attrNameLst>
                                      </p:cBhvr>
                                      <p:to>
                                        <p:strVal val="visible"/>
                                      </p:to>
                                    </p:set>
                                    <p:animEffect transition="in" filter="box(out)">
                                      <p:cBhvr>
                                        <p:cTn id="13" dur="500"/>
                                        <p:tgtEl>
                                          <p:spTgt spid="826387">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826387">
                                            <p:txEl>
                                              <p:pRg st="1" end="1"/>
                                            </p:txEl>
                                          </p:spTgt>
                                        </p:tgtEl>
                                        <p:attrNameLst>
                                          <p:attrName>style.visibility</p:attrName>
                                        </p:attrNameLst>
                                      </p:cBhvr>
                                      <p:to>
                                        <p:strVal val="visible"/>
                                      </p:to>
                                    </p:set>
                                    <p:animEffect transition="in" filter="box(out)">
                                      <p:cBhvr>
                                        <p:cTn id="18" dur="500"/>
                                        <p:tgtEl>
                                          <p:spTgt spid="826387">
                                            <p:txEl>
                                              <p:pRg st="1" end="1"/>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animEffect transition="in" filter="box(out)">
                                      <p:cBhvr>
                                        <p:cTn id="23" dur="500"/>
                                        <p:tgtEl>
                                          <p:spTgt spid="15">
                                            <p:txEl>
                                              <p:pRg st="0" end="0"/>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15">
                                            <p:txEl>
                                              <p:pRg st="1" end="1"/>
                                            </p:txEl>
                                          </p:spTgt>
                                        </p:tgtEl>
                                        <p:attrNameLst>
                                          <p:attrName>style.visibility</p:attrName>
                                        </p:attrNameLst>
                                      </p:cBhvr>
                                      <p:to>
                                        <p:strVal val="visible"/>
                                      </p:to>
                                    </p:set>
                                    <p:animEffect transition="in" filter="box(out)">
                                      <p:cBhvr>
                                        <p:cTn id="28" dur="500"/>
                                        <p:tgtEl>
                                          <p:spTgt spid="15">
                                            <p:txEl>
                                              <p:pRg st="1" end="1"/>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15">
                                            <p:txEl>
                                              <p:pRg st="2" end="2"/>
                                            </p:txEl>
                                          </p:spTgt>
                                        </p:tgtEl>
                                        <p:attrNameLst>
                                          <p:attrName>style.visibility</p:attrName>
                                        </p:attrNameLst>
                                      </p:cBhvr>
                                      <p:to>
                                        <p:strVal val="visible"/>
                                      </p:to>
                                    </p:set>
                                    <p:animEffect transition="in" filter="box(out)">
                                      <p:cBhvr>
                                        <p:cTn id="33" dur="500"/>
                                        <p:tgtEl>
                                          <p:spTgt spid="15">
                                            <p:txEl>
                                              <p:pRg st="2" end="2"/>
                                            </p:txEl>
                                          </p:spTgt>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15">
                                            <p:txEl>
                                              <p:pRg st="3" end="3"/>
                                            </p:txEl>
                                          </p:spTgt>
                                        </p:tgtEl>
                                        <p:attrNameLst>
                                          <p:attrName>style.visibility</p:attrName>
                                        </p:attrNameLst>
                                      </p:cBhvr>
                                      <p:to>
                                        <p:strVal val="visible"/>
                                      </p:to>
                                    </p:set>
                                    <p:animEffect transition="in" filter="box(out)">
                                      <p:cBhvr>
                                        <p:cTn id="38" dur="500"/>
                                        <p:tgtEl>
                                          <p:spTgt spid="15">
                                            <p:txEl>
                                              <p:pRg st="3" end="3"/>
                                            </p:txEl>
                                          </p:spTgt>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15">
                                            <p:txEl>
                                              <p:pRg st="4" end="4"/>
                                            </p:txEl>
                                          </p:spTgt>
                                        </p:tgtEl>
                                        <p:attrNameLst>
                                          <p:attrName>style.visibility</p:attrName>
                                        </p:attrNameLst>
                                      </p:cBhvr>
                                      <p:to>
                                        <p:strVal val="visible"/>
                                      </p:to>
                                    </p:set>
                                    <p:animEffect transition="in" filter="box(out)">
                                      <p:cBhvr>
                                        <p:cTn id="43" dur="500"/>
                                        <p:tgtEl>
                                          <p:spTgt spid="15">
                                            <p:txEl>
                                              <p:pRg st="4" end="4"/>
                                            </p:txEl>
                                          </p:spTgt>
                                        </p:tgtEl>
                                      </p:cBhvr>
                                    </p:animEffec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childTnLst>
                    </p:cTn>
                  </p:par>
                  <p:par>
                    <p:cTn id="44" fill="hold">
                      <p:stCondLst>
                        <p:cond delay="indefinite"/>
                      </p:stCondLst>
                      <p:childTnLst>
                        <p:par>
                          <p:cTn id="45" fill="hold">
                            <p:stCondLst>
                              <p:cond delay="0"/>
                            </p:stCondLst>
                            <p:childTnLst>
                              <p:par>
                                <p:cTn id="46" presetID="4" presetClass="entr" presetSubtype="32" fill="hold" grpId="0" nodeType="clickEffect">
                                  <p:stCondLst>
                                    <p:cond delay="0"/>
                                  </p:stCondLst>
                                  <p:childTnLst>
                                    <p:set>
                                      <p:cBhvr>
                                        <p:cTn id="47" dur="1" fill="hold">
                                          <p:stCondLst>
                                            <p:cond delay="0"/>
                                          </p:stCondLst>
                                        </p:cTn>
                                        <p:tgtEl>
                                          <p:spTgt spid="826371"/>
                                        </p:tgtEl>
                                        <p:attrNameLst>
                                          <p:attrName>style.visibility</p:attrName>
                                        </p:attrNameLst>
                                      </p:cBhvr>
                                      <p:to>
                                        <p:strVal val="visible"/>
                                      </p:to>
                                    </p:set>
                                    <p:animEffect transition="in" filter="box(out)">
                                      <p:cBhvr>
                                        <p:cTn id="48" dur="500"/>
                                        <p:tgtEl>
                                          <p:spTgt spid="826371"/>
                                        </p:tgtEl>
                                      </p:cBhvr>
                                    </p:animEffect>
                                  </p:childTnLst>
                                  <p:subTnLst>
                                    <p:audio>
                                      <p:cMediaNode>
                                        <p:cTn display="0" masterRel="sameClick">
                                          <p:stCondLst>
                                            <p:cond evt="begin" delay="0">
                                              <p:tn val="46"/>
                                            </p:cond>
                                          </p:stCondLst>
                                          <p:endCondLst>
                                            <p:cond evt="onStopAudio" delay="0">
                                              <p:tgtEl>
                                                <p:sldTgt/>
                                              </p:tgtEl>
                                            </p:cond>
                                          </p:endCondLst>
                                        </p:cTn>
                                        <p:tgtEl>
                                          <p:sndTgt r:embed="rId2" name="CAMERA.WAV"/>
                                        </p:tgtEl>
                                      </p:cMediaNode>
                                    </p:audio>
                                  </p:subTnLst>
                                </p:cTn>
                              </p:par>
                            </p:childTnLst>
                          </p:cTn>
                        </p:par>
                      </p:childTnLst>
                    </p:cTn>
                  </p:par>
                  <p:par>
                    <p:cTn id="49" fill="hold">
                      <p:stCondLst>
                        <p:cond delay="indefinite"/>
                      </p:stCondLst>
                      <p:childTnLst>
                        <p:par>
                          <p:cTn id="50" fill="hold">
                            <p:stCondLst>
                              <p:cond delay="0"/>
                            </p:stCondLst>
                            <p:childTnLst>
                              <p:par>
                                <p:cTn id="51" presetID="4" presetClass="entr" presetSubtype="32" fill="hold" grpId="0" nodeType="clickEffect">
                                  <p:stCondLst>
                                    <p:cond delay="0"/>
                                  </p:stCondLst>
                                  <p:childTnLst>
                                    <p:set>
                                      <p:cBhvr>
                                        <p:cTn id="52" dur="1" fill="hold">
                                          <p:stCondLst>
                                            <p:cond delay="0"/>
                                          </p:stCondLst>
                                        </p:cTn>
                                        <p:tgtEl>
                                          <p:spTgt spid="826374">
                                            <p:txEl>
                                              <p:pRg st="0" end="0"/>
                                            </p:txEl>
                                          </p:spTgt>
                                        </p:tgtEl>
                                        <p:attrNameLst>
                                          <p:attrName>style.visibility</p:attrName>
                                        </p:attrNameLst>
                                      </p:cBhvr>
                                      <p:to>
                                        <p:strVal val="visible"/>
                                      </p:to>
                                    </p:set>
                                    <p:animEffect transition="in" filter="box(out)">
                                      <p:cBhvr>
                                        <p:cTn id="53" dur="500"/>
                                        <p:tgtEl>
                                          <p:spTgt spid="826374">
                                            <p:txEl>
                                              <p:pRg st="0" end="0"/>
                                            </p:txEl>
                                          </p:spTgt>
                                        </p:tgtEl>
                                      </p:cBhvr>
                                    </p:animEffect>
                                  </p:childTnLst>
                                  <p:subTnLst>
                                    <p:audio>
                                      <p:cMediaNode>
                                        <p:cTn display="0" masterRel="sameClick">
                                          <p:stCondLst>
                                            <p:cond evt="begin" delay="0">
                                              <p:tn val="51"/>
                                            </p:cond>
                                          </p:stCondLst>
                                          <p:endCondLst>
                                            <p:cond evt="onStopAudio" delay="0">
                                              <p:tgtEl>
                                                <p:sldTgt/>
                                              </p:tgtEl>
                                            </p:cond>
                                          </p:endCondLst>
                                        </p:cTn>
                                        <p:tgtEl>
                                          <p:sndTgt r:embed="rId2" name="CAMERA.WAV"/>
                                        </p:tgtEl>
                                      </p:cMediaNode>
                                    </p:audio>
                                  </p:subTnLst>
                                </p:cTn>
                              </p:par>
                            </p:childTnLst>
                          </p:cTn>
                        </p:par>
                      </p:childTnLst>
                    </p:cTn>
                  </p:par>
                  <p:par>
                    <p:cTn id="54" fill="hold">
                      <p:stCondLst>
                        <p:cond delay="indefinite"/>
                      </p:stCondLst>
                      <p:childTnLst>
                        <p:par>
                          <p:cTn id="55" fill="hold">
                            <p:stCondLst>
                              <p:cond delay="0"/>
                            </p:stCondLst>
                            <p:childTnLst>
                              <p:par>
                                <p:cTn id="56" presetID="4" presetClass="entr" presetSubtype="32" fill="hold" grpId="0" nodeType="clickEffect">
                                  <p:stCondLst>
                                    <p:cond delay="0"/>
                                  </p:stCondLst>
                                  <p:childTnLst>
                                    <p:set>
                                      <p:cBhvr>
                                        <p:cTn id="57" dur="1" fill="hold">
                                          <p:stCondLst>
                                            <p:cond delay="0"/>
                                          </p:stCondLst>
                                        </p:cTn>
                                        <p:tgtEl>
                                          <p:spTgt spid="826375">
                                            <p:txEl>
                                              <p:pRg st="0" end="0"/>
                                            </p:txEl>
                                          </p:spTgt>
                                        </p:tgtEl>
                                        <p:attrNameLst>
                                          <p:attrName>style.visibility</p:attrName>
                                        </p:attrNameLst>
                                      </p:cBhvr>
                                      <p:to>
                                        <p:strVal val="visible"/>
                                      </p:to>
                                    </p:set>
                                    <p:animEffect transition="in" filter="box(out)">
                                      <p:cBhvr>
                                        <p:cTn id="58" dur="500"/>
                                        <p:tgtEl>
                                          <p:spTgt spid="826375">
                                            <p:txEl>
                                              <p:pRg st="0" end="0"/>
                                            </p:txEl>
                                          </p:spTgt>
                                        </p:tgtEl>
                                      </p:cBhvr>
                                    </p:animEffect>
                                  </p:childTnLst>
                                  <p:subTnLst>
                                    <p:audio>
                                      <p:cMediaNode>
                                        <p:cTn display="0" masterRel="sameClick">
                                          <p:stCondLst>
                                            <p:cond evt="begin" delay="0">
                                              <p:tn val="56"/>
                                            </p:cond>
                                          </p:stCondLst>
                                          <p:endCondLst>
                                            <p:cond evt="onStopAudio" delay="0">
                                              <p:tgtEl>
                                                <p:sldTgt/>
                                              </p:tgtEl>
                                            </p:cond>
                                          </p:endCondLst>
                                        </p:cTn>
                                        <p:tgtEl>
                                          <p:sndTgt r:embed="rId2" name="CAMERA.WAV"/>
                                        </p:tgtEl>
                                      </p:cMediaNode>
                                    </p:audio>
                                  </p:subTnLst>
                                </p:cTn>
                              </p:par>
                            </p:childTnLst>
                          </p:cTn>
                        </p:par>
                      </p:childTnLst>
                    </p:cTn>
                  </p:par>
                  <p:par>
                    <p:cTn id="59" fill="hold">
                      <p:stCondLst>
                        <p:cond delay="indefinite"/>
                      </p:stCondLst>
                      <p:childTnLst>
                        <p:par>
                          <p:cTn id="60" fill="hold">
                            <p:stCondLst>
                              <p:cond delay="0"/>
                            </p:stCondLst>
                            <p:childTnLst>
                              <p:par>
                                <p:cTn id="61" presetID="4" presetClass="entr" presetSubtype="32" fill="hold" grpId="0" nodeType="clickEffect">
                                  <p:stCondLst>
                                    <p:cond delay="0"/>
                                  </p:stCondLst>
                                  <p:childTnLst>
                                    <p:set>
                                      <p:cBhvr>
                                        <p:cTn id="62" dur="1" fill="hold">
                                          <p:stCondLst>
                                            <p:cond delay="0"/>
                                          </p:stCondLst>
                                        </p:cTn>
                                        <p:tgtEl>
                                          <p:spTgt spid="826376">
                                            <p:txEl>
                                              <p:pRg st="0" end="0"/>
                                            </p:txEl>
                                          </p:spTgt>
                                        </p:tgtEl>
                                        <p:attrNameLst>
                                          <p:attrName>style.visibility</p:attrName>
                                        </p:attrNameLst>
                                      </p:cBhvr>
                                      <p:to>
                                        <p:strVal val="visible"/>
                                      </p:to>
                                    </p:set>
                                    <p:animEffect transition="in" filter="box(out)">
                                      <p:cBhvr>
                                        <p:cTn id="63" dur="500"/>
                                        <p:tgtEl>
                                          <p:spTgt spid="826376">
                                            <p:txEl>
                                              <p:pRg st="0" end="0"/>
                                            </p:txEl>
                                          </p:spTgt>
                                        </p:tgtEl>
                                      </p:cBhvr>
                                    </p:animEffect>
                                  </p:childTnLst>
                                  <p:subTnLst>
                                    <p:audio>
                                      <p:cMediaNode>
                                        <p:cTn display="0" masterRel="sameClick">
                                          <p:stCondLst>
                                            <p:cond evt="begin" delay="0">
                                              <p:tn val="61"/>
                                            </p:cond>
                                          </p:stCondLst>
                                          <p:endCondLst>
                                            <p:cond evt="onStopAudio" delay="0">
                                              <p:tgtEl>
                                                <p:sldTgt/>
                                              </p:tgtEl>
                                            </p:cond>
                                          </p:endCondLst>
                                        </p:cTn>
                                        <p:tgtEl>
                                          <p:sndTgt r:embed="rId2" name="CAMERA.WAV"/>
                                        </p:tgtEl>
                                      </p:cMediaNode>
                                    </p:audio>
                                  </p:subTnLst>
                                </p:cTn>
                              </p:par>
                            </p:childTnLst>
                          </p:cTn>
                        </p:par>
                      </p:childTnLst>
                    </p:cTn>
                  </p:par>
                  <p:par>
                    <p:cTn id="64" fill="hold">
                      <p:stCondLst>
                        <p:cond delay="indefinite"/>
                      </p:stCondLst>
                      <p:childTnLst>
                        <p:par>
                          <p:cTn id="65" fill="hold">
                            <p:stCondLst>
                              <p:cond delay="0"/>
                            </p:stCondLst>
                            <p:childTnLst>
                              <p:par>
                                <p:cTn id="66" presetID="4" presetClass="entr" presetSubtype="32" fill="hold" grpId="0" nodeType="clickEffect">
                                  <p:stCondLst>
                                    <p:cond delay="0"/>
                                  </p:stCondLst>
                                  <p:childTnLst>
                                    <p:set>
                                      <p:cBhvr>
                                        <p:cTn id="67" dur="1" fill="hold">
                                          <p:stCondLst>
                                            <p:cond delay="0"/>
                                          </p:stCondLst>
                                        </p:cTn>
                                        <p:tgtEl>
                                          <p:spTgt spid="826377">
                                            <p:txEl>
                                              <p:pRg st="0" end="0"/>
                                            </p:txEl>
                                          </p:spTgt>
                                        </p:tgtEl>
                                        <p:attrNameLst>
                                          <p:attrName>style.visibility</p:attrName>
                                        </p:attrNameLst>
                                      </p:cBhvr>
                                      <p:to>
                                        <p:strVal val="visible"/>
                                      </p:to>
                                    </p:set>
                                    <p:animEffect transition="in" filter="box(out)">
                                      <p:cBhvr>
                                        <p:cTn id="68" dur="500"/>
                                        <p:tgtEl>
                                          <p:spTgt spid="826377">
                                            <p:txEl>
                                              <p:pRg st="0" end="0"/>
                                            </p:txEl>
                                          </p:spTgt>
                                        </p:tgtEl>
                                      </p:cBhvr>
                                    </p:animEffect>
                                  </p:childTnLst>
                                  <p:subTnLst>
                                    <p:audio>
                                      <p:cMediaNode>
                                        <p:cTn display="0" masterRel="sameClick">
                                          <p:stCondLst>
                                            <p:cond evt="begin" delay="0">
                                              <p:tn val="66"/>
                                            </p:cond>
                                          </p:stCondLst>
                                          <p:endCondLst>
                                            <p:cond evt="onStopAudio" delay="0">
                                              <p:tgtEl>
                                                <p:sldTgt/>
                                              </p:tgtEl>
                                            </p:cond>
                                          </p:endCondLst>
                                        </p:cTn>
                                        <p:tgtEl>
                                          <p:sndTgt r:embed="rId2" name="CAMERA.WAV"/>
                                        </p:tgtEl>
                                      </p:cMediaNode>
                                    </p:audio>
                                  </p:subTnLst>
                                </p:cTn>
                              </p:par>
                            </p:childTnLst>
                          </p:cTn>
                        </p:par>
                      </p:childTnLst>
                    </p:cTn>
                  </p:par>
                  <p:par>
                    <p:cTn id="69" fill="hold">
                      <p:stCondLst>
                        <p:cond delay="indefinite"/>
                      </p:stCondLst>
                      <p:childTnLst>
                        <p:par>
                          <p:cTn id="70" fill="hold">
                            <p:stCondLst>
                              <p:cond delay="0"/>
                            </p:stCondLst>
                            <p:childTnLst>
                              <p:par>
                                <p:cTn id="71" presetID="4" presetClass="entr" presetSubtype="32" fill="hold" grpId="0" nodeType="clickEffect">
                                  <p:stCondLst>
                                    <p:cond delay="0"/>
                                  </p:stCondLst>
                                  <p:childTnLst>
                                    <p:set>
                                      <p:cBhvr>
                                        <p:cTn id="72" dur="1" fill="hold">
                                          <p:stCondLst>
                                            <p:cond delay="0"/>
                                          </p:stCondLst>
                                        </p:cTn>
                                        <p:tgtEl>
                                          <p:spTgt spid="826378">
                                            <p:txEl>
                                              <p:pRg st="0" end="0"/>
                                            </p:txEl>
                                          </p:spTgt>
                                        </p:tgtEl>
                                        <p:attrNameLst>
                                          <p:attrName>style.visibility</p:attrName>
                                        </p:attrNameLst>
                                      </p:cBhvr>
                                      <p:to>
                                        <p:strVal val="visible"/>
                                      </p:to>
                                    </p:set>
                                    <p:animEffect transition="in" filter="box(out)">
                                      <p:cBhvr>
                                        <p:cTn id="73" dur="500"/>
                                        <p:tgtEl>
                                          <p:spTgt spid="826378">
                                            <p:txEl>
                                              <p:pRg st="0" end="0"/>
                                            </p:txEl>
                                          </p:spTgt>
                                        </p:tgtEl>
                                      </p:cBhvr>
                                    </p:animEffect>
                                  </p:childTnLst>
                                  <p:subTnLst>
                                    <p:audio>
                                      <p:cMediaNode>
                                        <p:cTn display="0" masterRel="sameClick">
                                          <p:stCondLst>
                                            <p:cond evt="begin" delay="0">
                                              <p:tn val="71"/>
                                            </p:cond>
                                          </p:stCondLst>
                                          <p:endCondLst>
                                            <p:cond evt="onStopAudio" delay="0">
                                              <p:tgtEl>
                                                <p:sldTgt/>
                                              </p:tgtEl>
                                            </p:cond>
                                          </p:endCondLst>
                                        </p:cTn>
                                        <p:tgtEl>
                                          <p:sndTgt r:embed="rId2" name="CAMERA.WAV"/>
                                        </p:tgtEl>
                                      </p:cMediaNode>
                                    </p:audio>
                                  </p:subTnLst>
                                </p:cTn>
                              </p:par>
                            </p:childTnLst>
                          </p:cTn>
                        </p:par>
                      </p:childTnLst>
                    </p:cTn>
                  </p:par>
                  <p:par>
                    <p:cTn id="74" fill="hold">
                      <p:stCondLst>
                        <p:cond delay="indefinite"/>
                      </p:stCondLst>
                      <p:childTnLst>
                        <p:par>
                          <p:cTn id="75" fill="hold">
                            <p:stCondLst>
                              <p:cond delay="0"/>
                            </p:stCondLst>
                            <p:childTnLst>
                              <p:par>
                                <p:cTn id="76" presetID="4" presetClass="entr" presetSubtype="32" fill="hold" grpId="0" nodeType="clickEffect">
                                  <p:stCondLst>
                                    <p:cond delay="0"/>
                                  </p:stCondLst>
                                  <p:childTnLst>
                                    <p:set>
                                      <p:cBhvr>
                                        <p:cTn id="77" dur="1" fill="hold">
                                          <p:stCondLst>
                                            <p:cond delay="0"/>
                                          </p:stCondLst>
                                        </p:cTn>
                                        <p:tgtEl>
                                          <p:spTgt spid="826379">
                                            <p:txEl>
                                              <p:pRg st="0" end="0"/>
                                            </p:txEl>
                                          </p:spTgt>
                                        </p:tgtEl>
                                        <p:attrNameLst>
                                          <p:attrName>style.visibility</p:attrName>
                                        </p:attrNameLst>
                                      </p:cBhvr>
                                      <p:to>
                                        <p:strVal val="visible"/>
                                      </p:to>
                                    </p:set>
                                    <p:animEffect transition="in" filter="box(out)">
                                      <p:cBhvr>
                                        <p:cTn id="78" dur="500"/>
                                        <p:tgtEl>
                                          <p:spTgt spid="826379">
                                            <p:txEl>
                                              <p:pRg st="0" end="0"/>
                                            </p:txEl>
                                          </p:spTgt>
                                        </p:tgtEl>
                                      </p:cBhvr>
                                    </p:animEffect>
                                  </p:childTnLst>
                                  <p:subTnLst>
                                    <p:audio>
                                      <p:cMediaNode>
                                        <p:cTn display="0" masterRel="sameClick">
                                          <p:stCondLst>
                                            <p:cond evt="begin" delay="0">
                                              <p:tn val="76"/>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bldLvl="4" autoUpdateAnimBg="0"/>
      <p:bldP spid="826371" grpId="0" animBg="1" autoUpdateAnimBg="0"/>
      <p:bldP spid="826374" grpId="0" build="p" autoUpdateAnimBg="0"/>
      <p:bldP spid="826375" grpId="0" build="p" autoUpdateAnimBg="0"/>
      <p:bldP spid="826376" grpId="0" build="p" autoUpdateAnimBg="0"/>
      <p:bldP spid="826377" grpId="0" build="p" autoUpdateAnimBg="0"/>
      <p:bldP spid="826378" grpId="0" build="p" autoUpdateAnimBg="0"/>
      <p:bldP spid="826379" grpId="0" build="p" autoUpdateAnimBg="0"/>
      <p:bldP spid="826387" grpId="0" build="p" bldLvl="4" autoUpdateAnimBg="0"/>
      <p:bldP spid="16" grpId="0" build="p" bldLvl="5"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 name="Rectangle 2">
            <a:extLst>
              <a:ext uri="{FF2B5EF4-FFF2-40B4-BE49-F238E27FC236}">
                <a16:creationId xmlns:a16="http://schemas.microsoft.com/office/drawing/2014/main" id="{D122CFF3-48A8-45A4-B0BE-0456DFCE016D}"/>
              </a:ext>
            </a:extLst>
          </p:cNvPr>
          <p:cNvSpPr txBox="1">
            <a:spLocks noChangeArrowheads="1"/>
          </p:cNvSpPr>
          <p:nvPr/>
        </p:nvSpPr>
        <p:spPr>
          <a:xfrm>
            <a:off x="-53958" y="1490995"/>
            <a:ext cx="11355180" cy="5256213"/>
          </a:xfrm>
          <a:prstGeom prst="rect">
            <a:avLst/>
          </a:prstGeom>
        </p:spPr>
        <p:txBody>
          <a:bodyPr/>
          <a:lst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a:lstStyle>
          <a:p>
            <a:pPr marL="1371600" lvl="2" indent="-457200">
              <a:buFont typeface="Wingdings" pitchFamily="2" charset="2"/>
              <a:buChar char="Ø"/>
            </a:pPr>
            <a:r>
              <a:rPr lang="en-US" altLang="zh-CN" kern="0" dirty="0">
                <a:solidFill>
                  <a:srgbClr val="C01920"/>
                </a:solidFill>
                <a:effectLst/>
                <a:ea typeface="楷体" pitchFamily="49" charset="-122"/>
              </a:rPr>
              <a:t> </a:t>
            </a:r>
            <a:r>
              <a:rPr lang="zh-CN" altLang="en-US" kern="0" dirty="0">
                <a:solidFill>
                  <a:srgbClr val="C01920"/>
                </a:solidFill>
                <a:effectLst/>
                <a:ea typeface="楷体" pitchFamily="49" charset="-122"/>
              </a:rPr>
              <a:t>自增、自减运算符注意事项</a:t>
            </a:r>
          </a:p>
          <a:p>
            <a:pPr marL="1752600" lvl="3" indent="-381000">
              <a:buFontTx/>
              <a:buAutoNum type="circleNumDbPlain"/>
            </a:pPr>
            <a:r>
              <a:rPr lang="en-US" altLang="zh-CN" sz="2400" kern="0" dirty="0">
                <a:ea typeface="楷体" pitchFamily="49" charset="-122"/>
              </a:rPr>
              <a:t>++</a:t>
            </a:r>
            <a:r>
              <a:rPr lang="zh-CN" altLang="zh-CN" sz="2400" kern="0" dirty="0">
                <a:ea typeface="楷体" pitchFamily="49" charset="-122"/>
              </a:rPr>
              <a:t>和</a:t>
            </a:r>
            <a:r>
              <a:rPr lang="en-US" altLang="zh-CN" sz="2400" kern="0" dirty="0">
                <a:ea typeface="楷体" pitchFamily="49" charset="-122"/>
              </a:rPr>
              <a:t>--</a:t>
            </a:r>
            <a:r>
              <a:rPr lang="zh-CN" altLang="zh-CN" sz="2400" kern="0" dirty="0">
                <a:ea typeface="楷体" pitchFamily="49" charset="-122"/>
              </a:rPr>
              <a:t>运算符只能用于变量，不能用于常量和表达式。 因为</a:t>
            </a:r>
            <a:r>
              <a:rPr lang="en-US" altLang="zh-CN" sz="2400" kern="0" dirty="0">
                <a:ea typeface="楷体" pitchFamily="49" charset="-122"/>
              </a:rPr>
              <a:t>++</a:t>
            </a:r>
            <a:r>
              <a:rPr lang="zh-CN" altLang="zh-CN" sz="2400" kern="0" dirty="0">
                <a:ea typeface="楷体" pitchFamily="49" charset="-122"/>
              </a:rPr>
              <a:t>和</a:t>
            </a:r>
            <a:r>
              <a:rPr lang="en-US" altLang="zh-CN" sz="2400" kern="0" dirty="0">
                <a:ea typeface="楷体" pitchFamily="49" charset="-122"/>
              </a:rPr>
              <a:t>--</a:t>
            </a:r>
            <a:r>
              <a:rPr lang="zh-CN" altLang="zh-CN" sz="2400" kern="0" dirty="0">
                <a:ea typeface="楷体" pitchFamily="49" charset="-122"/>
              </a:rPr>
              <a:t>蕴含着赋值操作。</a:t>
            </a:r>
            <a:endParaRPr lang="zh-CN" altLang="en-US" sz="2400" kern="0" dirty="0">
              <a:ea typeface="楷体" pitchFamily="49" charset="-122"/>
            </a:endParaRPr>
          </a:p>
          <a:p>
            <a:pPr marL="1752600" lvl="3" indent="-381000">
              <a:buFontTx/>
              <a:buNone/>
            </a:pPr>
            <a:r>
              <a:rPr lang="zh-CN" altLang="en-US" sz="2400" kern="0" dirty="0">
                <a:ea typeface="楷体" pitchFamily="49" charset="-122"/>
              </a:rPr>
              <a:t>     </a:t>
            </a:r>
            <a:r>
              <a:rPr lang="zh-CN" altLang="en-US" sz="2400" kern="0" dirty="0">
                <a:solidFill>
                  <a:srgbClr val="002060"/>
                </a:solidFill>
                <a:effectLst/>
                <a:ea typeface="楷体" pitchFamily="49" charset="-122"/>
              </a:rPr>
              <a:t>例</a:t>
            </a:r>
            <a:r>
              <a:rPr lang="zh-CN" altLang="zh-CN" sz="2400" kern="0" dirty="0">
                <a:solidFill>
                  <a:srgbClr val="002060"/>
                </a:solidFill>
                <a:effectLst/>
                <a:ea typeface="楷体" pitchFamily="49" charset="-122"/>
              </a:rPr>
              <a:t>如：</a:t>
            </a:r>
            <a:r>
              <a:rPr lang="en-US" altLang="zh-CN" sz="2400" kern="0" dirty="0">
                <a:solidFill>
                  <a:srgbClr val="002060"/>
                </a:solidFill>
                <a:effectLst/>
                <a:ea typeface="楷体" pitchFamily="49" charset="-122"/>
              </a:rPr>
              <a:t>5++</a:t>
            </a:r>
            <a:r>
              <a:rPr lang="zh-CN" altLang="en-US" sz="2400" kern="0" dirty="0">
                <a:solidFill>
                  <a:srgbClr val="002060"/>
                </a:solidFill>
                <a:effectLst/>
                <a:ea typeface="楷体" pitchFamily="49" charset="-122"/>
              </a:rPr>
              <a:t>、</a:t>
            </a:r>
            <a:r>
              <a:rPr lang="en-US" altLang="zh-CN" sz="2400" kern="0" dirty="0">
                <a:solidFill>
                  <a:srgbClr val="002060"/>
                </a:solidFill>
                <a:effectLst/>
                <a:ea typeface="楷体" pitchFamily="49" charset="-122"/>
              </a:rPr>
              <a:t>--</a:t>
            </a:r>
            <a:r>
              <a:rPr lang="zh-CN" altLang="en-US" sz="2400" kern="0" dirty="0">
                <a:solidFill>
                  <a:srgbClr val="002060"/>
                </a:solidFill>
                <a:effectLst/>
                <a:ea typeface="楷体" pitchFamily="49" charset="-122"/>
              </a:rPr>
              <a:t>（</a:t>
            </a:r>
            <a:r>
              <a:rPr lang="en-US" altLang="zh-CN" sz="2400" kern="0" dirty="0" err="1">
                <a:solidFill>
                  <a:srgbClr val="002060"/>
                </a:solidFill>
                <a:effectLst/>
                <a:ea typeface="楷体" pitchFamily="49" charset="-122"/>
              </a:rPr>
              <a:t>a+b</a:t>
            </a:r>
            <a:r>
              <a:rPr lang="zh-CN" altLang="en-US" sz="2400" kern="0" dirty="0">
                <a:solidFill>
                  <a:srgbClr val="002060"/>
                </a:solidFill>
                <a:effectLst/>
                <a:ea typeface="楷体" pitchFamily="49" charset="-122"/>
              </a:rPr>
              <a:t>）都是非法的表达式。</a:t>
            </a:r>
          </a:p>
          <a:p>
            <a:pPr marL="1752600" lvl="3" indent="-381000">
              <a:buFontTx/>
              <a:buAutoNum type="circleNumDbPlain" startAt="2"/>
            </a:pPr>
            <a:r>
              <a:rPr lang="zh-CN" altLang="en-US" sz="2400" kern="0" dirty="0">
                <a:ea typeface="楷体" pitchFamily="49" charset="-122"/>
              </a:rPr>
              <a:t>负号运算符、</a:t>
            </a:r>
            <a:r>
              <a:rPr lang="en-US" altLang="zh-CN" sz="2400" kern="0" dirty="0">
                <a:ea typeface="楷体" pitchFamily="49" charset="-122"/>
              </a:rPr>
              <a:t>++</a:t>
            </a:r>
            <a:r>
              <a:rPr lang="zh-CN" altLang="en-US" sz="2400" kern="0" dirty="0">
                <a:ea typeface="楷体" pitchFamily="49" charset="-122"/>
              </a:rPr>
              <a:t>、</a:t>
            </a:r>
            <a:r>
              <a:rPr lang="en-US" altLang="zh-CN" sz="2400" kern="0" dirty="0">
                <a:ea typeface="楷体" pitchFamily="49" charset="-122"/>
              </a:rPr>
              <a:t>--</a:t>
            </a:r>
            <a:r>
              <a:rPr lang="zh-CN" altLang="en-US" sz="2400" kern="0" dirty="0">
                <a:ea typeface="楷体" pitchFamily="49" charset="-122"/>
              </a:rPr>
              <a:t>和强制类型转换运算符的优先级相同，当这些运算符连用时，按照从右向左的顺序计算，即具有右结合性。</a:t>
            </a:r>
          </a:p>
          <a:p>
            <a:pPr marL="1752600" lvl="3" indent="-381000">
              <a:buFontTx/>
              <a:buAutoNum type="circleNumDbPlain" startAt="2"/>
            </a:pPr>
            <a:r>
              <a:rPr lang="zh-CN" altLang="en-US" sz="2400" kern="0" dirty="0">
                <a:ea typeface="楷体" pitchFamily="49" charset="-122"/>
              </a:rPr>
              <a:t>两个＋和－之间不能有空格。</a:t>
            </a:r>
          </a:p>
          <a:p>
            <a:pPr marL="1752600" lvl="3" indent="-381000">
              <a:buFontTx/>
              <a:buAutoNum type="circleNumDbPlain" startAt="2"/>
            </a:pPr>
            <a:r>
              <a:rPr lang="zh-CN" altLang="en-US" sz="2400" kern="0" dirty="0">
                <a:ea typeface="楷体" pitchFamily="49" charset="-122"/>
              </a:rPr>
              <a:t>在表达式中，连续使同一变量进行自增或自减运算时，很容易出错，所以最好避免这种用法。</a:t>
            </a:r>
          </a:p>
          <a:p>
            <a:pPr marL="1752600" lvl="3" indent="-381000">
              <a:buFontTx/>
              <a:buNone/>
            </a:pPr>
            <a:r>
              <a:rPr lang="zh-CN" altLang="en-US" sz="2400" kern="0" dirty="0">
                <a:ea typeface="楷体" pitchFamily="49" charset="-122"/>
              </a:rPr>
              <a:t>     </a:t>
            </a:r>
            <a:r>
              <a:rPr lang="zh-CN" altLang="en-US" sz="2400" kern="0" dirty="0">
                <a:solidFill>
                  <a:srgbClr val="002060"/>
                </a:solidFill>
                <a:effectLst/>
                <a:ea typeface="楷体" pitchFamily="49" charset="-122"/>
              </a:rPr>
              <a:t>例如：</a:t>
            </a:r>
            <a:r>
              <a:rPr lang="en-US" altLang="zh-CN" sz="2400" kern="0" dirty="0">
                <a:solidFill>
                  <a:srgbClr val="002060"/>
                </a:solidFill>
                <a:effectLst/>
                <a:ea typeface="楷体" pitchFamily="49" charset="-122"/>
              </a:rPr>
              <a:t>++</a:t>
            </a:r>
            <a:r>
              <a:rPr lang="en-US" altLang="zh-CN" sz="2400" kern="0" dirty="0" err="1">
                <a:solidFill>
                  <a:srgbClr val="002060"/>
                </a:solidFill>
                <a:effectLst/>
                <a:ea typeface="楷体" pitchFamily="49" charset="-122"/>
              </a:rPr>
              <a:t>i</a:t>
            </a:r>
            <a:r>
              <a:rPr lang="en-US" altLang="zh-CN" sz="2400" kern="0" dirty="0">
                <a:solidFill>
                  <a:srgbClr val="002060"/>
                </a:solidFill>
                <a:effectLst/>
                <a:ea typeface="楷体" pitchFamily="49" charset="-122"/>
              </a:rPr>
              <a:t>++</a:t>
            </a:r>
            <a:r>
              <a:rPr lang="zh-CN" altLang="en-US" sz="2400" kern="0" dirty="0">
                <a:solidFill>
                  <a:srgbClr val="002060"/>
                </a:solidFill>
                <a:effectLst/>
                <a:ea typeface="楷体" pitchFamily="49" charset="-122"/>
              </a:rPr>
              <a:t>是非法的。</a:t>
            </a:r>
          </a:p>
          <a:p>
            <a:pPr marL="1752600" lvl="3" indent="-381000">
              <a:buFontTx/>
              <a:buAutoNum type="circleNumDbPlain" startAt="5"/>
            </a:pPr>
            <a:r>
              <a:rPr lang="zh-CN" altLang="en-US" sz="2400" kern="0" dirty="0">
                <a:ea typeface="楷体" pitchFamily="49" charset="-122"/>
              </a:rPr>
              <a:t>自增、自减运算，常用于循环语句中，使循环控制变变量加（或减）</a:t>
            </a:r>
            <a:r>
              <a:rPr lang="en-US" altLang="zh-CN" sz="2400" kern="0" dirty="0">
                <a:ea typeface="楷体" pitchFamily="49" charset="-122"/>
              </a:rPr>
              <a:t>-</a:t>
            </a:r>
            <a:r>
              <a:rPr lang="zh-CN" altLang="en-US" sz="2400" kern="0" dirty="0">
                <a:ea typeface="楷体" pitchFamily="49" charset="-122"/>
              </a:rPr>
              <a:t>１，以及指针变量中，使指针指向下（或上）一个地址。</a:t>
            </a:r>
          </a:p>
        </p:txBody>
      </p:sp>
      <p:sp>
        <p:nvSpPr>
          <p:cNvPr id="827407" name="Rectangle 15"/>
          <p:cNvSpPr>
            <a:spLocks noChangeArrowheads="1"/>
          </p:cNvSpPr>
          <p:nvPr/>
        </p:nvSpPr>
        <p:spPr bwMode="auto">
          <a:xfrm>
            <a:off x="3991956" y="1452895"/>
            <a:ext cx="7416824" cy="3051175"/>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6200000" scaled="1"/>
            <a:tileRect/>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zh-CN" altLang="en-US" b="1" dirty="0">
                <a:solidFill>
                  <a:srgbClr val="C01920"/>
                </a:solidFill>
                <a:latin typeface="隶书" pitchFamily="49" charset="-122"/>
                <a:ea typeface="隶书" pitchFamily="49" charset="-122"/>
              </a:rPr>
              <a:t>例：假设在</a:t>
            </a:r>
            <a:r>
              <a:rPr lang="en-US" altLang="zh-CN" b="1" dirty="0">
                <a:solidFill>
                  <a:srgbClr val="C01920"/>
                </a:solidFill>
                <a:latin typeface="隶书" pitchFamily="49" charset="-122"/>
                <a:ea typeface="隶书" pitchFamily="49" charset="-122"/>
              </a:rPr>
              <a:t>VC6.0</a:t>
            </a:r>
            <a:r>
              <a:rPr lang="zh-CN" altLang="en-US" b="1" dirty="0">
                <a:solidFill>
                  <a:srgbClr val="C01920"/>
                </a:solidFill>
                <a:latin typeface="隶书" pitchFamily="49" charset="-122"/>
                <a:ea typeface="隶书" pitchFamily="49" charset="-122"/>
              </a:rPr>
              <a:t>或</a:t>
            </a:r>
            <a:r>
              <a:rPr lang="en-US" altLang="zh-CN" b="1" dirty="0">
                <a:solidFill>
                  <a:srgbClr val="C01920"/>
                </a:solidFill>
                <a:latin typeface="隶书" pitchFamily="49" charset="-122"/>
                <a:ea typeface="隶书" pitchFamily="49" charset="-122"/>
              </a:rPr>
              <a:t>VC2010</a:t>
            </a:r>
            <a:r>
              <a:rPr lang="zh-CN" altLang="en-US" b="1" dirty="0">
                <a:solidFill>
                  <a:srgbClr val="C01920"/>
                </a:solidFill>
                <a:latin typeface="隶书" pitchFamily="49" charset="-122"/>
                <a:ea typeface="隶书" pitchFamily="49" charset="-122"/>
              </a:rPr>
              <a:t>下</a:t>
            </a:r>
          </a:p>
          <a:p>
            <a:pPr indent="266700"/>
            <a:r>
              <a:rPr lang="zh-CN" altLang="en-US"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p,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 2, j = 3;</a:t>
            </a:r>
          </a:p>
          <a:p>
            <a:pPr indent="266700">
              <a:buFontTx/>
              <a:buAutoNum type="circleNumDbPlain"/>
            </a:pPr>
            <a:r>
              <a:rPr lang="en-US" altLang="zh-CN" b="1" dirty="0">
                <a:effectLst>
                  <a:outerShdw blurRad="38100" dist="38100" dir="2700000" algn="tl">
                    <a:srgbClr val="FFFFFF"/>
                  </a:outerShdw>
                </a:effectLst>
              </a:rPr>
              <a:t>  p =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a:t>
            </a:r>
            <a:r>
              <a:rPr lang="en-US" altLang="zh-CN" b="1" dirty="0">
                <a:solidFill>
                  <a:srgbClr val="C01920"/>
                </a:solidFill>
              </a:rPr>
              <a:t>p = ?          </a:t>
            </a:r>
            <a:r>
              <a:rPr lang="en-US" altLang="zh-CN" b="1" dirty="0" err="1">
                <a:solidFill>
                  <a:srgbClr val="C01920"/>
                </a:solidFill>
              </a:rPr>
              <a:t>i</a:t>
            </a:r>
            <a:r>
              <a:rPr lang="en-US" altLang="zh-CN" b="1" dirty="0">
                <a:solidFill>
                  <a:srgbClr val="C01920"/>
                </a:solidFill>
              </a:rPr>
              <a:t> = ?</a:t>
            </a:r>
          </a:p>
          <a:p>
            <a:pPr indent="266700">
              <a:buFontTx/>
              <a:buAutoNum type="circleNumDbPlain"/>
            </a:pPr>
            <a:r>
              <a:rPr lang="en-US" altLang="zh-CN" b="1" dirty="0">
                <a:effectLst>
                  <a:outerShdw blurRad="38100" dist="38100" dir="2700000" algn="tl">
                    <a:srgbClr val="FFFFFF"/>
                  </a:outerShdw>
                </a:effectLst>
              </a:rPr>
              <a:t>  p =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+++j;                </a:t>
            </a:r>
            <a:r>
              <a:rPr lang="en-US" altLang="zh-CN" b="1" dirty="0">
                <a:solidFill>
                  <a:srgbClr val="C01920"/>
                </a:solidFill>
              </a:rPr>
              <a:t>p = ?          </a:t>
            </a:r>
            <a:r>
              <a:rPr lang="en-US" altLang="zh-CN" b="1" dirty="0" err="1">
                <a:solidFill>
                  <a:srgbClr val="C01920"/>
                </a:solidFill>
              </a:rPr>
              <a:t>i</a:t>
            </a:r>
            <a:r>
              <a:rPr lang="en-US" altLang="zh-CN" b="1" dirty="0">
                <a:solidFill>
                  <a:srgbClr val="C01920"/>
                </a:solidFill>
              </a:rPr>
              <a:t> = ?         j = ?</a:t>
            </a:r>
          </a:p>
          <a:p>
            <a:pPr indent="266700">
              <a:buFontTx/>
              <a:buAutoNum type="circleNumDbPlain"/>
            </a:pPr>
            <a:r>
              <a:rPr lang="en-US" altLang="zh-CN" b="1" dirty="0">
                <a:effectLst>
                  <a:outerShdw blurRad="38100" dist="38100" dir="2700000" algn="tl">
                    <a:srgbClr val="FFFFFF"/>
                  </a:outerShdw>
                </a:effectLst>
              </a:rPr>
              <a:t>  p =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+--j;                  </a:t>
            </a:r>
            <a:r>
              <a:rPr lang="en-US" altLang="zh-CN" b="1" dirty="0">
                <a:solidFill>
                  <a:srgbClr val="C01920"/>
                </a:solidFill>
              </a:rPr>
              <a:t>p = ?          </a:t>
            </a:r>
            <a:r>
              <a:rPr lang="en-US" altLang="zh-CN" b="1" dirty="0" err="1">
                <a:solidFill>
                  <a:srgbClr val="C01920"/>
                </a:solidFill>
              </a:rPr>
              <a:t>i</a:t>
            </a:r>
            <a:r>
              <a:rPr lang="en-US" altLang="zh-CN" b="1" dirty="0">
                <a:solidFill>
                  <a:srgbClr val="C01920"/>
                </a:solidFill>
              </a:rPr>
              <a:t> = ?         j = ?</a:t>
            </a:r>
          </a:p>
          <a:p>
            <a:pPr indent="266700">
              <a:buFontTx/>
              <a:buAutoNum type="circleNumDbPlain"/>
            </a:pPr>
            <a:r>
              <a:rPr lang="en-US" altLang="zh-CN" b="1" dirty="0">
                <a:effectLst>
                  <a:outerShdw blurRad="38100" dist="38100" dir="2700000" algn="tl">
                    <a:srgbClr val="FFFFFF"/>
                  </a:outerShdw>
                </a:effectLst>
              </a:rPr>
              <a:t>  p =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+++--j;              </a:t>
            </a:r>
            <a:r>
              <a:rPr lang="en-US" altLang="zh-CN" b="1" dirty="0">
                <a:solidFill>
                  <a:srgbClr val="C01920"/>
                </a:solidFill>
              </a:rPr>
              <a:t>p = ?          </a:t>
            </a:r>
            <a:r>
              <a:rPr lang="en-US" altLang="zh-CN" b="1" dirty="0" err="1">
                <a:solidFill>
                  <a:srgbClr val="C01920"/>
                </a:solidFill>
              </a:rPr>
              <a:t>i</a:t>
            </a:r>
            <a:r>
              <a:rPr lang="en-US" altLang="zh-CN" b="1" dirty="0">
                <a:solidFill>
                  <a:srgbClr val="C01920"/>
                </a:solidFill>
              </a:rPr>
              <a:t> = ?        j = ?</a:t>
            </a:r>
          </a:p>
          <a:p>
            <a:pPr indent="266700">
              <a:buFontTx/>
              <a:buAutoNum type="circleNumDbPlain"/>
            </a:pPr>
            <a:r>
              <a:rPr lang="en-US" altLang="zh-CN" b="1" dirty="0">
                <a:effectLst>
                  <a:outerShdw blurRad="38100" dist="38100" dir="2700000" algn="tl">
                    <a:srgbClr val="FFFFFF"/>
                  </a:outerShdw>
                </a:effectLst>
              </a:rPr>
              <a:t>  p =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a:t>
            </a:r>
            <a:r>
              <a:rPr lang="en-US" altLang="zh-CN" b="1" dirty="0">
                <a:solidFill>
                  <a:srgbClr val="C01920"/>
                </a:solidFill>
              </a:rPr>
              <a:t>p = ?          </a:t>
            </a:r>
            <a:r>
              <a:rPr lang="en-US" altLang="zh-CN" b="1" dirty="0" err="1">
                <a:solidFill>
                  <a:srgbClr val="C01920"/>
                </a:solidFill>
              </a:rPr>
              <a:t>i</a:t>
            </a:r>
            <a:r>
              <a:rPr lang="en-US" altLang="zh-CN" b="1" dirty="0">
                <a:solidFill>
                  <a:srgbClr val="C01920"/>
                </a:solidFill>
              </a:rPr>
              <a:t> = ?      </a:t>
            </a:r>
          </a:p>
          <a:p>
            <a:pPr indent="266700">
              <a:buFontTx/>
              <a:buAutoNum type="circleNumDbPlain"/>
            </a:pPr>
            <a:r>
              <a:rPr lang="en-US" altLang="zh-CN" b="1" dirty="0">
                <a:effectLst>
                  <a:outerShdw blurRad="38100" dist="38100" dir="2700000" algn="tl">
                    <a:srgbClr val="FFFFFF"/>
                  </a:outerShdw>
                </a:effectLst>
              </a:rPr>
              <a:t>  p =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a:t>
            </a:r>
            <a:r>
              <a:rPr lang="en-US" altLang="zh-CN" b="1" dirty="0">
                <a:solidFill>
                  <a:srgbClr val="C01920"/>
                </a:solidFill>
              </a:rPr>
              <a:t>p = ?          </a:t>
            </a:r>
            <a:r>
              <a:rPr lang="en-US" altLang="zh-CN" b="1" dirty="0" err="1">
                <a:solidFill>
                  <a:srgbClr val="C01920"/>
                </a:solidFill>
              </a:rPr>
              <a:t>i</a:t>
            </a:r>
            <a:r>
              <a:rPr lang="en-US" altLang="zh-CN" b="1" dirty="0">
                <a:solidFill>
                  <a:srgbClr val="C01920"/>
                </a:solidFill>
              </a:rPr>
              <a:t> = ?        </a:t>
            </a:r>
          </a:p>
        </p:txBody>
      </p:sp>
      <p:sp>
        <p:nvSpPr>
          <p:cNvPr id="827408" name="Text Box 16"/>
          <p:cNvSpPr txBox="1">
            <a:spLocks noChangeArrowheads="1"/>
          </p:cNvSpPr>
          <p:nvPr/>
        </p:nvSpPr>
        <p:spPr bwMode="auto">
          <a:xfrm>
            <a:off x="7683438" y="2201599"/>
            <a:ext cx="503237" cy="457200"/>
          </a:xfrm>
          <a:prstGeom prst="rect">
            <a:avLst/>
          </a:prstGeom>
          <a:noFill/>
          <a:ln w="9525">
            <a:noFill/>
            <a:miter lim="800000"/>
            <a:headEnd/>
            <a:tailEnd/>
          </a:ln>
          <a:effectLst/>
        </p:spPr>
        <p:txBody>
          <a:bodyPr>
            <a:spAutoFit/>
          </a:bodyPr>
          <a:lstStyle/>
          <a:p>
            <a:pPr>
              <a:spcBef>
                <a:spcPct val="50000"/>
              </a:spcBef>
            </a:pPr>
            <a:r>
              <a:rPr lang="en-US" altLang="zh-CN" b="1" dirty="0">
                <a:solidFill>
                  <a:srgbClr val="002060"/>
                </a:solidFill>
              </a:rPr>
              <a:t>-2</a:t>
            </a:r>
          </a:p>
        </p:txBody>
      </p:sp>
      <p:sp>
        <p:nvSpPr>
          <p:cNvPr id="827409" name="Text Box 17"/>
          <p:cNvSpPr txBox="1">
            <a:spLocks noChangeArrowheads="1"/>
          </p:cNvSpPr>
          <p:nvPr/>
        </p:nvSpPr>
        <p:spPr bwMode="auto">
          <a:xfrm>
            <a:off x="9090958" y="2191311"/>
            <a:ext cx="503238" cy="457200"/>
          </a:xfrm>
          <a:prstGeom prst="rect">
            <a:avLst/>
          </a:prstGeom>
          <a:noFill/>
          <a:ln w="9525">
            <a:noFill/>
            <a:miter lim="800000"/>
            <a:headEnd/>
            <a:tailEnd/>
          </a:ln>
          <a:effectLst/>
        </p:spPr>
        <p:txBody>
          <a:bodyPr>
            <a:spAutoFit/>
          </a:bodyPr>
          <a:lstStyle/>
          <a:p>
            <a:pPr>
              <a:spcBef>
                <a:spcPct val="50000"/>
              </a:spcBef>
            </a:pPr>
            <a:r>
              <a:rPr lang="en-US" altLang="zh-CN" b="1" dirty="0">
                <a:solidFill>
                  <a:srgbClr val="002060"/>
                </a:solidFill>
              </a:rPr>
              <a:t>3</a:t>
            </a:r>
          </a:p>
        </p:txBody>
      </p:sp>
      <p:sp>
        <p:nvSpPr>
          <p:cNvPr id="827410" name="Text Box 18"/>
          <p:cNvSpPr txBox="1">
            <a:spLocks noChangeArrowheads="1"/>
          </p:cNvSpPr>
          <p:nvPr/>
        </p:nvSpPr>
        <p:spPr bwMode="auto">
          <a:xfrm>
            <a:off x="7768805" y="2588949"/>
            <a:ext cx="503237" cy="457200"/>
          </a:xfrm>
          <a:prstGeom prst="rect">
            <a:avLst/>
          </a:prstGeom>
          <a:noFill/>
          <a:ln w="9525">
            <a:noFill/>
            <a:miter lim="800000"/>
            <a:headEnd/>
            <a:tailEnd/>
          </a:ln>
          <a:effectLst/>
        </p:spPr>
        <p:txBody>
          <a:bodyPr>
            <a:spAutoFit/>
          </a:bodyPr>
          <a:lstStyle/>
          <a:p>
            <a:pPr>
              <a:spcBef>
                <a:spcPct val="50000"/>
              </a:spcBef>
            </a:pPr>
            <a:r>
              <a:rPr lang="en-US" altLang="zh-CN" b="1" dirty="0">
                <a:solidFill>
                  <a:srgbClr val="002060"/>
                </a:solidFill>
              </a:rPr>
              <a:t>5</a:t>
            </a:r>
          </a:p>
        </p:txBody>
      </p:sp>
      <p:sp>
        <p:nvSpPr>
          <p:cNvPr id="827411" name="Text Box 19"/>
          <p:cNvSpPr txBox="1">
            <a:spLocks noChangeArrowheads="1"/>
          </p:cNvSpPr>
          <p:nvPr/>
        </p:nvSpPr>
        <p:spPr bwMode="auto">
          <a:xfrm>
            <a:off x="9092547" y="2561961"/>
            <a:ext cx="503237" cy="457200"/>
          </a:xfrm>
          <a:prstGeom prst="rect">
            <a:avLst/>
          </a:prstGeom>
          <a:noFill/>
          <a:ln w="9525">
            <a:noFill/>
            <a:miter lim="800000"/>
            <a:headEnd/>
            <a:tailEnd/>
          </a:ln>
          <a:effectLst/>
        </p:spPr>
        <p:txBody>
          <a:bodyPr>
            <a:spAutoFit/>
          </a:bodyPr>
          <a:lstStyle/>
          <a:p>
            <a:pPr>
              <a:spcBef>
                <a:spcPct val="50000"/>
              </a:spcBef>
            </a:pPr>
            <a:r>
              <a:rPr lang="en-US" altLang="zh-CN" b="1" dirty="0">
                <a:solidFill>
                  <a:srgbClr val="002060"/>
                </a:solidFill>
              </a:rPr>
              <a:t>3</a:t>
            </a:r>
          </a:p>
        </p:txBody>
      </p:sp>
      <p:sp>
        <p:nvSpPr>
          <p:cNvPr id="827412" name="Text Box 20"/>
          <p:cNvSpPr txBox="1">
            <a:spLocks noChangeArrowheads="1"/>
          </p:cNvSpPr>
          <p:nvPr/>
        </p:nvSpPr>
        <p:spPr bwMode="auto">
          <a:xfrm>
            <a:off x="10300213" y="2576249"/>
            <a:ext cx="503237" cy="457200"/>
          </a:xfrm>
          <a:prstGeom prst="rect">
            <a:avLst/>
          </a:prstGeom>
          <a:noFill/>
          <a:ln w="9525">
            <a:noFill/>
            <a:miter lim="800000"/>
            <a:headEnd/>
            <a:tailEnd/>
          </a:ln>
          <a:effectLst/>
        </p:spPr>
        <p:txBody>
          <a:bodyPr>
            <a:spAutoFit/>
          </a:bodyPr>
          <a:lstStyle/>
          <a:p>
            <a:pPr>
              <a:spcBef>
                <a:spcPct val="50000"/>
              </a:spcBef>
            </a:pPr>
            <a:r>
              <a:rPr lang="en-US" altLang="zh-CN" b="1" dirty="0">
                <a:solidFill>
                  <a:srgbClr val="002060"/>
                </a:solidFill>
              </a:rPr>
              <a:t>3</a:t>
            </a:r>
          </a:p>
        </p:txBody>
      </p:sp>
      <p:sp>
        <p:nvSpPr>
          <p:cNvPr id="827413" name="Text Box 21"/>
          <p:cNvSpPr txBox="1">
            <a:spLocks noChangeArrowheads="1"/>
          </p:cNvSpPr>
          <p:nvPr/>
        </p:nvSpPr>
        <p:spPr bwMode="auto">
          <a:xfrm>
            <a:off x="7759102" y="2947724"/>
            <a:ext cx="503238" cy="457200"/>
          </a:xfrm>
          <a:prstGeom prst="rect">
            <a:avLst/>
          </a:prstGeom>
          <a:noFill/>
          <a:ln w="9525">
            <a:noFill/>
            <a:miter lim="800000"/>
            <a:headEnd/>
            <a:tailEnd/>
          </a:ln>
          <a:effectLst/>
        </p:spPr>
        <p:txBody>
          <a:bodyPr>
            <a:spAutoFit/>
          </a:bodyPr>
          <a:lstStyle/>
          <a:p>
            <a:pPr>
              <a:spcBef>
                <a:spcPct val="50000"/>
              </a:spcBef>
            </a:pPr>
            <a:r>
              <a:rPr lang="en-US" altLang="zh-CN" b="1" dirty="0">
                <a:solidFill>
                  <a:srgbClr val="002060"/>
                </a:solidFill>
              </a:rPr>
              <a:t>4</a:t>
            </a:r>
          </a:p>
        </p:txBody>
      </p:sp>
      <p:sp>
        <p:nvSpPr>
          <p:cNvPr id="827414" name="Text Box 22"/>
          <p:cNvSpPr txBox="1">
            <a:spLocks noChangeArrowheads="1"/>
          </p:cNvSpPr>
          <p:nvPr/>
        </p:nvSpPr>
        <p:spPr bwMode="auto">
          <a:xfrm>
            <a:off x="9089750" y="2935024"/>
            <a:ext cx="503238" cy="457200"/>
          </a:xfrm>
          <a:prstGeom prst="rect">
            <a:avLst/>
          </a:prstGeom>
          <a:noFill/>
          <a:ln w="9525">
            <a:noFill/>
            <a:miter lim="800000"/>
            <a:headEnd/>
            <a:tailEnd/>
          </a:ln>
          <a:effectLst/>
        </p:spPr>
        <p:txBody>
          <a:bodyPr>
            <a:spAutoFit/>
          </a:bodyPr>
          <a:lstStyle/>
          <a:p>
            <a:pPr>
              <a:spcBef>
                <a:spcPct val="50000"/>
              </a:spcBef>
            </a:pPr>
            <a:r>
              <a:rPr lang="en-US" altLang="zh-CN" b="1" dirty="0">
                <a:solidFill>
                  <a:srgbClr val="002060"/>
                </a:solidFill>
              </a:rPr>
              <a:t>2</a:t>
            </a:r>
          </a:p>
        </p:txBody>
      </p:sp>
      <p:sp>
        <p:nvSpPr>
          <p:cNvPr id="827415" name="Text Box 23"/>
          <p:cNvSpPr txBox="1">
            <a:spLocks noChangeArrowheads="1"/>
          </p:cNvSpPr>
          <p:nvPr/>
        </p:nvSpPr>
        <p:spPr bwMode="auto">
          <a:xfrm>
            <a:off x="10292338" y="2935024"/>
            <a:ext cx="503237"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2060"/>
                </a:solidFill>
              </a:rPr>
              <a:t>2</a:t>
            </a:r>
          </a:p>
        </p:txBody>
      </p:sp>
      <p:sp>
        <p:nvSpPr>
          <p:cNvPr id="827416" name="Text Box 24"/>
          <p:cNvSpPr txBox="1">
            <a:spLocks noChangeArrowheads="1"/>
          </p:cNvSpPr>
          <p:nvPr/>
        </p:nvSpPr>
        <p:spPr bwMode="auto">
          <a:xfrm>
            <a:off x="7757224" y="3304086"/>
            <a:ext cx="503238" cy="457200"/>
          </a:xfrm>
          <a:prstGeom prst="rect">
            <a:avLst/>
          </a:prstGeom>
          <a:noFill/>
          <a:ln w="9525">
            <a:noFill/>
            <a:miter lim="800000"/>
            <a:headEnd/>
            <a:tailEnd/>
          </a:ln>
          <a:effectLst/>
        </p:spPr>
        <p:txBody>
          <a:bodyPr>
            <a:spAutoFit/>
          </a:bodyPr>
          <a:lstStyle/>
          <a:p>
            <a:pPr>
              <a:spcBef>
                <a:spcPct val="50000"/>
              </a:spcBef>
            </a:pPr>
            <a:r>
              <a:rPr lang="en-US" altLang="zh-CN" b="1" dirty="0">
                <a:solidFill>
                  <a:srgbClr val="002060"/>
                </a:solidFill>
              </a:rPr>
              <a:t>4</a:t>
            </a:r>
          </a:p>
        </p:txBody>
      </p:sp>
      <p:sp>
        <p:nvSpPr>
          <p:cNvPr id="827417" name="Text Box 25"/>
          <p:cNvSpPr txBox="1">
            <a:spLocks noChangeArrowheads="1"/>
          </p:cNvSpPr>
          <p:nvPr/>
        </p:nvSpPr>
        <p:spPr bwMode="auto">
          <a:xfrm>
            <a:off x="9085138" y="3279511"/>
            <a:ext cx="503237" cy="457200"/>
          </a:xfrm>
          <a:prstGeom prst="rect">
            <a:avLst/>
          </a:prstGeom>
          <a:noFill/>
          <a:ln w="9525">
            <a:noFill/>
            <a:miter lim="800000"/>
            <a:headEnd/>
            <a:tailEnd/>
          </a:ln>
          <a:effectLst/>
        </p:spPr>
        <p:txBody>
          <a:bodyPr>
            <a:spAutoFit/>
          </a:bodyPr>
          <a:lstStyle/>
          <a:p>
            <a:pPr>
              <a:spcBef>
                <a:spcPct val="50000"/>
              </a:spcBef>
            </a:pPr>
            <a:r>
              <a:rPr lang="en-US" altLang="zh-CN" b="1" dirty="0">
                <a:solidFill>
                  <a:srgbClr val="002060"/>
                </a:solidFill>
              </a:rPr>
              <a:t>3</a:t>
            </a:r>
          </a:p>
        </p:txBody>
      </p:sp>
      <p:sp>
        <p:nvSpPr>
          <p:cNvPr id="827418" name="Text Box 26"/>
          <p:cNvSpPr txBox="1">
            <a:spLocks noChangeArrowheads="1"/>
          </p:cNvSpPr>
          <p:nvPr/>
        </p:nvSpPr>
        <p:spPr bwMode="auto">
          <a:xfrm>
            <a:off x="10279638" y="3293799"/>
            <a:ext cx="503237"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2060"/>
                </a:solidFill>
              </a:rPr>
              <a:t>2</a:t>
            </a:r>
          </a:p>
        </p:txBody>
      </p:sp>
      <p:sp>
        <p:nvSpPr>
          <p:cNvPr id="827419" name="Text Box 27"/>
          <p:cNvSpPr txBox="1">
            <a:spLocks noChangeArrowheads="1"/>
          </p:cNvSpPr>
          <p:nvPr/>
        </p:nvSpPr>
        <p:spPr bwMode="auto">
          <a:xfrm>
            <a:off x="7755227" y="3665274"/>
            <a:ext cx="503238" cy="457200"/>
          </a:xfrm>
          <a:prstGeom prst="rect">
            <a:avLst/>
          </a:prstGeom>
          <a:noFill/>
          <a:ln w="9525">
            <a:noFill/>
            <a:miter lim="800000"/>
            <a:headEnd/>
            <a:tailEnd/>
          </a:ln>
          <a:effectLst/>
        </p:spPr>
        <p:txBody>
          <a:bodyPr>
            <a:spAutoFit/>
          </a:bodyPr>
          <a:lstStyle/>
          <a:p>
            <a:pPr>
              <a:spcBef>
                <a:spcPct val="50000"/>
              </a:spcBef>
            </a:pPr>
            <a:r>
              <a:rPr lang="en-US" altLang="zh-CN" b="1" dirty="0">
                <a:solidFill>
                  <a:srgbClr val="002060"/>
                </a:solidFill>
              </a:rPr>
              <a:t>4</a:t>
            </a:r>
          </a:p>
        </p:txBody>
      </p:sp>
      <p:sp>
        <p:nvSpPr>
          <p:cNvPr id="827420" name="Text Box 28"/>
          <p:cNvSpPr txBox="1">
            <a:spLocks noChangeArrowheads="1"/>
          </p:cNvSpPr>
          <p:nvPr/>
        </p:nvSpPr>
        <p:spPr bwMode="auto">
          <a:xfrm>
            <a:off x="9071266" y="3664449"/>
            <a:ext cx="503237" cy="457200"/>
          </a:xfrm>
          <a:prstGeom prst="rect">
            <a:avLst/>
          </a:prstGeom>
          <a:noFill/>
          <a:ln w="9525">
            <a:noFill/>
            <a:miter lim="800000"/>
            <a:headEnd/>
            <a:tailEnd/>
          </a:ln>
          <a:effectLst/>
        </p:spPr>
        <p:txBody>
          <a:bodyPr>
            <a:spAutoFit/>
          </a:bodyPr>
          <a:lstStyle/>
          <a:p>
            <a:pPr>
              <a:spcBef>
                <a:spcPct val="50000"/>
              </a:spcBef>
            </a:pPr>
            <a:r>
              <a:rPr lang="en-US" altLang="zh-CN" b="1" dirty="0">
                <a:solidFill>
                  <a:srgbClr val="002060"/>
                </a:solidFill>
              </a:rPr>
              <a:t>4</a:t>
            </a:r>
          </a:p>
        </p:txBody>
      </p:sp>
      <p:sp>
        <p:nvSpPr>
          <p:cNvPr id="827421" name="Text Box 29"/>
          <p:cNvSpPr txBox="1">
            <a:spLocks noChangeArrowheads="1"/>
          </p:cNvSpPr>
          <p:nvPr/>
        </p:nvSpPr>
        <p:spPr bwMode="auto">
          <a:xfrm>
            <a:off x="7762108" y="4024049"/>
            <a:ext cx="503237" cy="457200"/>
          </a:xfrm>
          <a:prstGeom prst="rect">
            <a:avLst/>
          </a:prstGeom>
          <a:noFill/>
          <a:ln w="9525">
            <a:noFill/>
            <a:miter lim="800000"/>
            <a:headEnd/>
            <a:tailEnd/>
          </a:ln>
          <a:effectLst/>
        </p:spPr>
        <p:txBody>
          <a:bodyPr>
            <a:spAutoFit/>
          </a:bodyPr>
          <a:lstStyle/>
          <a:p>
            <a:pPr>
              <a:spcBef>
                <a:spcPct val="50000"/>
              </a:spcBef>
            </a:pPr>
            <a:r>
              <a:rPr lang="en-US" altLang="zh-CN" b="1" dirty="0">
                <a:solidFill>
                  <a:srgbClr val="002060"/>
                </a:solidFill>
              </a:rPr>
              <a:t>8</a:t>
            </a:r>
          </a:p>
        </p:txBody>
      </p:sp>
      <p:sp>
        <p:nvSpPr>
          <p:cNvPr id="827422" name="Text Box 30"/>
          <p:cNvSpPr txBox="1">
            <a:spLocks noChangeArrowheads="1"/>
          </p:cNvSpPr>
          <p:nvPr/>
        </p:nvSpPr>
        <p:spPr bwMode="auto">
          <a:xfrm>
            <a:off x="9082383" y="4025636"/>
            <a:ext cx="503237" cy="457200"/>
          </a:xfrm>
          <a:prstGeom prst="rect">
            <a:avLst/>
          </a:prstGeom>
          <a:noFill/>
          <a:ln w="9525">
            <a:noFill/>
            <a:miter lim="800000"/>
            <a:headEnd/>
            <a:tailEnd/>
          </a:ln>
          <a:effectLst/>
        </p:spPr>
        <p:txBody>
          <a:bodyPr>
            <a:spAutoFit/>
          </a:bodyPr>
          <a:lstStyle/>
          <a:p>
            <a:pPr>
              <a:spcBef>
                <a:spcPct val="50000"/>
              </a:spcBef>
            </a:pPr>
            <a:r>
              <a:rPr lang="en-US" altLang="zh-CN" b="1" dirty="0">
                <a:solidFill>
                  <a:srgbClr val="002060"/>
                </a:solidFill>
              </a:rPr>
              <a:t>4</a:t>
            </a:r>
          </a:p>
        </p:txBody>
      </p:sp>
      <p:sp>
        <p:nvSpPr>
          <p:cNvPr id="23" name="Rectangle 33"/>
          <p:cNvSpPr>
            <a:spLocks noChangeArrowheads="1"/>
          </p:cNvSpPr>
          <p:nvPr/>
        </p:nvSpPr>
        <p:spPr bwMode="auto">
          <a:xfrm>
            <a:off x="2695812" y="4596182"/>
            <a:ext cx="8712968" cy="1938992"/>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zh-CN" altLang="en-US" sz="2000" b="1" dirty="0">
                <a:solidFill>
                  <a:srgbClr val="FF3399"/>
                </a:solidFill>
                <a:effectLst>
                  <a:outerShdw blurRad="38100" dist="38100" dir="2700000" algn="ctr" rotWithShape="0">
                    <a:schemeClr val="bg1"/>
                  </a:outerShdw>
                </a:effectLst>
                <a:latin typeface="隶书" pitchFamily="49" charset="-122"/>
                <a:ea typeface="隶书" pitchFamily="49" charset="-122"/>
              </a:rPr>
              <a:t>  </a:t>
            </a:r>
            <a:r>
              <a:rPr lang="zh-CN" altLang="en-US" sz="2000" b="1" dirty="0">
                <a:solidFill>
                  <a:srgbClr val="C01920"/>
                </a:solidFill>
                <a:latin typeface="隶书" pitchFamily="49" charset="-122"/>
                <a:ea typeface="隶书" pitchFamily="49" charset="-122"/>
              </a:rPr>
              <a:t>注意：</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不同</a:t>
            </a:r>
            <a:r>
              <a:rPr lang="en-US" altLang="zh-CN" sz="2000" b="1" dirty="0">
                <a:ln w="1905"/>
                <a:effectLst>
                  <a:innerShdw blurRad="69850" dist="43180" dir="5400000">
                    <a:srgbClr val="000000">
                      <a:alpha val="65000"/>
                    </a:srgbClr>
                  </a:innerShdw>
                </a:effectLst>
                <a:latin typeface="隶书" pitchFamily="49" charset="-122"/>
                <a:ea typeface="隶书" pitchFamily="49" charset="-122"/>
              </a:rPr>
              <a:t>C</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语言编译系统对</a:t>
            </a:r>
            <a:r>
              <a:rPr lang="en-US" altLang="zh-CN" sz="2000" b="1" dirty="0">
                <a:ln w="1905"/>
                <a:effectLst>
                  <a:innerShdw blurRad="69850" dist="43180" dir="5400000">
                    <a:srgbClr val="000000">
                      <a:alpha val="65000"/>
                    </a:srgbClr>
                  </a:innerShdw>
                </a:effectLst>
                <a:latin typeface="隶书" pitchFamily="49" charset="-122"/>
                <a:ea typeface="隶书" pitchFamily="49" charset="-122"/>
              </a:rPr>
              <a:t>++</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a:t>
            </a:r>
            <a:r>
              <a:rPr lang="en-US" altLang="zh-CN" sz="2000" b="1" dirty="0">
                <a:ln w="1905"/>
                <a:effectLst>
                  <a:innerShdw blurRad="69850" dist="43180" dir="5400000">
                    <a:srgbClr val="000000">
                      <a:alpha val="65000"/>
                    </a:srgbClr>
                  </a:innerShdw>
                </a:effectLst>
                <a:latin typeface="隶书" pitchFamily="49" charset="-122"/>
                <a:ea typeface="隶书" pitchFamily="49" charset="-122"/>
              </a:rPr>
              <a:t>--</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运算的解释是有差别的，所以含有</a:t>
            </a:r>
            <a:r>
              <a:rPr lang="en-US" altLang="zh-CN" sz="2000" b="1" dirty="0">
                <a:ln w="1905"/>
                <a:effectLst>
                  <a:innerShdw blurRad="69850" dist="43180" dir="5400000">
                    <a:srgbClr val="000000">
                      <a:alpha val="65000"/>
                    </a:srgbClr>
                  </a:innerShdw>
                </a:effectLst>
                <a:latin typeface="隶书" pitchFamily="49" charset="-122"/>
                <a:ea typeface="隶书" pitchFamily="49" charset="-122"/>
              </a:rPr>
              <a:t>++</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a:t>
            </a:r>
            <a:r>
              <a:rPr lang="en-US" altLang="zh-CN" sz="2000" b="1" dirty="0">
                <a:ln w="1905"/>
                <a:effectLst>
                  <a:innerShdw blurRad="69850" dist="43180" dir="5400000">
                    <a:srgbClr val="000000">
                      <a:alpha val="65000"/>
                    </a:srgbClr>
                  </a:innerShdw>
                </a:effectLst>
                <a:latin typeface="隶书" pitchFamily="49" charset="-122"/>
                <a:ea typeface="隶书" pitchFamily="49" charset="-122"/>
              </a:rPr>
              <a:t>--</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运算的算术表达式在不同的编译环境下其运行结果可能有差异。</a:t>
            </a:r>
            <a:endParaRPr lang="en-US" altLang="zh-CN" sz="2000" b="1" dirty="0">
              <a:ln w="1905"/>
              <a:effectLst>
                <a:innerShdw blurRad="69850" dist="43180" dir="5400000">
                  <a:srgbClr val="000000">
                    <a:alpha val="65000"/>
                  </a:srgbClr>
                </a:innerShdw>
              </a:effectLst>
              <a:latin typeface="隶书" pitchFamily="49" charset="-122"/>
              <a:ea typeface="隶书" pitchFamily="49" charset="-122"/>
            </a:endParaRPr>
          </a:p>
          <a:p>
            <a:pPr indent="266700"/>
            <a:r>
              <a:rPr lang="en-US" altLang="zh-CN" sz="2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隶书" pitchFamily="49" charset="-122"/>
                <a:ea typeface="隶书" pitchFamily="49" charset="-122"/>
              </a:rPr>
              <a:t>  </a:t>
            </a:r>
            <a:r>
              <a:rPr lang="zh-CN" altLang="zh-CN" sz="2000" b="1" dirty="0">
                <a:ln w="1905"/>
                <a:solidFill>
                  <a:srgbClr val="002060"/>
                </a:solidFill>
                <a:latin typeface="隶书" pitchFamily="49" charset="-122"/>
                <a:ea typeface="隶书" pitchFamily="49" charset="-122"/>
              </a:rPr>
              <a:t>像情况</a:t>
            </a:r>
            <a:r>
              <a:rPr lang="zh-CN" altLang="en-US" sz="2000" b="1" dirty="0">
                <a:ln w="1905"/>
                <a:solidFill>
                  <a:srgbClr val="002060"/>
                </a:solidFill>
                <a:latin typeface="隶书" pitchFamily="49" charset="-122"/>
                <a:ea typeface="隶书" pitchFamily="49" charset="-122"/>
              </a:rPr>
              <a:t>⑤</a:t>
            </a:r>
            <a:r>
              <a:rPr lang="zh-CN" altLang="zh-CN" sz="2000" b="1" dirty="0">
                <a:ln w="1905"/>
                <a:solidFill>
                  <a:srgbClr val="002060"/>
                </a:solidFill>
                <a:effectLst>
                  <a:outerShdw blurRad="38100" dist="38100" dir="2700000" algn="tl">
                    <a:srgbClr val="000000">
                      <a:alpha val="43137"/>
                    </a:srgbClr>
                  </a:outerShdw>
                </a:effectLst>
                <a:latin typeface="隶书" pitchFamily="49" charset="-122"/>
                <a:ea typeface="隶书" pitchFamily="49" charset="-122"/>
              </a:rPr>
              <a:t>：</a:t>
            </a:r>
            <a:r>
              <a:rPr lang="en-US" altLang="zh-CN" sz="2000" b="1" dirty="0">
                <a:ln w="1905"/>
                <a:effectLst>
                  <a:innerShdw blurRad="69850" dist="43180" dir="5400000">
                    <a:srgbClr val="000000">
                      <a:alpha val="65000"/>
                    </a:srgbClr>
                  </a:innerShdw>
                </a:effectLst>
                <a:latin typeface="隶书" pitchFamily="49" charset="-122"/>
                <a:ea typeface="隶书" pitchFamily="49" charset="-122"/>
              </a:rPr>
              <a:t>p=</a:t>
            </a:r>
            <a:r>
              <a:rPr lang="en-US" altLang="zh-CN" sz="2000" b="1" dirty="0" err="1">
                <a:ln w="1905"/>
                <a:effectLst>
                  <a:innerShdw blurRad="69850" dist="43180" dir="5400000">
                    <a:srgbClr val="000000">
                      <a:alpha val="65000"/>
                    </a:srgbClr>
                  </a:innerShdw>
                </a:effectLst>
                <a:latin typeface="隶书" pitchFamily="49" charset="-122"/>
                <a:ea typeface="隶书" pitchFamily="49" charset="-122"/>
              </a:rPr>
              <a:t>i</a:t>
            </a:r>
            <a:r>
              <a:rPr lang="en-US" altLang="zh-CN" sz="2000" b="1" dirty="0">
                <a:ln w="1905"/>
                <a:effectLst>
                  <a:innerShdw blurRad="69850" dist="43180" dir="5400000">
                    <a:srgbClr val="000000">
                      <a:alpha val="65000"/>
                    </a:srgbClr>
                  </a:innerShdw>
                </a:effectLst>
                <a:latin typeface="隶书" pitchFamily="49" charset="-122"/>
                <a:ea typeface="隶书" pitchFamily="49" charset="-122"/>
              </a:rPr>
              <a:t>+++</a:t>
            </a:r>
            <a:r>
              <a:rPr lang="en-US" altLang="zh-CN" sz="2000" b="1" dirty="0" err="1">
                <a:ln w="1905"/>
                <a:effectLst>
                  <a:innerShdw blurRad="69850" dist="43180" dir="5400000">
                    <a:srgbClr val="000000">
                      <a:alpha val="65000"/>
                    </a:srgbClr>
                  </a:innerShdw>
                </a:effectLst>
                <a:latin typeface="隶书" pitchFamily="49" charset="-122"/>
                <a:ea typeface="隶书" pitchFamily="49" charset="-122"/>
              </a:rPr>
              <a:t>i</a:t>
            </a:r>
            <a:r>
              <a:rPr lang="en-US" altLang="zh-CN" sz="2000" b="1" dirty="0">
                <a:ln w="1905"/>
                <a:effectLst>
                  <a:innerShdw blurRad="69850" dist="43180" dir="5400000">
                    <a:srgbClr val="000000">
                      <a:alpha val="65000"/>
                    </a:srgbClr>
                  </a:innerShdw>
                </a:effectLst>
                <a:latin typeface="隶书" pitchFamily="49" charset="-122"/>
                <a:ea typeface="隶书" pitchFamily="49" charset="-122"/>
              </a:rPr>
              <a:t>++; </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在</a:t>
            </a:r>
            <a:r>
              <a:rPr lang="en-US" altLang="zh-CN" sz="2000" b="1" dirty="0">
                <a:ln w="1905"/>
                <a:effectLst>
                  <a:innerShdw blurRad="69850" dist="43180" dir="5400000">
                    <a:srgbClr val="000000">
                      <a:alpha val="65000"/>
                    </a:srgbClr>
                  </a:innerShdw>
                </a:effectLst>
                <a:latin typeface="隶书" pitchFamily="49" charset="-122"/>
                <a:ea typeface="隶书" pitchFamily="49" charset="-122"/>
              </a:rPr>
              <a:t>VC6.0</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及</a:t>
            </a:r>
            <a:r>
              <a:rPr lang="en-US" altLang="zh-CN" sz="2000" b="1" dirty="0">
                <a:ln w="1905"/>
                <a:effectLst>
                  <a:innerShdw blurRad="69850" dist="43180" dir="5400000">
                    <a:srgbClr val="000000">
                      <a:alpha val="65000"/>
                    </a:srgbClr>
                  </a:innerShdw>
                </a:effectLst>
                <a:latin typeface="隶书" pitchFamily="49" charset="-122"/>
                <a:ea typeface="隶书" pitchFamily="49" charset="-122"/>
              </a:rPr>
              <a:t>VC2010</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下运行</a:t>
            </a:r>
            <a:r>
              <a:rPr lang="en-US" altLang="zh-CN" sz="2000" b="1" dirty="0">
                <a:ln w="1905"/>
                <a:effectLst>
                  <a:innerShdw blurRad="69850" dist="43180" dir="5400000">
                    <a:srgbClr val="000000">
                      <a:alpha val="65000"/>
                    </a:srgbClr>
                  </a:innerShdw>
                </a:effectLst>
                <a:latin typeface="隶书" pitchFamily="49" charset="-122"/>
                <a:ea typeface="隶书" pitchFamily="49" charset="-122"/>
              </a:rPr>
              <a:t>p</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的值为</a:t>
            </a:r>
            <a:r>
              <a:rPr lang="en-US" altLang="zh-CN" sz="2000" b="1" dirty="0">
                <a:ln w="1905"/>
                <a:effectLst>
                  <a:innerShdw blurRad="69850" dist="43180" dir="5400000">
                    <a:srgbClr val="000000">
                      <a:alpha val="65000"/>
                    </a:srgbClr>
                  </a:innerShdw>
                </a:effectLst>
                <a:latin typeface="隶书" pitchFamily="49" charset="-122"/>
                <a:ea typeface="隶书" pitchFamily="49" charset="-122"/>
              </a:rPr>
              <a:t>4</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a:t>
            </a:r>
            <a:r>
              <a:rPr lang="en-US" altLang="zh-CN" sz="2000" b="1" dirty="0" err="1">
                <a:ln w="1905"/>
                <a:effectLst>
                  <a:innerShdw blurRad="69850" dist="43180" dir="5400000">
                    <a:srgbClr val="000000">
                      <a:alpha val="65000"/>
                    </a:srgbClr>
                  </a:innerShdw>
                </a:effectLst>
                <a:latin typeface="隶书" pitchFamily="49" charset="-122"/>
                <a:ea typeface="隶书" pitchFamily="49" charset="-122"/>
              </a:rPr>
              <a:t>i</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的值为</a:t>
            </a:r>
            <a:r>
              <a:rPr lang="en-US" altLang="zh-CN" sz="2000" b="1" dirty="0">
                <a:ln w="1905"/>
                <a:effectLst>
                  <a:innerShdw blurRad="69850" dist="43180" dir="5400000">
                    <a:srgbClr val="000000">
                      <a:alpha val="65000"/>
                    </a:srgbClr>
                  </a:innerShdw>
                </a:effectLst>
                <a:latin typeface="隶书" pitchFamily="49" charset="-122"/>
                <a:ea typeface="隶书" pitchFamily="49" charset="-122"/>
              </a:rPr>
              <a:t>4</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。但在</a:t>
            </a:r>
            <a:r>
              <a:rPr lang="en-US" altLang="zh-CN" sz="2000" b="1" dirty="0">
                <a:ln w="1905"/>
                <a:effectLst>
                  <a:innerShdw blurRad="69850" dist="43180" dir="5400000">
                    <a:srgbClr val="000000">
                      <a:alpha val="65000"/>
                    </a:srgbClr>
                  </a:innerShdw>
                </a:effectLst>
                <a:latin typeface="隶书" pitchFamily="49" charset="-122"/>
                <a:ea typeface="隶书" pitchFamily="49" charset="-122"/>
              </a:rPr>
              <a:t>CB17.12</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下运行</a:t>
            </a:r>
            <a:r>
              <a:rPr lang="en-US" altLang="zh-CN" sz="2000" b="1" dirty="0">
                <a:ln w="1905"/>
                <a:effectLst>
                  <a:innerShdw blurRad="69850" dist="43180" dir="5400000">
                    <a:srgbClr val="000000">
                      <a:alpha val="65000"/>
                    </a:srgbClr>
                  </a:innerShdw>
                </a:effectLst>
                <a:latin typeface="隶书" pitchFamily="49" charset="-122"/>
                <a:ea typeface="隶书" pitchFamily="49" charset="-122"/>
              </a:rPr>
              <a:t>p</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的值为</a:t>
            </a:r>
            <a:r>
              <a:rPr lang="en-US" altLang="zh-CN" sz="2000" b="1" dirty="0">
                <a:ln w="1905"/>
                <a:effectLst>
                  <a:innerShdw blurRad="69850" dist="43180" dir="5400000">
                    <a:srgbClr val="000000">
                      <a:alpha val="65000"/>
                    </a:srgbClr>
                  </a:innerShdw>
                </a:effectLst>
                <a:latin typeface="隶书" pitchFamily="49" charset="-122"/>
                <a:ea typeface="隶书" pitchFamily="49" charset="-122"/>
              </a:rPr>
              <a:t>5</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a:t>
            </a:r>
            <a:r>
              <a:rPr lang="en-US" altLang="zh-CN" sz="2000" b="1" dirty="0" err="1">
                <a:ln w="1905"/>
                <a:effectLst>
                  <a:innerShdw blurRad="69850" dist="43180" dir="5400000">
                    <a:srgbClr val="000000">
                      <a:alpha val="65000"/>
                    </a:srgbClr>
                  </a:innerShdw>
                </a:effectLst>
                <a:latin typeface="隶书" pitchFamily="49" charset="-122"/>
                <a:ea typeface="隶书" pitchFamily="49" charset="-122"/>
              </a:rPr>
              <a:t>i</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的值为</a:t>
            </a:r>
            <a:r>
              <a:rPr lang="en-US" altLang="zh-CN" sz="2000" b="1" dirty="0">
                <a:ln w="1905"/>
                <a:effectLst>
                  <a:innerShdw blurRad="69850" dist="43180" dir="5400000">
                    <a:srgbClr val="000000">
                      <a:alpha val="65000"/>
                    </a:srgbClr>
                  </a:innerShdw>
                </a:effectLst>
                <a:latin typeface="隶书" pitchFamily="49" charset="-122"/>
                <a:ea typeface="隶书" pitchFamily="49" charset="-122"/>
              </a:rPr>
              <a:t>4</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，其解释为表达式第一个</a:t>
            </a:r>
            <a:r>
              <a:rPr lang="en-US" altLang="zh-CN" sz="2000" b="1" dirty="0" err="1">
                <a:ln w="1905"/>
                <a:effectLst>
                  <a:innerShdw blurRad="69850" dist="43180" dir="5400000">
                    <a:srgbClr val="000000">
                      <a:alpha val="65000"/>
                    </a:srgbClr>
                  </a:innerShdw>
                </a:effectLst>
                <a:latin typeface="隶书" pitchFamily="49" charset="-122"/>
                <a:ea typeface="隶书" pitchFamily="49" charset="-122"/>
              </a:rPr>
              <a:t>i</a:t>
            </a:r>
            <a:r>
              <a:rPr lang="en-US" altLang="zh-CN" sz="2000" b="1" dirty="0">
                <a:ln w="1905"/>
                <a:effectLst>
                  <a:innerShdw blurRad="69850" dist="43180" dir="5400000">
                    <a:srgbClr val="000000">
                      <a:alpha val="65000"/>
                    </a:srgbClr>
                  </a:innerShdw>
                </a:effectLst>
                <a:latin typeface="隶书" pitchFamily="49" charset="-122"/>
                <a:ea typeface="隶书" pitchFamily="49" charset="-122"/>
              </a:rPr>
              <a:t>++</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，则先取</a:t>
            </a:r>
            <a:r>
              <a:rPr lang="en-US" altLang="zh-CN" sz="2000" b="1" dirty="0" err="1">
                <a:ln w="1905"/>
                <a:effectLst>
                  <a:innerShdw blurRad="69850" dist="43180" dir="5400000">
                    <a:srgbClr val="000000">
                      <a:alpha val="65000"/>
                    </a:srgbClr>
                  </a:innerShdw>
                </a:effectLst>
                <a:latin typeface="隶书" pitchFamily="49" charset="-122"/>
                <a:ea typeface="隶书" pitchFamily="49" charset="-122"/>
              </a:rPr>
              <a:t>i</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的值</a:t>
            </a:r>
            <a:r>
              <a:rPr lang="en-US" altLang="zh-CN" sz="2000" b="1" dirty="0">
                <a:ln w="1905"/>
                <a:effectLst>
                  <a:innerShdw blurRad="69850" dist="43180" dir="5400000">
                    <a:srgbClr val="000000">
                      <a:alpha val="65000"/>
                    </a:srgbClr>
                  </a:innerShdw>
                </a:effectLst>
                <a:latin typeface="隶书" pitchFamily="49" charset="-122"/>
                <a:ea typeface="隶书" pitchFamily="49" charset="-122"/>
              </a:rPr>
              <a:t>2</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，然后执行</a:t>
            </a:r>
            <a:r>
              <a:rPr lang="en-US" altLang="zh-CN" sz="2000" b="1" dirty="0" err="1">
                <a:ln w="1905"/>
                <a:effectLst>
                  <a:innerShdw blurRad="69850" dist="43180" dir="5400000">
                    <a:srgbClr val="000000">
                      <a:alpha val="65000"/>
                    </a:srgbClr>
                  </a:innerShdw>
                </a:effectLst>
                <a:latin typeface="隶书" pitchFamily="49" charset="-122"/>
                <a:ea typeface="隶书" pitchFamily="49" charset="-122"/>
              </a:rPr>
              <a:t>i</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增</a:t>
            </a:r>
            <a:r>
              <a:rPr lang="en-US" altLang="zh-CN" sz="2000" b="1" dirty="0">
                <a:ln w="1905"/>
                <a:effectLst>
                  <a:innerShdw blurRad="69850" dist="43180" dir="5400000">
                    <a:srgbClr val="000000">
                      <a:alpha val="65000"/>
                    </a:srgbClr>
                  </a:innerShdw>
                </a:effectLst>
                <a:latin typeface="隶书" pitchFamily="49" charset="-122"/>
                <a:ea typeface="隶书" pitchFamily="49" charset="-122"/>
              </a:rPr>
              <a:t>1</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操作，</a:t>
            </a:r>
            <a:r>
              <a:rPr lang="en-US" altLang="zh-CN" sz="2000" b="1" dirty="0" err="1">
                <a:ln w="1905"/>
                <a:effectLst>
                  <a:innerShdw blurRad="69850" dist="43180" dir="5400000">
                    <a:srgbClr val="000000">
                      <a:alpha val="65000"/>
                    </a:srgbClr>
                  </a:innerShdw>
                </a:effectLst>
                <a:latin typeface="隶书" pitchFamily="49" charset="-122"/>
                <a:ea typeface="隶书" pitchFamily="49" charset="-122"/>
              </a:rPr>
              <a:t>i</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的值变为</a:t>
            </a:r>
            <a:r>
              <a:rPr lang="en-US" altLang="zh-CN" sz="2000" b="1" dirty="0">
                <a:ln w="1905"/>
                <a:effectLst>
                  <a:innerShdw blurRad="69850" dist="43180" dir="5400000">
                    <a:srgbClr val="000000">
                      <a:alpha val="65000"/>
                    </a:srgbClr>
                  </a:innerShdw>
                </a:effectLst>
                <a:latin typeface="隶书" pitchFamily="49" charset="-122"/>
                <a:ea typeface="隶书" pitchFamily="49" charset="-122"/>
              </a:rPr>
              <a:t>3</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，第二个</a:t>
            </a:r>
            <a:r>
              <a:rPr lang="en-US" altLang="zh-CN" sz="2000" b="1" dirty="0" err="1">
                <a:ln w="1905"/>
                <a:effectLst>
                  <a:innerShdw blurRad="69850" dist="43180" dir="5400000">
                    <a:srgbClr val="000000">
                      <a:alpha val="65000"/>
                    </a:srgbClr>
                  </a:innerShdw>
                </a:effectLst>
                <a:latin typeface="隶书" pitchFamily="49" charset="-122"/>
                <a:ea typeface="隶书" pitchFamily="49" charset="-122"/>
              </a:rPr>
              <a:t>i</a:t>
            </a:r>
            <a:r>
              <a:rPr lang="en-US" altLang="zh-CN" sz="2000" b="1" dirty="0">
                <a:ln w="1905"/>
                <a:effectLst>
                  <a:innerShdw blurRad="69850" dist="43180" dir="5400000">
                    <a:srgbClr val="000000">
                      <a:alpha val="65000"/>
                    </a:srgbClr>
                  </a:innerShdw>
                </a:effectLst>
                <a:latin typeface="隶书" pitchFamily="49" charset="-122"/>
                <a:ea typeface="隶书" pitchFamily="49" charset="-122"/>
              </a:rPr>
              <a:t>++</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，此时</a:t>
            </a:r>
            <a:r>
              <a:rPr lang="en-US" altLang="zh-CN" sz="2000" b="1" dirty="0" err="1">
                <a:ln w="1905"/>
                <a:effectLst>
                  <a:innerShdw blurRad="69850" dist="43180" dir="5400000">
                    <a:srgbClr val="000000">
                      <a:alpha val="65000"/>
                    </a:srgbClr>
                  </a:innerShdw>
                </a:effectLst>
                <a:latin typeface="隶书" pitchFamily="49" charset="-122"/>
                <a:ea typeface="隶书" pitchFamily="49" charset="-122"/>
              </a:rPr>
              <a:t>i</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的值为</a:t>
            </a:r>
            <a:r>
              <a:rPr lang="en-US" altLang="zh-CN" sz="2000" b="1" dirty="0">
                <a:ln w="1905"/>
                <a:effectLst>
                  <a:innerShdw blurRad="69850" dist="43180" dir="5400000">
                    <a:srgbClr val="000000">
                      <a:alpha val="65000"/>
                    </a:srgbClr>
                  </a:innerShdw>
                </a:effectLst>
                <a:latin typeface="隶书" pitchFamily="49" charset="-122"/>
                <a:ea typeface="隶书" pitchFamily="49" charset="-122"/>
              </a:rPr>
              <a:t>3</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，故</a:t>
            </a:r>
            <a:r>
              <a:rPr lang="en-US" altLang="zh-CN" sz="2000" b="1" dirty="0">
                <a:ln w="1905"/>
                <a:effectLst>
                  <a:innerShdw blurRad="69850" dist="43180" dir="5400000">
                    <a:srgbClr val="000000">
                      <a:alpha val="65000"/>
                    </a:srgbClr>
                  </a:innerShdw>
                </a:effectLst>
                <a:latin typeface="隶书" pitchFamily="49" charset="-122"/>
                <a:ea typeface="隶书" pitchFamily="49" charset="-122"/>
              </a:rPr>
              <a:t>p</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的值为</a:t>
            </a:r>
            <a:r>
              <a:rPr lang="en-US" altLang="zh-CN" sz="2000" b="1" dirty="0">
                <a:ln w="1905"/>
                <a:effectLst>
                  <a:innerShdw blurRad="69850" dist="43180" dir="5400000">
                    <a:srgbClr val="000000">
                      <a:alpha val="65000"/>
                    </a:srgbClr>
                  </a:innerShdw>
                </a:effectLst>
                <a:latin typeface="隶书" pitchFamily="49" charset="-122"/>
                <a:ea typeface="隶书" pitchFamily="49" charset="-122"/>
              </a:rPr>
              <a:t>2+3=5</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，然后执行</a:t>
            </a:r>
            <a:r>
              <a:rPr lang="en-US" altLang="zh-CN" sz="2000" b="1" dirty="0" err="1">
                <a:ln w="1905"/>
                <a:effectLst>
                  <a:innerShdw blurRad="69850" dist="43180" dir="5400000">
                    <a:srgbClr val="000000">
                      <a:alpha val="65000"/>
                    </a:srgbClr>
                  </a:innerShdw>
                </a:effectLst>
                <a:latin typeface="隶书" pitchFamily="49" charset="-122"/>
                <a:ea typeface="隶书" pitchFamily="49" charset="-122"/>
              </a:rPr>
              <a:t>i</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增</a:t>
            </a:r>
            <a:r>
              <a:rPr lang="en-US" altLang="zh-CN" sz="2000" b="1" dirty="0">
                <a:ln w="1905"/>
                <a:effectLst>
                  <a:innerShdw blurRad="69850" dist="43180" dir="5400000">
                    <a:srgbClr val="000000">
                      <a:alpha val="65000"/>
                    </a:srgbClr>
                  </a:innerShdw>
                </a:effectLst>
                <a:latin typeface="隶书" pitchFamily="49" charset="-122"/>
                <a:ea typeface="隶书" pitchFamily="49" charset="-122"/>
              </a:rPr>
              <a:t>1</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操作，</a:t>
            </a:r>
            <a:r>
              <a:rPr lang="en-US" altLang="zh-CN" sz="2000" b="1" dirty="0" err="1">
                <a:ln w="1905"/>
                <a:effectLst>
                  <a:innerShdw blurRad="69850" dist="43180" dir="5400000">
                    <a:srgbClr val="000000">
                      <a:alpha val="65000"/>
                    </a:srgbClr>
                  </a:innerShdw>
                </a:effectLst>
                <a:latin typeface="隶书" pitchFamily="49" charset="-122"/>
                <a:ea typeface="隶书" pitchFamily="49" charset="-122"/>
              </a:rPr>
              <a:t>i</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的值最后也是</a:t>
            </a:r>
            <a:r>
              <a:rPr lang="en-US" altLang="zh-CN" sz="2000" b="1" dirty="0">
                <a:ln w="1905"/>
                <a:effectLst>
                  <a:innerShdw blurRad="69850" dist="43180" dir="5400000">
                    <a:srgbClr val="000000">
                      <a:alpha val="65000"/>
                    </a:srgbClr>
                  </a:innerShdw>
                </a:effectLst>
                <a:latin typeface="隶书" pitchFamily="49" charset="-122"/>
                <a:ea typeface="隶书" pitchFamily="49" charset="-122"/>
              </a:rPr>
              <a:t>4</a:t>
            </a:r>
            <a:r>
              <a:rPr lang="zh-CN" altLang="zh-CN" sz="2000" b="1" dirty="0">
                <a:ln w="1905"/>
                <a:effectLst>
                  <a:innerShdw blurRad="69850" dist="43180" dir="5400000">
                    <a:srgbClr val="000000">
                      <a:alpha val="65000"/>
                    </a:srgbClr>
                  </a:innerShdw>
                </a:effectLst>
                <a:latin typeface="隶书" pitchFamily="49" charset="-122"/>
                <a:ea typeface="隶书" pitchFamily="49" charset="-122"/>
              </a:rPr>
              <a:t>。</a:t>
            </a:r>
            <a:endParaRPr lang="zh-CN" altLang="en-US" sz="2000" b="1" dirty="0">
              <a:ln w="1905"/>
              <a:effectLst>
                <a:innerShdw blurRad="69850" dist="43180" dir="5400000">
                  <a:srgbClr val="000000">
                    <a:alpha val="65000"/>
                  </a:srgbClr>
                </a:innerShdw>
              </a:effectLst>
              <a:latin typeface="隶书" pitchFamily="49" charset="-122"/>
              <a:ea typeface="隶书" pitchFamily="49" charset="-122"/>
            </a:endParaRPr>
          </a:p>
        </p:txBody>
      </p:sp>
      <p:sp>
        <p:nvSpPr>
          <p:cNvPr id="24" name="Rectangle 2">
            <a:extLst>
              <a:ext uri="{FF2B5EF4-FFF2-40B4-BE49-F238E27FC236}">
                <a16:creationId xmlns:a16="http://schemas.microsoft.com/office/drawing/2014/main" id="{972E8614-B2F0-4E51-8D69-28A3111AD6FD}"/>
              </a:ext>
            </a:extLst>
          </p:cNvPr>
          <p:cNvSpPr txBox="1">
            <a:spLocks noChangeArrowheads="1"/>
          </p:cNvSpPr>
          <p:nvPr/>
        </p:nvSpPr>
        <p:spPr>
          <a:xfrm>
            <a:off x="783220" y="843295"/>
            <a:ext cx="7772400" cy="647700"/>
          </a:xfrm>
          <a:prstGeom prst="rect">
            <a:avLst/>
          </a:prstGeom>
        </p:spPr>
        <p:txBody>
          <a:bodyPr/>
          <a:lst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a:lstStyle>
          <a:p>
            <a:pPr algn="just">
              <a:buFontTx/>
              <a:buNone/>
            </a:pPr>
            <a:r>
              <a:rPr lang="en-US" altLang="zh-CN" kern="0" dirty="0">
                <a:solidFill>
                  <a:srgbClr val="C01920"/>
                </a:solidFill>
                <a:effectLst/>
                <a:latin typeface="楷体" panose="02010609060101010101" pitchFamily="49" charset="-122"/>
                <a:ea typeface="楷体" panose="02010609060101010101" pitchFamily="49" charset="-122"/>
              </a:rPr>
              <a:t>4. </a:t>
            </a:r>
            <a:r>
              <a:rPr lang="zh-CN" altLang="en-US" kern="0" dirty="0">
                <a:solidFill>
                  <a:srgbClr val="C01920"/>
                </a:solidFill>
                <a:effectLst/>
                <a:latin typeface="楷体" panose="02010609060101010101" pitchFamily="49" charset="-122"/>
                <a:ea typeface="楷体" panose="02010609060101010101" pitchFamily="49" charset="-122"/>
              </a:rPr>
              <a:t>自增自减运算符、符号运算符 </a:t>
            </a:r>
          </a:p>
        </p:txBody>
      </p:sp>
      <p:sp>
        <p:nvSpPr>
          <p:cNvPr id="25" name="Rectangle 4">
            <a:extLst>
              <a:ext uri="{FF2B5EF4-FFF2-40B4-BE49-F238E27FC236}">
                <a16:creationId xmlns:a16="http://schemas.microsoft.com/office/drawing/2014/main" id="{7F9070EA-939D-4D5C-B1D5-C9571774D8DC}"/>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3.4  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语言的运算符与表达式</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 calcmode="lin" valueType="num">
                                      <p:cBhvr additive="base">
                                        <p:cTn id="7" dur="500" fill="hold"/>
                                        <p:tgtEl>
                                          <p:spTgt spid="2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26">
                                            <p:txEl>
                                              <p:pRg st="0" end="0"/>
                                            </p:txEl>
                                          </p:spTgt>
                                        </p:tgtEl>
                                        <p:attrNameLst>
                                          <p:attrName>style.visibility</p:attrName>
                                        </p:attrNameLst>
                                      </p:cBhvr>
                                      <p:to>
                                        <p:strVal val="visible"/>
                                      </p:to>
                                    </p:set>
                                    <p:animEffect transition="in" filter="box(out)">
                                      <p:cBhvr>
                                        <p:cTn id="13" dur="500"/>
                                        <p:tgtEl>
                                          <p:spTgt spid="26">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26">
                                            <p:txEl>
                                              <p:pRg st="1" end="1"/>
                                            </p:txEl>
                                          </p:spTgt>
                                        </p:tgtEl>
                                        <p:attrNameLst>
                                          <p:attrName>style.visibility</p:attrName>
                                        </p:attrNameLst>
                                      </p:cBhvr>
                                      <p:to>
                                        <p:strVal val="visible"/>
                                      </p:to>
                                    </p:set>
                                    <p:animEffect transition="in" filter="box(out)">
                                      <p:cBhvr>
                                        <p:cTn id="18" dur="500"/>
                                        <p:tgtEl>
                                          <p:spTgt spid="26">
                                            <p:txEl>
                                              <p:pRg st="1" end="1"/>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26">
                                            <p:txEl>
                                              <p:pRg st="2" end="2"/>
                                            </p:txEl>
                                          </p:spTgt>
                                        </p:tgtEl>
                                        <p:attrNameLst>
                                          <p:attrName>style.visibility</p:attrName>
                                        </p:attrNameLst>
                                      </p:cBhvr>
                                      <p:to>
                                        <p:strVal val="visible"/>
                                      </p:to>
                                    </p:set>
                                    <p:animEffect transition="in" filter="box(out)">
                                      <p:cBhvr>
                                        <p:cTn id="23" dur="500"/>
                                        <p:tgtEl>
                                          <p:spTgt spid="26">
                                            <p:txEl>
                                              <p:pRg st="2" end="2"/>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26">
                                            <p:txEl>
                                              <p:pRg st="3" end="3"/>
                                            </p:txEl>
                                          </p:spTgt>
                                        </p:tgtEl>
                                        <p:attrNameLst>
                                          <p:attrName>style.visibility</p:attrName>
                                        </p:attrNameLst>
                                      </p:cBhvr>
                                      <p:to>
                                        <p:strVal val="visible"/>
                                      </p:to>
                                    </p:set>
                                    <p:animEffect transition="in" filter="box(out)">
                                      <p:cBhvr>
                                        <p:cTn id="28" dur="500"/>
                                        <p:tgtEl>
                                          <p:spTgt spid="26">
                                            <p:txEl>
                                              <p:pRg st="3" end="3"/>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26">
                                            <p:txEl>
                                              <p:pRg st="4" end="4"/>
                                            </p:txEl>
                                          </p:spTgt>
                                        </p:tgtEl>
                                        <p:attrNameLst>
                                          <p:attrName>style.visibility</p:attrName>
                                        </p:attrNameLst>
                                      </p:cBhvr>
                                      <p:to>
                                        <p:strVal val="visible"/>
                                      </p:to>
                                    </p:set>
                                    <p:animEffect transition="in" filter="box(out)">
                                      <p:cBhvr>
                                        <p:cTn id="33" dur="500"/>
                                        <p:tgtEl>
                                          <p:spTgt spid="26">
                                            <p:txEl>
                                              <p:pRg st="4" end="4"/>
                                            </p:txEl>
                                          </p:spTgt>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26">
                                            <p:txEl>
                                              <p:pRg st="5" end="5"/>
                                            </p:txEl>
                                          </p:spTgt>
                                        </p:tgtEl>
                                        <p:attrNameLst>
                                          <p:attrName>style.visibility</p:attrName>
                                        </p:attrNameLst>
                                      </p:cBhvr>
                                      <p:to>
                                        <p:strVal val="visible"/>
                                      </p:to>
                                    </p:set>
                                    <p:animEffect transition="in" filter="box(out)">
                                      <p:cBhvr>
                                        <p:cTn id="38" dur="500"/>
                                        <p:tgtEl>
                                          <p:spTgt spid="26">
                                            <p:txEl>
                                              <p:pRg st="5" end="5"/>
                                            </p:txEl>
                                          </p:spTgt>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26">
                                            <p:txEl>
                                              <p:pRg st="6" end="6"/>
                                            </p:txEl>
                                          </p:spTgt>
                                        </p:tgtEl>
                                        <p:attrNameLst>
                                          <p:attrName>style.visibility</p:attrName>
                                        </p:attrNameLst>
                                      </p:cBhvr>
                                      <p:to>
                                        <p:strVal val="visible"/>
                                      </p:to>
                                    </p:set>
                                    <p:animEffect transition="in" filter="box(out)">
                                      <p:cBhvr>
                                        <p:cTn id="43" dur="500"/>
                                        <p:tgtEl>
                                          <p:spTgt spid="26">
                                            <p:txEl>
                                              <p:pRg st="6" end="6"/>
                                            </p:txEl>
                                          </p:spTgt>
                                        </p:tgtEl>
                                      </p:cBhvr>
                                    </p:animEffec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childTnLst>
                    </p:cTn>
                  </p:par>
                  <p:par>
                    <p:cTn id="44" fill="hold">
                      <p:stCondLst>
                        <p:cond delay="indefinite"/>
                      </p:stCondLst>
                      <p:childTnLst>
                        <p:par>
                          <p:cTn id="45" fill="hold">
                            <p:stCondLst>
                              <p:cond delay="0"/>
                            </p:stCondLst>
                            <p:childTnLst>
                              <p:par>
                                <p:cTn id="46" presetID="4" presetClass="entr" presetSubtype="32" fill="hold" grpId="0" nodeType="clickEffect">
                                  <p:stCondLst>
                                    <p:cond delay="0"/>
                                  </p:stCondLst>
                                  <p:childTnLst>
                                    <p:set>
                                      <p:cBhvr>
                                        <p:cTn id="47" dur="1" fill="hold">
                                          <p:stCondLst>
                                            <p:cond delay="0"/>
                                          </p:stCondLst>
                                        </p:cTn>
                                        <p:tgtEl>
                                          <p:spTgt spid="26">
                                            <p:txEl>
                                              <p:pRg st="7" end="7"/>
                                            </p:txEl>
                                          </p:spTgt>
                                        </p:tgtEl>
                                        <p:attrNameLst>
                                          <p:attrName>style.visibility</p:attrName>
                                        </p:attrNameLst>
                                      </p:cBhvr>
                                      <p:to>
                                        <p:strVal val="visible"/>
                                      </p:to>
                                    </p:set>
                                    <p:animEffect transition="in" filter="box(out)">
                                      <p:cBhvr>
                                        <p:cTn id="48" dur="500"/>
                                        <p:tgtEl>
                                          <p:spTgt spid="26">
                                            <p:txEl>
                                              <p:pRg st="7" end="7"/>
                                            </p:txEl>
                                          </p:spTgt>
                                        </p:tgtEl>
                                      </p:cBhvr>
                                    </p:animEffect>
                                  </p:childTnLst>
                                  <p:subTnLst>
                                    <p:audio>
                                      <p:cMediaNode>
                                        <p:cTn display="0" masterRel="sameClick">
                                          <p:stCondLst>
                                            <p:cond evt="begin" delay="0">
                                              <p:tn val="46"/>
                                            </p:cond>
                                          </p:stCondLst>
                                          <p:endCondLst>
                                            <p:cond evt="onStopAudio" delay="0">
                                              <p:tgtEl>
                                                <p:sldTgt/>
                                              </p:tgtEl>
                                            </p:cond>
                                          </p:endCondLst>
                                        </p:cTn>
                                        <p:tgtEl>
                                          <p:sndTgt r:embed="rId2" name="CAMERA.WAV"/>
                                        </p:tgtEl>
                                      </p:cMediaNode>
                                    </p:audio>
                                  </p:subTnLst>
                                </p:cTn>
                              </p:par>
                            </p:childTnLst>
                          </p:cTn>
                        </p:par>
                      </p:childTnLst>
                    </p:cTn>
                  </p:par>
                  <p:par>
                    <p:cTn id="49" fill="hold">
                      <p:stCondLst>
                        <p:cond delay="indefinite"/>
                      </p:stCondLst>
                      <p:childTnLst>
                        <p:par>
                          <p:cTn id="50" fill="hold">
                            <p:stCondLst>
                              <p:cond delay="0"/>
                            </p:stCondLst>
                            <p:childTnLst>
                              <p:par>
                                <p:cTn id="51" presetID="4" presetClass="entr" presetSubtype="32" fill="hold" grpId="0" nodeType="clickEffect">
                                  <p:stCondLst>
                                    <p:cond delay="0"/>
                                  </p:stCondLst>
                                  <p:childTnLst>
                                    <p:set>
                                      <p:cBhvr>
                                        <p:cTn id="52" dur="1" fill="hold">
                                          <p:stCondLst>
                                            <p:cond delay="0"/>
                                          </p:stCondLst>
                                        </p:cTn>
                                        <p:tgtEl>
                                          <p:spTgt spid="827407"/>
                                        </p:tgtEl>
                                        <p:attrNameLst>
                                          <p:attrName>style.visibility</p:attrName>
                                        </p:attrNameLst>
                                      </p:cBhvr>
                                      <p:to>
                                        <p:strVal val="visible"/>
                                      </p:to>
                                    </p:set>
                                    <p:animEffect transition="in" filter="box(out)">
                                      <p:cBhvr>
                                        <p:cTn id="53" dur="500"/>
                                        <p:tgtEl>
                                          <p:spTgt spid="827407"/>
                                        </p:tgtEl>
                                      </p:cBhvr>
                                    </p:animEffect>
                                  </p:childTnLst>
                                  <p:subTnLst>
                                    <p:audio>
                                      <p:cMediaNode>
                                        <p:cTn display="0" masterRel="sameClick">
                                          <p:stCondLst>
                                            <p:cond evt="begin" delay="0">
                                              <p:tn val="51"/>
                                            </p:cond>
                                          </p:stCondLst>
                                          <p:endCondLst>
                                            <p:cond evt="onStopAudio" delay="0">
                                              <p:tgtEl>
                                                <p:sldTgt/>
                                              </p:tgtEl>
                                            </p:cond>
                                          </p:endCondLst>
                                        </p:cTn>
                                        <p:tgtEl>
                                          <p:sndTgt r:embed="rId3" name="chimes.wav"/>
                                        </p:tgtEl>
                                      </p:cMediaNode>
                                    </p:audio>
                                  </p:sub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827408"/>
                                        </p:tgtEl>
                                        <p:attrNameLst>
                                          <p:attrName>style.visibility</p:attrName>
                                        </p:attrNameLst>
                                      </p:cBhvr>
                                      <p:to>
                                        <p:strVal val="visible"/>
                                      </p:to>
                                    </p:set>
                                    <p:animEffect transition="in" filter="blinds(horizontal)">
                                      <p:cBhvr>
                                        <p:cTn id="58" dur="500"/>
                                        <p:tgtEl>
                                          <p:spTgt spid="827408"/>
                                        </p:tgtEl>
                                      </p:cBhvr>
                                    </p:animEffect>
                                  </p:childTnLst>
                                  <p:subTnLst>
                                    <p:audio>
                                      <p:cMediaNode>
                                        <p:cTn display="0" masterRel="sameClick">
                                          <p:stCondLst>
                                            <p:cond evt="begin" delay="0">
                                              <p:tn val="56"/>
                                            </p:cond>
                                          </p:stCondLst>
                                          <p:endCondLst>
                                            <p:cond evt="onStopAudio" delay="0">
                                              <p:tgtEl>
                                                <p:sldTgt/>
                                              </p:tgtEl>
                                            </p:cond>
                                          </p:endCondLst>
                                        </p:cTn>
                                        <p:tgtEl>
                                          <p:sndTgt r:embed="rId2" name="camera.wav"/>
                                        </p:tgtEl>
                                      </p:cMediaNode>
                                    </p:audio>
                                  </p:sub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827409"/>
                                        </p:tgtEl>
                                        <p:attrNameLst>
                                          <p:attrName>style.visibility</p:attrName>
                                        </p:attrNameLst>
                                      </p:cBhvr>
                                      <p:to>
                                        <p:strVal val="visible"/>
                                      </p:to>
                                    </p:set>
                                    <p:animEffect transition="in" filter="blinds(horizontal)">
                                      <p:cBhvr>
                                        <p:cTn id="63" dur="500"/>
                                        <p:tgtEl>
                                          <p:spTgt spid="827409"/>
                                        </p:tgtEl>
                                      </p:cBhvr>
                                    </p:animEffect>
                                  </p:childTnLst>
                                  <p:subTnLst>
                                    <p:audio>
                                      <p:cMediaNode>
                                        <p:cTn display="0" masterRel="sameClick">
                                          <p:stCondLst>
                                            <p:cond evt="begin" delay="0">
                                              <p:tn val="61"/>
                                            </p:cond>
                                          </p:stCondLst>
                                          <p:endCondLst>
                                            <p:cond evt="onStopAudio" delay="0">
                                              <p:tgtEl>
                                                <p:sldTgt/>
                                              </p:tgtEl>
                                            </p:cond>
                                          </p:endCondLst>
                                        </p:cTn>
                                        <p:tgtEl>
                                          <p:sndTgt r:embed="rId2" name="camera.wav"/>
                                        </p:tgtEl>
                                      </p:cMediaNode>
                                    </p:audio>
                                  </p:sub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827410"/>
                                        </p:tgtEl>
                                        <p:attrNameLst>
                                          <p:attrName>style.visibility</p:attrName>
                                        </p:attrNameLst>
                                      </p:cBhvr>
                                      <p:to>
                                        <p:strVal val="visible"/>
                                      </p:to>
                                    </p:set>
                                    <p:animEffect transition="in" filter="blinds(horizontal)">
                                      <p:cBhvr>
                                        <p:cTn id="68" dur="500"/>
                                        <p:tgtEl>
                                          <p:spTgt spid="827410"/>
                                        </p:tgtEl>
                                      </p:cBhvr>
                                    </p:animEffect>
                                  </p:childTnLst>
                                  <p:subTnLst>
                                    <p:audio>
                                      <p:cMediaNode>
                                        <p:cTn display="0" masterRel="sameClick">
                                          <p:stCondLst>
                                            <p:cond evt="begin" delay="0">
                                              <p:tn val="66"/>
                                            </p:cond>
                                          </p:stCondLst>
                                          <p:endCondLst>
                                            <p:cond evt="onStopAudio" delay="0">
                                              <p:tgtEl>
                                                <p:sldTgt/>
                                              </p:tgtEl>
                                            </p:cond>
                                          </p:endCondLst>
                                        </p:cTn>
                                        <p:tgtEl>
                                          <p:sndTgt r:embed="rId2" name="camera.wav"/>
                                        </p:tgtEl>
                                      </p:cMediaNode>
                                    </p:audio>
                                  </p:subTnLst>
                                </p:cTn>
                              </p:par>
                            </p:childTnLst>
                          </p:cTn>
                        </p:par>
                      </p:childTnLst>
                    </p:cTn>
                  </p:par>
                  <p:par>
                    <p:cTn id="69" fill="hold">
                      <p:stCondLst>
                        <p:cond delay="indefinite"/>
                      </p:stCondLst>
                      <p:childTnLst>
                        <p:par>
                          <p:cTn id="70" fill="hold">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827411"/>
                                        </p:tgtEl>
                                        <p:attrNameLst>
                                          <p:attrName>style.visibility</p:attrName>
                                        </p:attrNameLst>
                                      </p:cBhvr>
                                      <p:to>
                                        <p:strVal val="visible"/>
                                      </p:to>
                                    </p:set>
                                    <p:animEffect transition="in" filter="blinds(horizontal)">
                                      <p:cBhvr>
                                        <p:cTn id="73" dur="500"/>
                                        <p:tgtEl>
                                          <p:spTgt spid="827411"/>
                                        </p:tgtEl>
                                      </p:cBhvr>
                                    </p:animEffect>
                                  </p:childTnLst>
                                  <p:subTnLst>
                                    <p:audio>
                                      <p:cMediaNode>
                                        <p:cTn display="0" masterRel="sameClick">
                                          <p:stCondLst>
                                            <p:cond evt="begin" delay="0">
                                              <p:tn val="71"/>
                                            </p:cond>
                                          </p:stCondLst>
                                          <p:endCondLst>
                                            <p:cond evt="onStopAudio" delay="0">
                                              <p:tgtEl>
                                                <p:sldTgt/>
                                              </p:tgtEl>
                                            </p:cond>
                                          </p:endCondLst>
                                        </p:cTn>
                                        <p:tgtEl>
                                          <p:sndTgt r:embed="rId2" name="camera.wav"/>
                                        </p:tgtEl>
                                      </p:cMediaNode>
                                    </p:audio>
                                  </p:subTnLst>
                                </p:cTn>
                              </p:par>
                            </p:childTnLst>
                          </p:cTn>
                        </p:par>
                      </p:childTnLst>
                    </p:cTn>
                  </p:par>
                  <p:par>
                    <p:cTn id="74" fill="hold">
                      <p:stCondLst>
                        <p:cond delay="indefinite"/>
                      </p:stCondLst>
                      <p:childTnLst>
                        <p:par>
                          <p:cTn id="75" fill="hold">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827412"/>
                                        </p:tgtEl>
                                        <p:attrNameLst>
                                          <p:attrName>style.visibility</p:attrName>
                                        </p:attrNameLst>
                                      </p:cBhvr>
                                      <p:to>
                                        <p:strVal val="visible"/>
                                      </p:to>
                                    </p:set>
                                    <p:animEffect transition="in" filter="blinds(horizontal)">
                                      <p:cBhvr>
                                        <p:cTn id="78" dur="500"/>
                                        <p:tgtEl>
                                          <p:spTgt spid="827412"/>
                                        </p:tgtEl>
                                      </p:cBhvr>
                                    </p:animEffect>
                                  </p:childTnLst>
                                  <p:subTnLst>
                                    <p:audio>
                                      <p:cMediaNode>
                                        <p:cTn display="0" masterRel="sameClick">
                                          <p:stCondLst>
                                            <p:cond evt="begin" delay="0">
                                              <p:tn val="76"/>
                                            </p:cond>
                                          </p:stCondLst>
                                          <p:endCondLst>
                                            <p:cond evt="onStopAudio" delay="0">
                                              <p:tgtEl>
                                                <p:sldTgt/>
                                              </p:tgtEl>
                                            </p:cond>
                                          </p:endCondLst>
                                        </p:cTn>
                                        <p:tgtEl>
                                          <p:sndTgt r:embed="rId2" name="camera.wav"/>
                                        </p:tgtEl>
                                      </p:cMediaNode>
                                    </p:audio>
                                  </p:subTnLst>
                                </p:cTn>
                              </p:par>
                            </p:childTnLst>
                          </p:cTn>
                        </p:par>
                      </p:childTnLst>
                    </p:cTn>
                  </p:par>
                  <p:par>
                    <p:cTn id="79" fill="hold">
                      <p:stCondLst>
                        <p:cond delay="indefinite"/>
                      </p:stCondLst>
                      <p:childTnLst>
                        <p:par>
                          <p:cTn id="80" fill="hold">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827413"/>
                                        </p:tgtEl>
                                        <p:attrNameLst>
                                          <p:attrName>style.visibility</p:attrName>
                                        </p:attrNameLst>
                                      </p:cBhvr>
                                      <p:to>
                                        <p:strVal val="visible"/>
                                      </p:to>
                                    </p:set>
                                    <p:animEffect transition="in" filter="blinds(horizontal)">
                                      <p:cBhvr>
                                        <p:cTn id="83" dur="500"/>
                                        <p:tgtEl>
                                          <p:spTgt spid="827413"/>
                                        </p:tgtEl>
                                      </p:cBhvr>
                                    </p:animEffect>
                                  </p:childTnLst>
                                  <p:subTnLst>
                                    <p:audio>
                                      <p:cMediaNode>
                                        <p:cTn display="0" masterRel="sameClick">
                                          <p:stCondLst>
                                            <p:cond evt="begin" delay="0">
                                              <p:tn val="81"/>
                                            </p:cond>
                                          </p:stCondLst>
                                          <p:endCondLst>
                                            <p:cond evt="onStopAudio" delay="0">
                                              <p:tgtEl>
                                                <p:sldTgt/>
                                              </p:tgtEl>
                                            </p:cond>
                                          </p:endCondLst>
                                        </p:cTn>
                                        <p:tgtEl>
                                          <p:sndTgt r:embed="rId2" name="camera.wav"/>
                                        </p:tgtEl>
                                      </p:cMediaNode>
                                    </p:audio>
                                  </p:subTnLst>
                                </p:cTn>
                              </p:par>
                            </p:childTnLst>
                          </p:cTn>
                        </p:par>
                      </p:childTnLst>
                    </p:cTn>
                  </p:par>
                  <p:par>
                    <p:cTn id="84" fill="hold">
                      <p:stCondLst>
                        <p:cond delay="indefinite"/>
                      </p:stCondLst>
                      <p:childTnLst>
                        <p:par>
                          <p:cTn id="85" fill="hold">
                            <p:stCondLst>
                              <p:cond delay="0"/>
                            </p:stCondLst>
                            <p:childTnLst>
                              <p:par>
                                <p:cTn id="86" presetID="3" presetClass="entr" presetSubtype="10" fill="hold" grpId="0" nodeType="clickEffect">
                                  <p:stCondLst>
                                    <p:cond delay="0"/>
                                  </p:stCondLst>
                                  <p:childTnLst>
                                    <p:set>
                                      <p:cBhvr>
                                        <p:cTn id="87" dur="1" fill="hold">
                                          <p:stCondLst>
                                            <p:cond delay="0"/>
                                          </p:stCondLst>
                                        </p:cTn>
                                        <p:tgtEl>
                                          <p:spTgt spid="827414"/>
                                        </p:tgtEl>
                                        <p:attrNameLst>
                                          <p:attrName>style.visibility</p:attrName>
                                        </p:attrNameLst>
                                      </p:cBhvr>
                                      <p:to>
                                        <p:strVal val="visible"/>
                                      </p:to>
                                    </p:set>
                                    <p:animEffect transition="in" filter="blinds(horizontal)">
                                      <p:cBhvr>
                                        <p:cTn id="88" dur="500"/>
                                        <p:tgtEl>
                                          <p:spTgt spid="827414"/>
                                        </p:tgtEl>
                                      </p:cBhvr>
                                    </p:animEffect>
                                  </p:childTnLst>
                                  <p:subTnLst>
                                    <p:audio>
                                      <p:cMediaNode>
                                        <p:cTn display="0" masterRel="sameClick">
                                          <p:stCondLst>
                                            <p:cond evt="begin" delay="0">
                                              <p:tn val="86"/>
                                            </p:cond>
                                          </p:stCondLst>
                                          <p:endCondLst>
                                            <p:cond evt="onStopAudio" delay="0">
                                              <p:tgtEl>
                                                <p:sldTgt/>
                                              </p:tgtEl>
                                            </p:cond>
                                          </p:endCondLst>
                                        </p:cTn>
                                        <p:tgtEl>
                                          <p:sndTgt r:embed="rId2" name="camera.wav"/>
                                        </p:tgtEl>
                                      </p:cMediaNode>
                                    </p:audio>
                                  </p:subTnLst>
                                </p:cTn>
                              </p:par>
                            </p:childTnLst>
                          </p:cTn>
                        </p:par>
                      </p:childTnLst>
                    </p:cTn>
                  </p:par>
                  <p:par>
                    <p:cTn id="89" fill="hold">
                      <p:stCondLst>
                        <p:cond delay="indefinite"/>
                      </p:stCondLst>
                      <p:childTnLst>
                        <p:par>
                          <p:cTn id="90" fill="hold">
                            <p:stCondLst>
                              <p:cond delay="0"/>
                            </p:stCondLst>
                            <p:childTnLst>
                              <p:par>
                                <p:cTn id="91" presetID="3" presetClass="entr" presetSubtype="10" fill="hold" grpId="0" nodeType="clickEffect">
                                  <p:stCondLst>
                                    <p:cond delay="0"/>
                                  </p:stCondLst>
                                  <p:childTnLst>
                                    <p:set>
                                      <p:cBhvr>
                                        <p:cTn id="92" dur="1" fill="hold">
                                          <p:stCondLst>
                                            <p:cond delay="0"/>
                                          </p:stCondLst>
                                        </p:cTn>
                                        <p:tgtEl>
                                          <p:spTgt spid="827415"/>
                                        </p:tgtEl>
                                        <p:attrNameLst>
                                          <p:attrName>style.visibility</p:attrName>
                                        </p:attrNameLst>
                                      </p:cBhvr>
                                      <p:to>
                                        <p:strVal val="visible"/>
                                      </p:to>
                                    </p:set>
                                    <p:animEffect transition="in" filter="blinds(horizontal)">
                                      <p:cBhvr>
                                        <p:cTn id="93" dur="500"/>
                                        <p:tgtEl>
                                          <p:spTgt spid="827415"/>
                                        </p:tgtEl>
                                      </p:cBhvr>
                                    </p:animEffect>
                                  </p:childTnLst>
                                  <p:subTnLst>
                                    <p:audio>
                                      <p:cMediaNode>
                                        <p:cTn display="0" masterRel="sameClick">
                                          <p:stCondLst>
                                            <p:cond evt="begin" delay="0">
                                              <p:tn val="91"/>
                                            </p:cond>
                                          </p:stCondLst>
                                          <p:endCondLst>
                                            <p:cond evt="onStopAudio" delay="0">
                                              <p:tgtEl>
                                                <p:sldTgt/>
                                              </p:tgtEl>
                                            </p:cond>
                                          </p:endCondLst>
                                        </p:cTn>
                                        <p:tgtEl>
                                          <p:sndTgt r:embed="rId2" name="camera.wav"/>
                                        </p:tgtEl>
                                      </p:cMediaNode>
                                    </p:audio>
                                  </p:subTnLst>
                                </p:cTn>
                              </p:par>
                            </p:childTnLst>
                          </p:cTn>
                        </p:par>
                      </p:childTnLst>
                    </p:cTn>
                  </p:par>
                  <p:par>
                    <p:cTn id="94" fill="hold">
                      <p:stCondLst>
                        <p:cond delay="indefinite"/>
                      </p:stCondLst>
                      <p:childTnLst>
                        <p:par>
                          <p:cTn id="95" fill="hold">
                            <p:stCondLst>
                              <p:cond delay="0"/>
                            </p:stCondLst>
                            <p:childTnLst>
                              <p:par>
                                <p:cTn id="96" presetID="3" presetClass="entr" presetSubtype="10" fill="hold" grpId="0" nodeType="clickEffect">
                                  <p:stCondLst>
                                    <p:cond delay="0"/>
                                  </p:stCondLst>
                                  <p:childTnLst>
                                    <p:set>
                                      <p:cBhvr>
                                        <p:cTn id="97" dur="1" fill="hold">
                                          <p:stCondLst>
                                            <p:cond delay="0"/>
                                          </p:stCondLst>
                                        </p:cTn>
                                        <p:tgtEl>
                                          <p:spTgt spid="827416"/>
                                        </p:tgtEl>
                                        <p:attrNameLst>
                                          <p:attrName>style.visibility</p:attrName>
                                        </p:attrNameLst>
                                      </p:cBhvr>
                                      <p:to>
                                        <p:strVal val="visible"/>
                                      </p:to>
                                    </p:set>
                                    <p:animEffect transition="in" filter="blinds(horizontal)">
                                      <p:cBhvr>
                                        <p:cTn id="98" dur="500"/>
                                        <p:tgtEl>
                                          <p:spTgt spid="827416"/>
                                        </p:tgtEl>
                                      </p:cBhvr>
                                    </p:animEffect>
                                  </p:childTnLst>
                                  <p:subTnLst>
                                    <p:audio>
                                      <p:cMediaNode>
                                        <p:cTn display="0" masterRel="sameClick">
                                          <p:stCondLst>
                                            <p:cond evt="begin" delay="0">
                                              <p:tn val="96"/>
                                            </p:cond>
                                          </p:stCondLst>
                                          <p:endCondLst>
                                            <p:cond evt="onStopAudio" delay="0">
                                              <p:tgtEl>
                                                <p:sldTgt/>
                                              </p:tgtEl>
                                            </p:cond>
                                          </p:endCondLst>
                                        </p:cTn>
                                        <p:tgtEl>
                                          <p:sndTgt r:embed="rId2" name="camera.wav"/>
                                        </p:tgtEl>
                                      </p:cMediaNode>
                                    </p:audio>
                                  </p:subTnLst>
                                </p:cTn>
                              </p:par>
                            </p:childTnLst>
                          </p:cTn>
                        </p:par>
                      </p:childTnLst>
                    </p:cTn>
                  </p:par>
                  <p:par>
                    <p:cTn id="99" fill="hold">
                      <p:stCondLst>
                        <p:cond delay="indefinite"/>
                      </p:stCondLst>
                      <p:childTnLst>
                        <p:par>
                          <p:cTn id="100" fill="hold">
                            <p:stCondLst>
                              <p:cond delay="0"/>
                            </p:stCondLst>
                            <p:childTnLst>
                              <p:par>
                                <p:cTn id="101" presetID="3" presetClass="entr" presetSubtype="10" fill="hold" grpId="0" nodeType="clickEffect">
                                  <p:stCondLst>
                                    <p:cond delay="0"/>
                                  </p:stCondLst>
                                  <p:childTnLst>
                                    <p:set>
                                      <p:cBhvr>
                                        <p:cTn id="102" dur="1" fill="hold">
                                          <p:stCondLst>
                                            <p:cond delay="0"/>
                                          </p:stCondLst>
                                        </p:cTn>
                                        <p:tgtEl>
                                          <p:spTgt spid="827417"/>
                                        </p:tgtEl>
                                        <p:attrNameLst>
                                          <p:attrName>style.visibility</p:attrName>
                                        </p:attrNameLst>
                                      </p:cBhvr>
                                      <p:to>
                                        <p:strVal val="visible"/>
                                      </p:to>
                                    </p:set>
                                    <p:animEffect transition="in" filter="blinds(horizontal)">
                                      <p:cBhvr>
                                        <p:cTn id="103" dur="500"/>
                                        <p:tgtEl>
                                          <p:spTgt spid="827417"/>
                                        </p:tgtEl>
                                      </p:cBhvr>
                                    </p:animEffect>
                                  </p:childTnLst>
                                  <p:subTnLst>
                                    <p:audio>
                                      <p:cMediaNode>
                                        <p:cTn display="0" masterRel="sameClick">
                                          <p:stCondLst>
                                            <p:cond evt="begin" delay="0">
                                              <p:tn val="101"/>
                                            </p:cond>
                                          </p:stCondLst>
                                          <p:endCondLst>
                                            <p:cond evt="onStopAudio" delay="0">
                                              <p:tgtEl>
                                                <p:sldTgt/>
                                              </p:tgtEl>
                                            </p:cond>
                                          </p:endCondLst>
                                        </p:cTn>
                                        <p:tgtEl>
                                          <p:sndTgt r:embed="rId2" name="camera.wav"/>
                                        </p:tgtEl>
                                      </p:cMediaNode>
                                    </p:audio>
                                  </p:subTnLst>
                                </p:cTn>
                              </p:par>
                            </p:childTnLst>
                          </p:cTn>
                        </p:par>
                      </p:childTnLst>
                    </p:cTn>
                  </p:par>
                  <p:par>
                    <p:cTn id="104" fill="hold">
                      <p:stCondLst>
                        <p:cond delay="indefinite"/>
                      </p:stCondLst>
                      <p:childTnLst>
                        <p:par>
                          <p:cTn id="105" fill="hold">
                            <p:stCondLst>
                              <p:cond delay="0"/>
                            </p:stCondLst>
                            <p:childTnLst>
                              <p:par>
                                <p:cTn id="106" presetID="3" presetClass="entr" presetSubtype="10" fill="hold" grpId="0" nodeType="clickEffect">
                                  <p:stCondLst>
                                    <p:cond delay="0"/>
                                  </p:stCondLst>
                                  <p:childTnLst>
                                    <p:set>
                                      <p:cBhvr>
                                        <p:cTn id="107" dur="1" fill="hold">
                                          <p:stCondLst>
                                            <p:cond delay="0"/>
                                          </p:stCondLst>
                                        </p:cTn>
                                        <p:tgtEl>
                                          <p:spTgt spid="827418"/>
                                        </p:tgtEl>
                                        <p:attrNameLst>
                                          <p:attrName>style.visibility</p:attrName>
                                        </p:attrNameLst>
                                      </p:cBhvr>
                                      <p:to>
                                        <p:strVal val="visible"/>
                                      </p:to>
                                    </p:set>
                                    <p:animEffect transition="in" filter="blinds(horizontal)">
                                      <p:cBhvr>
                                        <p:cTn id="108" dur="500"/>
                                        <p:tgtEl>
                                          <p:spTgt spid="827418"/>
                                        </p:tgtEl>
                                      </p:cBhvr>
                                    </p:animEffect>
                                  </p:childTnLst>
                                  <p:subTnLst>
                                    <p:audio>
                                      <p:cMediaNode>
                                        <p:cTn display="0" masterRel="sameClick">
                                          <p:stCondLst>
                                            <p:cond evt="begin" delay="0">
                                              <p:tn val="106"/>
                                            </p:cond>
                                          </p:stCondLst>
                                          <p:endCondLst>
                                            <p:cond evt="onStopAudio" delay="0">
                                              <p:tgtEl>
                                                <p:sldTgt/>
                                              </p:tgtEl>
                                            </p:cond>
                                          </p:endCondLst>
                                        </p:cTn>
                                        <p:tgtEl>
                                          <p:sndTgt r:embed="rId2" name="camera.wav"/>
                                        </p:tgtEl>
                                      </p:cMediaNode>
                                    </p:audio>
                                  </p:subTnLst>
                                </p:cTn>
                              </p:par>
                            </p:childTnLst>
                          </p:cTn>
                        </p:par>
                      </p:childTnLst>
                    </p:cTn>
                  </p:par>
                  <p:par>
                    <p:cTn id="109" fill="hold">
                      <p:stCondLst>
                        <p:cond delay="indefinite"/>
                      </p:stCondLst>
                      <p:childTnLst>
                        <p:par>
                          <p:cTn id="110" fill="hold">
                            <p:stCondLst>
                              <p:cond delay="0"/>
                            </p:stCondLst>
                            <p:childTnLst>
                              <p:par>
                                <p:cTn id="111" presetID="3" presetClass="entr" presetSubtype="10" fill="hold" grpId="0" nodeType="clickEffect">
                                  <p:stCondLst>
                                    <p:cond delay="0"/>
                                  </p:stCondLst>
                                  <p:childTnLst>
                                    <p:set>
                                      <p:cBhvr>
                                        <p:cTn id="112" dur="1" fill="hold">
                                          <p:stCondLst>
                                            <p:cond delay="0"/>
                                          </p:stCondLst>
                                        </p:cTn>
                                        <p:tgtEl>
                                          <p:spTgt spid="827419"/>
                                        </p:tgtEl>
                                        <p:attrNameLst>
                                          <p:attrName>style.visibility</p:attrName>
                                        </p:attrNameLst>
                                      </p:cBhvr>
                                      <p:to>
                                        <p:strVal val="visible"/>
                                      </p:to>
                                    </p:set>
                                    <p:animEffect transition="in" filter="blinds(horizontal)">
                                      <p:cBhvr>
                                        <p:cTn id="113" dur="500"/>
                                        <p:tgtEl>
                                          <p:spTgt spid="827419"/>
                                        </p:tgtEl>
                                      </p:cBhvr>
                                    </p:animEffect>
                                  </p:childTnLst>
                                  <p:subTnLst>
                                    <p:audio>
                                      <p:cMediaNode>
                                        <p:cTn display="0" masterRel="sameClick">
                                          <p:stCondLst>
                                            <p:cond evt="begin" delay="0">
                                              <p:tn val="111"/>
                                            </p:cond>
                                          </p:stCondLst>
                                          <p:endCondLst>
                                            <p:cond evt="onStopAudio" delay="0">
                                              <p:tgtEl>
                                                <p:sldTgt/>
                                              </p:tgtEl>
                                            </p:cond>
                                          </p:endCondLst>
                                        </p:cTn>
                                        <p:tgtEl>
                                          <p:sndTgt r:embed="rId2" name="camera.wav"/>
                                        </p:tgtEl>
                                      </p:cMediaNode>
                                    </p:audio>
                                  </p:subTnLst>
                                </p:cTn>
                              </p:par>
                            </p:childTnLst>
                          </p:cTn>
                        </p:par>
                      </p:childTnLst>
                    </p:cTn>
                  </p:par>
                  <p:par>
                    <p:cTn id="114" fill="hold">
                      <p:stCondLst>
                        <p:cond delay="indefinite"/>
                      </p:stCondLst>
                      <p:childTnLst>
                        <p:par>
                          <p:cTn id="115" fill="hold">
                            <p:stCondLst>
                              <p:cond delay="0"/>
                            </p:stCondLst>
                            <p:childTnLst>
                              <p:par>
                                <p:cTn id="116" presetID="3" presetClass="entr" presetSubtype="10" fill="hold" grpId="0" nodeType="clickEffect">
                                  <p:stCondLst>
                                    <p:cond delay="0"/>
                                  </p:stCondLst>
                                  <p:childTnLst>
                                    <p:set>
                                      <p:cBhvr>
                                        <p:cTn id="117" dur="1" fill="hold">
                                          <p:stCondLst>
                                            <p:cond delay="0"/>
                                          </p:stCondLst>
                                        </p:cTn>
                                        <p:tgtEl>
                                          <p:spTgt spid="827420"/>
                                        </p:tgtEl>
                                        <p:attrNameLst>
                                          <p:attrName>style.visibility</p:attrName>
                                        </p:attrNameLst>
                                      </p:cBhvr>
                                      <p:to>
                                        <p:strVal val="visible"/>
                                      </p:to>
                                    </p:set>
                                    <p:animEffect transition="in" filter="blinds(horizontal)">
                                      <p:cBhvr>
                                        <p:cTn id="118" dur="500"/>
                                        <p:tgtEl>
                                          <p:spTgt spid="827420"/>
                                        </p:tgtEl>
                                      </p:cBhvr>
                                    </p:animEffect>
                                  </p:childTnLst>
                                  <p:subTnLst>
                                    <p:audio>
                                      <p:cMediaNode>
                                        <p:cTn display="0" masterRel="sameClick">
                                          <p:stCondLst>
                                            <p:cond evt="begin" delay="0">
                                              <p:tn val="116"/>
                                            </p:cond>
                                          </p:stCondLst>
                                          <p:endCondLst>
                                            <p:cond evt="onStopAudio" delay="0">
                                              <p:tgtEl>
                                                <p:sldTgt/>
                                              </p:tgtEl>
                                            </p:cond>
                                          </p:endCondLst>
                                        </p:cTn>
                                        <p:tgtEl>
                                          <p:sndTgt r:embed="rId2" name="camera.wav"/>
                                        </p:tgtEl>
                                      </p:cMediaNode>
                                    </p:audio>
                                  </p:subTnLst>
                                </p:cTn>
                              </p:par>
                            </p:childTnLst>
                          </p:cTn>
                        </p:par>
                      </p:childTnLst>
                    </p:cTn>
                  </p:par>
                  <p:par>
                    <p:cTn id="119" fill="hold">
                      <p:stCondLst>
                        <p:cond delay="indefinite"/>
                      </p:stCondLst>
                      <p:childTnLst>
                        <p:par>
                          <p:cTn id="120" fill="hold">
                            <p:stCondLst>
                              <p:cond delay="0"/>
                            </p:stCondLst>
                            <p:childTnLst>
                              <p:par>
                                <p:cTn id="121" presetID="3" presetClass="entr" presetSubtype="10" fill="hold" grpId="0" nodeType="clickEffect">
                                  <p:stCondLst>
                                    <p:cond delay="0"/>
                                  </p:stCondLst>
                                  <p:childTnLst>
                                    <p:set>
                                      <p:cBhvr>
                                        <p:cTn id="122" dur="1" fill="hold">
                                          <p:stCondLst>
                                            <p:cond delay="0"/>
                                          </p:stCondLst>
                                        </p:cTn>
                                        <p:tgtEl>
                                          <p:spTgt spid="827421"/>
                                        </p:tgtEl>
                                        <p:attrNameLst>
                                          <p:attrName>style.visibility</p:attrName>
                                        </p:attrNameLst>
                                      </p:cBhvr>
                                      <p:to>
                                        <p:strVal val="visible"/>
                                      </p:to>
                                    </p:set>
                                    <p:animEffect transition="in" filter="blinds(horizontal)">
                                      <p:cBhvr>
                                        <p:cTn id="123" dur="500"/>
                                        <p:tgtEl>
                                          <p:spTgt spid="827421"/>
                                        </p:tgtEl>
                                      </p:cBhvr>
                                    </p:animEffect>
                                  </p:childTnLst>
                                  <p:subTnLst>
                                    <p:audio>
                                      <p:cMediaNode>
                                        <p:cTn display="0" masterRel="sameClick">
                                          <p:stCondLst>
                                            <p:cond evt="begin" delay="0">
                                              <p:tn val="121"/>
                                            </p:cond>
                                          </p:stCondLst>
                                          <p:endCondLst>
                                            <p:cond evt="onStopAudio" delay="0">
                                              <p:tgtEl>
                                                <p:sldTgt/>
                                              </p:tgtEl>
                                            </p:cond>
                                          </p:endCondLst>
                                        </p:cTn>
                                        <p:tgtEl>
                                          <p:sndTgt r:embed="rId2" name="camera.wav"/>
                                        </p:tgtEl>
                                      </p:cMediaNode>
                                    </p:audio>
                                  </p:subTnLst>
                                </p:cTn>
                              </p:par>
                            </p:childTnLst>
                          </p:cTn>
                        </p:par>
                      </p:childTnLst>
                    </p:cTn>
                  </p:par>
                  <p:par>
                    <p:cTn id="124" fill="hold">
                      <p:stCondLst>
                        <p:cond delay="indefinite"/>
                      </p:stCondLst>
                      <p:childTnLst>
                        <p:par>
                          <p:cTn id="125" fill="hold">
                            <p:stCondLst>
                              <p:cond delay="0"/>
                            </p:stCondLst>
                            <p:childTnLst>
                              <p:par>
                                <p:cTn id="126" presetID="3" presetClass="entr" presetSubtype="10" fill="hold" grpId="0" nodeType="clickEffect">
                                  <p:stCondLst>
                                    <p:cond delay="0"/>
                                  </p:stCondLst>
                                  <p:childTnLst>
                                    <p:set>
                                      <p:cBhvr>
                                        <p:cTn id="127" dur="1" fill="hold">
                                          <p:stCondLst>
                                            <p:cond delay="0"/>
                                          </p:stCondLst>
                                        </p:cTn>
                                        <p:tgtEl>
                                          <p:spTgt spid="827422"/>
                                        </p:tgtEl>
                                        <p:attrNameLst>
                                          <p:attrName>style.visibility</p:attrName>
                                        </p:attrNameLst>
                                      </p:cBhvr>
                                      <p:to>
                                        <p:strVal val="visible"/>
                                      </p:to>
                                    </p:set>
                                    <p:animEffect transition="in" filter="blinds(horizontal)">
                                      <p:cBhvr>
                                        <p:cTn id="128" dur="500"/>
                                        <p:tgtEl>
                                          <p:spTgt spid="827422"/>
                                        </p:tgtEl>
                                      </p:cBhvr>
                                    </p:animEffect>
                                  </p:childTnLst>
                                  <p:subTnLst>
                                    <p:audio>
                                      <p:cMediaNode>
                                        <p:cTn display="0" masterRel="sameClick">
                                          <p:stCondLst>
                                            <p:cond evt="begin" delay="0">
                                              <p:tn val="126"/>
                                            </p:cond>
                                          </p:stCondLst>
                                          <p:endCondLst>
                                            <p:cond evt="onStopAudio" delay="0">
                                              <p:tgtEl>
                                                <p:sldTgt/>
                                              </p:tgtEl>
                                            </p:cond>
                                          </p:endCondLst>
                                        </p:cTn>
                                        <p:tgtEl>
                                          <p:sndTgt r:embed="rId2" name="camera.wav"/>
                                        </p:tgtEl>
                                      </p:cMediaNode>
                                    </p:audio>
                                  </p:subTnLst>
                                </p:cTn>
                              </p:par>
                            </p:childTnLst>
                          </p:cTn>
                        </p:par>
                      </p:childTnLst>
                    </p:cTn>
                  </p:par>
                  <p:par>
                    <p:cTn id="129" fill="hold">
                      <p:stCondLst>
                        <p:cond delay="indefinite"/>
                      </p:stCondLst>
                      <p:childTnLst>
                        <p:par>
                          <p:cTn id="130" fill="hold">
                            <p:stCondLst>
                              <p:cond delay="0"/>
                            </p:stCondLst>
                            <p:childTnLst>
                              <p:par>
                                <p:cTn id="131" presetID="4" presetClass="entr" presetSubtype="32" fill="hold" grpId="0" nodeType="clickEffect">
                                  <p:stCondLst>
                                    <p:cond delay="0"/>
                                  </p:stCondLst>
                                  <p:childTnLst>
                                    <p:set>
                                      <p:cBhvr>
                                        <p:cTn id="132" dur="1" fill="hold">
                                          <p:stCondLst>
                                            <p:cond delay="0"/>
                                          </p:stCondLst>
                                        </p:cTn>
                                        <p:tgtEl>
                                          <p:spTgt spid="23"/>
                                        </p:tgtEl>
                                        <p:attrNameLst>
                                          <p:attrName>style.visibility</p:attrName>
                                        </p:attrNameLst>
                                      </p:cBhvr>
                                      <p:to>
                                        <p:strVal val="visible"/>
                                      </p:to>
                                    </p:set>
                                    <p:animEffect transition="in" filter="box(out)">
                                      <p:cBhvr>
                                        <p:cTn id="133" dur="500"/>
                                        <p:tgtEl>
                                          <p:spTgt spid="23"/>
                                        </p:tgtEl>
                                      </p:cBhvr>
                                    </p:animEffect>
                                  </p:childTnLst>
                                  <p:subTnLst>
                                    <p:audio>
                                      <p:cMediaNode>
                                        <p:cTn display="0" masterRel="sameClick">
                                          <p:stCondLst>
                                            <p:cond evt="begin" delay="0">
                                              <p:tn val="131"/>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uild="p" bldLvl="4" autoUpdateAnimBg="0"/>
      <p:bldP spid="827407" grpId="0" animBg="1"/>
      <p:bldP spid="827408" grpId="0"/>
      <p:bldP spid="827409" grpId="0"/>
      <p:bldP spid="827410" grpId="0"/>
      <p:bldP spid="827411" grpId="0"/>
      <p:bldP spid="827412" grpId="0"/>
      <p:bldP spid="827413" grpId="0"/>
      <p:bldP spid="827414" grpId="0"/>
      <p:bldP spid="827415" grpId="0"/>
      <p:bldP spid="827416" grpId="0"/>
      <p:bldP spid="827417" grpId="0"/>
      <p:bldP spid="827418" grpId="0"/>
      <p:bldP spid="827419" grpId="0"/>
      <p:bldP spid="827420" grpId="0"/>
      <p:bldP spid="827421" grpId="0"/>
      <p:bldP spid="827422" grpId="0"/>
      <p:bldP spid="23" grpId="0" animBg="1"/>
      <p:bldP spid="24" grpId="0" build="p" bldLvl="5"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0" name="Rectangle 2">
            <a:extLst>
              <a:ext uri="{FF2B5EF4-FFF2-40B4-BE49-F238E27FC236}">
                <a16:creationId xmlns:a16="http://schemas.microsoft.com/office/drawing/2014/main" id="{3F808370-4E85-49F2-ADB9-DB49F63C2825}"/>
              </a:ext>
            </a:extLst>
          </p:cNvPr>
          <p:cNvSpPr txBox="1">
            <a:spLocks noChangeArrowheads="1"/>
          </p:cNvSpPr>
          <p:nvPr/>
        </p:nvSpPr>
        <p:spPr>
          <a:xfrm>
            <a:off x="783220" y="843295"/>
            <a:ext cx="7772400" cy="647700"/>
          </a:xfrm>
          <a:prstGeom prst="rect">
            <a:avLst/>
          </a:prstGeom>
        </p:spPr>
        <p:txBody>
          <a:bodyPr/>
          <a:lst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a:lstStyle>
          <a:p>
            <a:pPr algn="just">
              <a:buFontTx/>
              <a:buNone/>
            </a:pPr>
            <a:r>
              <a:rPr lang="en-US" altLang="zh-CN" kern="0" dirty="0">
                <a:solidFill>
                  <a:srgbClr val="C01920"/>
                </a:solidFill>
                <a:effectLst/>
                <a:latin typeface="楷体" panose="02010609060101010101" pitchFamily="49" charset="-122"/>
                <a:ea typeface="楷体" panose="02010609060101010101" pitchFamily="49" charset="-122"/>
              </a:rPr>
              <a:t>5. </a:t>
            </a:r>
            <a:r>
              <a:rPr lang="zh-CN" altLang="en-US" kern="0" dirty="0">
                <a:solidFill>
                  <a:srgbClr val="C01920"/>
                </a:solidFill>
                <a:effectLst/>
                <a:latin typeface="楷体" panose="02010609060101010101" pitchFamily="49" charset="-122"/>
                <a:ea typeface="楷体" panose="02010609060101010101" pitchFamily="49" charset="-122"/>
              </a:rPr>
              <a:t>算术运算符中数据类型转换规则 </a:t>
            </a:r>
          </a:p>
        </p:txBody>
      </p:sp>
      <p:grpSp>
        <p:nvGrpSpPr>
          <p:cNvPr id="828465" name="Group 49"/>
          <p:cNvGrpSpPr>
            <a:grpSpLocks/>
          </p:cNvGrpSpPr>
          <p:nvPr/>
        </p:nvGrpSpPr>
        <p:grpSpPr bwMode="auto">
          <a:xfrm>
            <a:off x="1587147" y="980728"/>
            <a:ext cx="3889375" cy="3406775"/>
            <a:chOff x="385" y="608"/>
            <a:chExt cx="2450" cy="2146"/>
          </a:xfrm>
          <a:effectLst>
            <a:outerShdw blurRad="50800" dist="38100" dir="2700000" algn="tl" rotWithShape="0">
              <a:prstClr val="black">
                <a:alpha val="40000"/>
              </a:prstClr>
            </a:outerShdw>
          </a:effectLst>
        </p:grpSpPr>
        <p:sp>
          <p:nvSpPr>
            <p:cNvPr id="828440" name="Rectangle 24"/>
            <p:cNvSpPr>
              <a:spLocks noChangeArrowheads="1"/>
            </p:cNvSpPr>
            <p:nvPr/>
          </p:nvSpPr>
          <p:spPr bwMode="auto">
            <a:xfrm>
              <a:off x="385" y="608"/>
              <a:ext cx="2450" cy="2090"/>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pPr algn="ctr" eaLnBrk="0" hangingPunct="0"/>
              <a:endParaRPr lang="zh-CN" altLang="zh-CN" sz="4000"/>
            </a:p>
          </p:txBody>
        </p:sp>
        <p:grpSp>
          <p:nvGrpSpPr>
            <p:cNvPr id="828458" name="Group 42"/>
            <p:cNvGrpSpPr>
              <a:grpSpLocks/>
            </p:cNvGrpSpPr>
            <p:nvPr/>
          </p:nvGrpSpPr>
          <p:grpSpPr bwMode="auto">
            <a:xfrm>
              <a:off x="519" y="623"/>
              <a:ext cx="2127" cy="2131"/>
              <a:chOff x="519" y="623"/>
              <a:chExt cx="2127" cy="2131"/>
            </a:xfrm>
          </p:grpSpPr>
          <p:sp>
            <p:nvSpPr>
              <p:cNvPr id="828452" name="Line 36"/>
              <p:cNvSpPr>
                <a:spLocks noChangeShapeType="1"/>
              </p:cNvSpPr>
              <p:nvPr/>
            </p:nvSpPr>
            <p:spPr bwMode="auto">
              <a:xfrm flipV="1">
                <a:off x="880" y="675"/>
                <a:ext cx="0" cy="2040"/>
              </a:xfrm>
              <a:prstGeom prst="line">
                <a:avLst/>
              </a:prstGeom>
              <a:noFill/>
              <a:ln w="28575">
                <a:solidFill>
                  <a:srgbClr val="C01920"/>
                </a:solidFill>
                <a:round/>
                <a:headEnd/>
                <a:tailEnd type="stealth" w="lg" len="lg"/>
              </a:ln>
              <a:effectLst/>
            </p:spPr>
            <p:txBody>
              <a:bodyPr wrap="none" anchor="ctr"/>
              <a:lstStyle/>
              <a:p>
                <a:endParaRPr lang="zh-CN" altLang="en-US"/>
              </a:p>
            </p:txBody>
          </p:sp>
          <p:sp>
            <p:nvSpPr>
              <p:cNvPr id="828453" name="Text Box 37"/>
              <p:cNvSpPr txBox="1">
                <a:spLocks noChangeArrowheads="1"/>
              </p:cNvSpPr>
              <p:nvPr/>
            </p:nvSpPr>
            <p:spPr bwMode="auto">
              <a:xfrm>
                <a:off x="519" y="2357"/>
                <a:ext cx="279" cy="252"/>
              </a:xfrm>
              <a:prstGeom prst="rect">
                <a:avLst/>
              </a:prstGeom>
              <a:noFill/>
              <a:ln w="9525">
                <a:noFill/>
                <a:miter lim="800000"/>
                <a:headEnd/>
                <a:tailEnd/>
              </a:ln>
              <a:effectLst/>
            </p:spPr>
            <p:txBody>
              <a:bodyPr wrap="none">
                <a:spAutoFit/>
              </a:bodyPr>
              <a:lstStyle/>
              <a:p>
                <a:pPr eaLnBrk="0" hangingPunct="0"/>
                <a:r>
                  <a:rPr lang="zh-CN" altLang="en-US" sz="2000" b="1">
                    <a:solidFill>
                      <a:srgbClr val="C01920"/>
                    </a:solidFill>
                    <a:latin typeface="楷体" pitchFamily="49" charset="-122"/>
                    <a:ea typeface="楷体" pitchFamily="49" charset="-122"/>
                  </a:rPr>
                  <a:t>低</a:t>
                </a:r>
              </a:p>
            </p:txBody>
          </p:sp>
          <p:sp>
            <p:nvSpPr>
              <p:cNvPr id="828454" name="Text Box 38"/>
              <p:cNvSpPr txBox="1">
                <a:spLocks noChangeArrowheads="1"/>
              </p:cNvSpPr>
              <p:nvPr/>
            </p:nvSpPr>
            <p:spPr bwMode="auto">
              <a:xfrm>
                <a:off x="519" y="772"/>
                <a:ext cx="279" cy="252"/>
              </a:xfrm>
              <a:prstGeom prst="rect">
                <a:avLst/>
              </a:prstGeom>
              <a:noFill/>
              <a:ln w="9525">
                <a:noFill/>
                <a:miter lim="800000"/>
                <a:headEnd/>
                <a:tailEnd/>
              </a:ln>
              <a:effectLst/>
            </p:spPr>
            <p:txBody>
              <a:bodyPr wrap="none">
                <a:spAutoFit/>
              </a:bodyPr>
              <a:lstStyle/>
              <a:p>
                <a:pPr eaLnBrk="0" hangingPunct="0"/>
                <a:r>
                  <a:rPr lang="zh-CN" altLang="en-US" sz="2000" b="1" dirty="0">
                    <a:solidFill>
                      <a:srgbClr val="C01920"/>
                    </a:solidFill>
                    <a:latin typeface="楷体" pitchFamily="49" charset="-122"/>
                    <a:ea typeface="楷体" pitchFamily="49" charset="-122"/>
                  </a:rPr>
                  <a:t>高</a:t>
                </a:r>
              </a:p>
            </p:txBody>
          </p:sp>
          <p:grpSp>
            <p:nvGrpSpPr>
              <p:cNvPr id="828457" name="Group 41"/>
              <p:cNvGrpSpPr>
                <a:grpSpLocks/>
              </p:cNvGrpSpPr>
              <p:nvPr/>
            </p:nvGrpSpPr>
            <p:grpSpPr bwMode="auto">
              <a:xfrm>
                <a:off x="1040" y="623"/>
                <a:ext cx="1606" cy="2131"/>
                <a:chOff x="1288" y="623"/>
                <a:chExt cx="1606" cy="2131"/>
              </a:xfrm>
            </p:grpSpPr>
            <p:sp>
              <p:nvSpPr>
                <p:cNvPr id="828441" name="Text Box 25"/>
                <p:cNvSpPr txBox="1">
                  <a:spLocks noChangeArrowheads="1"/>
                </p:cNvSpPr>
                <p:nvPr/>
              </p:nvSpPr>
              <p:spPr bwMode="auto">
                <a:xfrm>
                  <a:off x="1288" y="1095"/>
                  <a:ext cx="578" cy="250"/>
                </a:xfrm>
                <a:prstGeom prst="rect">
                  <a:avLst/>
                </a:prstGeom>
                <a:noFill/>
                <a:ln w="9525">
                  <a:noFill/>
                  <a:miter lim="800000"/>
                  <a:headEnd/>
                  <a:tailEnd/>
                </a:ln>
                <a:effectLst/>
              </p:spPr>
              <p:txBody>
                <a:bodyPr wrap="none">
                  <a:spAutoFit/>
                </a:bodyPr>
                <a:lstStyle/>
                <a:p>
                  <a:pPr eaLnBrk="0" hangingPunct="0"/>
                  <a:r>
                    <a:rPr lang="en-US" altLang="zh-CN" sz="2000" b="1">
                      <a:effectLst>
                        <a:outerShdw blurRad="38100" dist="38100" dir="2700000" algn="tl">
                          <a:srgbClr val="FFFFFF"/>
                        </a:outerShdw>
                      </a:effectLst>
                    </a:rPr>
                    <a:t>double</a:t>
                  </a:r>
                </a:p>
              </p:txBody>
            </p:sp>
            <p:sp>
              <p:nvSpPr>
                <p:cNvPr id="828442" name="Text Box 26"/>
                <p:cNvSpPr txBox="1">
                  <a:spLocks noChangeArrowheads="1"/>
                </p:cNvSpPr>
                <p:nvPr/>
              </p:nvSpPr>
              <p:spPr bwMode="auto">
                <a:xfrm>
                  <a:off x="2080" y="1095"/>
                  <a:ext cx="426" cy="250"/>
                </a:xfrm>
                <a:prstGeom prst="rect">
                  <a:avLst/>
                </a:prstGeom>
                <a:noFill/>
                <a:ln w="9525">
                  <a:noFill/>
                  <a:miter lim="800000"/>
                  <a:headEnd/>
                  <a:tailEnd/>
                </a:ln>
                <a:effectLst/>
              </p:spPr>
              <p:txBody>
                <a:bodyPr wrap="none">
                  <a:spAutoFit/>
                </a:bodyPr>
                <a:lstStyle/>
                <a:p>
                  <a:pPr eaLnBrk="0" hangingPunct="0"/>
                  <a:r>
                    <a:rPr lang="en-US" altLang="zh-CN" sz="2000" b="1">
                      <a:effectLst>
                        <a:outerShdw blurRad="38100" dist="38100" dir="2700000" algn="tl">
                          <a:srgbClr val="FFFFFF"/>
                        </a:outerShdw>
                      </a:effectLst>
                    </a:rPr>
                    <a:t>float</a:t>
                  </a:r>
                </a:p>
              </p:txBody>
            </p:sp>
            <p:sp>
              <p:nvSpPr>
                <p:cNvPr id="828443" name="Text Box 27"/>
                <p:cNvSpPr txBox="1">
                  <a:spLocks noChangeArrowheads="1"/>
                </p:cNvSpPr>
                <p:nvPr/>
              </p:nvSpPr>
              <p:spPr bwMode="auto">
                <a:xfrm>
                  <a:off x="1402" y="1538"/>
                  <a:ext cx="409" cy="250"/>
                </a:xfrm>
                <a:prstGeom prst="rect">
                  <a:avLst/>
                </a:prstGeom>
                <a:noFill/>
                <a:ln w="9525">
                  <a:noFill/>
                  <a:miter lim="800000"/>
                  <a:headEnd/>
                  <a:tailEnd/>
                </a:ln>
                <a:effectLst/>
              </p:spPr>
              <p:txBody>
                <a:bodyPr wrap="none">
                  <a:spAutoFit/>
                </a:bodyPr>
                <a:lstStyle/>
                <a:p>
                  <a:pPr eaLnBrk="0" hangingPunct="0"/>
                  <a:r>
                    <a:rPr lang="en-US" altLang="zh-CN" sz="2000" b="1">
                      <a:effectLst>
                        <a:outerShdw blurRad="38100" dist="38100" dir="2700000" algn="tl">
                          <a:srgbClr val="FFFFFF"/>
                        </a:outerShdw>
                      </a:effectLst>
                    </a:rPr>
                    <a:t>long</a:t>
                  </a:r>
                </a:p>
              </p:txBody>
            </p:sp>
            <p:sp>
              <p:nvSpPr>
                <p:cNvPr id="828444" name="Text Box 28"/>
                <p:cNvSpPr txBox="1">
                  <a:spLocks noChangeArrowheads="1"/>
                </p:cNvSpPr>
                <p:nvPr/>
              </p:nvSpPr>
              <p:spPr bwMode="auto">
                <a:xfrm>
                  <a:off x="1316" y="2003"/>
                  <a:ext cx="729" cy="250"/>
                </a:xfrm>
                <a:prstGeom prst="rect">
                  <a:avLst/>
                </a:prstGeom>
                <a:noFill/>
                <a:ln w="9525">
                  <a:noFill/>
                  <a:miter lim="800000"/>
                  <a:headEnd/>
                  <a:tailEnd/>
                </a:ln>
                <a:effectLst/>
              </p:spPr>
              <p:txBody>
                <a:bodyPr wrap="none">
                  <a:spAutoFit/>
                </a:bodyPr>
                <a:lstStyle/>
                <a:p>
                  <a:pPr eaLnBrk="0" hangingPunct="0"/>
                  <a:r>
                    <a:rPr lang="en-US" altLang="zh-CN" sz="2000" b="1">
                      <a:effectLst>
                        <a:outerShdw blurRad="38100" dist="38100" dir="2700000" algn="tl">
                          <a:srgbClr val="FFFFFF"/>
                        </a:outerShdw>
                      </a:effectLst>
                    </a:rPr>
                    <a:t>unsigned</a:t>
                  </a:r>
                </a:p>
              </p:txBody>
            </p:sp>
            <p:sp>
              <p:nvSpPr>
                <p:cNvPr id="828445" name="Text Box 29"/>
                <p:cNvSpPr txBox="1">
                  <a:spLocks noChangeArrowheads="1"/>
                </p:cNvSpPr>
                <p:nvPr/>
              </p:nvSpPr>
              <p:spPr bwMode="auto">
                <a:xfrm>
                  <a:off x="1414" y="2504"/>
                  <a:ext cx="302" cy="250"/>
                </a:xfrm>
                <a:prstGeom prst="rect">
                  <a:avLst/>
                </a:prstGeom>
                <a:noFill/>
                <a:ln w="9525">
                  <a:noFill/>
                  <a:miter lim="800000"/>
                  <a:headEnd/>
                  <a:tailEnd/>
                </a:ln>
                <a:effectLst/>
              </p:spPr>
              <p:txBody>
                <a:bodyPr wrap="none">
                  <a:spAutoFit/>
                </a:bodyPr>
                <a:lstStyle/>
                <a:p>
                  <a:pPr eaLnBrk="0" hangingPunct="0"/>
                  <a:r>
                    <a:rPr lang="en-US" altLang="zh-CN" sz="2000" b="1">
                      <a:effectLst>
                        <a:outerShdw blurRad="38100" dist="38100" dir="2700000" algn="tl">
                          <a:srgbClr val="FFFFFF"/>
                        </a:outerShdw>
                      </a:effectLst>
                    </a:rPr>
                    <a:t>int</a:t>
                  </a:r>
                </a:p>
              </p:txBody>
            </p:sp>
            <p:sp>
              <p:nvSpPr>
                <p:cNvPr id="828446" name="Text Box 30"/>
                <p:cNvSpPr txBox="1">
                  <a:spLocks noChangeArrowheads="1"/>
                </p:cNvSpPr>
                <p:nvPr/>
              </p:nvSpPr>
              <p:spPr bwMode="auto">
                <a:xfrm>
                  <a:off x="2032" y="2504"/>
                  <a:ext cx="862" cy="250"/>
                </a:xfrm>
                <a:prstGeom prst="rect">
                  <a:avLst/>
                </a:prstGeom>
                <a:noFill/>
                <a:ln w="9525">
                  <a:noFill/>
                  <a:miter lim="800000"/>
                  <a:headEnd/>
                  <a:tailEnd/>
                </a:ln>
                <a:effectLst/>
              </p:spPr>
              <p:txBody>
                <a:bodyPr wrap="none">
                  <a:spAutoFit/>
                </a:bodyPr>
                <a:lstStyle/>
                <a:p>
                  <a:pPr eaLnBrk="0" hangingPunct="0"/>
                  <a:r>
                    <a:rPr lang="en-US" altLang="zh-CN" sz="2000" b="1">
                      <a:effectLst>
                        <a:outerShdw blurRad="38100" dist="38100" dir="2700000" algn="tl">
                          <a:srgbClr val="FFFFFF"/>
                        </a:outerShdw>
                      </a:effectLst>
                    </a:rPr>
                    <a:t>char, short</a:t>
                  </a:r>
                </a:p>
              </p:txBody>
            </p:sp>
            <p:sp>
              <p:nvSpPr>
                <p:cNvPr id="828447" name="Line 31"/>
                <p:cNvSpPr>
                  <a:spLocks noChangeShapeType="1"/>
                </p:cNvSpPr>
                <p:nvPr/>
              </p:nvSpPr>
              <p:spPr bwMode="auto">
                <a:xfrm rot="-10800000">
                  <a:off x="1557" y="1301"/>
                  <a:ext cx="0" cy="293"/>
                </a:xfrm>
                <a:prstGeom prst="line">
                  <a:avLst/>
                </a:prstGeom>
                <a:noFill/>
                <a:ln w="28575">
                  <a:solidFill>
                    <a:srgbClr val="002060"/>
                  </a:solidFill>
                  <a:round/>
                  <a:headEnd/>
                  <a:tailEnd type="stealth" w="lg" len="lg"/>
                </a:ln>
                <a:effectLst/>
              </p:spPr>
              <p:txBody>
                <a:bodyPr wrap="none" anchor="ctr"/>
                <a:lstStyle/>
                <a:p>
                  <a:endParaRPr lang="zh-CN" altLang="en-US"/>
                </a:p>
              </p:txBody>
            </p:sp>
            <p:sp>
              <p:nvSpPr>
                <p:cNvPr id="828448" name="Line 32"/>
                <p:cNvSpPr>
                  <a:spLocks noChangeShapeType="1"/>
                </p:cNvSpPr>
                <p:nvPr/>
              </p:nvSpPr>
              <p:spPr bwMode="auto">
                <a:xfrm rot="-10800000">
                  <a:off x="1560" y="1760"/>
                  <a:ext cx="0" cy="293"/>
                </a:xfrm>
                <a:prstGeom prst="line">
                  <a:avLst/>
                </a:prstGeom>
                <a:noFill/>
                <a:ln w="28575">
                  <a:solidFill>
                    <a:srgbClr val="002060"/>
                  </a:solidFill>
                  <a:round/>
                  <a:headEnd/>
                  <a:tailEnd type="stealth" w="lg" len="lg"/>
                </a:ln>
                <a:effectLst/>
              </p:spPr>
              <p:txBody>
                <a:bodyPr wrap="none" anchor="ctr"/>
                <a:lstStyle/>
                <a:p>
                  <a:endParaRPr lang="zh-CN" altLang="en-US"/>
                </a:p>
              </p:txBody>
            </p:sp>
            <p:sp>
              <p:nvSpPr>
                <p:cNvPr id="828449" name="Line 33"/>
                <p:cNvSpPr>
                  <a:spLocks noChangeShapeType="1"/>
                </p:cNvSpPr>
                <p:nvPr/>
              </p:nvSpPr>
              <p:spPr bwMode="auto">
                <a:xfrm rot="-10800000">
                  <a:off x="1552" y="2243"/>
                  <a:ext cx="0" cy="293"/>
                </a:xfrm>
                <a:prstGeom prst="line">
                  <a:avLst/>
                </a:prstGeom>
                <a:noFill/>
                <a:ln w="28575">
                  <a:solidFill>
                    <a:srgbClr val="002060"/>
                  </a:solidFill>
                  <a:round/>
                  <a:headEnd/>
                  <a:tailEnd type="stealth" w="lg" len="lg"/>
                </a:ln>
                <a:effectLst/>
              </p:spPr>
              <p:txBody>
                <a:bodyPr wrap="none" anchor="ctr"/>
                <a:lstStyle/>
                <a:p>
                  <a:endParaRPr lang="zh-CN" altLang="en-US"/>
                </a:p>
              </p:txBody>
            </p:sp>
            <p:sp>
              <p:nvSpPr>
                <p:cNvPr id="828450" name="Line 34"/>
                <p:cNvSpPr>
                  <a:spLocks noChangeShapeType="1"/>
                </p:cNvSpPr>
                <p:nvPr/>
              </p:nvSpPr>
              <p:spPr bwMode="auto">
                <a:xfrm flipH="1">
                  <a:off x="1808" y="1243"/>
                  <a:ext cx="320" cy="0"/>
                </a:xfrm>
                <a:prstGeom prst="line">
                  <a:avLst/>
                </a:prstGeom>
                <a:noFill/>
                <a:ln w="28575">
                  <a:solidFill>
                    <a:srgbClr val="C01920"/>
                  </a:solidFill>
                  <a:round/>
                  <a:headEnd/>
                  <a:tailEnd type="stealth" w="lg" len="lg"/>
                </a:ln>
                <a:effectLst/>
              </p:spPr>
              <p:txBody>
                <a:bodyPr wrap="none" anchor="ctr"/>
                <a:lstStyle/>
                <a:p>
                  <a:endParaRPr lang="zh-CN" altLang="en-US"/>
                </a:p>
              </p:txBody>
            </p:sp>
            <p:sp>
              <p:nvSpPr>
                <p:cNvPr id="828451" name="Line 35"/>
                <p:cNvSpPr>
                  <a:spLocks noChangeShapeType="1"/>
                </p:cNvSpPr>
                <p:nvPr/>
              </p:nvSpPr>
              <p:spPr bwMode="auto">
                <a:xfrm flipH="1">
                  <a:off x="1675" y="2627"/>
                  <a:ext cx="375" cy="0"/>
                </a:xfrm>
                <a:prstGeom prst="line">
                  <a:avLst/>
                </a:prstGeom>
                <a:noFill/>
                <a:ln w="28575">
                  <a:solidFill>
                    <a:srgbClr val="C01920"/>
                  </a:solidFill>
                  <a:round/>
                  <a:headEnd/>
                  <a:tailEnd type="stealth" w="lg" len="lg"/>
                </a:ln>
                <a:effectLst/>
              </p:spPr>
              <p:txBody>
                <a:bodyPr wrap="none" anchor="ctr"/>
                <a:lstStyle/>
                <a:p>
                  <a:endParaRPr lang="zh-CN" altLang="en-US"/>
                </a:p>
              </p:txBody>
            </p:sp>
            <p:sp>
              <p:nvSpPr>
                <p:cNvPr id="828455" name="Line 39"/>
                <p:cNvSpPr>
                  <a:spLocks noChangeShapeType="1"/>
                </p:cNvSpPr>
                <p:nvPr/>
              </p:nvSpPr>
              <p:spPr bwMode="auto">
                <a:xfrm rot="-10800000">
                  <a:off x="1557" y="861"/>
                  <a:ext cx="0" cy="293"/>
                </a:xfrm>
                <a:prstGeom prst="line">
                  <a:avLst/>
                </a:prstGeom>
                <a:noFill/>
                <a:ln w="28575">
                  <a:solidFill>
                    <a:srgbClr val="002060"/>
                  </a:solidFill>
                  <a:round/>
                  <a:headEnd/>
                  <a:tailEnd type="stealth" w="lg" len="lg"/>
                </a:ln>
                <a:effectLst/>
              </p:spPr>
              <p:txBody>
                <a:bodyPr wrap="none" anchor="ctr"/>
                <a:lstStyle/>
                <a:p>
                  <a:endParaRPr lang="zh-CN" altLang="en-US"/>
                </a:p>
              </p:txBody>
            </p:sp>
            <p:sp>
              <p:nvSpPr>
                <p:cNvPr id="828456" name="Text Box 40"/>
                <p:cNvSpPr txBox="1">
                  <a:spLocks noChangeArrowheads="1"/>
                </p:cNvSpPr>
                <p:nvPr/>
              </p:nvSpPr>
              <p:spPr bwMode="auto">
                <a:xfrm>
                  <a:off x="1296" y="623"/>
                  <a:ext cx="911" cy="250"/>
                </a:xfrm>
                <a:prstGeom prst="rect">
                  <a:avLst/>
                </a:prstGeom>
                <a:noFill/>
                <a:ln w="9525">
                  <a:noFill/>
                  <a:miter lim="800000"/>
                  <a:headEnd/>
                  <a:tailEnd/>
                </a:ln>
                <a:effectLst/>
              </p:spPr>
              <p:txBody>
                <a:bodyPr wrap="none">
                  <a:spAutoFit/>
                </a:bodyPr>
                <a:lstStyle/>
                <a:p>
                  <a:pPr eaLnBrk="0" hangingPunct="0"/>
                  <a:r>
                    <a:rPr kumimoji="0" lang="en-US" altLang="zh-CN" sz="2000" b="1">
                      <a:effectLst>
                        <a:outerShdw blurRad="38100" dist="38100" dir="2700000" algn="tl">
                          <a:srgbClr val="FFFFFF"/>
                        </a:outerShdw>
                      </a:effectLst>
                    </a:rPr>
                    <a:t>long d</a:t>
                  </a:r>
                  <a:r>
                    <a:rPr lang="en-US" altLang="zh-CN" sz="2000" b="1">
                      <a:effectLst>
                        <a:outerShdw blurRad="38100" dist="38100" dir="2700000" algn="tl">
                          <a:srgbClr val="FFFFFF"/>
                        </a:outerShdw>
                      </a:effectLst>
                    </a:rPr>
                    <a:t>ouble</a:t>
                  </a:r>
                </a:p>
              </p:txBody>
            </p:sp>
          </p:grpSp>
        </p:grpSp>
      </p:grpSp>
      <p:grpSp>
        <p:nvGrpSpPr>
          <p:cNvPr id="828542" name="Group 126"/>
          <p:cNvGrpSpPr>
            <a:grpSpLocks/>
          </p:cNvGrpSpPr>
          <p:nvPr/>
        </p:nvGrpSpPr>
        <p:grpSpPr bwMode="auto">
          <a:xfrm>
            <a:off x="5972497" y="1635155"/>
            <a:ext cx="4219575" cy="1233487"/>
            <a:chOff x="3016" y="527"/>
            <a:chExt cx="2658" cy="777"/>
          </a:xfrm>
        </p:grpSpPr>
        <p:sp>
          <p:nvSpPr>
            <p:cNvPr id="828460" name="Text Box 44"/>
            <p:cNvSpPr txBox="1">
              <a:spLocks noChangeArrowheads="1"/>
            </p:cNvSpPr>
            <p:nvPr/>
          </p:nvSpPr>
          <p:spPr bwMode="auto">
            <a:xfrm>
              <a:off x="3016" y="527"/>
              <a:ext cx="536" cy="250"/>
            </a:xfrm>
            <a:prstGeom prst="rect">
              <a:avLst/>
            </a:prstGeom>
            <a:noFill/>
            <a:ln w="9525">
              <a:noFill/>
              <a:miter lim="800000"/>
              <a:headEnd/>
              <a:tailEnd/>
            </a:ln>
            <a:effectLst/>
          </p:spPr>
          <p:txBody>
            <a:bodyPr>
              <a:spAutoFit/>
            </a:bodyPr>
            <a:lstStyle/>
            <a:p>
              <a:pPr eaLnBrk="0" hangingPunct="0"/>
              <a:r>
                <a:rPr lang="zh-CN" altLang="en-US" sz="2000" b="1" dirty="0">
                  <a:effectLst>
                    <a:outerShdw blurRad="38100" dist="38100" dir="2700000" algn="tl">
                      <a:srgbClr val="FFFFFF"/>
                    </a:outerShdw>
                  </a:effectLst>
                  <a:latin typeface="楷体" pitchFamily="49" charset="-122"/>
                  <a:ea typeface="楷体" pitchFamily="49" charset="-122"/>
                </a:rPr>
                <a:t>说明</a:t>
              </a:r>
              <a:r>
                <a:rPr lang="en-US" altLang="zh-CN" sz="2000" b="1" dirty="0">
                  <a:effectLst>
                    <a:outerShdw blurRad="38100" dist="38100" dir="2700000" algn="tl">
                      <a:srgbClr val="FFFFFF"/>
                    </a:outerShdw>
                  </a:effectLst>
                  <a:latin typeface="楷体" pitchFamily="49" charset="-122"/>
                  <a:ea typeface="楷体" pitchFamily="49" charset="-122"/>
                </a:rPr>
                <a:t>:</a:t>
              </a:r>
            </a:p>
          </p:txBody>
        </p:sp>
        <p:sp>
          <p:nvSpPr>
            <p:cNvPr id="828461" name="Line 45"/>
            <p:cNvSpPr>
              <a:spLocks noChangeShapeType="1"/>
            </p:cNvSpPr>
            <p:nvPr/>
          </p:nvSpPr>
          <p:spPr bwMode="auto">
            <a:xfrm flipH="1">
              <a:off x="3419" y="845"/>
              <a:ext cx="495" cy="0"/>
            </a:xfrm>
            <a:prstGeom prst="line">
              <a:avLst/>
            </a:prstGeom>
            <a:noFill/>
            <a:ln w="28575">
              <a:solidFill>
                <a:srgbClr val="C01920"/>
              </a:solidFill>
              <a:round/>
              <a:headEnd/>
              <a:tailEnd type="stealth" w="lg" len="lg"/>
            </a:ln>
            <a:effectLst/>
          </p:spPr>
          <p:txBody>
            <a:bodyPr wrap="none" anchor="ctr"/>
            <a:lstStyle/>
            <a:p>
              <a:endParaRPr lang="zh-CN" altLang="en-US">
                <a:latin typeface="楷体" pitchFamily="49" charset="-122"/>
                <a:ea typeface="楷体" pitchFamily="49" charset="-122"/>
              </a:endParaRPr>
            </a:p>
          </p:txBody>
        </p:sp>
        <p:sp>
          <p:nvSpPr>
            <p:cNvPr id="828462" name="Text Box 46"/>
            <p:cNvSpPr txBox="1">
              <a:spLocks noChangeArrowheads="1"/>
            </p:cNvSpPr>
            <p:nvPr/>
          </p:nvSpPr>
          <p:spPr bwMode="auto">
            <a:xfrm>
              <a:off x="4003" y="709"/>
              <a:ext cx="921" cy="250"/>
            </a:xfrm>
            <a:prstGeom prst="rect">
              <a:avLst/>
            </a:prstGeom>
            <a:noFill/>
            <a:ln w="9525">
              <a:noFill/>
              <a:miter lim="800000"/>
              <a:headEnd/>
              <a:tailEnd/>
            </a:ln>
            <a:effectLst/>
          </p:spPr>
          <p:txBody>
            <a:bodyPr wrap="none">
              <a:spAutoFit/>
            </a:bodyPr>
            <a:lstStyle/>
            <a:p>
              <a:pPr eaLnBrk="0" hangingPunct="0"/>
              <a:r>
                <a:rPr lang="zh-CN" altLang="en-US" sz="2000" b="1" dirty="0">
                  <a:effectLst>
                    <a:outerShdw blurRad="38100" dist="38100" dir="2700000" algn="tl">
                      <a:srgbClr val="FFFFFF"/>
                    </a:outerShdw>
                  </a:effectLst>
                  <a:latin typeface="楷体" pitchFamily="49" charset="-122"/>
                  <a:ea typeface="楷体" pitchFamily="49" charset="-122"/>
                </a:rPr>
                <a:t>必定的转换</a:t>
              </a:r>
            </a:p>
          </p:txBody>
        </p:sp>
        <p:sp>
          <p:nvSpPr>
            <p:cNvPr id="828463" name="Line 47"/>
            <p:cNvSpPr>
              <a:spLocks noChangeShapeType="1"/>
            </p:cNvSpPr>
            <p:nvPr/>
          </p:nvSpPr>
          <p:spPr bwMode="auto">
            <a:xfrm flipV="1">
              <a:off x="3696" y="981"/>
              <a:ext cx="0" cy="323"/>
            </a:xfrm>
            <a:prstGeom prst="line">
              <a:avLst/>
            </a:prstGeom>
            <a:noFill/>
            <a:ln w="28575">
              <a:solidFill>
                <a:srgbClr val="002060"/>
              </a:solidFill>
              <a:round/>
              <a:headEnd/>
              <a:tailEnd type="stealth" w="lg" len="lg"/>
            </a:ln>
            <a:effectLst/>
          </p:spPr>
          <p:txBody>
            <a:bodyPr wrap="none" anchor="ctr"/>
            <a:lstStyle/>
            <a:p>
              <a:endParaRPr lang="zh-CN" altLang="en-US">
                <a:latin typeface="楷体" pitchFamily="49" charset="-122"/>
                <a:ea typeface="楷体" pitchFamily="49" charset="-122"/>
              </a:endParaRPr>
            </a:p>
          </p:txBody>
        </p:sp>
        <p:sp>
          <p:nvSpPr>
            <p:cNvPr id="828464" name="Text Box 48"/>
            <p:cNvSpPr txBox="1">
              <a:spLocks noChangeArrowheads="1"/>
            </p:cNvSpPr>
            <p:nvPr/>
          </p:nvSpPr>
          <p:spPr bwMode="auto">
            <a:xfrm>
              <a:off x="3787" y="1007"/>
              <a:ext cx="1887" cy="250"/>
            </a:xfrm>
            <a:prstGeom prst="rect">
              <a:avLst/>
            </a:prstGeom>
            <a:noFill/>
            <a:ln w="9525">
              <a:noFill/>
              <a:miter lim="800000"/>
              <a:headEnd/>
              <a:tailEnd/>
            </a:ln>
            <a:effectLst/>
          </p:spPr>
          <p:txBody>
            <a:bodyPr wrap="none">
              <a:spAutoFit/>
            </a:bodyPr>
            <a:lstStyle/>
            <a:p>
              <a:pPr eaLnBrk="0" hangingPunct="0"/>
              <a:r>
                <a:rPr lang="zh-CN" altLang="en-US" sz="2000" b="1" dirty="0">
                  <a:effectLst>
                    <a:outerShdw blurRad="38100" dist="38100" dir="2700000" algn="tl">
                      <a:srgbClr val="FFFFFF"/>
                    </a:outerShdw>
                  </a:effectLst>
                  <a:latin typeface="楷体" pitchFamily="49" charset="-122"/>
                  <a:ea typeface="楷体" pitchFamily="49" charset="-122"/>
                </a:rPr>
                <a:t>运算对象类型不同时转换</a:t>
              </a:r>
            </a:p>
          </p:txBody>
        </p:sp>
      </p:grpSp>
      <p:grpSp>
        <p:nvGrpSpPr>
          <p:cNvPr id="828466" name="Group 50"/>
          <p:cNvGrpSpPr>
            <a:grpSpLocks/>
          </p:cNvGrpSpPr>
          <p:nvPr/>
        </p:nvGrpSpPr>
        <p:grpSpPr bwMode="auto">
          <a:xfrm>
            <a:off x="1021997" y="4335684"/>
            <a:ext cx="4303713" cy="1358900"/>
            <a:chOff x="0" y="2653"/>
            <a:chExt cx="2711" cy="856"/>
          </a:xfrm>
        </p:grpSpPr>
        <p:sp>
          <p:nvSpPr>
            <p:cNvPr id="828467" name="Text Box 51"/>
            <p:cNvSpPr txBox="1">
              <a:spLocks noChangeArrowheads="1"/>
            </p:cNvSpPr>
            <p:nvPr/>
          </p:nvSpPr>
          <p:spPr bwMode="auto">
            <a:xfrm>
              <a:off x="0" y="2675"/>
              <a:ext cx="1130" cy="834"/>
            </a:xfrm>
            <a:prstGeom prst="rect">
              <a:avLst/>
            </a:prstGeom>
            <a:noFill/>
            <a:ln w="9525">
              <a:noFill/>
              <a:miter lim="800000"/>
              <a:headEnd/>
              <a:tailEnd/>
            </a:ln>
            <a:effectLst/>
          </p:spPr>
          <p:txBody>
            <a:bodyPr wrap="none">
              <a:spAutoFit/>
            </a:bodyPr>
            <a:lstStyle/>
            <a:p>
              <a:pPr eaLnBrk="0" hangingPunct="0"/>
              <a:r>
                <a:rPr lang="zh-CN" altLang="en-US" sz="2000" b="1" dirty="0">
                  <a:solidFill>
                    <a:srgbClr val="C01920"/>
                  </a:solidFill>
                  <a:latin typeface="隶书" pitchFamily="49" charset="-122"/>
                  <a:ea typeface="隶书" pitchFamily="49" charset="-122"/>
                </a:rPr>
                <a:t>例：</a:t>
              </a:r>
              <a:r>
                <a:rPr lang="en-US" altLang="zh-CN" sz="2000" b="1" dirty="0">
                  <a:effectLst>
                    <a:outerShdw blurRad="38100" dist="38100" dir="2700000" algn="tl">
                      <a:srgbClr val="FFFFFF"/>
                    </a:outerShdw>
                  </a:effectLst>
                </a:rPr>
                <a:t>char </a:t>
              </a:r>
              <a:r>
                <a:rPr lang="en-US" altLang="zh-CN" sz="2000" b="1" dirty="0" err="1">
                  <a:effectLst>
                    <a:outerShdw blurRad="38100" dist="38100" dir="2700000" algn="tl">
                      <a:srgbClr val="FFFFFF"/>
                    </a:outerShdw>
                  </a:effectLst>
                </a:rPr>
                <a:t>ch</a:t>
              </a:r>
              <a:r>
                <a:rPr lang="en-US" altLang="zh-CN" sz="2000" b="1" dirty="0">
                  <a:effectLst>
                    <a:outerShdw blurRad="38100" dist="38100" dir="2700000" algn="tl">
                      <a:srgbClr val="FFFFFF"/>
                    </a:outerShdw>
                  </a:effectLst>
                </a:rPr>
                <a:t>;</a:t>
              </a:r>
            </a:p>
            <a:p>
              <a:pPr eaLnBrk="0" hangingPunct="0"/>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int</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a:t>
              </a:r>
            </a:p>
            <a:p>
              <a:pPr eaLnBrk="0" hangingPunct="0"/>
              <a:r>
                <a:rPr lang="en-US" altLang="zh-CN" sz="2000" b="1" dirty="0">
                  <a:effectLst>
                    <a:outerShdw blurRad="38100" dist="38100" dir="2700000" algn="tl">
                      <a:srgbClr val="FFFFFF"/>
                    </a:outerShdw>
                  </a:effectLst>
                </a:rPr>
                <a:t>         float f;</a:t>
              </a:r>
            </a:p>
            <a:p>
              <a:pPr eaLnBrk="0" hangingPunct="0"/>
              <a:r>
                <a:rPr lang="en-US" altLang="zh-CN" sz="2000" b="1" dirty="0">
                  <a:effectLst>
                    <a:outerShdw blurRad="38100" dist="38100" dir="2700000" algn="tl">
                      <a:srgbClr val="FFFFFF"/>
                    </a:outerShdw>
                  </a:effectLst>
                </a:rPr>
                <a:t>         double d;</a:t>
              </a:r>
            </a:p>
          </p:txBody>
        </p:sp>
        <p:sp>
          <p:nvSpPr>
            <p:cNvPr id="828468" name="Text Box 52"/>
            <p:cNvSpPr txBox="1">
              <a:spLocks noChangeArrowheads="1"/>
            </p:cNvSpPr>
            <p:nvPr/>
          </p:nvSpPr>
          <p:spPr bwMode="auto">
            <a:xfrm>
              <a:off x="1032" y="2653"/>
              <a:ext cx="1679" cy="252"/>
            </a:xfrm>
            <a:prstGeom prst="rect">
              <a:avLst/>
            </a:prstGeom>
            <a:noFill/>
            <a:ln w="9525">
              <a:noFill/>
              <a:miter lim="800000"/>
              <a:headEnd/>
              <a:tailEnd/>
            </a:ln>
            <a:effectLst/>
          </p:spPr>
          <p:txBody>
            <a:bodyPr wrap="none">
              <a:spAutoFit/>
            </a:bodyPr>
            <a:lstStyle/>
            <a:p>
              <a:pPr eaLnBrk="0" hangingPunct="0"/>
              <a:r>
                <a:rPr lang="en-US" altLang="zh-CN" sz="2000" b="1" dirty="0" err="1">
                  <a:solidFill>
                    <a:srgbClr val="002060"/>
                  </a:solidFill>
                </a:rPr>
                <a:t>ch</a:t>
              </a:r>
              <a:r>
                <a:rPr lang="en-US" altLang="zh-CN" sz="2000" b="1" dirty="0">
                  <a:solidFill>
                    <a:srgbClr val="002060"/>
                  </a:solidFill>
                </a:rPr>
                <a:t>/</a:t>
              </a:r>
              <a:r>
                <a:rPr lang="en-US" altLang="zh-CN" sz="2000" b="1" dirty="0" err="1">
                  <a:solidFill>
                    <a:srgbClr val="002060"/>
                  </a:solidFill>
                </a:rPr>
                <a:t>i</a:t>
              </a:r>
              <a:r>
                <a:rPr lang="en-US" altLang="zh-CN" sz="2000" b="1" dirty="0">
                  <a:solidFill>
                    <a:srgbClr val="002060"/>
                  </a:solidFill>
                </a:rPr>
                <a:t>     +    f*d    -   (</a:t>
              </a:r>
              <a:r>
                <a:rPr lang="en-US" altLang="zh-CN" sz="2000" b="1" dirty="0" err="1">
                  <a:solidFill>
                    <a:srgbClr val="002060"/>
                  </a:solidFill>
                </a:rPr>
                <a:t>f+i</a:t>
              </a:r>
              <a:r>
                <a:rPr lang="en-US" altLang="zh-CN" sz="2000" b="1" dirty="0">
                  <a:solidFill>
                    <a:srgbClr val="002060"/>
                  </a:solidFill>
                </a:rPr>
                <a:t>)</a:t>
              </a:r>
            </a:p>
          </p:txBody>
        </p:sp>
      </p:grpSp>
      <p:grpSp>
        <p:nvGrpSpPr>
          <p:cNvPr id="828469" name="Group 53"/>
          <p:cNvGrpSpPr>
            <a:grpSpLocks/>
          </p:cNvGrpSpPr>
          <p:nvPr/>
        </p:nvGrpSpPr>
        <p:grpSpPr bwMode="auto">
          <a:xfrm>
            <a:off x="2660296" y="4670647"/>
            <a:ext cx="2928938" cy="2149475"/>
            <a:chOff x="1008" y="2832"/>
            <a:chExt cx="1845" cy="1354"/>
          </a:xfrm>
        </p:grpSpPr>
        <p:grpSp>
          <p:nvGrpSpPr>
            <p:cNvPr id="828470" name="Group 54"/>
            <p:cNvGrpSpPr>
              <a:grpSpLocks/>
            </p:cNvGrpSpPr>
            <p:nvPr/>
          </p:nvGrpSpPr>
          <p:grpSpPr bwMode="auto">
            <a:xfrm>
              <a:off x="1008" y="2832"/>
              <a:ext cx="381" cy="634"/>
              <a:chOff x="1008" y="3072"/>
              <a:chExt cx="381" cy="634"/>
            </a:xfrm>
          </p:grpSpPr>
          <p:sp>
            <p:nvSpPr>
              <p:cNvPr id="828471" name="Line 55"/>
              <p:cNvSpPr>
                <a:spLocks noChangeShapeType="1"/>
              </p:cNvSpPr>
              <p:nvPr/>
            </p:nvSpPr>
            <p:spPr bwMode="auto">
              <a:xfrm>
                <a:off x="1152" y="3072"/>
                <a:ext cx="0" cy="144"/>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828472" name="Text Box 56"/>
              <p:cNvSpPr txBox="1">
                <a:spLocks noChangeArrowheads="1"/>
              </p:cNvSpPr>
              <p:nvPr/>
            </p:nvSpPr>
            <p:spPr bwMode="auto">
              <a:xfrm>
                <a:off x="1008" y="3120"/>
                <a:ext cx="285" cy="250"/>
              </a:xfrm>
              <a:prstGeom prst="rect">
                <a:avLst/>
              </a:prstGeom>
              <a:noFill/>
              <a:ln w="9525">
                <a:noFill/>
                <a:miter lim="800000"/>
                <a:headEnd/>
                <a:tailEnd/>
              </a:ln>
              <a:effectLst/>
            </p:spPr>
            <p:txBody>
              <a:bodyPr wrap="none">
                <a:spAutoFit/>
              </a:bodyPr>
              <a:lstStyle/>
              <a:p>
                <a:r>
                  <a:rPr lang="en-US" altLang="zh-CN" sz="2000">
                    <a:effectLst>
                      <a:outerShdw blurRad="38100" dist="38100" dir="2700000" algn="tl">
                        <a:srgbClr val="FFFFFF"/>
                      </a:outerShdw>
                    </a:effectLst>
                    <a:latin typeface="Arial" pitchFamily="34" charset="0"/>
                  </a:rPr>
                  <a:t>int</a:t>
                </a:r>
              </a:p>
            </p:txBody>
          </p:sp>
          <p:sp>
            <p:nvSpPr>
              <p:cNvPr id="828473" name="Line 57"/>
              <p:cNvSpPr>
                <a:spLocks noChangeShapeType="1"/>
              </p:cNvSpPr>
              <p:nvPr/>
            </p:nvSpPr>
            <p:spPr bwMode="auto">
              <a:xfrm>
                <a:off x="1296" y="3072"/>
                <a:ext cx="0" cy="336"/>
              </a:xfrm>
              <a:prstGeom prst="line">
                <a:avLst/>
              </a:prstGeom>
              <a:noFill/>
              <a:ln w="9525">
                <a:solidFill>
                  <a:schemeClr val="tx1"/>
                </a:solidFill>
                <a:round/>
                <a:headEnd/>
                <a:tailEnd/>
              </a:ln>
              <a:effectLst/>
            </p:spPr>
            <p:txBody>
              <a:bodyPr wrap="none" anchor="ctr"/>
              <a:lstStyle/>
              <a:p>
                <a:endParaRPr lang="zh-CN" altLang="en-US"/>
              </a:p>
            </p:txBody>
          </p:sp>
          <p:sp>
            <p:nvSpPr>
              <p:cNvPr id="828474" name="Line 58"/>
              <p:cNvSpPr>
                <a:spLocks noChangeShapeType="1"/>
              </p:cNvSpPr>
              <p:nvPr/>
            </p:nvSpPr>
            <p:spPr bwMode="auto">
              <a:xfrm>
                <a:off x="1152" y="3312"/>
                <a:ext cx="0" cy="96"/>
              </a:xfrm>
              <a:prstGeom prst="line">
                <a:avLst/>
              </a:prstGeom>
              <a:noFill/>
              <a:ln w="9525">
                <a:solidFill>
                  <a:schemeClr val="tx1"/>
                </a:solidFill>
                <a:round/>
                <a:headEnd/>
                <a:tailEnd/>
              </a:ln>
              <a:effectLst/>
            </p:spPr>
            <p:txBody>
              <a:bodyPr wrap="none" anchor="ctr"/>
              <a:lstStyle/>
              <a:p>
                <a:endParaRPr lang="zh-CN" altLang="en-US"/>
              </a:p>
            </p:txBody>
          </p:sp>
          <p:sp>
            <p:nvSpPr>
              <p:cNvPr id="828475" name="Line 59"/>
              <p:cNvSpPr>
                <a:spLocks noChangeShapeType="1"/>
              </p:cNvSpPr>
              <p:nvPr/>
            </p:nvSpPr>
            <p:spPr bwMode="auto">
              <a:xfrm>
                <a:off x="1152" y="3408"/>
                <a:ext cx="144" cy="0"/>
              </a:xfrm>
              <a:prstGeom prst="line">
                <a:avLst/>
              </a:prstGeom>
              <a:noFill/>
              <a:ln w="9525">
                <a:solidFill>
                  <a:schemeClr val="tx1"/>
                </a:solidFill>
                <a:round/>
                <a:headEnd/>
                <a:tailEnd/>
              </a:ln>
              <a:effectLst/>
            </p:spPr>
            <p:txBody>
              <a:bodyPr wrap="none" anchor="ctr"/>
              <a:lstStyle/>
              <a:p>
                <a:endParaRPr lang="zh-CN" altLang="en-US"/>
              </a:p>
            </p:txBody>
          </p:sp>
          <p:sp>
            <p:nvSpPr>
              <p:cNvPr id="828476" name="Line 60"/>
              <p:cNvSpPr>
                <a:spLocks noChangeShapeType="1"/>
              </p:cNvSpPr>
              <p:nvPr/>
            </p:nvSpPr>
            <p:spPr bwMode="auto">
              <a:xfrm>
                <a:off x="1248" y="3408"/>
                <a:ext cx="0" cy="144"/>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828477" name="Text Box 61"/>
              <p:cNvSpPr txBox="1">
                <a:spLocks noChangeArrowheads="1"/>
              </p:cNvSpPr>
              <p:nvPr/>
            </p:nvSpPr>
            <p:spPr bwMode="auto">
              <a:xfrm>
                <a:off x="1104" y="3456"/>
                <a:ext cx="285" cy="250"/>
              </a:xfrm>
              <a:prstGeom prst="rect">
                <a:avLst/>
              </a:prstGeom>
              <a:noFill/>
              <a:ln w="9525">
                <a:noFill/>
                <a:miter lim="800000"/>
                <a:headEnd/>
                <a:tailEnd/>
              </a:ln>
              <a:effectLst/>
            </p:spPr>
            <p:txBody>
              <a:bodyPr wrap="none">
                <a:spAutoFit/>
              </a:bodyPr>
              <a:lstStyle/>
              <a:p>
                <a:r>
                  <a:rPr lang="en-US" altLang="zh-CN" sz="2000">
                    <a:effectLst>
                      <a:outerShdw blurRad="38100" dist="38100" dir="2700000" algn="tl">
                        <a:srgbClr val="FFFFFF"/>
                      </a:outerShdw>
                    </a:effectLst>
                    <a:latin typeface="Arial" pitchFamily="34" charset="0"/>
                  </a:rPr>
                  <a:t>int</a:t>
                </a:r>
              </a:p>
            </p:txBody>
          </p:sp>
        </p:grpSp>
        <p:grpSp>
          <p:nvGrpSpPr>
            <p:cNvPr id="828478" name="Group 62"/>
            <p:cNvGrpSpPr>
              <a:grpSpLocks/>
            </p:cNvGrpSpPr>
            <p:nvPr/>
          </p:nvGrpSpPr>
          <p:grpSpPr bwMode="auto">
            <a:xfrm>
              <a:off x="1440" y="2832"/>
              <a:ext cx="837" cy="634"/>
              <a:chOff x="1440" y="3072"/>
              <a:chExt cx="837" cy="634"/>
            </a:xfrm>
          </p:grpSpPr>
          <p:sp>
            <p:nvSpPr>
              <p:cNvPr id="828479" name="Line 63"/>
              <p:cNvSpPr>
                <a:spLocks noChangeShapeType="1"/>
              </p:cNvSpPr>
              <p:nvPr/>
            </p:nvSpPr>
            <p:spPr bwMode="auto">
              <a:xfrm>
                <a:off x="1824" y="3072"/>
                <a:ext cx="0" cy="144"/>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828480" name="Text Box 64"/>
              <p:cNvSpPr txBox="1">
                <a:spLocks noChangeArrowheads="1"/>
              </p:cNvSpPr>
              <p:nvPr/>
            </p:nvSpPr>
            <p:spPr bwMode="auto">
              <a:xfrm>
                <a:off x="1440" y="3120"/>
                <a:ext cx="597" cy="250"/>
              </a:xfrm>
              <a:prstGeom prst="rect">
                <a:avLst/>
              </a:prstGeom>
              <a:noFill/>
              <a:ln w="9525">
                <a:noFill/>
                <a:miter lim="800000"/>
                <a:headEnd/>
                <a:tailEnd/>
              </a:ln>
              <a:effectLst/>
            </p:spPr>
            <p:txBody>
              <a:bodyPr wrap="none">
                <a:spAutoFit/>
              </a:bodyPr>
              <a:lstStyle/>
              <a:p>
                <a:r>
                  <a:rPr lang="en-US" altLang="zh-CN" sz="2000">
                    <a:effectLst>
                      <a:outerShdw blurRad="38100" dist="38100" dir="2700000" algn="tl">
                        <a:srgbClr val="FFFFFF"/>
                      </a:outerShdw>
                    </a:effectLst>
                    <a:latin typeface="Arial" pitchFamily="34" charset="0"/>
                  </a:rPr>
                  <a:t>double</a:t>
                </a:r>
              </a:p>
            </p:txBody>
          </p:sp>
          <p:sp>
            <p:nvSpPr>
              <p:cNvPr id="828481" name="Line 65"/>
              <p:cNvSpPr>
                <a:spLocks noChangeShapeType="1"/>
              </p:cNvSpPr>
              <p:nvPr/>
            </p:nvSpPr>
            <p:spPr bwMode="auto">
              <a:xfrm>
                <a:off x="1968" y="3072"/>
                <a:ext cx="0" cy="336"/>
              </a:xfrm>
              <a:prstGeom prst="line">
                <a:avLst/>
              </a:prstGeom>
              <a:noFill/>
              <a:ln w="9525">
                <a:solidFill>
                  <a:schemeClr val="tx1"/>
                </a:solidFill>
                <a:round/>
                <a:headEnd/>
                <a:tailEnd/>
              </a:ln>
              <a:effectLst/>
            </p:spPr>
            <p:txBody>
              <a:bodyPr wrap="none" anchor="ctr"/>
              <a:lstStyle/>
              <a:p>
                <a:endParaRPr lang="zh-CN" altLang="en-US"/>
              </a:p>
            </p:txBody>
          </p:sp>
          <p:sp>
            <p:nvSpPr>
              <p:cNvPr id="828482" name="Line 66"/>
              <p:cNvSpPr>
                <a:spLocks noChangeShapeType="1"/>
              </p:cNvSpPr>
              <p:nvPr/>
            </p:nvSpPr>
            <p:spPr bwMode="auto">
              <a:xfrm>
                <a:off x="1824" y="3312"/>
                <a:ext cx="0" cy="96"/>
              </a:xfrm>
              <a:prstGeom prst="line">
                <a:avLst/>
              </a:prstGeom>
              <a:noFill/>
              <a:ln w="9525">
                <a:solidFill>
                  <a:schemeClr val="tx1"/>
                </a:solidFill>
                <a:round/>
                <a:headEnd/>
                <a:tailEnd/>
              </a:ln>
              <a:effectLst/>
            </p:spPr>
            <p:txBody>
              <a:bodyPr wrap="none" anchor="ctr"/>
              <a:lstStyle/>
              <a:p>
                <a:endParaRPr lang="zh-CN" altLang="en-US"/>
              </a:p>
            </p:txBody>
          </p:sp>
          <p:sp>
            <p:nvSpPr>
              <p:cNvPr id="828483" name="Line 67"/>
              <p:cNvSpPr>
                <a:spLocks noChangeShapeType="1"/>
              </p:cNvSpPr>
              <p:nvPr/>
            </p:nvSpPr>
            <p:spPr bwMode="auto">
              <a:xfrm>
                <a:off x="1824" y="3408"/>
                <a:ext cx="144" cy="0"/>
              </a:xfrm>
              <a:prstGeom prst="line">
                <a:avLst/>
              </a:prstGeom>
              <a:noFill/>
              <a:ln w="9525">
                <a:solidFill>
                  <a:schemeClr val="tx1"/>
                </a:solidFill>
                <a:round/>
                <a:headEnd/>
                <a:tailEnd/>
              </a:ln>
              <a:effectLst/>
            </p:spPr>
            <p:txBody>
              <a:bodyPr wrap="none" anchor="ctr"/>
              <a:lstStyle/>
              <a:p>
                <a:endParaRPr lang="zh-CN" altLang="en-US"/>
              </a:p>
            </p:txBody>
          </p:sp>
          <p:sp>
            <p:nvSpPr>
              <p:cNvPr id="828484" name="Line 68"/>
              <p:cNvSpPr>
                <a:spLocks noChangeShapeType="1"/>
              </p:cNvSpPr>
              <p:nvPr/>
            </p:nvSpPr>
            <p:spPr bwMode="auto">
              <a:xfrm>
                <a:off x="1920" y="3408"/>
                <a:ext cx="0" cy="144"/>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828485" name="Text Box 69"/>
              <p:cNvSpPr txBox="1">
                <a:spLocks noChangeArrowheads="1"/>
              </p:cNvSpPr>
              <p:nvPr/>
            </p:nvSpPr>
            <p:spPr bwMode="auto">
              <a:xfrm>
                <a:off x="1680" y="3456"/>
                <a:ext cx="597" cy="250"/>
              </a:xfrm>
              <a:prstGeom prst="rect">
                <a:avLst/>
              </a:prstGeom>
              <a:noFill/>
              <a:ln w="9525">
                <a:noFill/>
                <a:miter lim="800000"/>
                <a:headEnd/>
                <a:tailEnd/>
              </a:ln>
              <a:effectLst/>
            </p:spPr>
            <p:txBody>
              <a:bodyPr wrap="none">
                <a:spAutoFit/>
              </a:bodyPr>
              <a:lstStyle/>
              <a:p>
                <a:r>
                  <a:rPr lang="en-US" altLang="zh-CN" sz="2000">
                    <a:effectLst>
                      <a:outerShdw blurRad="38100" dist="38100" dir="2700000" algn="tl">
                        <a:srgbClr val="FFFFFF"/>
                      </a:outerShdw>
                    </a:effectLst>
                    <a:latin typeface="Arial" pitchFamily="34" charset="0"/>
                  </a:rPr>
                  <a:t>double</a:t>
                </a:r>
              </a:p>
            </p:txBody>
          </p:sp>
        </p:grpSp>
        <p:grpSp>
          <p:nvGrpSpPr>
            <p:cNvPr id="828486" name="Group 70"/>
            <p:cNvGrpSpPr>
              <a:grpSpLocks/>
            </p:cNvGrpSpPr>
            <p:nvPr/>
          </p:nvGrpSpPr>
          <p:grpSpPr bwMode="auto">
            <a:xfrm>
              <a:off x="2016" y="2832"/>
              <a:ext cx="837" cy="634"/>
              <a:chOff x="1440" y="3072"/>
              <a:chExt cx="837" cy="634"/>
            </a:xfrm>
          </p:grpSpPr>
          <p:sp>
            <p:nvSpPr>
              <p:cNvPr id="828487" name="Line 71"/>
              <p:cNvSpPr>
                <a:spLocks noChangeShapeType="1"/>
              </p:cNvSpPr>
              <p:nvPr/>
            </p:nvSpPr>
            <p:spPr bwMode="auto">
              <a:xfrm>
                <a:off x="1824" y="3072"/>
                <a:ext cx="0" cy="144"/>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828488" name="Text Box 72"/>
              <p:cNvSpPr txBox="1">
                <a:spLocks noChangeArrowheads="1"/>
              </p:cNvSpPr>
              <p:nvPr/>
            </p:nvSpPr>
            <p:spPr bwMode="auto">
              <a:xfrm>
                <a:off x="1440" y="3120"/>
                <a:ext cx="597" cy="250"/>
              </a:xfrm>
              <a:prstGeom prst="rect">
                <a:avLst/>
              </a:prstGeom>
              <a:noFill/>
              <a:ln w="9525">
                <a:noFill/>
                <a:miter lim="800000"/>
                <a:headEnd/>
                <a:tailEnd/>
              </a:ln>
              <a:effectLst/>
            </p:spPr>
            <p:txBody>
              <a:bodyPr wrap="none">
                <a:spAutoFit/>
              </a:bodyPr>
              <a:lstStyle/>
              <a:p>
                <a:r>
                  <a:rPr lang="en-US" altLang="zh-CN" sz="2000">
                    <a:effectLst>
                      <a:outerShdw blurRad="38100" dist="38100" dir="2700000" algn="tl">
                        <a:srgbClr val="FFFFFF"/>
                      </a:outerShdw>
                    </a:effectLst>
                    <a:latin typeface="Arial" pitchFamily="34" charset="0"/>
                  </a:rPr>
                  <a:t>double</a:t>
                </a:r>
              </a:p>
            </p:txBody>
          </p:sp>
          <p:sp>
            <p:nvSpPr>
              <p:cNvPr id="828489" name="Line 73"/>
              <p:cNvSpPr>
                <a:spLocks noChangeShapeType="1"/>
              </p:cNvSpPr>
              <p:nvPr/>
            </p:nvSpPr>
            <p:spPr bwMode="auto">
              <a:xfrm>
                <a:off x="1968" y="3072"/>
                <a:ext cx="0" cy="336"/>
              </a:xfrm>
              <a:prstGeom prst="line">
                <a:avLst/>
              </a:prstGeom>
              <a:noFill/>
              <a:ln w="9525">
                <a:solidFill>
                  <a:schemeClr val="tx1"/>
                </a:solidFill>
                <a:round/>
                <a:headEnd/>
                <a:tailEnd/>
              </a:ln>
              <a:effectLst/>
            </p:spPr>
            <p:txBody>
              <a:bodyPr wrap="none" anchor="ctr"/>
              <a:lstStyle/>
              <a:p>
                <a:endParaRPr lang="zh-CN" altLang="en-US"/>
              </a:p>
            </p:txBody>
          </p:sp>
          <p:sp>
            <p:nvSpPr>
              <p:cNvPr id="828490" name="Line 74"/>
              <p:cNvSpPr>
                <a:spLocks noChangeShapeType="1"/>
              </p:cNvSpPr>
              <p:nvPr/>
            </p:nvSpPr>
            <p:spPr bwMode="auto">
              <a:xfrm>
                <a:off x="1824" y="3312"/>
                <a:ext cx="0" cy="96"/>
              </a:xfrm>
              <a:prstGeom prst="line">
                <a:avLst/>
              </a:prstGeom>
              <a:noFill/>
              <a:ln w="9525">
                <a:solidFill>
                  <a:schemeClr val="tx1"/>
                </a:solidFill>
                <a:round/>
                <a:headEnd/>
                <a:tailEnd/>
              </a:ln>
              <a:effectLst/>
            </p:spPr>
            <p:txBody>
              <a:bodyPr wrap="none" anchor="ctr"/>
              <a:lstStyle/>
              <a:p>
                <a:endParaRPr lang="zh-CN" altLang="en-US"/>
              </a:p>
            </p:txBody>
          </p:sp>
          <p:sp>
            <p:nvSpPr>
              <p:cNvPr id="828491" name="Line 75"/>
              <p:cNvSpPr>
                <a:spLocks noChangeShapeType="1"/>
              </p:cNvSpPr>
              <p:nvPr/>
            </p:nvSpPr>
            <p:spPr bwMode="auto">
              <a:xfrm>
                <a:off x="1824" y="3408"/>
                <a:ext cx="144" cy="0"/>
              </a:xfrm>
              <a:prstGeom prst="line">
                <a:avLst/>
              </a:prstGeom>
              <a:noFill/>
              <a:ln w="9525">
                <a:solidFill>
                  <a:schemeClr val="tx1"/>
                </a:solidFill>
                <a:round/>
                <a:headEnd/>
                <a:tailEnd/>
              </a:ln>
              <a:effectLst/>
            </p:spPr>
            <p:txBody>
              <a:bodyPr wrap="none" anchor="ctr"/>
              <a:lstStyle/>
              <a:p>
                <a:endParaRPr lang="zh-CN" altLang="en-US"/>
              </a:p>
            </p:txBody>
          </p:sp>
          <p:sp>
            <p:nvSpPr>
              <p:cNvPr id="828492" name="Line 76"/>
              <p:cNvSpPr>
                <a:spLocks noChangeShapeType="1"/>
              </p:cNvSpPr>
              <p:nvPr/>
            </p:nvSpPr>
            <p:spPr bwMode="auto">
              <a:xfrm>
                <a:off x="1920" y="3408"/>
                <a:ext cx="0" cy="144"/>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828493" name="Text Box 77"/>
              <p:cNvSpPr txBox="1">
                <a:spLocks noChangeArrowheads="1"/>
              </p:cNvSpPr>
              <p:nvPr/>
            </p:nvSpPr>
            <p:spPr bwMode="auto">
              <a:xfrm>
                <a:off x="1680" y="3456"/>
                <a:ext cx="597" cy="250"/>
              </a:xfrm>
              <a:prstGeom prst="rect">
                <a:avLst/>
              </a:prstGeom>
              <a:noFill/>
              <a:ln w="9525">
                <a:noFill/>
                <a:miter lim="800000"/>
                <a:headEnd/>
                <a:tailEnd/>
              </a:ln>
              <a:effectLst/>
            </p:spPr>
            <p:txBody>
              <a:bodyPr wrap="none">
                <a:spAutoFit/>
              </a:bodyPr>
              <a:lstStyle/>
              <a:p>
                <a:r>
                  <a:rPr lang="en-US" altLang="zh-CN" sz="2000">
                    <a:effectLst>
                      <a:outerShdw blurRad="38100" dist="38100" dir="2700000" algn="tl">
                        <a:srgbClr val="FFFFFF"/>
                      </a:outerShdw>
                    </a:effectLst>
                    <a:latin typeface="Arial" pitchFamily="34" charset="0"/>
                  </a:rPr>
                  <a:t>double</a:t>
                </a:r>
              </a:p>
            </p:txBody>
          </p:sp>
        </p:grpSp>
        <p:sp>
          <p:nvSpPr>
            <p:cNvPr id="828494" name="Line 78"/>
            <p:cNvSpPr>
              <a:spLocks noChangeShapeType="1"/>
            </p:cNvSpPr>
            <p:nvPr/>
          </p:nvSpPr>
          <p:spPr bwMode="auto">
            <a:xfrm>
              <a:off x="1248" y="3408"/>
              <a:ext cx="0" cy="144"/>
            </a:xfrm>
            <a:prstGeom prst="line">
              <a:avLst/>
            </a:prstGeom>
            <a:noFill/>
            <a:ln w="9525">
              <a:solidFill>
                <a:schemeClr val="tx1"/>
              </a:solidFill>
              <a:round/>
              <a:headEnd/>
              <a:tailEnd/>
            </a:ln>
            <a:effectLst/>
          </p:spPr>
          <p:txBody>
            <a:bodyPr wrap="none" anchor="ctr"/>
            <a:lstStyle/>
            <a:p>
              <a:endParaRPr lang="zh-CN" altLang="en-US"/>
            </a:p>
          </p:txBody>
        </p:sp>
        <p:sp>
          <p:nvSpPr>
            <p:cNvPr id="828495" name="Line 79"/>
            <p:cNvSpPr>
              <a:spLocks noChangeShapeType="1"/>
            </p:cNvSpPr>
            <p:nvPr/>
          </p:nvSpPr>
          <p:spPr bwMode="auto">
            <a:xfrm>
              <a:off x="1920" y="3408"/>
              <a:ext cx="0" cy="144"/>
            </a:xfrm>
            <a:prstGeom prst="line">
              <a:avLst/>
            </a:prstGeom>
            <a:noFill/>
            <a:ln w="9525">
              <a:solidFill>
                <a:schemeClr val="tx1"/>
              </a:solidFill>
              <a:round/>
              <a:headEnd/>
              <a:tailEnd/>
            </a:ln>
            <a:effectLst/>
          </p:spPr>
          <p:txBody>
            <a:bodyPr wrap="none" anchor="ctr"/>
            <a:lstStyle/>
            <a:p>
              <a:endParaRPr lang="zh-CN" altLang="en-US"/>
            </a:p>
          </p:txBody>
        </p:sp>
        <p:sp>
          <p:nvSpPr>
            <p:cNvPr id="828496" name="Line 80"/>
            <p:cNvSpPr>
              <a:spLocks noChangeShapeType="1"/>
            </p:cNvSpPr>
            <p:nvPr/>
          </p:nvSpPr>
          <p:spPr bwMode="auto">
            <a:xfrm>
              <a:off x="1248" y="3552"/>
              <a:ext cx="672" cy="0"/>
            </a:xfrm>
            <a:prstGeom prst="line">
              <a:avLst/>
            </a:prstGeom>
            <a:noFill/>
            <a:ln w="9525">
              <a:solidFill>
                <a:schemeClr val="tx1"/>
              </a:solidFill>
              <a:round/>
              <a:headEnd/>
              <a:tailEnd/>
            </a:ln>
            <a:effectLst/>
          </p:spPr>
          <p:txBody>
            <a:bodyPr wrap="none" anchor="ctr"/>
            <a:lstStyle/>
            <a:p>
              <a:endParaRPr lang="zh-CN" altLang="en-US"/>
            </a:p>
          </p:txBody>
        </p:sp>
        <p:sp>
          <p:nvSpPr>
            <p:cNvPr id="828497" name="Line 81"/>
            <p:cNvSpPr>
              <a:spLocks noChangeShapeType="1"/>
            </p:cNvSpPr>
            <p:nvPr/>
          </p:nvSpPr>
          <p:spPr bwMode="auto">
            <a:xfrm>
              <a:off x="1584" y="3552"/>
              <a:ext cx="0" cy="144"/>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828498" name="Text Box 82"/>
            <p:cNvSpPr txBox="1">
              <a:spLocks noChangeArrowheads="1"/>
            </p:cNvSpPr>
            <p:nvPr/>
          </p:nvSpPr>
          <p:spPr bwMode="auto">
            <a:xfrm>
              <a:off x="1344" y="3600"/>
              <a:ext cx="597" cy="250"/>
            </a:xfrm>
            <a:prstGeom prst="rect">
              <a:avLst/>
            </a:prstGeom>
            <a:noFill/>
            <a:ln w="9525">
              <a:noFill/>
              <a:miter lim="800000"/>
              <a:headEnd/>
              <a:tailEnd/>
            </a:ln>
            <a:effectLst/>
          </p:spPr>
          <p:txBody>
            <a:bodyPr wrap="none">
              <a:spAutoFit/>
            </a:bodyPr>
            <a:lstStyle/>
            <a:p>
              <a:r>
                <a:rPr lang="en-US" altLang="zh-CN" sz="2000">
                  <a:effectLst>
                    <a:outerShdw blurRad="38100" dist="38100" dir="2700000" algn="tl">
                      <a:srgbClr val="FFFFFF"/>
                    </a:outerShdw>
                  </a:effectLst>
                  <a:latin typeface="Arial" pitchFamily="34" charset="0"/>
                </a:rPr>
                <a:t>double</a:t>
              </a:r>
            </a:p>
          </p:txBody>
        </p:sp>
        <p:sp>
          <p:nvSpPr>
            <p:cNvPr id="828499" name="Line 83"/>
            <p:cNvSpPr>
              <a:spLocks noChangeShapeType="1"/>
            </p:cNvSpPr>
            <p:nvPr/>
          </p:nvSpPr>
          <p:spPr bwMode="auto">
            <a:xfrm>
              <a:off x="1584" y="3792"/>
              <a:ext cx="0" cy="96"/>
            </a:xfrm>
            <a:prstGeom prst="line">
              <a:avLst/>
            </a:prstGeom>
            <a:noFill/>
            <a:ln w="9525">
              <a:solidFill>
                <a:schemeClr val="tx1"/>
              </a:solidFill>
              <a:round/>
              <a:headEnd/>
              <a:tailEnd/>
            </a:ln>
            <a:effectLst/>
          </p:spPr>
          <p:txBody>
            <a:bodyPr wrap="none" anchor="ctr"/>
            <a:lstStyle/>
            <a:p>
              <a:endParaRPr lang="zh-CN" altLang="en-US"/>
            </a:p>
          </p:txBody>
        </p:sp>
        <p:sp>
          <p:nvSpPr>
            <p:cNvPr id="828500" name="Line 84"/>
            <p:cNvSpPr>
              <a:spLocks noChangeShapeType="1"/>
            </p:cNvSpPr>
            <p:nvPr/>
          </p:nvSpPr>
          <p:spPr bwMode="auto">
            <a:xfrm>
              <a:off x="2496" y="3408"/>
              <a:ext cx="0" cy="480"/>
            </a:xfrm>
            <a:prstGeom prst="line">
              <a:avLst/>
            </a:prstGeom>
            <a:noFill/>
            <a:ln w="9525">
              <a:solidFill>
                <a:schemeClr val="tx1"/>
              </a:solidFill>
              <a:round/>
              <a:headEnd/>
              <a:tailEnd/>
            </a:ln>
            <a:effectLst/>
          </p:spPr>
          <p:txBody>
            <a:bodyPr wrap="none" anchor="ctr"/>
            <a:lstStyle/>
            <a:p>
              <a:endParaRPr lang="zh-CN" altLang="en-US"/>
            </a:p>
          </p:txBody>
        </p:sp>
        <p:sp>
          <p:nvSpPr>
            <p:cNvPr id="828501" name="Line 85"/>
            <p:cNvSpPr>
              <a:spLocks noChangeShapeType="1"/>
            </p:cNvSpPr>
            <p:nvPr/>
          </p:nvSpPr>
          <p:spPr bwMode="auto">
            <a:xfrm>
              <a:off x="1584" y="3888"/>
              <a:ext cx="912" cy="0"/>
            </a:xfrm>
            <a:prstGeom prst="line">
              <a:avLst/>
            </a:prstGeom>
            <a:noFill/>
            <a:ln w="9525">
              <a:solidFill>
                <a:schemeClr val="tx1"/>
              </a:solidFill>
              <a:round/>
              <a:headEnd/>
              <a:tailEnd/>
            </a:ln>
            <a:effectLst/>
          </p:spPr>
          <p:txBody>
            <a:bodyPr wrap="none" anchor="ctr"/>
            <a:lstStyle/>
            <a:p>
              <a:endParaRPr lang="zh-CN" altLang="en-US"/>
            </a:p>
          </p:txBody>
        </p:sp>
        <p:sp>
          <p:nvSpPr>
            <p:cNvPr id="828502" name="Line 86"/>
            <p:cNvSpPr>
              <a:spLocks noChangeShapeType="1"/>
            </p:cNvSpPr>
            <p:nvPr/>
          </p:nvSpPr>
          <p:spPr bwMode="auto">
            <a:xfrm>
              <a:off x="2064" y="3888"/>
              <a:ext cx="0" cy="144"/>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828503" name="Text Box 87"/>
            <p:cNvSpPr txBox="1">
              <a:spLocks noChangeArrowheads="1"/>
            </p:cNvSpPr>
            <p:nvPr/>
          </p:nvSpPr>
          <p:spPr bwMode="auto">
            <a:xfrm>
              <a:off x="1824" y="3936"/>
              <a:ext cx="597" cy="250"/>
            </a:xfrm>
            <a:prstGeom prst="rect">
              <a:avLst/>
            </a:prstGeom>
            <a:noFill/>
            <a:ln w="9525">
              <a:noFill/>
              <a:miter lim="800000"/>
              <a:headEnd/>
              <a:tailEnd/>
            </a:ln>
            <a:effectLst/>
          </p:spPr>
          <p:txBody>
            <a:bodyPr wrap="none">
              <a:spAutoFit/>
            </a:bodyPr>
            <a:lstStyle/>
            <a:p>
              <a:r>
                <a:rPr lang="en-US" altLang="zh-CN" sz="2000">
                  <a:effectLst>
                    <a:outerShdw blurRad="38100" dist="38100" dir="2700000" algn="tl">
                      <a:srgbClr val="FFFFFF"/>
                    </a:outerShdw>
                  </a:effectLst>
                  <a:latin typeface="Arial" pitchFamily="34" charset="0"/>
                </a:rPr>
                <a:t>double</a:t>
              </a:r>
            </a:p>
          </p:txBody>
        </p:sp>
      </p:grpSp>
      <p:grpSp>
        <p:nvGrpSpPr>
          <p:cNvPr id="828504" name="Group 88"/>
          <p:cNvGrpSpPr>
            <a:grpSpLocks/>
          </p:cNvGrpSpPr>
          <p:nvPr/>
        </p:nvGrpSpPr>
        <p:grpSpPr bwMode="auto">
          <a:xfrm>
            <a:off x="7266768" y="2831586"/>
            <a:ext cx="2616200" cy="1825625"/>
            <a:chOff x="3615" y="1672"/>
            <a:chExt cx="1648" cy="1150"/>
          </a:xfrm>
        </p:grpSpPr>
        <p:sp>
          <p:nvSpPr>
            <p:cNvPr id="828505" name="Text Box 89"/>
            <p:cNvSpPr txBox="1">
              <a:spLocks noChangeArrowheads="1"/>
            </p:cNvSpPr>
            <p:nvPr/>
          </p:nvSpPr>
          <p:spPr bwMode="auto">
            <a:xfrm>
              <a:off x="3615" y="2570"/>
              <a:ext cx="1648" cy="252"/>
            </a:xfrm>
            <a:prstGeom prst="rect">
              <a:avLst/>
            </a:prstGeom>
            <a:noFill/>
            <a:ln w="9525">
              <a:noFill/>
              <a:miter lim="800000"/>
              <a:headEnd/>
              <a:tailEnd/>
            </a:ln>
            <a:effectLst/>
          </p:spPr>
          <p:txBody>
            <a:bodyPr wrap="none">
              <a:spAutoFit/>
            </a:bodyPr>
            <a:lstStyle/>
            <a:p>
              <a:pPr eaLnBrk="0" hangingPunct="0"/>
              <a:r>
                <a:rPr lang="en-US" altLang="zh-CN" sz="2000" b="1" dirty="0">
                  <a:solidFill>
                    <a:srgbClr val="002060"/>
                  </a:solidFill>
                </a:rPr>
                <a:t>10+'a'   + </a:t>
              </a:r>
              <a:r>
                <a:rPr lang="en-US" altLang="zh-CN" sz="2000" b="1" dirty="0" err="1">
                  <a:solidFill>
                    <a:srgbClr val="002060"/>
                  </a:solidFill>
                </a:rPr>
                <a:t>i</a:t>
              </a:r>
              <a:r>
                <a:rPr lang="en-US" altLang="zh-CN" sz="2000" b="1" dirty="0">
                  <a:solidFill>
                    <a:srgbClr val="002060"/>
                  </a:solidFill>
                </a:rPr>
                <a:t>*f   -      d / l</a:t>
              </a:r>
            </a:p>
          </p:txBody>
        </p:sp>
        <p:sp>
          <p:nvSpPr>
            <p:cNvPr id="828506" name="Text Box 90"/>
            <p:cNvSpPr txBox="1">
              <a:spLocks noChangeArrowheads="1"/>
            </p:cNvSpPr>
            <p:nvPr/>
          </p:nvSpPr>
          <p:spPr bwMode="auto">
            <a:xfrm>
              <a:off x="3854" y="1672"/>
              <a:ext cx="1130" cy="834"/>
            </a:xfrm>
            <a:prstGeom prst="rect">
              <a:avLst/>
            </a:prstGeom>
            <a:noFill/>
            <a:ln w="9525">
              <a:noFill/>
              <a:miter lim="800000"/>
              <a:headEnd/>
              <a:tailEnd/>
            </a:ln>
            <a:effectLst/>
          </p:spPr>
          <p:txBody>
            <a:bodyPr wrap="none">
              <a:spAutoFit/>
            </a:bodyPr>
            <a:lstStyle/>
            <a:p>
              <a:pPr eaLnBrk="0" hangingPunct="0"/>
              <a:r>
                <a:rPr lang="zh-CN" altLang="en-US" sz="2000" b="1" dirty="0">
                  <a:solidFill>
                    <a:srgbClr val="C01920"/>
                  </a:solidFill>
                  <a:latin typeface="隶书" pitchFamily="49" charset="-122"/>
                  <a:ea typeface="隶书" pitchFamily="49" charset="-122"/>
                </a:rPr>
                <a:t>例： </a:t>
              </a:r>
              <a:r>
                <a:rPr lang="en-US" altLang="zh-CN" sz="2000" b="1" dirty="0" err="1">
                  <a:effectLst>
                    <a:outerShdw blurRad="38100" dist="38100" dir="2700000" algn="tl">
                      <a:srgbClr val="FFFFFF"/>
                    </a:outerShdw>
                  </a:effectLst>
                </a:rPr>
                <a:t>int</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a:t>
              </a:r>
            </a:p>
            <a:p>
              <a:pPr eaLnBrk="0" hangingPunct="0"/>
              <a:r>
                <a:rPr lang="en-US" altLang="zh-CN" sz="2000" b="1" dirty="0">
                  <a:effectLst>
                    <a:outerShdw blurRad="38100" dist="38100" dir="2700000" algn="tl">
                      <a:srgbClr val="FFFFFF"/>
                    </a:outerShdw>
                  </a:effectLst>
                </a:rPr>
                <a:t>         float f;</a:t>
              </a:r>
            </a:p>
            <a:p>
              <a:pPr eaLnBrk="0" hangingPunct="0"/>
              <a:r>
                <a:rPr lang="en-US" altLang="zh-CN" sz="2000" b="1" dirty="0">
                  <a:effectLst>
                    <a:outerShdw blurRad="38100" dist="38100" dir="2700000" algn="tl">
                      <a:srgbClr val="FFFFFF"/>
                    </a:outerShdw>
                  </a:effectLst>
                </a:rPr>
                <a:t>         double d;</a:t>
              </a:r>
            </a:p>
            <a:p>
              <a:pPr eaLnBrk="0" hangingPunct="0"/>
              <a:r>
                <a:rPr lang="en-US" altLang="zh-CN" sz="2000" b="1" dirty="0">
                  <a:effectLst>
                    <a:outerShdw blurRad="38100" dist="38100" dir="2700000" algn="tl">
                      <a:srgbClr val="FFFFFF"/>
                    </a:outerShdw>
                  </a:effectLst>
                </a:rPr>
                <a:t>         long l;</a:t>
              </a:r>
            </a:p>
          </p:txBody>
        </p:sp>
      </p:grpSp>
      <p:grpSp>
        <p:nvGrpSpPr>
          <p:cNvPr id="828507" name="Group 91"/>
          <p:cNvGrpSpPr>
            <a:grpSpLocks/>
          </p:cNvGrpSpPr>
          <p:nvPr/>
        </p:nvGrpSpPr>
        <p:grpSpPr bwMode="auto">
          <a:xfrm>
            <a:off x="7535510" y="4564710"/>
            <a:ext cx="2776537" cy="2225675"/>
            <a:chOff x="3759" y="2762"/>
            <a:chExt cx="1749" cy="1402"/>
          </a:xfrm>
        </p:grpSpPr>
        <p:grpSp>
          <p:nvGrpSpPr>
            <p:cNvPr id="828508" name="Group 92"/>
            <p:cNvGrpSpPr>
              <a:grpSpLocks/>
            </p:cNvGrpSpPr>
            <p:nvPr/>
          </p:nvGrpSpPr>
          <p:grpSpPr bwMode="auto">
            <a:xfrm>
              <a:off x="3759" y="2762"/>
              <a:ext cx="419" cy="682"/>
              <a:chOff x="3456" y="3072"/>
              <a:chExt cx="419" cy="682"/>
            </a:xfrm>
          </p:grpSpPr>
          <p:sp>
            <p:nvSpPr>
              <p:cNvPr id="828509" name="Line 93"/>
              <p:cNvSpPr>
                <a:spLocks noChangeShapeType="1"/>
              </p:cNvSpPr>
              <p:nvPr/>
            </p:nvSpPr>
            <p:spPr bwMode="auto">
              <a:xfrm>
                <a:off x="3696" y="3072"/>
                <a:ext cx="0" cy="144"/>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828510" name="Text Box 94"/>
              <p:cNvSpPr txBox="1">
                <a:spLocks noChangeArrowheads="1"/>
              </p:cNvSpPr>
              <p:nvPr/>
            </p:nvSpPr>
            <p:spPr bwMode="auto">
              <a:xfrm>
                <a:off x="3590" y="3127"/>
                <a:ext cx="285" cy="250"/>
              </a:xfrm>
              <a:prstGeom prst="rect">
                <a:avLst/>
              </a:prstGeom>
              <a:noFill/>
              <a:ln w="9525">
                <a:noFill/>
                <a:miter lim="800000"/>
                <a:headEnd/>
                <a:tailEnd/>
              </a:ln>
              <a:effectLst/>
            </p:spPr>
            <p:txBody>
              <a:bodyPr wrap="none">
                <a:spAutoFit/>
              </a:bodyPr>
              <a:lstStyle/>
              <a:p>
                <a:r>
                  <a:rPr lang="en-US" altLang="zh-CN" sz="2000">
                    <a:effectLst>
                      <a:outerShdw blurRad="38100" dist="38100" dir="2700000" algn="tl">
                        <a:srgbClr val="FFFFFF"/>
                      </a:outerShdw>
                    </a:effectLst>
                    <a:latin typeface="Arial" pitchFamily="34" charset="0"/>
                  </a:rPr>
                  <a:t>int</a:t>
                </a:r>
              </a:p>
            </p:txBody>
          </p:sp>
          <p:sp>
            <p:nvSpPr>
              <p:cNvPr id="828511" name="Line 95"/>
              <p:cNvSpPr>
                <a:spLocks noChangeShapeType="1"/>
              </p:cNvSpPr>
              <p:nvPr/>
            </p:nvSpPr>
            <p:spPr bwMode="auto">
              <a:xfrm>
                <a:off x="3456" y="3072"/>
                <a:ext cx="0" cy="384"/>
              </a:xfrm>
              <a:prstGeom prst="line">
                <a:avLst/>
              </a:prstGeom>
              <a:noFill/>
              <a:ln w="9525">
                <a:solidFill>
                  <a:schemeClr val="tx1"/>
                </a:solidFill>
                <a:round/>
                <a:headEnd/>
                <a:tailEnd/>
              </a:ln>
              <a:effectLst/>
            </p:spPr>
            <p:txBody>
              <a:bodyPr wrap="none" anchor="ctr"/>
              <a:lstStyle/>
              <a:p>
                <a:endParaRPr lang="zh-CN" altLang="en-US"/>
              </a:p>
            </p:txBody>
          </p:sp>
          <p:sp>
            <p:nvSpPr>
              <p:cNvPr id="828512" name="Line 96"/>
              <p:cNvSpPr>
                <a:spLocks noChangeShapeType="1"/>
              </p:cNvSpPr>
              <p:nvPr/>
            </p:nvSpPr>
            <p:spPr bwMode="auto">
              <a:xfrm>
                <a:off x="3696" y="3312"/>
                <a:ext cx="0" cy="144"/>
              </a:xfrm>
              <a:prstGeom prst="line">
                <a:avLst/>
              </a:prstGeom>
              <a:noFill/>
              <a:ln w="9525">
                <a:solidFill>
                  <a:schemeClr val="tx1"/>
                </a:solidFill>
                <a:round/>
                <a:headEnd/>
                <a:tailEnd/>
              </a:ln>
              <a:effectLst/>
            </p:spPr>
            <p:txBody>
              <a:bodyPr wrap="none" anchor="ctr"/>
              <a:lstStyle/>
              <a:p>
                <a:endParaRPr lang="zh-CN" altLang="en-US"/>
              </a:p>
            </p:txBody>
          </p:sp>
          <p:sp>
            <p:nvSpPr>
              <p:cNvPr id="828513" name="Line 97"/>
              <p:cNvSpPr>
                <a:spLocks noChangeShapeType="1"/>
              </p:cNvSpPr>
              <p:nvPr/>
            </p:nvSpPr>
            <p:spPr bwMode="auto">
              <a:xfrm flipH="1">
                <a:off x="3456" y="3456"/>
                <a:ext cx="240" cy="0"/>
              </a:xfrm>
              <a:prstGeom prst="line">
                <a:avLst/>
              </a:prstGeom>
              <a:noFill/>
              <a:ln w="9525">
                <a:solidFill>
                  <a:schemeClr val="tx1"/>
                </a:solidFill>
                <a:round/>
                <a:headEnd/>
                <a:tailEnd/>
              </a:ln>
              <a:effectLst/>
            </p:spPr>
            <p:txBody>
              <a:bodyPr wrap="none" anchor="ctr"/>
              <a:lstStyle/>
              <a:p>
                <a:endParaRPr lang="zh-CN" altLang="en-US"/>
              </a:p>
            </p:txBody>
          </p:sp>
          <p:sp>
            <p:nvSpPr>
              <p:cNvPr id="828514" name="Line 98"/>
              <p:cNvSpPr>
                <a:spLocks noChangeShapeType="1"/>
              </p:cNvSpPr>
              <p:nvPr/>
            </p:nvSpPr>
            <p:spPr bwMode="auto">
              <a:xfrm>
                <a:off x="3600" y="3456"/>
                <a:ext cx="0" cy="144"/>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828515" name="Text Box 99"/>
              <p:cNvSpPr txBox="1">
                <a:spLocks noChangeArrowheads="1"/>
              </p:cNvSpPr>
              <p:nvPr/>
            </p:nvSpPr>
            <p:spPr bwMode="auto">
              <a:xfrm>
                <a:off x="3456" y="3504"/>
                <a:ext cx="285" cy="250"/>
              </a:xfrm>
              <a:prstGeom prst="rect">
                <a:avLst/>
              </a:prstGeom>
              <a:noFill/>
              <a:ln w="9525">
                <a:noFill/>
                <a:miter lim="800000"/>
                <a:headEnd/>
                <a:tailEnd/>
              </a:ln>
              <a:effectLst/>
            </p:spPr>
            <p:txBody>
              <a:bodyPr wrap="none">
                <a:spAutoFit/>
              </a:bodyPr>
              <a:lstStyle/>
              <a:p>
                <a:r>
                  <a:rPr lang="en-US" altLang="zh-CN" sz="2000">
                    <a:effectLst>
                      <a:outerShdw blurRad="38100" dist="38100" dir="2700000" algn="tl">
                        <a:srgbClr val="FFFFFF"/>
                      </a:outerShdw>
                    </a:effectLst>
                    <a:latin typeface="Arial" pitchFamily="34" charset="0"/>
                  </a:rPr>
                  <a:t>int</a:t>
                </a:r>
              </a:p>
            </p:txBody>
          </p:sp>
        </p:grpSp>
        <p:grpSp>
          <p:nvGrpSpPr>
            <p:cNvPr id="828516" name="Group 100"/>
            <p:cNvGrpSpPr>
              <a:grpSpLocks/>
            </p:cNvGrpSpPr>
            <p:nvPr/>
          </p:nvGrpSpPr>
          <p:grpSpPr bwMode="auto">
            <a:xfrm>
              <a:off x="4191" y="2762"/>
              <a:ext cx="693" cy="634"/>
              <a:chOff x="3888" y="3072"/>
              <a:chExt cx="693" cy="634"/>
            </a:xfrm>
          </p:grpSpPr>
          <p:sp>
            <p:nvSpPr>
              <p:cNvPr id="828517" name="Line 101"/>
              <p:cNvSpPr>
                <a:spLocks noChangeShapeType="1"/>
              </p:cNvSpPr>
              <p:nvPr/>
            </p:nvSpPr>
            <p:spPr bwMode="auto">
              <a:xfrm>
                <a:off x="4176" y="3072"/>
                <a:ext cx="0" cy="144"/>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828518" name="Text Box 102"/>
              <p:cNvSpPr txBox="1">
                <a:spLocks noChangeArrowheads="1"/>
              </p:cNvSpPr>
              <p:nvPr/>
            </p:nvSpPr>
            <p:spPr bwMode="auto">
              <a:xfrm>
                <a:off x="3984" y="3120"/>
                <a:ext cx="597" cy="250"/>
              </a:xfrm>
              <a:prstGeom prst="rect">
                <a:avLst/>
              </a:prstGeom>
              <a:noFill/>
              <a:ln w="9525">
                <a:noFill/>
                <a:miter lim="800000"/>
                <a:headEnd/>
                <a:tailEnd/>
              </a:ln>
              <a:effectLst/>
            </p:spPr>
            <p:txBody>
              <a:bodyPr wrap="none">
                <a:spAutoFit/>
              </a:bodyPr>
              <a:lstStyle/>
              <a:p>
                <a:r>
                  <a:rPr lang="en-US" altLang="zh-CN" sz="2000">
                    <a:effectLst>
                      <a:outerShdw blurRad="38100" dist="38100" dir="2700000" algn="tl">
                        <a:srgbClr val="FFFFFF"/>
                      </a:outerShdw>
                    </a:effectLst>
                    <a:latin typeface="Arial" pitchFamily="34" charset="0"/>
                  </a:rPr>
                  <a:t>double</a:t>
                </a:r>
              </a:p>
            </p:txBody>
          </p:sp>
          <p:sp>
            <p:nvSpPr>
              <p:cNvPr id="828519" name="Line 103"/>
              <p:cNvSpPr>
                <a:spLocks noChangeShapeType="1"/>
              </p:cNvSpPr>
              <p:nvPr/>
            </p:nvSpPr>
            <p:spPr bwMode="auto">
              <a:xfrm>
                <a:off x="3984" y="3072"/>
                <a:ext cx="0" cy="336"/>
              </a:xfrm>
              <a:prstGeom prst="line">
                <a:avLst/>
              </a:prstGeom>
              <a:noFill/>
              <a:ln w="9525">
                <a:solidFill>
                  <a:schemeClr val="tx1"/>
                </a:solidFill>
                <a:round/>
                <a:headEnd/>
                <a:tailEnd/>
              </a:ln>
              <a:effectLst/>
            </p:spPr>
            <p:txBody>
              <a:bodyPr wrap="none" anchor="ctr"/>
              <a:lstStyle/>
              <a:p>
                <a:endParaRPr lang="zh-CN" altLang="en-US"/>
              </a:p>
            </p:txBody>
          </p:sp>
          <p:sp>
            <p:nvSpPr>
              <p:cNvPr id="828520" name="Line 104"/>
              <p:cNvSpPr>
                <a:spLocks noChangeShapeType="1"/>
              </p:cNvSpPr>
              <p:nvPr/>
            </p:nvSpPr>
            <p:spPr bwMode="auto">
              <a:xfrm>
                <a:off x="4224" y="3312"/>
                <a:ext cx="0" cy="96"/>
              </a:xfrm>
              <a:prstGeom prst="line">
                <a:avLst/>
              </a:prstGeom>
              <a:noFill/>
              <a:ln w="9525">
                <a:solidFill>
                  <a:schemeClr val="tx1"/>
                </a:solidFill>
                <a:round/>
                <a:headEnd/>
                <a:tailEnd/>
              </a:ln>
              <a:effectLst/>
            </p:spPr>
            <p:txBody>
              <a:bodyPr wrap="none" anchor="ctr"/>
              <a:lstStyle/>
              <a:p>
                <a:endParaRPr lang="zh-CN" altLang="en-US"/>
              </a:p>
            </p:txBody>
          </p:sp>
          <p:sp>
            <p:nvSpPr>
              <p:cNvPr id="828521" name="Line 105"/>
              <p:cNvSpPr>
                <a:spLocks noChangeShapeType="1"/>
              </p:cNvSpPr>
              <p:nvPr/>
            </p:nvSpPr>
            <p:spPr bwMode="auto">
              <a:xfrm>
                <a:off x="3984" y="3408"/>
                <a:ext cx="240" cy="0"/>
              </a:xfrm>
              <a:prstGeom prst="line">
                <a:avLst/>
              </a:prstGeom>
              <a:noFill/>
              <a:ln w="9525">
                <a:solidFill>
                  <a:schemeClr val="tx1"/>
                </a:solidFill>
                <a:round/>
                <a:headEnd/>
                <a:tailEnd/>
              </a:ln>
              <a:effectLst/>
            </p:spPr>
            <p:txBody>
              <a:bodyPr wrap="none" anchor="ctr"/>
              <a:lstStyle/>
              <a:p>
                <a:endParaRPr lang="zh-CN" altLang="en-US"/>
              </a:p>
            </p:txBody>
          </p:sp>
          <p:sp>
            <p:nvSpPr>
              <p:cNvPr id="828522" name="Line 106"/>
              <p:cNvSpPr>
                <a:spLocks noChangeShapeType="1"/>
              </p:cNvSpPr>
              <p:nvPr/>
            </p:nvSpPr>
            <p:spPr bwMode="auto">
              <a:xfrm>
                <a:off x="4128" y="3408"/>
                <a:ext cx="0" cy="144"/>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828523" name="Text Box 107"/>
              <p:cNvSpPr txBox="1">
                <a:spLocks noChangeArrowheads="1"/>
              </p:cNvSpPr>
              <p:nvPr/>
            </p:nvSpPr>
            <p:spPr bwMode="auto">
              <a:xfrm>
                <a:off x="3888" y="3456"/>
                <a:ext cx="597" cy="250"/>
              </a:xfrm>
              <a:prstGeom prst="rect">
                <a:avLst/>
              </a:prstGeom>
              <a:noFill/>
              <a:ln w="9525">
                <a:noFill/>
                <a:miter lim="800000"/>
                <a:headEnd/>
                <a:tailEnd/>
              </a:ln>
              <a:effectLst/>
            </p:spPr>
            <p:txBody>
              <a:bodyPr wrap="none">
                <a:spAutoFit/>
              </a:bodyPr>
              <a:lstStyle/>
              <a:p>
                <a:r>
                  <a:rPr lang="en-US" altLang="zh-CN" sz="2000">
                    <a:effectLst>
                      <a:outerShdw blurRad="38100" dist="38100" dir="2700000" algn="tl">
                        <a:srgbClr val="FFFFFF"/>
                      </a:outerShdw>
                    </a:effectLst>
                    <a:latin typeface="Arial" pitchFamily="34" charset="0"/>
                  </a:rPr>
                  <a:t>double</a:t>
                </a:r>
              </a:p>
            </p:txBody>
          </p:sp>
        </p:grpSp>
        <p:grpSp>
          <p:nvGrpSpPr>
            <p:cNvPr id="828524" name="Group 108"/>
            <p:cNvGrpSpPr>
              <a:grpSpLocks/>
            </p:cNvGrpSpPr>
            <p:nvPr/>
          </p:nvGrpSpPr>
          <p:grpSpPr bwMode="auto">
            <a:xfrm>
              <a:off x="4815" y="2762"/>
              <a:ext cx="693" cy="634"/>
              <a:chOff x="3888" y="3072"/>
              <a:chExt cx="693" cy="634"/>
            </a:xfrm>
          </p:grpSpPr>
          <p:sp>
            <p:nvSpPr>
              <p:cNvPr id="828525" name="Line 109"/>
              <p:cNvSpPr>
                <a:spLocks noChangeShapeType="1"/>
              </p:cNvSpPr>
              <p:nvPr/>
            </p:nvSpPr>
            <p:spPr bwMode="auto">
              <a:xfrm>
                <a:off x="4206" y="3072"/>
                <a:ext cx="0" cy="144"/>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828526" name="Text Box 110"/>
              <p:cNvSpPr txBox="1">
                <a:spLocks noChangeArrowheads="1"/>
              </p:cNvSpPr>
              <p:nvPr/>
            </p:nvSpPr>
            <p:spPr bwMode="auto">
              <a:xfrm>
                <a:off x="3984" y="3120"/>
                <a:ext cx="597" cy="250"/>
              </a:xfrm>
              <a:prstGeom prst="rect">
                <a:avLst/>
              </a:prstGeom>
              <a:noFill/>
              <a:ln w="9525">
                <a:noFill/>
                <a:miter lim="800000"/>
                <a:headEnd/>
                <a:tailEnd/>
              </a:ln>
              <a:effectLst/>
            </p:spPr>
            <p:txBody>
              <a:bodyPr wrap="none">
                <a:spAutoFit/>
              </a:bodyPr>
              <a:lstStyle/>
              <a:p>
                <a:r>
                  <a:rPr lang="en-US" altLang="zh-CN" sz="2000" dirty="0">
                    <a:effectLst>
                      <a:outerShdw blurRad="38100" dist="38100" dir="2700000" algn="tl">
                        <a:srgbClr val="FFFFFF"/>
                      </a:outerShdw>
                    </a:effectLst>
                    <a:latin typeface="Arial" pitchFamily="34" charset="0"/>
                  </a:rPr>
                  <a:t>double</a:t>
                </a:r>
              </a:p>
            </p:txBody>
          </p:sp>
          <p:sp>
            <p:nvSpPr>
              <p:cNvPr id="828527" name="Line 111"/>
              <p:cNvSpPr>
                <a:spLocks noChangeShapeType="1"/>
              </p:cNvSpPr>
              <p:nvPr/>
            </p:nvSpPr>
            <p:spPr bwMode="auto">
              <a:xfrm>
                <a:off x="3984" y="3072"/>
                <a:ext cx="0" cy="336"/>
              </a:xfrm>
              <a:prstGeom prst="line">
                <a:avLst/>
              </a:prstGeom>
              <a:noFill/>
              <a:ln w="9525">
                <a:solidFill>
                  <a:schemeClr val="tx1"/>
                </a:solidFill>
                <a:round/>
                <a:headEnd/>
                <a:tailEnd/>
              </a:ln>
              <a:effectLst/>
            </p:spPr>
            <p:txBody>
              <a:bodyPr wrap="none" anchor="ctr"/>
              <a:lstStyle/>
              <a:p>
                <a:endParaRPr lang="zh-CN" altLang="en-US"/>
              </a:p>
            </p:txBody>
          </p:sp>
          <p:sp>
            <p:nvSpPr>
              <p:cNvPr id="828528" name="Line 112"/>
              <p:cNvSpPr>
                <a:spLocks noChangeShapeType="1"/>
              </p:cNvSpPr>
              <p:nvPr/>
            </p:nvSpPr>
            <p:spPr bwMode="auto">
              <a:xfrm>
                <a:off x="4224" y="3312"/>
                <a:ext cx="0" cy="96"/>
              </a:xfrm>
              <a:prstGeom prst="line">
                <a:avLst/>
              </a:prstGeom>
              <a:noFill/>
              <a:ln w="9525">
                <a:solidFill>
                  <a:schemeClr val="tx1"/>
                </a:solidFill>
                <a:round/>
                <a:headEnd/>
                <a:tailEnd/>
              </a:ln>
              <a:effectLst/>
            </p:spPr>
            <p:txBody>
              <a:bodyPr wrap="none" anchor="ctr"/>
              <a:lstStyle/>
              <a:p>
                <a:endParaRPr lang="zh-CN" altLang="en-US"/>
              </a:p>
            </p:txBody>
          </p:sp>
          <p:sp>
            <p:nvSpPr>
              <p:cNvPr id="828529" name="Line 113"/>
              <p:cNvSpPr>
                <a:spLocks noChangeShapeType="1"/>
              </p:cNvSpPr>
              <p:nvPr/>
            </p:nvSpPr>
            <p:spPr bwMode="auto">
              <a:xfrm>
                <a:off x="3984" y="3408"/>
                <a:ext cx="240" cy="0"/>
              </a:xfrm>
              <a:prstGeom prst="line">
                <a:avLst/>
              </a:prstGeom>
              <a:noFill/>
              <a:ln w="9525">
                <a:solidFill>
                  <a:schemeClr val="tx1"/>
                </a:solidFill>
                <a:round/>
                <a:headEnd/>
                <a:tailEnd/>
              </a:ln>
              <a:effectLst/>
            </p:spPr>
            <p:txBody>
              <a:bodyPr wrap="none" anchor="ctr"/>
              <a:lstStyle/>
              <a:p>
                <a:endParaRPr lang="zh-CN" altLang="en-US"/>
              </a:p>
            </p:txBody>
          </p:sp>
          <p:sp>
            <p:nvSpPr>
              <p:cNvPr id="828530" name="Line 114"/>
              <p:cNvSpPr>
                <a:spLocks noChangeShapeType="1"/>
              </p:cNvSpPr>
              <p:nvPr/>
            </p:nvSpPr>
            <p:spPr bwMode="auto">
              <a:xfrm>
                <a:off x="4128" y="3408"/>
                <a:ext cx="0" cy="144"/>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828531" name="Text Box 115"/>
              <p:cNvSpPr txBox="1">
                <a:spLocks noChangeArrowheads="1"/>
              </p:cNvSpPr>
              <p:nvPr/>
            </p:nvSpPr>
            <p:spPr bwMode="auto">
              <a:xfrm>
                <a:off x="3888" y="3456"/>
                <a:ext cx="597" cy="250"/>
              </a:xfrm>
              <a:prstGeom prst="rect">
                <a:avLst/>
              </a:prstGeom>
              <a:noFill/>
              <a:ln w="9525">
                <a:noFill/>
                <a:miter lim="800000"/>
                <a:headEnd/>
                <a:tailEnd/>
              </a:ln>
              <a:effectLst/>
            </p:spPr>
            <p:txBody>
              <a:bodyPr wrap="none">
                <a:spAutoFit/>
              </a:bodyPr>
              <a:lstStyle/>
              <a:p>
                <a:r>
                  <a:rPr lang="en-US" altLang="zh-CN" sz="2000">
                    <a:effectLst>
                      <a:outerShdw blurRad="38100" dist="38100" dir="2700000" algn="tl">
                        <a:srgbClr val="FFFFFF"/>
                      </a:outerShdw>
                    </a:effectLst>
                    <a:latin typeface="Arial" pitchFamily="34" charset="0"/>
                  </a:rPr>
                  <a:t>double</a:t>
                </a:r>
              </a:p>
            </p:txBody>
          </p:sp>
        </p:grpSp>
        <p:sp>
          <p:nvSpPr>
            <p:cNvPr id="828532" name="Line 116"/>
            <p:cNvSpPr>
              <a:spLocks noChangeShapeType="1"/>
            </p:cNvSpPr>
            <p:nvPr/>
          </p:nvSpPr>
          <p:spPr bwMode="auto">
            <a:xfrm>
              <a:off x="3903" y="3386"/>
              <a:ext cx="0" cy="96"/>
            </a:xfrm>
            <a:prstGeom prst="line">
              <a:avLst/>
            </a:prstGeom>
            <a:noFill/>
            <a:ln w="9525">
              <a:solidFill>
                <a:schemeClr val="tx1"/>
              </a:solidFill>
              <a:round/>
              <a:headEnd/>
              <a:tailEnd/>
            </a:ln>
            <a:effectLst/>
          </p:spPr>
          <p:txBody>
            <a:bodyPr wrap="none" anchor="ctr"/>
            <a:lstStyle/>
            <a:p>
              <a:endParaRPr lang="zh-CN" altLang="en-US"/>
            </a:p>
          </p:txBody>
        </p:sp>
        <p:sp>
          <p:nvSpPr>
            <p:cNvPr id="828533" name="Line 117"/>
            <p:cNvSpPr>
              <a:spLocks noChangeShapeType="1"/>
            </p:cNvSpPr>
            <p:nvPr/>
          </p:nvSpPr>
          <p:spPr bwMode="auto">
            <a:xfrm>
              <a:off x="4431" y="3338"/>
              <a:ext cx="0" cy="144"/>
            </a:xfrm>
            <a:prstGeom prst="line">
              <a:avLst/>
            </a:prstGeom>
            <a:noFill/>
            <a:ln w="9525">
              <a:solidFill>
                <a:schemeClr val="tx1"/>
              </a:solidFill>
              <a:round/>
              <a:headEnd/>
              <a:tailEnd/>
            </a:ln>
            <a:effectLst/>
          </p:spPr>
          <p:txBody>
            <a:bodyPr wrap="none" anchor="ctr"/>
            <a:lstStyle/>
            <a:p>
              <a:endParaRPr lang="zh-CN" altLang="en-US"/>
            </a:p>
          </p:txBody>
        </p:sp>
        <p:sp>
          <p:nvSpPr>
            <p:cNvPr id="828534" name="Line 118"/>
            <p:cNvSpPr>
              <a:spLocks noChangeShapeType="1"/>
            </p:cNvSpPr>
            <p:nvPr/>
          </p:nvSpPr>
          <p:spPr bwMode="auto">
            <a:xfrm>
              <a:off x="3903" y="3482"/>
              <a:ext cx="528" cy="0"/>
            </a:xfrm>
            <a:prstGeom prst="line">
              <a:avLst/>
            </a:prstGeom>
            <a:noFill/>
            <a:ln w="9525">
              <a:solidFill>
                <a:schemeClr val="tx1"/>
              </a:solidFill>
              <a:round/>
              <a:headEnd/>
              <a:tailEnd/>
            </a:ln>
            <a:effectLst/>
          </p:spPr>
          <p:txBody>
            <a:bodyPr wrap="none" anchor="ctr"/>
            <a:lstStyle/>
            <a:p>
              <a:endParaRPr lang="zh-CN" altLang="en-US"/>
            </a:p>
          </p:txBody>
        </p:sp>
        <p:sp>
          <p:nvSpPr>
            <p:cNvPr id="828535" name="Line 119"/>
            <p:cNvSpPr>
              <a:spLocks noChangeShapeType="1"/>
            </p:cNvSpPr>
            <p:nvPr/>
          </p:nvSpPr>
          <p:spPr bwMode="auto">
            <a:xfrm>
              <a:off x="4191" y="3482"/>
              <a:ext cx="0" cy="96"/>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828536" name="Text Box 120"/>
            <p:cNvSpPr txBox="1">
              <a:spLocks noChangeArrowheads="1"/>
            </p:cNvSpPr>
            <p:nvPr/>
          </p:nvSpPr>
          <p:spPr bwMode="auto">
            <a:xfrm>
              <a:off x="3951" y="3482"/>
              <a:ext cx="597" cy="250"/>
            </a:xfrm>
            <a:prstGeom prst="rect">
              <a:avLst/>
            </a:prstGeom>
            <a:noFill/>
            <a:ln w="9525">
              <a:noFill/>
              <a:miter lim="800000"/>
              <a:headEnd/>
              <a:tailEnd/>
            </a:ln>
            <a:effectLst/>
          </p:spPr>
          <p:txBody>
            <a:bodyPr wrap="none">
              <a:spAutoFit/>
            </a:bodyPr>
            <a:lstStyle/>
            <a:p>
              <a:r>
                <a:rPr lang="en-US" altLang="zh-CN" sz="2000">
                  <a:effectLst>
                    <a:outerShdw blurRad="38100" dist="38100" dir="2700000" algn="tl">
                      <a:srgbClr val="FFFFFF"/>
                    </a:outerShdw>
                  </a:effectLst>
                  <a:latin typeface="Arial" pitchFamily="34" charset="0"/>
                </a:rPr>
                <a:t>double</a:t>
              </a:r>
            </a:p>
          </p:txBody>
        </p:sp>
        <p:sp>
          <p:nvSpPr>
            <p:cNvPr id="828537" name="Line 121"/>
            <p:cNvSpPr>
              <a:spLocks noChangeShapeType="1"/>
            </p:cNvSpPr>
            <p:nvPr/>
          </p:nvSpPr>
          <p:spPr bwMode="auto">
            <a:xfrm>
              <a:off x="5055" y="3338"/>
              <a:ext cx="0" cy="432"/>
            </a:xfrm>
            <a:prstGeom prst="line">
              <a:avLst/>
            </a:prstGeom>
            <a:noFill/>
            <a:ln w="9525">
              <a:solidFill>
                <a:schemeClr val="tx1"/>
              </a:solidFill>
              <a:round/>
              <a:headEnd/>
              <a:tailEnd/>
            </a:ln>
            <a:effectLst/>
          </p:spPr>
          <p:txBody>
            <a:bodyPr wrap="none" anchor="ctr"/>
            <a:lstStyle/>
            <a:p>
              <a:endParaRPr lang="zh-CN" altLang="en-US"/>
            </a:p>
          </p:txBody>
        </p:sp>
        <p:sp>
          <p:nvSpPr>
            <p:cNvPr id="828538" name="Line 122"/>
            <p:cNvSpPr>
              <a:spLocks noChangeShapeType="1"/>
            </p:cNvSpPr>
            <p:nvPr/>
          </p:nvSpPr>
          <p:spPr bwMode="auto">
            <a:xfrm>
              <a:off x="4191" y="3674"/>
              <a:ext cx="0" cy="96"/>
            </a:xfrm>
            <a:prstGeom prst="line">
              <a:avLst/>
            </a:prstGeom>
            <a:noFill/>
            <a:ln w="9525">
              <a:solidFill>
                <a:schemeClr val="tx1"/>
              </a:solidFill>
              <a:round/>
              <a:headEnd/>
              <a:tailEnd/>
            </a:ln>
            <a:effectLst/>
          </p:spPr>
          <p:txBody>
            <a:bodyPr wrap="none" anchor="ctr"/>
            <a:lstStyle/>
            <a:p>
              <a:endParaRPr lang="zh-CN" altLang="en-US"/>
            </a:p>
          </p:txBody>
        </p:sp>
        <p:sp>
          <p:nvSpPr>
            <p:cNvPr id="828539" name="Line 123"/>
            <p:cNvSpPr>
              <a:spLocks noChangeShapeType="1"/>
            </p:cNvSpPr>
            <p:nvPr/>
          </p:nvSpPr>
          <p:spPr bwMode="auto">
            <a:xfrm>
              <a:off x="4191" y="3770"/>
              <a:ext cx="864" cy="0"/>
            </a:xfrm>
            <a:prstGeom prst="line">
              <a:avLst/>
            </a:prstGeom>
            <a:noFill/>
            <a:ln w="9525">
              <a:solidFill>
                <a:schemeClr val="tx1"/>
              </a:solidFill>
              <a:round/>
              <a:headEnd/>
              <a:tailEnd/>
            </a:ln>
            <a:effectLst/>
          </p:spPr>
          <p:txBody>
            <a:bodyPr wrap="none" anchor="ctr"/>
            <a:lstStyle/>
            <a:p>
              <a:endParaRPr lang="zh-CN" altLang="en-US"/>
            </a:p>
          </p:txBody>
        </p:sp>
        <p:sp>
          <p:nvSpPr>
            <p:cNvPr id="828540" name="Line 124"/>
            <p:cNvSpPr>
              <a:spLocks noChangeShapeType="1"/>
            </p:cNvSpPr>
            <p:nvPr/>
          </p:nvSpPr>
          <p:spPr bwMode="auto">
            <a:xfrm flipH="1">
              <a:off x="4623" y="3770"/>
              <a:ext cx="0" cy="24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828541" name="Text Box 125"/>
            <p:cNvSpPr txBox="1">
              <a:spLocks noChangeArrowheads="1"/>
            </p:cNvSpPr>
            <p:nvPr/>
          </p:nvSpPr>
          <p:spPr bwMode="auto">
            <a:xfrm>
              <a:off x="4335" y="3914"/>
              <a:ext cx="597" cy="250"/>
            </a:xfrm>
            <a:prstGeom prst="rect">
              <a:avLst/>
            </a:prstGeom>
            <a:noFill/>
            <a:ln w="9525">
              <a:noFill/>
              <a:miter lim="800000"/>
              <a:headEnd/>
              <a:tailEnd/>
            </a:ln>
            <a:effectLst/>
          </p:spPr>
          <p:txBody>
            <a:bodyPr wrap="none">
              <a:spAutoFit/>
            </a:bodyPr>
            <a:lstStyle/>
            <a:p>
              <a:r>
                <a:rPr lang="en-US" altLang="zh-CN" sz="2000">
                  <a:effectLst>
                    <a:outerShdw blurRad="38100" dist="38100" dir="2700000" algn="tl">
                      <a:srgbClr val="FFFFFF"/>
                    </a:outerShdw>
                  </a:effectLst>
                  <a:latin typeface="Arial" pitchFamily="34" charset="0"/>
                </a:rPr>
                <a:t>double</a:t>
              </a:r>
            </a:p>
          </p:txBody>
        </p:sp>
      </p:grpSp>
      <p:sp>
        <p:nvSpPr>
          <p:cNvPr id="828543" name="Rectangle 127" descr="信纸"/>
          <p:cNvSpPr>
            <a:spLocks noChangeArrowheads="1"/>
          </p:cNvSpPr>
          <p:nvPr/>
        </p:nvSpPr>
        <p:spPr bwMode="auto">
          <a:xfrm>
            <a:off x="1472697" y="2797918"/>
            <a:ext cx="9634179" cy="3785652"/>
          </a:xfrm>
          <a:prstGeom prst="rect">
            <a:avLst/>
          </a:prstGeom>
          <a:gradFill>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tabLst>
                <a:tab pos="457200" algn="l"/>
              </a:tabLst>
            </a:pPr>
            <a:r>
              <a:rPr lang="en-US" altLang="zh-CN" b="1" dirty="0">
                <a:effectLst>
                  <a:outerShdw blurRad="38100" dist="38100" dir="2700000" algn="tl">
                    <a:srgbClr val="FFFFFF"/>
                  </a:outerShdw>
                </a:effectLst>
              </a:rPr>
              <a:t>#include &lt;</a:t>
            </a:r>
            <a:r>
              <a:rPr lang="en-US" altLang="zh-CN" b="1" dirty="0" err="1">
                <a:effectLst>
                  <a:outerShdw blurRad="38100" dist="38100" dir="2700000" algn="tl">
                    <a:srgbClr val="FFFFFF"/>
                  </a:outerShdw>
                </a:effectLst>
              </a:rPr>
              <a:t>stdio.h</a:t>
            </a:r>
            <a:r>
              <a:rPr lang="en-US" altLang="zh-CN" b="1" dirty="0">
                <a:effectLst>
                  <a:outerShdw blurRad="38100" dist="38100" dir="2700000" algn="tl">
                    <a:srgbClr val="FFFFFF"/>
                  </a:outerShdw>
                </a:effectLst>
              </a:rPr>
              <a:t>&gt;</a:t>
            </a:r>
          </a:p>
          <a:p>
            <a:pPr>
              <a:tabLst>
                <a:tab pos="457200" algn="l"/>
              </a:tabLst>
            </a:pPr>
            <a:r>
              <a:rPr lang="en-US" altLang="zh-CN" b="1" dirty="0" err="1">
                <a:solidFill>
                  <a:srgbClr val="C00000"/>
                </a:solidFill>
                <a:effectLst>
                  <a:outerShdw blurRad="38100" dist="38100" dir="2700000" algn="tl">
                    <a:srgbClr val="FFFFFF"/>
                  </a:outerShdw>
                </a:effectLst>
              </a:rPr>
              <a:t>int</a:t>
            </a:r>
            <a:r>
              <a:rPr lang="en-US" altLang="zh-CN" b="1" dirty="0">
                <a:solidFill>
                  <a:srgbClr val="C00000"/>
                </a:solidFill>
                <a:effectLst>
                  <a:outerShdw blurRad="38100" dist="38100" dir="2700000" algn="tl">
                    <a:srgbClr val="FFFFFF"/>
                  </a:outerShdw>
                </a:effectLst>
              </a:rPr>
              <a:t> main ( )</a:t>
            </a:r>
          </a:p>
          <a:p>
            <a:pPr>
              <a:tabLst>
                <a:tab pos="457200" algn="l"/>
              </a:tabLst>
            </a:pPr>
            <a:r>
              <a:rPr lang="en-US" altLang="zh-CN" b="1" dirty="0">
                <a:effectLst>
                  <a:outerShdw blurRad="38100" dist="38100" dir="2700000" algn="tl">
                    <a:srgbClr val="FFFFFF"/>
                  </a:outerShdw>
                </a:effectLst>
              </a:rPr>
              <a:t>{</a:t>
            </a:r>
          </a:p>
          <a:p>
            <a:pPr>
              <a:tabLst>
                <a:tab pos="457200" algn="l"/>
              </a:tabLst>
            </a:pPr>
            <a:r>
              <a:rPr lang="en-US" altLang="zh-CN" b="1" dirty="0">
                <a:effectLst>
                  <a:outerShdw blurRad="38100" dist="38100" dir="2700000" algn="tl">
                    <a:srgbClr val="FFFFFF"/>
                  </a:outerShdw>
                </a:effectLst>
              </a:rPr>
              <a:t>   float a, b, c;</a:t>
            </a:r>
          </a:p>
          <a:p>
            <a:pPr>
              <a:tabLst>
                <a:tab pos="457200" algn="l"/>
              </a:tabLst>
            </a:pPr>
            <a:r>
              <a:rPr lang="en-US" altLang="zh-CN" b="1" dirty="0">
                <a:effectLst>
                  <a:outerShdw blurRad="38100" dist="38100" dir="2700000" algn="tl">
                    <a:srgbClr val="FFFFFF"/>
                  </a:outerShdw>
                </a:effectLst>
              </a:rPr>
              <a:t>   a = 7 / 2;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计算</a:t>
            </a:r>
            <a:r>
              <a:rPr lang="en-US" altLang="zh-CN" sz="1800" b="1" dirty="0">
                <a:solidFill>
                  <a:srgbClr val="002060"/>
                </a:solidFill>
                <a:latin typeface="+mn-lt"/>
                <a:ea typeface="楷体" pitchFamily="49" charset="-122"/>
              </a:rPr>
              <a:t>7/2</a:t>
            </a:r>
            <a:r>
              <a:rPr lang="zh-CN" altLang="en-US" sz="1800" b="1" dirty="0">
                <a:solidFill>
                  <a:srgbClr val="002060"/>
                </a:solidFill>
                <a:latin typeface="+mn-lt"/>
                <a:ea typeface="楷体" pitchFamily="49" charset="-122"/>
              </a:rPr>
              <a:t>得</a:t>
            </a:r>
            <a:r>
              <a:rPr lang="en-US" altLang="zh-CN" sz="1800" b="1" dirty="0" err="1">
                <a:solidFill>
                  <a:srgbClr val="002060"/>
                </a:solidFill>
                <a:latin typeface="+mn-lt"/>
                <a:ea typeface="楷体" pitchFamily="49" charset="-122"/>
              </a:rPr>
              <a:t>int</a:t>
            </a:r>
            <a:r>
              <a:rPr lang="zh-CN" altLang="en-US" sz="1800" b="1" dirty="0">
                <a:solidFill>
                  <a:srgbClr val="002060"/>
                </a:solidFill>
                <a:latin typeface="+mn-lt"/>
                <a:ea typeface="楷体" pitchFamily="49" charset="-122"/>
              </a:rPr>
              <a:t>型值</a:t>
            </a:r>
            <a:r>
              <a:rPr lang="en-US" altLang="zh-CN" sz="1800" b="1" dirty="0">
                <a:solidFill>
                  <a:srgbClr val="002060"/>
                </a:solidFill>
                <a:latin typeface="+mn-lt"/>
                <a:ea typeface="楷体" pitchFamily="49" charset="-122"/>
              </a:rPr>
              <a:t>3</a:t>
            </a:r>
            <a:r>
              <a:rPr lang="zh-CN" altLang="en-US" sz="1800" b="1" dirty="0">
                <a:solidFill>
                  <a:srgbClr val="002060"/>
                </a:solidFill>
                <a:latin typeface="+mn-lt"/>
                <a:ea typeface="楷体" pitchFamily="49" charset="-122"/>
              </a:rPr>
              <a:t>，因此</a:t>
            </a:r>
            <a:r>
              <a:rPr lang="en-US" altLang="zh-CN" sz="1800" b="1" dirty="0">
                <a:solidFill>
                  <a:srgbClr val="002060"/>
                </a:solidFill>
                <a:latin typeface="+mn-lt"/>
                <a:ea typeface="楷体" pitchFamily="49" charset="-122"/>
              </a:rPr>
              <a:t>a</a:t>
            </a:r>
            <a:r>
              <a:rPr lang="zh-CN" altLang="en-US" sz="1800" b="1" dirty="0">
                <a:solidFill>
                  <a:srgbClr val="002060"/>
                </a:solidFill>
                <a:latin typeface="+mn-lt"/>
                <a:ea typeface="楷体" pitchFamily="49" charset="-122"/>
              </a:rPr>
              <a:t>的值为</a:t>
            </a:r>
            <a:r>
              <a:rPr lang="en-US" altLang="zh-CN" sz="1800" b="1" dirty="0">
                <a:solidFill>
                  <a:srgbClr val="002060"/>
                </a:solidFill>
                <a:latin typeface="+mn-lt"/>
                <a:ea typeface="楷体" pitchFamily="49" charset="-122"/>
              </a:rPr>
              <a:t>3.0</a:t>
            </a:r>
          </a:p>
          <a:p>
            <a:pPr>
              <a:tabLst>
                <a:tab pos="457200" algn="l"/>
              </a:tabLst>
            </a:pPr>
            <a:r>
              <a:rPr lang="en-US" altLang="zh-CN" b="1" dirty="0">
                <a:effectLst>
                  <a:outerShdw blurRad="38100" dist="38100" dir="2700000" algn="tl">
                    <a:srgbClr val="FFFFFF"/>
                  </a:outerShdw>
                </a:effectLst>
              </a:rPr>
              <a:t>   b = 7 / 2 * 1.0;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计算</a:t>
            </a:r>
            <a:r>
              <a:rPr lang="en-US" altLang="zh-CN" sz="1800" b="1" dirty="0">
                <a:solidFill>
                  <a:srgbClr val="002060"/>
                </a:solidFill>
                <a:latin typeface="+mn-lt"/>
                <a:ea typeface="楷体" pitchFamily="49" charset="-122"/>
              </a:rPr>
              <a:t>7/2</a:t>
            </a:r>
            <a:r>
              <a:rPr lang="zh-CN" altLang="en-US" sz="1800" b="1" dirty="0">
                <a:solidFill>
                  <a:srgbClr val="002060"/>
                </a:solidFill>
                <a:latin typeface="+mn-lt"/>
                <a:ea typeface="楷体" pitchFamily="49" charset="-122"/>
              </a:rPr>
              <a:t>得</a:t>
            </a:r>
            <a:r>
              <a:rPr lang="en-US" altLang="zh-CN" sz="1800" b="1" dirty="0" err="1">
                <a:solidFill>
                  <a:srgbClr val="002060"/>
                </a:solidFill>
                <a:latin typeface="+mn-lt"/>
                <a:ea typeface="楷体" pitchFamily="49" charset="-122"/>
              </a:rPr>
              <a:t>int</a:t>
            </a:r>
            <a:r>
              <a:rPr lang="zh-CN" altLang="en-US" sz="1800" b="1" dirty="0">
                <a:solidFill>
                  <a:srgbClr val="002060"/>
                </a:solidFill>
                <a:latin typeface="+mn-lt"/>
                <a:ea typeface="楷体" pitchFamily="49" charset="-122"/>
              </a:rPr>
              <a:t>型值</a:t>
            </a:r>
            <a:r>
              <a:rPr lang="en-US" altLang="zh-CN" sz="1800" b="1" dirty="0">
                <a:solidFill>
                  <a:srgbClr val="002060"/>
                </a:solidFill>
                <a:latin typeface="+mn-lt"/>
                <a:ea typeface="楷体" pitchFamily="49" charset="-122"/>
              </a:rPr>
              <a:t>3</a:t>
            </a:r>
            <a:r>
              <a:rPr lang="zh-CN" altLang="en-US" sz="1800" b="1" dirty="0">
                <a:solidFill>
                  <a:srgbClr val="002060"/>
                </a:solidFill>
                <a:latin typeface="+mn-lt"/>
                <a:ea typeface="楷体" pitchFamily="49" charset="-122"/>
              </a:rPr>
              <a:t>，再与</a:t>
            </a:r>
            <a:r>
              <a:rPr lang="en-US" altLang="zh-CN" sz="1800" b="1" dirty="0">
                <a:solidFill>
                  <a:srgbClr val="002060"/>
                </a:solidFill>
                <a:latin typeface="+mn-lt"/>
                <a:ea typeface="楷体" pitchFamily="49" charset="-122"/>
              </a:rPr>
              <a:t>1.0</a:t>
            </a:r>
            <a:r>
              <a:rPr lang="zh-CN" altLang="en-US" sz="1800" b="1" dirty="0">
                <a:solidFill>
                  <a:srgbClr val="002060"/>
                </a:solidFill>
                <a:latin typeface="+mn-lt"/>
                <a:ea typeface="楷体" pitchFamily="49" charset="-122"/>
              </a:rPr>
              <a:t>相乘，因此</a:t>
            </a:r>
            <a:r>
              <a:rPr lang="en-US" altLang="zh-CN" sz="1800" b="1" dirty="0">
                <a:solidFill>
                  <a:srgbClr val="002060"/>
                </a:solidFill>
                <a:latin typeface="+mn-lt"/>
                <a:ea typeface="楷体" pitchFamily="49" charset="-122"/>
              </a:rPr>
              <a:t>b</a:t>
            </a:r>
            <a:r>
              <a:rPr lang="zh-CN" altLang="en-US" sz="1800" b="1" dirty="0">
                <a:solidFill>
                  <a:srgbClr val="002060"/>
                </a:solidFill>
                <a:latin typeface="+mn-lt"/>
                <a:ea typeface="楷体" pitchFamily="49" charset="-122"/>
              </a:rPr>
              <a:t>的值为</a:t>
            </a:r>
            <a:r>
              <a:rPr lang="en-US" altLang="zh-CN" sz="1800" b="1" dirty="0">
                <a:solidFill>
                  <a:srgbClr val="002060"/>
                </a:solidFill>
                <a:latin typeface="+mn-lt"/>
                <a:ea typeface="楷体" pitchFamily="49" charset="-122"/>
              </a:rPr>
              <a:t>3.0</a:t>
            </a:r>
          </a:p>
          <a:p>
            <a:pPr>
              <a:tabLst>
                <a:tab pos="457200" algn="l"/>
              </a:tabLst>
            </a:pPr>
            <a:r>
              <a:rPr lang="en-US" altLang="zh-CN" b="1" dirty="0">
                <a:effectLst>
                  <a:outerShdw blurRad="38100" dist="38100" dir="2700000" algn="tl">
                    <a:srgbClr val="FFFFFF"/>
                  </a:outerShdw>
                </a:effectLst>
              </a:rPr>
              <a:t>   c = 1.0 * 7 / 2;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先计算</a:t>
            </a:r>
            <a:r>
              <a:rPr lang="en-US" altLang="zh-CN" sz="1800" b="1" dirty="0">
                <a:solidFill>
                  <a:srgbClr val="002060"/>
                </a:solidFill>
                <a:latin typeface="+mn-lt"/>
                <a:ea typeface="楷体" pitchFamily="49" charset="-122"/>
              </a:rPr>
              <a:t>1.0*7</a:t>
            </a:r>
            <a:r>
              <a:rPr lang="zh-CN" altLang="en-US" sz="1800" b="1" dirty="0">
                <a:solidFill>
                  <a:srgbClr val="002060"/>
                </a:solidFill>
                <a:latin typeface="+mn-lt"/>
                <a:ea typeface="楷体" pitchFamily="49" charset="-122"/>
              </a:rPr>
              <a:t>得</a:t>
            </a:r>
            <a:r>
              <a:rPr lang="en-US" altLang="zh-CN" sz="1800" b="1" dirty="0">
                <a:solidFill>
                  <a:srgbClr val="002060"/>
                </a:solidFill>
                <a:latin typeface="+mn-lt"/>
                <a:ea typeface="楷体" pitchFamily="49" charset="-122"/>
              </a:rPr>
              <a:t>double</a:t>
            </a:r>
            <a:r>
              <a:rPr lang="zh-CN" altLang="en-US" sz="1800" b="1" dirty="0">
                <a:solidFill>
                  <a:srgbClr val="002060"/>
                </a:solidFill>
                <a:latin typeface="+mn-lt"/>
                <a:ea typeface="楷体" pitchFamily="49" charset="-122"/>
              </a:rPr>
              <a:t>型的结果</a:t>
            </a:r>
            <a:r>
              <a:rPr lang="en-US" altLang="zh-CN" sz="1800" b="1" dirty="0">
                <a:solidFill>
                  <a:srgbClr val="002060"/>
                </a:solidFill>
                <a:latin typeface="+mn-lt"/>
                <a:ea typeface="楷体" pitchFamily="49" charset="-122"/>
              </a:rPr>
              <a:t>7.0</a:t>
            </a:r>
            <a:r>
              <a:rPr lang="zh-CN" altLang="en-US" sz="1800" b="1" dirty="0">
                <a:solidFill>
                  <a:srgbClr val="002060"/>
                </a:solidFill>
                <a:latin typeface="+mn-lt"/>
                <a:ea typeface="楷体" pitchFamily="49" charset="-122"/>
              </a:rPr>
              <a:t>，然后再计算</a:t>
            </a:r>
            <a:r>
              <a:rPr lang="en-US" altLang="zh-CN" sz="1800" b="1" dirty="0">
                <a:solidFill>
                  <a:srgbClr val="002060"/>
                </a:solidFill>
                <a:latin typeface="+mn-lt"/>
                <a:ea typeface="楷体" pitchFamily="49" charset="-122"/>
              </a:rPr>
              <a:t>7.0/2</a:t>
            </a:r>
            <a:r>
              <a:rPr lang="zh-CN" altLang="en-US" sz="1800" b="1" dirty="0">
                <a:solidFill>
                  <a:srgbClr val="002060"/>
                </a:solidFill>
                <a:latin typeface="+mn-lt"/>
                <a:ea typeface="楷体" pitchFamily="49" charset="-122"/>
              </a:rPr>
              <a:t>，因此</a:t>
            </a:r>
            <a:r>
              <a:rPr lang="en-US" altLang="zh-CN" sz="1800" b="1" dirty="0">
                <a:solidFill>
                  <a:srgbClr val="002060"/>
                </a:solidFill>
                <a:latin typeface="+mn-lt"/>
                <a:ea typeface="楷体" pitchFamily="49" charset="-122"/>
              </a:rPr>
              <a:t>c</a:t>
            </a:r>
            <a:r>
              <a:rPr lang="zh-CN" altLang="en-US" sz="1800" b="1" dirty="0">
                <a:solidFill>
                  <a:srgbClr val="002060"/>
                </a:solidFill>
                <a:latin typeface="+mn-lt"/>
                <a:ea typeface="楷体" pitchFamily="49" charset="-122"/>
              </a:rPr>
              <a:t>的值是</a:t>
            </a:r>
            <a:r>
              <a:rPr lang="en-US" altLang="zh-CN" sz="1800" b="1" dirty="0">
                <a:solidFill>
                  <a:srgbClr val="002060"/>
                </a:solidFill>
                <a:latin typeface="+mn-lt"/>
                <a:ea typeface="楷体" pitchFamily="49" charset="-122"/>
              </a:rPr>
              <a:t>3.5</a:t>
            </a:r>
          </a:p>
          <a:p>
            <a:pPr>
              <a:tabLst>
                <a:tab pos="4572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("a = %f, b = %f, c = %f", a, b, c);</a:t>
            </a:r>
          </a:p>
          <a:p>
            <a:pPr>
              <a:tabLst>
                <a:tab pos="457200" algn="l"/>
              </a:tabLst>
            </a:pPr>
            <a:r>
              <a:rPr lang="en-US" altLang="zh-CN" b="1" dirty="0">
                <a:effectLst>
                  <a:outerShdw blurRad="38100" dist="38100" dir="2700000" algn="tl">
                    <a:srgbClr val="FFFFFF"/>
                  </a:outerShdw>
                </a:effectLst>
              </a:rPr>
              <a:t>   return 0;</a:t>
            </a:r>
          </a:p>
          <a:p>
            <a:pPr>
              <a:tabLst>
                <a:tab pos="457200" algn="l"/>
              </a:tabLst>
            </a:pPr>
            <a:r>
              <a:rPr lang="en-US" altLang="zh-CN" b="1" dirty="0">
                <a:effectLst>
                  <a:outerShdw blurRad="38100" dist="38100" dir="2700000" algn="tl">
                    <a:srgbClr val="FFFFFF"/>
                  </a:outerShdw>
                </a:effectLst>
              </a:rPr>
              <a:t>}</a:t>
            </a:r>
          </a:p>
        </p:txBody>
      </p:sp>
      <p:sp>
        <p:nvSpPr>
          <p:cNvPr id="828545" name="Text Box 129"/>
          <p:cNvSpPr txBox="1">
            <a:spLocks noChangeArrowheads="1"/>
          </p:cNvSpPr>
          <p:nvPr/>
        </p:nvSpPr>
        <p:spPr bwMode="auto">
          <a:xfrm>
            <a:off x="6182451" y="5994133"/>
            <a:ext cx="4924425" cy="431800"/>
          </a:xfrm>
          <a:prstGeom prst="rect">
            <a:avLst/>
          </a:prstGeom>
          <a:solidFill>
            <a:schemeClr val="bg1"/>
          </a:solidFill>
          <a:ln w="28575">
            <a:solidFill>
              <a:srgbClr val="0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just" eaLnBrk="0" hangingPunct="0">
              <a:spcBef>
                <a:spcPct val="50000"/>
              </a:spcBef>
            </a:pPr>
            <a:r>
              <a:rPr lang="en-US" altLang="zh-CN" sz="2000" b="1" dirty="0">
                <a:solidFill>
                  <a:srgbClr val="C01920"/>
                </a:solidFill>
              </a:rPr>
              <a:t>a = 3.000000</a:t>
            </a:r>
            <a:r>
              <a:rPr lang="zh-CN" altLang="en-US" sz="2000" b="1" dirty="0">
                <a:solidFill>
                  <a:srgbClr val="C01920"/>
                </a:solidFill>
              </a:rPr>
              <a:t>，</a:t>
            </a:r>
            <a:r>
              <a:rPr lang="en-US" altLang="zh-CN" sz="2000" b="1" dirty="0">
                <a:solidFill>
                  <a:srgbClr val="C01920"/>
                </a:solidFill>
              </a:rPr>
              <a:t>b = 3.000000</a:t>
            </a:r>
            <a:r>
              <a:rPr lang="zh-CN" altLang="en-US" sz="2000" b="1" dirty="0">
                <a:solidFill>
                  <a:srgbClr val="C01920"/>
                </a:solidFill>
              </a:rPr>
              <a:t>，</a:t>
            </a:r>
            <a:r>
              <a:rPr lang="en-US" altLang="zh-CN" sz="2000" b="1" dirty="0">
                <a:solidFill>
                  <a:srgbClr val="C01920"/>
                </a:solidFill>
              </a:rPr>
              <a:t>c = 3.500000</a:t>
            </a:r>
          </a:p>
        </p:txBody>
      </p:sp>
      <p:sp>
        <p:nvSpPr>
          <p:cNvPr id="111" name="Rectangle 4">
            <a:extLst>
              <a:ext uri="{FF2B5EF4-FFF2-40B4-BE49-F238E27FC236}">
                <a16:creationId xmlns:a16="http://schemas.microsoft.com/office/drawing/2014/main" id="{908C0B2B-9481-44A4-8806-6C51732C7F05}"/>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3.4  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语言的运算符与表达式</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0">
                                            <p:txEl>
                                              <p:pRg st="0" end="0"/>
                                            </p:txEl>
                                          </p:spTgt>
                                        </p:tgtEl>
                                        <p:attrNameLst>
                                          <p:attrName>style.visibility</p:attrName>
                                        </p:attrNameLst>
                                      </p:cBhvr>
                                      <p:to>
                                        <p:strVal val="visible"/>
                                      </p:to>
                                    </p:set>
                                    <p:anim calcmode="lin" valueType="num">
                                      <p:cBhvr additive="base">
                                        <p:cTn id="7" dur="500" fill="hold"/>
                                        <p:tgtEl>
                                          <p:spTgt spid="11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828465"/>
                                        </p:tgtEl>
                                        <p:attrNameLst>
                                          <p:attrName>style.visibility</p:attrName>
                                        </p:attrNameLst>
                                      </p:cBhvr>
                                      <p:to>
                                        <p:strVal val="visible"/>
                                      </p:to>
                                    </p:set>
                                    <p:animEffect transition="in" filter="box(out)">
                                      <p:cBhvr>
                                        <p:cTn id="13" dur="500"/>
                                        <p:tgtEl>
                                          <p:spTgt spid="828465"/>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18" presetClass="entr" presetSubtype="12" fill="hold" nodeType="clickEffect">
                                  <p:stCondLst>
                                    <p:cond delay="0"/>
                                  </p:stCondLst>
                                  <p:childTnLst>
                                    <p:set>
                                      <p:cBhvr>
                                        <p:cTn id="17" dur="1" fill="hold">
                                          <p:stCondLst>
                                            <p:cond delay="0"/>
                                          </p:stCondLst>
                                        </p:cTn>
                                        <p:tgtEl>
                                          <p:spTgt spid="828542"/>
                                        </p:tgtEl>
                                        <p:attrNameLst>
                                          <p:attrName>style.visibility</p:attrName>
                                        </p:attrNameLst>
                                      </p:cBhvr>
                                      <p:to>
                                        <p:strVal val="visible"/>
                                      </p:to>
                                    </p:set>
                                    <p:animEffect transition="in" filter="strips(downLeft)">
                                      <p:cBhvr>
                                        <p:cTn id="18" dur="500"/>
                                        <p:tgtEl>
                                          <p:spTgt spid="828542"/>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828466"/>
                                        </p:tgtEl>
                                        <p:attrNameLst>
                                          <p:attrName>style.visibility</p:attrName>
                                        </p:attrNameLst>
                                      </p:cBhvr>
                                      <p:to>
                                        <p:strVal val="visible"/>
                                      </p:to>
                                    </p:set>
                                    <p:animEffect transition="in" filter="box(out)">
                                      <p:cBhvr>
                                        <p:cTn id="23" dur="500"/>
                                        <p:tgtEl>
                                          <p:spTgt spid="828466"/>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828469"/>
                                        </p:tgtEl>
                                        <p:attrNameLst>
                                          <p:attrName>style.visibility</p:attrName>
                                        </p:attrNameLst>
                                      </p:cBhvr>
                                      <p:to>
                                        <p:strVal val="visible"/>
                                      </p:to>
                                    </p:set>
                                    <p:animEffect transition="in" filter="box(out)">
                                      <p:cBhvr>
                                        <p:cTn id="28" dur="500"/>
                                        <p:tgtEl>
                                          <p:spTgt spid="828469"/>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nodeType="clickEffect">
                                  <p:stCondLst>
                                    <p:cond delay="0"/>
                                  </p:stCondLst>
                                  <p:childTnLst>
                                    <p:set>
                                      <p:cBhvr>
                                        <p:cTn id="32" dur="1" fill="hold">
                                          <p:stCondLst>
                                            <p:cond delay="0"/>
                                          </p:stCondLst>
                                        </p:cTn>
                                        <p:tgtEl>
                                          <p:spTgt spid="828504"/>
                                        </p:tgtEl>
                                        <p:attrNameLst>
                                          <p:attrName>style.visibility</p:attrName>
                                        </p:attrNameLst>
                                      </p:cBhvr>
                                      <p:to>
                                        <p:strVal val="visible"/>
                                      </p:to>
                                    </p:set>
                                    <p:animEffect transition="in" filter="box(out)">
                                      <p:cBhvr>
                                        <p:cTn id="33" dur="500"/>
                                        <p:tgtEl>
                                          <p:spTgt spid="828504"/>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nodeType="clickEffect">
                                  <p:stCondLst>
                                    <p:cond delay="0"/>
                                  </p:stCondLst>
                                  <p:childTnLst>
                                    <p:set>
                                      <p:cBhvr>
                                        <p:cTn id="37" dur="1" fill="hold">
                                          <p:stCondLst>
                                            <p:cond delay="0"/>
                                          </p:stCondLst>
                                        </p:cTn>
                                        <p:tgtEl>
                                          <p:spTgt spid="828507"/>
                                        </p:tgtEl>
                                        <p:attrNameLst>
                                          <p:attrName>style.visibility</p:attrName>
                                        </p:attrNameLst>
                                      </p:cBhvr>
                                      <p:to>
                                        <p:strVal val="visible"/>
                                      </p:to>
                                    </p:set>
                                    <p:animEffect transition="in" filter="box(out)">
                                      <p:cBhvr>
                                        <p:cTn id="38" dur="500"/>
                                        <p:tgtEl>
                                          <p:spTgt spid="828507"/>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828543"/>
                                        </p:tgtEl>
                                        <p:attrNameLst>
                                          <p:attrName>style.visibility</p:attrName>
                                        </p:attrNameLst>
                                      </p:cBhvr>
                                      <p:to>
                                        <p:strVal val="visible"/>
                                      </p:to>
                                    </p:set>
                                    <p:animEffect transition="in" filter="box(out)">
                                      <p:cBhvr>
                                        <p:cTn id="43" dur="500"/>
                                        <p:tgtEl>
                                          <p:spTgt spid="828543"/>
                                        </p:tgtEl>
                                      </p:cBhvr>
                                    </p:animEffect>
                                  </p:childTnLst>
                                  <p:subTnLst>
                                    <p:audio>
                                      <p:cMediaNode>
                                        <p:cTn display="0" masterRel="sameClick">
                                          <p:stCondLst>
                                            <p:cond evt="begin" delay="0">
                                              <p:tn val="41"/>
                                            </p:cond>
                                          </p:stCondLst>
                                          <p:endCondLst>
                                            <p:cond evt="onStopAudio" delay="0">
                                              <p:tgtEl>
                                                <p:sldTgt/>
                                              </p:tgtEl>
                                            </p:cond>
                                          </p:endCondLst>
                                        </p:cTn>
                                        <p:tgtEl>
                                          <p:sndTgt r:embed="rId3" name="chimes.wav"/>
                                        </p:tgtEl>
                                      </p:cMediaNode>
                                    </p:audio>
                                  </p:subTnLst>
                                </p:cTn>
                              </p:par>
                            </p:childTnLst>
                          </p:cTn>
                        </p:par>
                      </p:childTnLst>
                    </p:cTn>
                  </p:par>
                  <p:par>
                    <p:cTn id="44" fill="hold">
                      <p:stCondLst>
                        <p:cond delay="indefinite"/>
                      </p:stCondLst>
                      <p:childTnLst>
                        <p:par>
                          <p:cTn id="45" fill="hold">
                            <p:stCondLst>
                              <p:cond delay="0"/>
                            </p:stCondLst>
                            <p:childTnLst>
                              <p:par>
                                <p:cTn id="46" presetID="4" presetClass="entr" presetSubtype="32" fill="hold" grpId="0" nodeType="clickEffect">
                                  <p:stCondLst>
                                    <p:cond delay="0"/>
                                  </p:stCondLst>
                                  <p:childTnLst>
                                    <p:set>
                                      <p:cBhvr>
                                        <p:cTn id="47" dur="1" fill="hold">
                                          <p:stCondLst>
                                            <p:cond delay="0"/>
                                          </p:stCondLst>
                                        </p:cTn>
                                        <p:tgtEl>
                                          <p:spTgt spid="828545"/>
                                        </p:tgtEl>
                                        <p:attrNameLst>
                                          <p:attrName>style.visibility</p:attrName>
                                        </p:attrNameLst>
                                      </p:cBhvr>
                                      <p:to>
                                        <p:strVal val="visible"/>
                                      </p:to>
                                    </p:set>
                                    <p:animEffect transition="in" filter="box(out)">
                                      <p:cBhvr>
                                        <p:cTn id="48" dur="500"/>
                                        <p:tgtEl>
                                          <p:spTgt spid="828545"/>
                                        </p:tgtEl>
                                      </p:cBhvr>
                                    </p:animEffect>
                                  </p:childTnLst>
                                  <p:subTnLst>
                                    <p:audio>
                                      <p:cMediaNode>
                                        <p:cTn display="0" masterRel="sameClick">
                                          <p:stCondLst>
                                            <p:cond evt="begin" delay="0">
                                              <p:tn val="46"/>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 grpId="0" build="p" bldLvl="5" autoUpdateAnimBg="0"/>
      <p:bldP spid="828543" grpId="0" animBg="1"/>
      <p:bldP spid="828545" grpId="0" animBg="1"/>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9560" name="Rectangle 120"/>
          <p:cNvSpPr>
            <a:spLocks noChangeArrowheads="1"/>
          </p:cNvSpPr>
          <p:nvPr/>
        </p:nvSpPr>
        <p:spPr bwMode="auto">
          <a:xfrm>
            <a:off x="1210257" y="5312278"/>
            <a:ext cx="7345363" cy="769441"/>
          </a:xfrm>
          <a:prstGeom prst="rect">
            <a:avLst/>
          </a:prstGeom>
          <a:noFill/>
          <a:ln w="9525">
            <a:noFill/>
            <a:miter lim="800000"/>
            <a:headEnd/>
            <a:tailEnd/>
          </a:ln>
          <a:effectLst/>
        </p:spPr>
        <p:txBody>
          <a:bodyPr>
            <a:spAutoFit/>
          </a:bodyPr>
          <a:lstStyle/>
          <a:p>
            <a:pPr>
              <a:buClr>
                <a:srgbClr val="C01920"/>
              </a:buClr>
              <a:buFont typeface="Wingdings" pitchFamily="2" charset="2"/>
              <a:buChar char="Ø"/>
            </a:pPr>
            <a:r>
              <a:rPr lang="en-US" altLang="zh-CN" sz="2000" dirty="0">
                <a:solidFill>
                  <a:srgbClr val="C01920"/>
                </a:solidFill>
                <a:latin typeface="+mn-lt"/>
                <a:ea typeface="楷体" pitchFamily="49" charset="-122"/>
              </a:rPr>
              <a:t> </a:t>
            </a:r>
            <a:r>
              <a:rPr lang="zh-CN" altLang="en-US" sz="2000" b="1" dirty="0">
                <a:solidFill>
                  <a:srgbClr val="C01920"/>
                </a:solidFill>
                <a:latin typeface="+mn-lt"/>
                <a:ea typeface="楷体" pitchFamily="49" charset="-122"/>
              </a:rPr>
              <a:t>位运算之间的优先级</a:t>
            </a:r>
          </a:p>
          <a:p>
            <a:pPr>
              <a:buClr>
                <a:srgbClr val="FF0066"/>
              </a:buClr>
              <a:buFont typeface="Wingdings" pitchFamily="2" charset="2"/>
              <a:buNone/>
            </a:pPr>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   →     &lt;&lt;</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&gt;&gt;     →    &amp;   →    ^     →     |</a:t>
            </a:r>
          </a:p>
        </p:txBody>
      </p:sp>
      <p:sp>
        <p:nvSpPr>
          <p:cNvPr id="829554" name="Rectangle 114"/>
          <p:cNvSpPr>
            <a:spLocks noChangeArrowheads="1"/>
          </p:cNvSpPr>
          <p:nvPr/>
        </p:nvSpPr>
        <p:spPr bwMode="auto">
          <a:xfrm>
            <a:off x="748280" y="3645024"/>
            <a:ext cx="10892336" cy="1384995"/>
          </a:xfrm>
          <a:prstGeom prst="rect">
            <a:avLst/>
          </a:prstGeom>
          <a:noFill/>
          <a:ln w="9525">
            <a:noFill/>
            <a:miter lim="800000"/>
            <a:headEnd/>
            <a:tailEnd/>
          </a:ln>
          <a:effectLst/>
        </p:spPr>
        <p:txBody>
          <a:bodyPr wrap="square" anchor="ctr">
            <a:spAutoFit/>
          </a:bodyPr>
          <a:lstStyle/>
          <a:p>
            <a:pPr lvl="1">
              <a:buFont typeface="Wingdings" pitchFamily="2" charset="2"/>
              <a:buChar char="Ø"/>
            </a:pPr>
            <a:r>
              <a:rPr lang="en-US" altLang="zh-CN" sz="2000" b="1" dirty="0">
                <a:solidFill>
                  <a:srgbClr val="C01920"/>
                </a:solidFill>
                <a:latin typeface="+mn-lt"/>
                <a:ea typeface="楷体" pitchFamily="49" charset="-122"/>
              </a:rPr>
              <a:t> </a:t>
            </a:r>
            <a:r>
              <a:rPr lang="zh-CN" altLang="en-US" sz="2000" b="1" dirty="0">
                <a:solidFill>
                  <a:srgbClr val="C01920"/>
                </a:solidFill>
                <a:latin typeface="+mn-lt"/>
                <a:ea typeface="楷体" pitchFamily="49" charset="-122"/>
              </a:rPr>
              <a:t>右移（</a:t>
            </a:r>
            <a:r>
              <a:rPr lang="en-US" altLang="zh-CN" sz="2000" b="1" dirty="0">
                <a:solidFill>
                  <a:srgbClr val="C01920"/>
                </a:solidFill>
                <a:latin typeface="+mn-lt"/>
                <a:ea typeface="楷体" pitchFamily="49" charset="-122"/>
              </a:rPr>
              <a:t>&gt;&gt;</a:t>
            </a:r>
            <a:r>
              <a:rPr lang="zh-CN" altLang="en-US" sz="2000" b="1" dirty="0">
                <a:solidFill>
                  <a:srgbClr val="C01920"/>
                </a:solidFill>
                <a:latin typeface="+mn-lt"/>
                <a:ea typeface="楷体" pitchFamily="49" charset="-122"/>
              </a:rPr>
              <a:t>）</a:t>
            </a:r>
          </a:p>
          <a:p>
            <a:pPr>
              <a:buFont typeface="Wingdings" pitchFamily="2" charset="2"/>
              <a:buNone/>
            </a:pPr>
            <a:r>
              <a:rPr kumimoji="0" lang="zh-CN" altLang="en-US" b="1" dirty="0">
                <a:effectLst>
                  <a:outerShdw blurRad="38100" dist="38100" dir="2700000" algn="tl">
                    <a:srgbClr val="FFFFFF"/>
                  </a:outerShdw>
                </a:effectLst>
                <a:latin typeface="+mn-lt"/>
                <a:ea typeface="楷体" pitchFamily="49" charset="-122"/>
              </a:rPr>
              <a:t>       </a:t>
            </a:r>
            <a:r>
              <a:rPr kumimoji="0" lang="zh-CN" altLang="en-US" sz="2000" b="1" dirty="0">
                <a:effectLst>
                  <a:outerShdw blurRad="38100" dist="38100" dir="2700000" algn="tl">
                    <a:srgbClr val="FFFFFF"/>
                  </a:outerShdw>
                </a:effectLst>
                <a:latin typeface="+mn-lt"/>
                <a:ea typeface="楷体" pitchFamily="49" charset="-122"/>
              </a:rPr>
              <a:t>右移运算实现将某变量所对应的二进制数往右移位，溢出的最低位被丢掉，如果变量是</a:t>
            </a:r>
            <a:r>
              <a:rPr kumimoji="0" lang="zh-CN" altLang="en-US" sz="2000" b="1" dirty="0">
                <a:solidFill>
                  <a:srgbClr val="002060"/>
                </a:solidFill>
                <a:latin typeface="+mn-lt"/>
                <a:ea typeface="楷体" pitchFamily="49" charset="-122"/>
              </a:rPr>
              <a:t>无符号数，空出的高位用零填补</a:t>
            </a:r>
            <a:r>
              <a:rPr kumimoji="0" lang="zh-CN" altLang="en-US" sz="2000" b="1" dirty="0">
                <a:effectLst>
                  <a:outerShdw blurRad="38100" dist="38100" dir="2700000" algn="tl">
                    <a:srgbClr val="FFFFFF"/>
                  </a:outerShdw>
                </a:effectLst>
                <a:latin typeface="+mn-lt"/>
                <a:ea typeface="楷体" pitchFamily="49" charset="-122"/>
              </a:rPr>
              <a:t>，如果变量是</a:t>
            </a:r>
            <a:r>
              <a:rPr kumimoji="0" lang="zh-CN" altLang="en-US" sz="2000" b="1" dirty="0">
                <a:solidFill>
                  <a:srgbClr val="002060"/>
                </a:solidFill>
                <a:effectLst>
                  <a:outerShdw blurRad="38100" dist="38100" dir="2700000" algn="tl">
                    <a:srgbClr val="FFFFFF"/>
                  </a:outerShdw>
                </a:effectLst>
                <a:latin typeface="+mn-lt"/>
                <a:ea typeface="楷体" pitchFamily="49" charset="-122"/>
              </a:rPr>
              <a:t>有符号数，空出的高位用原来的符号位填补</a:t>
            </a:r>
            <a:r>
              <a:rPr kumimoji="0" lang="zh-CN" altLang="en-US" sz="2000" b="1" dirty="0">
                <a:effectLst>
                  <a:outerShdw blurRad="38100" dist="38100" dir="2700000" algn="tl">
                    <a:srgbClr val="FFFFFF"/>
                  </a:outerShdw>
                </a:effectLst>
                <a:latin typeface="+mn-lt"/>
                <a:ea typeface="楷体" pitchFamily="49" charset="-122"/>
              </a:rPr>
              <a:t>（即负数填</a:t>
            </a:r>
            <a:r>
              <a:rPr kumimoji="0" lang="en-US" altLang="zh-CN" sz="2000" b="1" dirty="0">
                <a:effectLst>
                  <a:outerShdw blurRad="38100" dist="38100" dir="2700000" algn="tl">
                    <a:srgbClr val="FFFFFF"/>
                  </a:outerShdw>
                </a:effectLst>
                <a:latin typeface="+mn-lt"/>
                <a:ea typeface="楷体" pitchFamily="49" charset="-122"/>
              </a:rPr>
              <a:t>1</a:t>
            </a:r>
            <a:r>
              <a:rPr kumimoji="0" lang="zh-CN" altLang="en-US" sz="2000" b="1" dirty="0">
                <a:effectLst>
                  <a:outerShdw blurRad="38100" dist="38100" dir="2700000" algn="tl">
                    <a:srgbClr val="FFFFFF"/>
                  </a:outerShdw>
                </a:effectLst>
                <a:latin typeface="+mn-lt"/>
                <a:ea typeface="楷体" pitchFamily="49" charset="-122"/>
              </a:rPr>
              <a:t>，正数填</a:t>
            </a:r>
            <a:r>
              <a:rPr kumimoji="0" lang="en-US" altLang="zh-CN" sz="2000" b="1" dirty="0">
                <a:effectLst>
                  <a:outerShdw blurRad="38100" dist="38100" dir="2700000" algn="tl">
                    <a:srgbClr val="FFFFFF"/>
                  </a:outerShdw>
                </a:effectLst>
                <a:latin typeface="+mn-lt"/>
                <a:ea typeface="楷体" pitchFamily="49" charset="-122"/>
              </a:rPr>
              <a:t>0</a:t>
            </a:r>
            <a:r>
              <a:rPr kumimoji="0" lang="zh-CN" altLang="en-US" sz="2000" b="1" dirty="0">
                <a:effectLst>
                  <a:outerShdw blurRad="38100" dist="38100" dir="2700000" algn="tl">
                    <a:srgbClr val="FFFFFF"/>
                  </a:outerShdw>
                </a:effectLst>
                <a:latin typeface="+mn-lt"/>
                <a:ea typeface="楷体" pitchFamily="49" charset="-122"/>
              </a:rPr>
              <a:t>）。其一般格式为：</a:t>
            </a:r>
            <a:r>
              <a:rPr kumimoji="0" lang="zh-CN" altLang="en-US" sz="2000" dirty="0">
                <a:latin typeface="+mn-lt"/>
                <a:ea typeface="楷体" pitchFamily="49" charset="-122"/>
              </a:rPr>
              <a:t> </a:t>
            </a:r>
          </a:p>
        </p:txBody>
      </p:sp>
      <p:sp>
        <p:nvSpPr>
          <p:cNvPr id="829557" name="Text Box 117"/>
          <p:cNvSpPr txBox="1">
            <a:spLocks noChangeArrowheads="1"/>
          </p:cNvSpPr>
          <p:nvPr/>
        </p:nvSpPr>
        <p:spPr bwMode="auto">
          <a:xfrm>
            <a:off x="2387659" y="5352220"/>
            <a:ext cx="9075265" cy="86042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spAutoFit/>
          </a:bodyPr>
          <a:lstStyle/>
          <a:p>
            <a:pPr eaLnBrk="0" hangingPunct="0"/>
            <a:r>
              <a:rPr lang="zh-CN" altLang="en-US" b="1" dirty="0">
                <a:solidFill>
                  <a:srgbClr val="C01920"/>
                </a:solidFill>
                <a:latin typeface="隶书" pitchFamily="49" charset="-122"/>
                <a:ea typeface="隶书" pitchFamily="49" charset="-122"/>
              </a:rPr>
              <a:t>例：</a:t>
            </a:r>
            <a:r>
              <a:rPr lang="en-US" altLang="zh-CN" b="1" dirty="0" err="1">
                <a:effectLst>
                  <a:outerShdw blurRad="38100" dist="38100" dir="2700000" algn="tl">
                    <a:srgbClr val="C0C0C0"/>
                  </a:outerShdw>
                </a:effectLst>
              </a:rPr>
              <a:t>int</a:t>
            </a:r>
            <a:r>
              <a:rPr lang="en-US" altLang="zh-CN" b="1" dirty="0">
                <a:effectLst>
                  <a:outerShdw blurRad="38100" dist="38100" dir="2700000" algn="tl">
                    <a:srgbClr val="C0C0C0"/>
                  </a:outerShdw>
                </a:effectLst>
              </a:rPr>
              <a:t> a = 8;  </a:t>
            </a:r>
          </a:p>
          <a:p>
            <a:pPr eaLnBrk="0" hangingPunct="0"/>
            <a:r>
              <a:rPr lang="en-US" altLang="zh-CN" b="1" dirty="0">
                <a:effectLst>
                  <a:outerShdw blurRad="38100" dist="38100" dir="2700000" algn="tl">
                    <a:srgbClr val="C0C0C0"/>
                  </a:outerShdw>
                </a:effectLst>
              </a:rPr>
              <a:t>        a &gt;&gt; 2</a:t>
            </a:r>
            <a:r>
              <a:rPr lang="zh-CN" altLang="en-US" b="1" dirty="0">
                <a:effectLst>
                  <a:outerShdw blurRad="38100" dist="38100" dir="2700000" algn="tl">
                    <a:srgbClr val="C0C0C0"/>
                  </a:outerShdw>
                </a:effectLst>
              </a:rPr>
              <a:t>：</a:t>
            </a:r>
            <a:r>
              <a:rPr lang="zh-CN" altLang="en-US" sz="1800" b="1" dirty="0">
                <a:solidFill>
                  <a:srgbClr val="002060"/>
                </a:solidFill>
                <a:latin typeface="楷体" pitchFamily="49" charset="-122"/>
                <a:ea typeface="楷体" pitchFamily="49" charset="-122"/>
              </a:rPr>
              <a:t>将</a:t>
            </a:r>
            <a:r>
              <a:rPr lang="en-US" altLang="zh-CN" sz="1800" b="1" dirty="0">
                <a:solidFill>
                  <a:srgbClr val="002060"/>
                </a:solidFill>
                <a:latin typeface="楷体" pitchFamily="49" charset="-122"/>
                <a:ea typeface="楷体" pitchFamily="49" charset="-122"/>
              </a:rPr>
              <a:t>a</a:t>
            </a:r>
            <a:r>
              <a:rPr lang="zh-CN" altLang="en-US" sz="1800" b="1" dirty="0">
                <a:solidFill>
                  <a:srgbClr val="002060"/>
                </a:solidFill>
                <a:latin typeface="楷体" pitchFamily="49" charset="-122"/>
                <a:ea typeface="楷体" pitchFamily="49" charset="-122"/>
              </a:rPr>
              <a:t>所对应的二进制数右移两位，该表达式的值为</a:t>
            </a:r>
            <a:r>
              <a:rPr lang="en-US" altLang="zh-CN" sz="1800" b="1" dirty="0">
                <a:solidFill>
                  <a:srgbClr val="002060"/>
                </a:solidFill>
                <a:latin typeface="楷体" pitchFamily="49" charset="-122"/>
                <a:ea typeface="楷体" pitchFamily="49" charset="-122"/>
              </a:rPr>
              <a:t>2</a:t>
            </a:r>
            <a:r>
              <a:rPr lang="zh-CN" altLang="en-US" sz="1800" b="1" dirty="0">
                <a:solidFill>
                  <a:srgbClr val="002060"/>
                </a:solidFill>
                <a:latin typeface="楷体" pitchFamily="49" charset="-122"/>
                <a:ea typeface="楷体" pitchFamily="49" charset="-122"/>
              </a:rPr>
              <a:t>。</a:t>
            </a:r>
            <a:r>
              <a:rPr lang="zh-CN" altLang="en-US" sz="1800" dirty="0">
                <a:solidFill>
                  <a:srgbClr val="002060"/>
                </a:solidFill>
                <a:latin typeface="楷体" pitchFamily="49" charset="-122"/>
                <a:ea typeface="楷体" pitchFamily="49" charset="-122"/>
              </a:rPr>
              <a:t> </a:t>
            </a:r>
          </a:p>
        </p:txBody>
      </p:sp>
      <p:sp>
        <p:nvSpPr>
          <p:cNvPr id="829553" name="Text Box 113"/>
          <p:cNvSpPr txBox="1">
            <a:spLocks noChangeArrowheads="1"/>
          </p:cNvSpPr>
          <p:nvPr/>
        </p:nvSpPr>
        <p:spPr bwMode="auto">
          <a:xfrm>
            <a:off x="2434430" y="3632242"/>
            <a:ext cx="9061718" cy="1202510"/>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spAutoFit/>
          </a:bodyPr>
          <a:lstStyle/>
          <a:p>
            <a:pPr eaLnBrk="0" hangingPunct="0"/>
            <a:r>
              <a:rPr lang="zh-CN" altLang="en-US" b="1" dirty="0">
                <a:solidFill>
                  <a:srgbClr val="C01920"/>
                </a:solidFill>
                <a:latin typeface="隶书" pitchFamily="49" charset="-122"/>
                <a:ea typeface="隶书" pitchFamily="49" charset="-122"/>
              </a:rPr>
              <a:t>例：</a:t>
            </a:r>
            <a:r>
              <a:rPr lang="en-US" altLang="zh-CN" b="1" dirty="0" err="1">
                <a:effectLst>
                  <a:outerShdw blurRad="38100" dist="38100" dir="2700000" algn="tl">
                    <a:srgbClr val="C0C0C0"/>
                  </a:outerShdw>
                </a:effectLst>
                <a:ea typeface="楷体_GB2312" pitchFamily="49" charset="-122"/>
              </a:rPr>
              <a:t>int</a:t>
            </a:r>
            <a:r>
              <a:rPr lang="en-US" altLang="zh-CN" b="1" dirty="0">
                <a:effectLst>
                  <a:outerShdw blurRad="38100" dist="38100" dir="2700000" algn="tl">
                    <a:srgbClr val="C0C0C0"/>
                  </a:outerShdw>
                </a:effectLst>
                <a:ea typeface="楷体_GB2312" pitchFamily="49" charset="-122"/>
              </a:rPr>
              <a:t> a = 3;</a:t>
            </a:r>
            <a:r>
              <a:rPr lang="en-US" altLang="zh-CN" b="1" dirty="0">
                <a:effectLst>
                  <a:outerShdw blurRad="38100" dist="38100" dir="2700000" algn="tl">
                    <a:srgbClr val="C0C0C0"/>
                  </a:outerShdw>
                </a:effectLst>
                <a:latin typeface="楷体_GB2312" pitchFamily="49" charset="-122"/>
                <a:ea typeface="楷体_GB2312" pitchFamily="49" charset="-122"/>
              </a:rPr>
              <a:t>  </a:t>
            </a:r>
          </a:p>
          <a:p>
            <a:pPr eaLnBrk="0" hangingPunct="0"/>
            <a:r>
              <a:rPr lang="en-US" altLang="zh-CN" b="1" dirty="0">
                <a:effectLst>
                  <a:outerShdw blurRad="38100" dist="38100" dir="2700000" algn="tl">
                    <a:srgbClr val="C0C0C0"/>
                  </a:outerShdw>
                </a:effectLst>
                <a:latin typeface="楷体_GB2312" pitchFamily="49" charset="-122"/>
                <a:ea typeface="楷体_GB2312" pitchFamily="49" charset="-122"/>
              </a:rPr>
              <a:t>       </a:t>
            </a:r>
            <a:r>
              <a:rPr lang="en-US" altLang="zh-CN" b="1" dirty="0">
                <a:effectLst>
                  <a:outerShdw blurRad="38100" dist="38100" dir="2700000" algn="tl">
                    <a:srgbClr val="C0C0C0"/>
                  </a:outerShdw>
                </a:effectLst>
                <a:ea typeface="楷体_GB2312" pitchFamily="49" charset="-122"/>
              </a:rPr>
              <a:t>a &lt;&lt; 2</a:t>
            </a:r>
            <a:r>
              <a:rPr lang="zh-CN" altLang="en-US" b="1" dirty="0">
                <a:effectLst>
                  <a:outerShdw blurRad="38100" dist="38100" dir="2700000" algn="tl">
                    <a:srgbClr val="C0C0C0"/>
                  </a:outerShdw>
                </a:effectLst>
                <a:ea typeface="楷体_GB2312" pitchFamily="49" charset="-122"/>
              </a:rPr>
              <a:t>：  </a:t>
            </a:r>
            <a:r>
              <a:rPr lang="zh-CN" altLang="en-US" sz="1800" b="1" dirty="0">
                <a:solidFill>
                  <a:srgbClr val="002060"/>
                </a:solidFill>
                <a:latin typeface="+mn-lt"/>
                <a:ea typeface="楷体" pitchFamily="49" charset="-122"/>
              </a:rPr>
              <a:t>将</a:t>
            </a:r>
            <a:r>
              <a:rPr lang="en-US" altLang="zh-CN" sz="1800" b="1" dirty="0">
                <a:solidFill>
                  <a:srgbClr val="002060"/>
                </a:solidFill>
                <a:latin typeface="+mn-lt"/>
                <a:ea typeface="楷体" pitchFamily="49" charset="-122"/>
              </a:rPr>
              <a:t>a</a:t>
            </a:r>
            <a:r>
              <a:rPr lang="zh-CN" altLang="en-US" sz="1800" b="1" dirty="0">
                <a:solidFill>
                  <a:srgbClr val="002060"/>
                </a:solidFill>
                <a:latin typeface="+mn-lt"/>
                <a:ea typeface="楷体" pitchFamily="49" charset="-122"/>
              </a:rPr>
              <a:t>所对应的二进制数左移</a:t>
            </a:r>
            <a:r>
              <a:rPr lang="en-US" altLang="zh-CN" sz="1800" b="1" dirty="0">
                <a:solidFill>
                  <a:srgbClr val="002060"/>
                </a:solidFill>
                <a:latin typeface="+mn-lt"/>
                <a:ea typeface="楷体" pitchFamily="49" charset="-122"/>
              </a:rPr>
              <a:t>2</a:t>
            </a:r>
            <a:r>
              <a:rPr lang="zh-CN" altLang="en-US" sz="1800" b="1" dirty="0">
                <a:solidFill>
                  <a:srgbClr val="002060"/>
                </a:solidFill>
                <a:latin typeface="+mn-lt"/>
                <a:ea typeface="楷体" pitchFamily="49" charset="-122"/>
              </a:rPr>
              <a:t>位，该表达式的值为</a:t>
            </a:r>
            <a:r>
              <a:rPr lang="en-US" altLang="zh-CN" sz="1800" b="1" dirty="0">
                <a:solidFill>
                  <a:srgbClr val="002060"/>
                </a:solidFill>
                <a:latin typeface="+mn-lt"/>
                <a:ea typeface="楷体" pitchFamily="49" charset="-122"/>
              </a:rPr>
              <a:t>12</a:t>
            </a:r>
            <a:r>
              <a:rPr lang="zh-CN" altLang="en-US" sz="1800" b="1" dirty="0">
                <a:solidFill>
                  <a:srgbClr val="002060"/>
                </a:solidFill>
                <a:latin typeface="+mn-lt"/>
                <a:ea typeface="楷体" pitchFamily="49" charset="-122"/>
              </a:rPr>
              <a:t>。</a:t>
            </a:r>
          </a:p>
          <a:p>
            <a:pPr eaLnBrk="0" hangingPunct="0"/>
            <a:r>
              <a:rPr lang="zh-CN" altLang="en-US" b="1" dirty="0">
                <a:effectLst>
                  <a:outerShdw blurRad="38100" dist="38100" dir="2700000" algn="tl">
                    <a:srgbClr val="C0C0C0"/>
                  </a:outerShdw>
                </a:effectLst>
                <a:latin typeface="楷体_GB2312" pitchFamily="49" charset="-122"/>
                <a:ea typeface="楷体_GB2312" pitchFamily="49" charset="-122"/>
              </a:rPr>
              <a:t>       </a:t>
            </a:r>
            <a:r>
              <a:rPr lang="en-US" altLang="zh-CN" b="1" dirty="0">
                <a:effectLst>
                  <a:outerShdw blurRad="38100" dist="38100" dir="2700000" algn="tl">
                    <a:srgbClr val="C0C0C0"/>
                  </a:outerShdw>
                </a:effectLst>
                <a:ea typeface="楷体_GB2312" pitchFamily="49" charset="-122"/>
              </a:rPr>
              <a:t>2 &lt;&lt; a</a:t>
            </a:r>
            <a:r>
              <a:rPr lang="zh-CN" altLang="en-US" b="1" dirty="0">
                <a:effectLst>
                  <a:outerShdw blurRad="38100" dist="38100" dir="2700000" algn="tl">
                    <a:srgbClr val="C0C0C0"/>
                  </a:outerShdw>
                </a:effectLst>
                <a:ea typeface="楷体_GB2312" pitchFamily="49" charset="-122"/>
              </a:rPr>
              <a:t>：  </a:t>
            </a:r>
            <a:r>
              <a:rPr lang="zh-CN" altLang="en-US" sz="1800" b="1" dirty="0">
                <a:solidFill>
                  <a:srgbClr val="002060"/>
                </a:solidFill>
                <a:latin typeface="楷体" pitchFamily="49" charset="-122"/>
                <a:ea typeface="楷体" pitchFamily="49" charset="-122"/>
              </a:rPr>
              <a:t>将</a:t>
            </a:r>
            <a:r>
              <a:rPr lang="en-US" altLang="zh-CN" sz="1800" b="1" dirty="0">
                <a:solidFill>
                  <a:srgbClr val="002060"/>
                </a:solidFill>
                <a:latin typeface="楷体" pitchFamily="49" charset="-122"/>
                <a:ea typeface="楷体" pitchFamily="49" charset="-122"/>
              </a:rPr>
              <a:t>2</a:t>
            </a:r>
            <a:r>
              <a:rPr lang="zh-CN" altLang="en-US" sz="1800" b="1" dirty="0">
                <a:solidFill>
                  <a:srgbClr val="002060"/>
                </a:solidFill>
                <a:latin typeface="楷体" pitchFamily="49" charset="-122"/>
                <a:ea typeface="楷体" pitchFamily="49" charset="-122"/>
              </a:rPr>
              <a:t>所对应的二进制数左移</a:t>
            </a:r>
            <a:r>
              <a:rPr lang="en-US" altLang="zh-CN" sz="1800" b="1" dirty="0">
                <a:solidFill>
                  <a:srgbClr val="002060"/>
                </a:solidFill>
                <a:latin typeface="楷体" pitchFamily="49" charset="-122"/>
                <a:ea typeface="楷体" pitchFamily="49" charset="-122"/>
              </a:rPr>
              <a:t>3</a:t>
            </a:r>
            <a:r>
              <a:rPr lang="zh-CN" altLang="en-US" sz="1800" b="1" dirty="0">
                <a:solidFill>
                  <a:srgbClr val="002060"/>
                </a:solidFill>
                <a:latin typeface="楷体" pitchFamily="49" charset="-122"/>
                <a:ea typeface="楷体" pitchFamily="49" charset="-122"/>
              </a:rPr>
              <a:t>位</a:t>
            </a:r>
            <a:r>
              <a:rPr lang="en-US" altLang="zh-CN" sz="1800" b="1" dirty="0">
                <a:solidFill>
                  <a:srgbClr val="002060"/>
                </a:solidFill>
                <a:latin typeface="楷体" pitchFamily="49" charset="-122"/>
                <a:ea typeface="楷体" pitchFamily="49" charset="-122"/>
              </a:rPr>
              <a:t>, </a:t>
            </a:r>
            <a:r>
              <a:rPr lang="zh-CN" altLang="en-US" sz="1800" b="1" dirty="0">
                <a:solidFill>
                  <a:srgbClr val="002060"/>
                </a:solidFill>
                <a:latin typeface="楷体" pitchFamily="49" charset="-122"/>
                <a:ea typeface="楷体" pitchFamily="49" charset="-122"/>
              </a:rPr>
              <a:t>该表达式的值为</a:t>
            </a:r>
            <a:r>
              <a:rPr lang="en-US" altLang="zh-CN" sz="1800" b="1" dirty="0">
                <a:solidFill>
                  <a:srgbClr val="002060"/>
                </a:solidFill>
                <a:latin typeface="+mn-lt"/>
                <a:ea typeface="楷体" pitchFamily="49" charset="-122"/>
              </a:rPr>
              <a:t>16</a:t>
            </a:r>
            <a:r>
              <a:rPr lang="zh-CN" altLang="en-US" sz="1800" b="1" dirty="0">
                <a:solidFill>
                  <a:srgbClr val="002060"/>
                </a:solidFill>
                <a:latin typeface="+mn-lt"/>
                <a:ea typeface="楷体" pitchFamily="49" charset="-122"/>
              </a:rPr>
              <a:t>。</a:t>
            </a:r>
            <a:endParaRPr lang="zh-CN" altLang="en-US" sz="1800" dirty="0">
              <a:solidFill>
                <a:srgbClr val="002060"/>
              </a:solidFill>
              <a:latin typeface="+mn-lt"/>
              <a:ea typeface="楷体" pitchFamily="49" charset="-122"/>
            </a:endParaRPr>
          </a:p>
        </p:txBody>
      </p:sp>
      <p:sp>
        <p:nvSpPr>
          <p:cNvPr id="829550" name="Rectangle 110"/>
          <p:cNvSpPr>
            <a:spLocks noChangeArrowheads="1"/>
          </p:cNvSpPr>
          <p:nvPr/>
        </p:nvSpPr>
        <p:spPr bwMode="auto">
          <a:xfrm>
            <a:off x="974289" y="1437164"/>
            <a:ext cx="10368310" cy="830997"/>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en-US" altLang="zh-CN" b="1" dirty="0">
                <a:solidFill>
                  <a:srgbClr val="C01920"/>
                </a:solidFill>
                <a:ea typeface="楷体" pitchFamily="49" charset="-122"/>
              </a:rPr>
              <a:t>      </a:t>
            </a:r>
            <a:r>
              <a:rPr lang="zh-CN" altLang="en-US" b="1" dirty="0">
                <a:solidFill>
                  <a:srgbClr val="C01920"/>
                </a:solidFill>
                <a:ea typeface="楷体" pitchFamily="49" charset="-122"/>
              </a:rPr>
              <a:t>位运算符：</a:t>
            </a:r>
            <a:r>
              <a:rPr lang="zh-CN" altLang="en-US" b="1" dirty="0">
                <a:effectLst>
                  <a:outerShdw blurRad="38100" dist="38100" dir="2700000" algn="tl">
                    <a:srgbClr val="FFFFFF"/>
                  </a:outerShdw>
                </a:effectLst>
                <a:ea typeface="楷体" pitchFamily="49" charset="-122"/>
              </a:rPr>
              <a:t>按位与（</a:t>
            </a:r>
            <a:r>
              <a:rPr lang="en-US" altLang="zh-CN" b="1" dirty="0">
                <a:solidFill>
                  <a:srgbClr val="C01920"/>
                </a:solidFill>
                <a:effectLst>
                  <a:outerShdw blurRad="38100" dist="38100" dir="2700000" algn="tl">
                    <a:srgbClr val="FFFFFF"/>
                  </a:outerShdw>
                </a:effectLst>
                <a:ea typeface="楷体" pitchFamily="49" charset="-122"/>
              </a:rPr>
              <a:t>&amp;</a:t>
            </a:r>
            <a:r>
              <a:rPr lang="zh-CN" altLang="en-US" b="1" dirty="0">
                <a:effectLst>
                  <a:outerShdw blurRad="38100" dist="38100" dir="2700000" algn="tl">
                    <a:srgbClr val="FFFFFF"/>
                  </a:outerShdw>
                </a:effectLst>
                <a:ea typeface="楷体" pitchFamily="49" charset="-122"/>
              </a:rPr>
              <a:t>）、按位或（</a:t>
            </a:r>
            <a:r>
              <a:rPr lang="en-US" altLang="zh-CN" b="1" dirty="0">
                <a:solidFill>
                  <a:srgbClr val="C01920"/>
                </a:solidFill>
                <a:effectLst>
                  <a:outerShdw blurRad="38100" dist="38100" dir="2700000" algn="tl">
                    <a:srgbClr val="FFFFFF"/>
                  </a:outerShdw>
                </a:effectLst>
                <a:ea typeface="楷体" pitchFamily="49" charset="-122"/>
              </a:rPr>
              <a:t>|</a:t>
            </a:r>
            <a:r>
              <a:rPr lang="zh-CN" altLang="en-US" b="1" dirty="0">
                <a:effectLst>
                  <a:outerShdw blurRad="38100" dist="38100" dir="2700000" algn="tl">
                    <a:srgbClr val="FFFFFF"/>
                  </a:outerShdw>
                </a:effectLst>
                <a:ea typeface="楷体" pitchFamily="49" charset="-122"/>
              </a:rPr>
              <a:t>）、按位取反（</a:t>
            </a:r>
            <a:r>
              <a:rPr lang="en-US" altLang="zh-CN" b="1" dirty="0">
                <a:solidFill>
                  <a:srgbClr val="C01920"/>
                </a:solidFill>
                <a:effectLst>
                  <a:outerShdw blurRad="38100" dist="38100" dir="2700000" algn="tl">
                    <a:srgbClr val="FFFFFF"/>
                  </a:outerShdw>
                </a:effectLst>
                <a:ea typeface="楷体" pitchFamily="49" charset="-122"/>
              </a:rPr>
              <a:t>~</a:t>
            </a:r>
            <a:r>
              <a:rPr lang="zh-CN" altLang="en-US" b="1" dirty="0">
                <a:effectLst>
                  <a:outerShdw blurRad="38100" dist="38100" dir="2700000" algn="tl">
                    <a:srgbClr val="FFFFFF"/>
                  </a:outerShdw>
                </a:effectLst>
                <a:ea typeface="楷体" pitchFamily="49" charset="-122"/>
              </a:rPr>
              <a:t>）、按位异或（</a:t>
            </a:r>
            <a:r>
              <a:rPr lang="en-US" altLang="zh-CN" b="1" dirty="0">
                <a:solidFill>
                  <a:srgbClr val="C01920"/>
                </a:solidFill>
                <a:effectLst>
                  <a:outerShdw blurRad="38100" dist="38100" dir="2700000" algn="tl">
                    <a:srgbClr val="FFFFFF"/>
                  </a:outerShdw>
                </a:effectLst>
                <a:ea typeface="楷体" pitchFamily="49" charset="-122"/>
              </a:rPr>
              <a:t>^</a:t>
            </a:r>
            <a:r>
              <a:rPr lang="zh-CN" altLang="en-US" b="1" dirty="0">
                <a:effectLst>
                  <a:outerShdw blurRad="38100" dist="38100" dir="2700000" algn="tl">
                    <a:srgbClr val="FFFFFF"/>
                  </a:outerShdw>
                </a:effectLst>
                <a:ea typeface="楷体" pitchFamily="49" charset="-122"/>
              </a:rPr>
              <a:t>）、左移（</a:t>
            </a:r>
            <a:r>
              <a:rPr lang="en-US" altLang="zh-CN" b="1" dirty="0">
                <a:solidFill>
                  <a:srgbClr val="C01920"/>
                </a:solidFill>
                <a:effectLst>
                  <a:outerShdw blurRad="38100" dist="38100" dir="2700000" algn="tl">
                    <a:srgbClr val="FFFFFF"/>
                  </a:outerShdw>
                </a:effectLst>
                <a:ea typeface="楷体" pitchFamily="49" charset="-122"/>
              </a:rPr>
              <a:t>&lt;&lt;</a:t>
            </a:r>
            <a:r>
              <a:rPr lang="zh-CN" altLang="en-US" b="1" dirty="0">
                <a:effectLst>
                  <a:outerShdw blurRad="38100" dist="38100" dir="2700000" algn="tl">
                    <a:srgbClr val="FFFFFF"/>
                  </a:outerShdw>
                </a:effectLst>
                <a:ea typeface="楷体" pitchFamily="49" charset="-122"/>
              </a:rPr>
              <a:t>）、右移（</a:t>
            </a:r>
            <a:r>
              <a:rPr lang="en-US" altLang="zh-CN" b="1" dirty="0">
                <a:solidFill>
                  <a:srgbClr val="C01920"/>
                </a:solidFill>
                <a:effectLst>
                  <a:outerShdw blurRad="38100" dist="38100" dir="2700000" algn="tl">
                    <a:srgbClr val="FFFFFF"/>
                  </a:outerShdw>
                </a:effectLst>
                <a:ea typeface="楷体" pitchFamily="49" charset="-122"/>
              </a:rPr>
              <a:t>&gt;&gt;</a:t>
            </a:r>
            <a:r>
              <a:rPr lang="zh-CN" altLang="en-US" b="1" dirty="0">
                <a:effectLst>
                  <a:outerShdw blurRad="38100" dist="38100" dir="2700000" algn="tl">
                    <a:srgbClr val="FFFFFF"/>
                  </a:outerShdw>
                </a:effectLst>
                <a:ea typeface="楷体" pitchFamily="49" charset="-122"/>
              </a:rPr>
              <a:t>）六种。</a:t>
            </a:r>
          </a:p>
        </p:txBody>
      </p:sp>
      <p:sp>
        <p:nvSpPr>
          <p:cNvPr id="829551" name="Rectangle 111"/>
          <p:cNvSpPr>
            <a:spLocks noChangeArrowheads="1"/>
          </p:cNvSpPr>
          <p:nvPr/>
        </p:nvSpPr>
        <p:spPr bwMode="auto">
          <a:xfrm>
            <a:off x="676272" y="2341329"/>
            <a:ext cx="10964344" cy="1015663"/>
          </a:xfrm>
          <a:prstGeom prst="rect">
            <a:avLst/>
          </a:prstGeom>
          <a:noFill/>
          <a:ln w="9525">
            <a:noFill/>
            <a:miter lim="800000"/>
            <a:headEnd/>
            <a:tailEnd/>
          </a:ln>
          <a:effectLst/>
        </p:spPr>
        <p:txBody>
          <a:bodyPr wrap="square" anchor="ctr">
            <a:spAutoFit/>
          </a:bodyPr>
          <a:lstStyle/>
          <a:p>
            <a:pPr lvl="1">
              <a:buFont typeface="Wingdings" pitchFamily="2" charset="2"/>
              <a:buChar char="Ø"/>
            </a:pPr>
            <a:r>
              <a:rPr lang="en-US" altLang="zh-CN" sz="2000" b="1" dirty="0">
                <a:solidFill>
                  <a:srgbClr val="C01920"/>
                </a:solidFill>
                <a:latin typeface="+mn-lt"/>
                <a:ea typeface="楷体" pitchFamily="49" charset="-122"/>
              </a:rPr>
              <a:t> </a:t>
            </a:r>
            <a:r>
              <a:rPr lang="zh-CN" altLang="en-US" sz="2000" b="1" dirty="0">
                <a:solidFill>
                  <a:srgbClr val="C01920"/>
                </a:solidFill>
                <a:latin typeface="+mn-lt"/>
                <a:ea typeface="楷体" pitchFamily="49" charset="-122"/>
              </a:rPr>
              <a:t>左移（</a:t>
            </a:r>
            <a:r>
              <a:rPr lang="en-US" altLang="zh-CN" sz="2000" b="1" dirty="0">
                <a:solidFill>
                  <a:srgbClr val="C01920"/>
                </a:solidFill>
                <a:latin typeface="+mn-lt"/>
                <a:ea typeface="楷体" pitchFamily="49" charset="-122"/>
              </a:rPr>
              <a:t>&lt;&lt;</a:t>
            </a:r>
            <a:r>
              <a:rPr lang="zh-CN" altLang="en-US" sz="2000" b="1" dirty="0">
                <a:solidFill>
                  <a:srgbClr val="C01920"/>
                </a:solidFill>
                <a:latin typeface="+mn-lt"/>
                <a:ea typeface="楷体" pitchFamily="49" charset="-122"/>
              </a:rPr>
              <a:t>）</a:t>
            </a:r>
          </a:p>
          <a:p>
            <a:pPr>
              <a:buFont typeface="Wingdings" pitchFamily="2" charset="2"/>
              <a:buNone/>
            </a:pPr>
            <a:r>
              <a:rPr kumimoji="0" lang="zh-CN" altLang="en-US" sz="2000" b="1" dirty="0">
                <a:effectLst>
                  <a:outerShdw blurRad="38100" dist="38100" dir="2700000" algn="tl">
                    <a:srgbClr val="FFFFFF"/>
                  </a:outerShdw>
                </a:effectLst>
                <a:latin typeface="+mn-lt"/>
                <a:ea typeface="楷体" pitchFamily="49" charset="-122"/>
              </a:rPr>
              <a:t>         实现将某变量所对应的二进制数往左移位，溢出的最高位被丢掉，空出的低位用零填补。其一般格式为：</a:t>
            </a:r>
            <a:r>
              <a:rPr kumimoji="0" lang="zh-CN" altLang="en-US" sz="2000" dirty="0">
                <a:latin typeface="+mn-lt"/>
                <a:ea typeface="楷体" pitchFamily="49" charset="-122"/>
              </a:rPr>
              <a:t> </a:t>
            </a:r>
          </a:p>
        </p:txBody>
      </p:sp>
      <p:sp>
        <p:nvSpPr>
          <p:cNvPr id="829552" name="Text Box 112"/>
          <p:cNvSpPr txBox="1">
            <a:spLocks noChangeArrowheads="1"/>
          </p:cNvSpPr>
          <p:nvPr/>
        </p:nvSpPr>
        <p:spPr bwMode="auto">
          <a:xfrm>
            <a:off x="4963000" y="3106786"/>
            <a:ext cx="6533600" cy="461665"/>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nchorCtr="0">
            <a:spAutoFit/>
          </a:bodyPr>
          <a:lstStyle/>
          <a:p>
            <a:pPr algn="ctr">
              <a:spcBef>
                <a:spcPts val="0"/>
              </a:spcBef>
            </a:pPr>
            <a:r>
              <a:rPr lang="zh-CN" altLang="en-US" b="1" dirty="0">
                <a:solidFill>
                  <a:srgbClr val="C01920"/>
                </a:solidFill>
                <a:latin typeface="隶书" pitchFamily="49" charset="-122"/>
                <a:ea typeface="隶书" pitchFamily="49" charset="-122"/>
              </a:rPr>
              <a:t>返回整型值的表达式 </a:t>
            </a:r>
            <a:r>
              <a:rPr lang="en-US" altLang="zh-CN" b="1" dirty="0">
                <a:solidFill>
                  <a:srgbClr val="C01920"/>
                </a:solidFill>
                <a:latin typeface="隶书" pitchFamily="49" charset="-122"/>
                <a:ea typeface="隶书" pitchFamily="49" charset="-122"/>
              </a:rPr>
              <a:t>&lt;&lt;  </a:t>
            </a:r>
            <a:r>
              <a:rPr lang="zh-CN" altLang="en-US" b="1" dirty="0">
                <a:solidFill>
                  <a:srgbClr val="C01920"/>
                </a:solidFill>
                <a:latin typeface="隶书" pitchFamily="49" charset="-122"/>
                <a:ea typeface="隶书" pitchFamily="49" charset="-122"/>
              </a:rPr>
              <a:t>返回整型值的表达式</a:t>
            </a:r>
          </a:p>
        </p:txBody>
      </p:sp>
      <p:sp>
        <p:nvSpPr>
          <p:cNvPr id="829555" name="Text Box 115"/>
          <p:cNvSpPr txBox="1">
            <a:spLocks noChangeArrowheads="1"/>
          </p:cNvSpPr>
          <p:nvPr/>
        </p:nvSpPr>
        <p:spPr bwMode="auto">
          <a:xfrm>
            <a:off x="4962999" y="4767535"/>
            <a:ext cx="6533149" cy="461665"/>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lgn="ctr">
              <a:spcBef>
                <a:spcPct val="50000"/>
              </a:spcBef>
            </a:pPr>
            <a:r>
              <a:rPr lang="zh-CN" altLang="en-US" b="1" dirty="0">
                <a:solidFill>
                  <a:srgbClr val="C01920"/>
                </a:solidFill>
                <a:latin typeface="隶书" pitchFamily="49" charset="-122"/>
                <a:ea typeface="隶书" pitchFamily="49" charset="-122"/>
              </a:rPr>
              <a:t>返回整型值的表达式 </a:t>
            </a:r>
            <a:r>
              <a:rPr lang="en-US" altLang="zh-CN" b="1" dirty="0">
                <a:solidFill>
                  <a:srgbClr val="C01920"/>
                </a:solidFill>
                <a:latin typeface="隶书" pitchFamily="49" charset="-122"/>
                <a:ea typeface="隶书" pitchFamily="49" charset="-122"/>
              </a:rPr>
              <a:t>&gt;&gt;  </a:t>
            </a:r>
            <a:r>
              <a:rPr lang="zh-CN" altLang="en-US" b="1" dirty="0">
                <a:solidFill>
                  <a:srgbClr val="C01920"/>
                </a:solidFill>
                <a:latin typeface="隶书" pitchFamily="49" charset="-122"/>
                <a:ea typeface="隶书" pitchFamily="49" charset="-122"/>
              </a:rPr>
              <a:t>返回整型值的表达式</a:t>
            </a:r>
          </a:p>
        </p:txBody>
      </p:sp>
      <p:sp>
        <p:nvSpPr>
          <p:cNvPr id="829558" name="Rectangle 118" descr="信纸"/>
          <p:cNvSpPr>
            <a:spLocks noChangeArrowheads="1"/>
          </p:cNvSpPr>
          <p:nvPr/>
        </p:nvSpPr>
        <p:spPr bwMode="auto">
          <a:xfrm>
            <a:off x="2226696" y="2075363"/>
            <a:ext cx="9289032" cy="4524315"/>
          </a:xfrm>
          <a:prstGeom prst="rect">
            <a:avLst/>
          </a:prstGeom>
          <a:gradFill>
            <a:gsLst>
              <a:gs pos="0">
                <a:srgbClr val="CFCFD1"/>
              </a:gs>
              <a:gs pos="100000">
                <a:schemeClr val="bg1">
                  <a:lumMod val="95000"/>
                </a:schemeClr>
              </a:gs>
            </a:gsLst>
            <a:lin ang="5400000" scaled="1"/>
          </a:gradFill>
          <a:ln w="38100">
            <a:solidFill>
              <a:srgbClr val="002060"/>
            </a:solidFill>
            <a:miter lim="800000"/>
            <a:headEnd/>
            <a:tailEnd/>
          </a:ln>
          <a:effectLst>
            <a:outerShdw blurRad="50800" dist="11049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457200" algn="l"/>
              </a:tabLst>
            </a:pPr>
            <a:r>
              <a:rPr lang="zh-CN" altLang="en-US" b="1" dirty="0">
                <a:solidFill>
                  <a:srgbClr val="C01920"/>
                </a:solidFill>
                <a:latin typeface="隶书" pitchFamily="49" charset="-122"/>
                <a:ea typeface="隶书" pitchFamily="49" charset="-122"/>
              </a:rPr>
              <a:t>例：将</a:t>
            </a:r>
            <a:r>
              <a:rPr lang="en-US" altLang="zh-CN" b="1" dirty="0">
                <a:solidFill>
                  <a:srgbClr val="C01920"/>
                </a:solidFill>
                <a:latin typeface="+mn-lt"/>
                <a:ea typeface="隶书" pitchFamily="49" charset="-122"/>
              </a:rPr>
              <a:t>short</a:t>
            </a:r>
            <a:r>
              <a:rPr lang="zh-CN" altLang="en-US" b="1" dirty="0">
                <a:solidFill>
                  <a:srgbClr val="C01920"/>
                </a:solidFill>
                <a:latin typeface="隶书" pitchFamily="49" charset="-122"/>
                <a:ea typeface="隶书" pitchFamily="49" charset="-122"/>
              </a:rPr>
              <a:t>类型数据的高、低位字节互换</a:t>
            </a:r>
          </a:p>
          <a:p>
            <a:pPr marL="457200" indent="-457200">
              <a:tabLst>
                <a:tab pos="457200" algn="l"/>
              </a:tabLst>
            </a:pPr>
            <a:r>
              <a:rPr lang="zh-CN" altLang="en-US" dirty="0">
                <a:effectLst>
                  <a:outerShdw blurRad="38100" dist="38100" dir="2700000" algn="tl">
                    <a:srgbClr val="FFFFFF"/>
                  </a:outerShdw>
                </a:effectLst>
              </a:rPr>
              <a:t> </a:t>
            </a:r>
            <a:r>
              <a:rPr lang="en-US" altLang="zh-CN" b="1" dirty="0">
                <a:effectLst>
                  <a:outerShdw blurRad="38100" dist="38100" dir="2700000" algn="tl">
                    <a:srgbClr val="FFFFFF"/>
                  </a:outerShdw>
                </a:effectLst>
              </a:rPr>
              <a:t>#include &lt;</a:t>
            </a:r>
            <a:r>
              <a:rPr lang="en-US" altLang="zh-CN" b="1" dirty="0" err="1">
                <a:effectLst>
                  <a:outerShdw blurRad="38100" dist="38100" dir="2700000" algn="tl">
                    <a:srgbClr val="FFFFFF"/>
                  </a:outerShdw>
                </a:effectLst>
              </a:rPr>
              <a:t>stdio.h</a:t>
            </a:r>
            <a:r>
              <a:rPr lang="en-US" altLang="zh-CN" b="1" dirty="0">
                <a:effectLst>
                  <a:outerShdw blurRad="38100" dist="38100" dir="2700000" algn="tl">
                    <a:srgbClr val="FFFFFF"/>
                  </a:outerShdw>
                </a:effectLst>
              </a:rPr>
              <a:t>&gt;</a:t>
            </a:r>
          </a:p>
          <a:p>
            <a:pPr marL="457200" indent="-457200">
              <a:tabLst>
                <a:tab pos="457200" algn="l"/>
              </a:tabLst>
            </a:pPr>
            <a:r>
              <a:rPr lang="en-US" altLang="zh-CN" b="1" dirty="0">
                <a:effectLst>
                  <a:outerShdw blurRad="38100" dist="38100" dir="2700000" algn="tl">
                    <a:srgbClr val="FFFFFF"/>
                  </a:outerShdw>
                </a:effectLst>
              </a:rPr>
              <a:t> </a:t>
            </a:r>
            <a:r>
              <a:rPr lang="en-US" altLang="zh-CN" b="1" dirty="0" err="1">
                <a:solidFill>
                  <a:srgbClr val="C00000"/>
                </a:solidFill>
                <a:effectLst>
                  <a:outerShdw blurRad="38100" dist="38100" dir="2700000" algn="tl">
                    <a:srgbClr val="FFFFFF"/>
                  </a:outerShdw>
                </a:effectLst>
              </a:rPr>
              <a:t>int</a:t>
            </a:r>
            <a:r>
              <a:rPr lang="en-US" altLang="zh-CN" b="1" dirty="0">
                <a:solidFill>
                  <a:srgbClr val="C00000"/>
                </a:solidFill>
                <a:effectLst>
                  <a:outerShdw blurRad="38100" dist="38100" dir="2700000" algn="tl">
                    <a:srgbClr val="FFFFFF"/>
                  </a:outerShdw>
                </a:effectLst>
              </a:rPr>
              <a:t> main ( )</a:t>
            </a:r>
          </a:p>
          <a:p>
            <a:pPr marL="457200" indent="-457200">
              <a:tabLst>
                <a:tab pos="457200" algn="l"/>
              </a:tabLst>
            </a:pPr>
            <a:r>
              <a:rPr lang="en-US" altLang="zh-CN" b="1" dirty="0">
                <a:effectLst>
                  <a:outerShdw blurRad="38100" dist="38100" dir="2700000" algn="tl">
                    <a:srgbClr val="FFFFFF"/>
                  </a:outerShdw>
                </a:effectLst>
              </a:rPr>
              <a:t> {</a:t>
            </a:r>
          </a:p>
          <a:p>
            <a:pPr marL="457200" indent="-457200">
              <a:tabLst>
                <a:tab pos="457200" algn="l"/>
              </a:tabLst>
            </a:pPr>
            <a:r>
              <a:rPr lang="en-US" altLang="zh-CN" b="1" dirty="0">
                <a:effectLst>
                  <a:outerShdw blurRad="38100" dist="38100" dir="2700000" algn="tl">
                    <a:srgbClr val="FFFFFF"/>
                  </a:outerShdw>
                </a:effectLst>
              </a:rPr>
              <a:t>   short a = 0xf245 , b, c;</a:t>
            </a:r>
          </a:p>
          <a:p>
            <a:pPr marL="457200" indent="-457200">
              <a:tabLst>
                <a:tab pos="457200" algn="l"/>
              </a:tabLst>
            </a:pPr>
            <a:r>
              <a:rPr lang="en-US" altLang="zh-CN" b="1" dirty="0">
                <a:effectLst>
                  <a:outerShdw blurRad="38100" dist="38100" dir="2700000" algn="tl">
                    <a:srgbClr val="FFFFFF"/>
                  </a:outerShdw>
                </a:effectLst>
              </a:rPr>
              <a:t>   b = a &lt;&lt; 8 ;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将</a:t>
            </a:r>
            <a:r>
              <a:rPr lang="en-US" altLang="zh-CN" sz="2000" b="1" dirty="0">
                <a:solidFill>
                  <a:srgbClr val="002060"/>
                </a:solidFill>
                <a:latin typeface="+mn-lt"/>
                <a:ea typeface="楷体" pitchFamily="49" charset="-122"/>
              </a:rPr>
              <a:t>a</a:t>
            </a:r>
            <a:r>
              <a:rPr lang="zh-CN" altLang="en-US" sz="2000" b="1" dirty="0">
                <a:solidFill>
                  <a:srgbClr val="002060"/>
                </a:solidFill>
                <a:latin typeface="+mn-lt"/>
                <a:ea typeface="楷体" pitchFamily="49" charset="-122"/>
              </a:rPr>
              <a:t>的低</a:t>
            </a:r>
            <a:r>
              <a:rPr lang="en-US" altLang="zh-CN" sz="2000" b="1" dirty="0">
                <a:solidFill>
                  <a:srgbClr val="002060"/>
                </a:solidFill>
                <a:latin typeface="+mn-lt"/>
                <a:ea typeface="楷体" pitchFamily="49" charset="-122"/>
              </a:rPr>
              <a:t>8</a:t>
            </a:r>
            <a:r>
              <a:rPr lang="zh-CN" altLang="en-US" sz="2000" b="1" dirty="0">
                <a:solidFill>
                  <a:srgbClr val="002060"/>
                </a:solidFill>
                <a:latin typeface="+mn-lt"/>
                <a:ea typeface="楷体" pitchFamily="49" charset="-122"/>
              </a:rPr>
              <a:t>位移到高</a:t>
            </a:r>
            <a:r>
              <a:rPr lang="en-US" altLang="zh-CN" sz="2000" b="1" dirty="0">
                <a:solidFill>
                  <a:srgbClr val="002060"/>
                </a:solidFill>
                <a:latin typeface="+mn-lt"/>
                <a:ea typeface="楷体" pitchFamily="49" charset="-122"/>
              </a:rPr>
              <a:t>8</a:t>
            </a:r>
            <a:r>
              <a:rPr lang="zh-CN" altLang="en-US" sz="2000" b="1" dirty="0">
                <a:solidFill>
                  <a:srgbClr val="002060"/>
                </a:solidFill>
                <a:latin typeface="+mn-lt"/>
                <a:ea typeface="楷体" pitchFamily="49" charset="-122"/>
              </a:rPr>
              <a:t>位赋值给</a:t>
            </a:r>
            <a:r>
              <a:rPr lang="en-US" altLang="zh-CN" sz="2000" b="1" dirty="0">
                <a:solidFill>
                  <a:srgbClr val="002060"/>
                </a:solidFill>
                <a:latin typeface="+mn-lt"/>
                <a:ea typeface="楷体" pitchFamily="49" charset="-122"/>
              </a:rPr>
              <a:t>b</a:t>
            </a:r>
            <a:r>
              <a:rPr lang="zh-CN" altLang="en-US" sz="2000" b="1" dirty="0">
                <a:solidFill>
                  <a:srgbClr val="002060"/>
                </a:solidFill>
                <a:latin typeface="+mn-lt"/>
                <a:ea typeface="楷体" pitchFamily="49" charset="-122"/>
              </a:rPr>
              <a:t>，</a:t>
            </a:r>
            <a:r>
              <a:rPr lang="en-US" altLang="zh-CN" sz="2000" b="1" dirty="0">
                <a:solidFill>
                  <a:srgbClr val="002060"/>
                </a:solidFill>
                <a:latin typeface="+mn-lt"/>
                <a:ea typeface="楷体" pitchFamily="49" charset="-122"/>
              </a:rPr>
              <a:t>b</a:t>
            </a:r>
            <a:r>
              <a:rPr lang="zh-CN" altLang="en-US" sz="2000" b="1" dirty="0">
                <a:solidFill>
                  <a:srgbClr val="002060"/>
                </a:solidFill>
                <a:latin typeface="+mn-lt"/>
                <a:ea typeface="楷体" pitchFamily="49" charset="-122"/>
              </a:rPr>
              <a:t>的值为</a:t>
            </a:r>
            <a:r>
              <a:rPr lang="en-US" altLang="zh-CN" sz="2000" b="1" dirty="0">
                <a:solidFill>
                  <a:srgbClr val="002060"/>
                </a:solidFill>
                <a:latin typeface="+mn-lt"/>
                <a:ea typeface="楷体" pitchFamily="49" charset="-122"/>
              </a:rPr>
              <a:t>0x4500</a:t>
            </a:r>
          </a:p>
          <a:p>
            <a:pPr marL="457200" indent="-457200">
              <a:tabLst>
                <a:tab pos="457200" algn="l"/>
              </a:tabLst>
            </a:pPr>
            <a:r>
              <a:rPr lang="en-US" altLang="zh-CN" b="1" dirty="0">
                <a:effectLst>
                  <a:outerShdw blurRad="38100" dist="38100" dir="2700000" algn="tl">
                    <a:srgbClr val="FFFFFF"/>
                  </a:outerShdw>
                </a:effectLst>
              </a:rPr>
              <a:t>   c = a &gt;&gt; 8 ;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将</a:t>
            </a:r>
            <a:r>
              <a:rPr lang="en-US" altLang="zh-CN" sz="2000" b="1" dirty="0">
                <a:solidFill>
                  <a:srgbClr val="002060"/>
                </a:solidFill>
                <a:latin typeface="+mn-lt"/>
                <a:ea typeface="楷体" pitchFamily="49" charset="-122"/>
              </a:rPr>
              <a:t>a</a:t>
            </a:r>
            <a:r>
              <a:rPr lang="zh-CN" altLang="en-US" sz="2000" b="1" dirty="0">
                <a:solidFill>
                  <a:srgbClr val="002060"/>
                </a:solidFill>
                <a:latin typeface="+mn-lt"/>
                <a:ea typeface="楷体" pitchFamily="49" charset="-122"/>
              </a:rPr>
              <a:t>的高</a:t>
            </a:r>
            <a:r>
              <a:rPr lang="en-US" altLang="zh-CN" sz="2000" b="1" dirty="0">
                <a:solidFill>
                  <a:srgbClr val="002060"/>
                </a:solidFill>
                <a:latin typeface="+mn-lt"/>
                <a:ea typeface="楷体" pitchFamily="49" charset="-122"/>
              </a:rPr>
              <a:t>8</a:t>
            </a:r>
            <a:r>
              <a:rPr lang="zh-CN" altLang="en-US" sz="2000" b="1" dirty="0">
                <a:solidFill>
                  <a:srgbClr val="002060"/>
                </a:solidFill>
                <a:latin typeface="+mn-lt"/>
                <a:ea typeface="楷体" pitchFamily="49" charset="-122"/>
              </a:rPr>
              <a:t>位移到低</a:t>
            </a:r>
            <a:r>
              <a:rPr lang="en-US" altLang="zh-CN" sz="2000" b="1" dirty="0">
                <a:solidFill>
                  <a:srgbClr val="002060"/>
                </a:solidFill>
                <a:latin typeface="+mn-lt"/>
                <a:ea typeface="楷体" pitchFamily="49" charset="-122"/>
              </a:rPr>
              <a:t>8</a:t>
            </a:r>
            <a:r>
              <a:rPr lang="zh-CN" altLang="en-US" sz="2000" b="1" dirty="0">
                <a:solidFill>
                  <a:srgbClr val="002060"/>
                </a:solidFill>
                <a:latin typeface="+mn-lt"/>
                <a:ea typeface="楷体" pitchFamily="49" charset="-122"/>
              </a:rPr>
              <a:t>位赋值给</a:t>
            </a:r>
            <a:r>
              <a:rPr lang="en-US" altLang="zh-CN" sz="2000" b="1" dirty="0">
                <a:solidFill>
                  <a:srgbClr val="002060"/>
                </a:solidFill>
                <a:latin typeface="+mn-lt"/>
                <a:ea typeface="楷体" pitchFamily="49" charset="-122"/>
              </a:rPr>
              <a:t>c</a:t>
            </a:r>
            <a:r>
              <a:rPr lang="zh-CN" altLang="en-US" sz="2000" b="1" dirty="0">
                <a:solidFill>
                  <a:srgbClr val="002060"/>
                </a:solidFill>
                <a:latin typeface="+mn-lt"/>
                <a:ea typeface="楷体" pitchFamily="49" charset="-122"/>
              </a:rPr>
              <a:t>，</a:t>
            </a:r>
            <a:r>
              <a:rPr lang="en-US" altLang="zh-CN" sz="2000" b="1" dirty="0">
                <a:solidFill>
                  <a:srgbClr val="002060"/>
                </a:solidFill>
                <a:latin typeface="+mn-lt"/>
                <a:ea typeface="楷体" pitchFamily="49" charset="-122"/>
              </a:rPr>
              <a:t>c</a:t>
            </a:r>
            <a:r>
              <a:rPr lang="zh-CN" altLang="en-US" sz="2000" b="1" dirty="0">
                <a:solidFill>
                  <a:srgbClr val="002060"/>
                </a:solidFill>
                <a:latin typeface="+mn-lt"/>
                <a:ea typeface="楷体" pitchFamily="49" charset="-122"/>
              </a:rPr>
              <a:t>的值为</a:t>
            </a:r>
            <a:r>
              <a:rPr lang="en-US" altLang="zh-CN" sz="2000" b="1" dirty="0">
                <a:solidFill>
                  <a:srgbClr val="002060"/>
                </a:solidFill>
                <a:latin typeface="+mn-lt"/>
                <a:ea typeface="楷体" pitchFamily="49" charset="-122"/>
              </a:rPr>
              <a:t>0xfff2</a:t>
            </a:r>
          </a:p>
          <a:p>
            <a:pPr marL="457200" indent="-457200">
              <a:tabLst>
                <a:tab pos="457200" algn="l"/>
              </a:tabLst>
            </a:pPr>
            <a:r>
              <a:rPr lang="en-US" altLang="zh-CN" b="1" dirty="0">
                <a:effectLst>
                  <a:outerShdw blurRad="38100" dist="38100" dir="2700000" algn="tl">
                    <a:srgbClr val="FFFFFF"/>
                  </a:outerShdw>
                </a:effectLst>
              </a:rPr>
              <a:t>   c = c &amp; 0x00ff;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将</a:t>
            </a:r>
            <a:r>
              <a:rPr lang="en-US" altLang="zh-CN" sz="2000" b="1" dirty="0">
                <a:solidFill>
                  <a:srgbClr val="002060"/>
                </a:solidFill>
                <a:latin typeface="+mn-lt"/>
                <a:ea typeface="楷体" pitchFamily="49" charset="-122"/>
              </a:rPr>
              <a:t>c</a:t>
            </a:r>
            <a:r>
              <a:rPr lang="zh-CN" altLang="en-US" sz="2000" b="1" dirty="0">
                <a:solidFill>
                  <a:srgbClr val="002060"/>
                </a:solidFill>
                <a:latin typeface="+mn-lt"/>
                <a:ea typeface="楷体" pitchFamily="49" charset="-122"/>
              </a:rPr>
              <a:t>的高</a:t>
            </a:r>
            <a:r>
              <a:rPr lang="en-US" altLang="zh-CN" sz="2000" b="1" dirty="0">
                <a:solidFill>
                  <a:srgbClr val="002060"/>
                </a:solidFill>
                <a:latin typeface="+mn-lt"/>
                <a:ea typeface="楷体" pitchFamily="49" charset="-122"/>
              </a:rPr>
              <a:t>8</a:t>
            </a:r>
            <a:r>
              <a:rPr lang="zh-CN" altLang="en-US" sz="2000" b="1" dirty="0">
                <a:solidFill>
                  <a:srgbClr val="002060"/>
                </a:solidFill>
                <a:latin typeface="+mn-lt"/>
                <a:ea typeface="楷体" pitchFamily="49" charset="-122"/>
              </a:rPr>
              <a:t>位清</a:t>
            </a:r>
            <a:r>
              <a:rPr lang="en-US" altLang="zh-CN" sz="2000" b="1" dirty="0">
                <a:solidFill>
                  <a:srgbClr val="002060"/>
                </a:solidFill>
                <a:latin typeface="+mn-lt"/>
                <a:ea typeface="楷体" pitchFamily="49" charset="-122"/>
              </a:rPr>
              <a:t>0</a:t>
            </a:r>
            <a:r>
              <a:rPr lang="zh-CN" altLang="en-US" sz="2000" b="1" dirty="0">
                <a:solidFill>
                  <a:srgbClr val="002060"/>
                </a:solidFill>
                <a:latin typeface="+mn-lt"/>
                <a:ea typeface="楷体" pitchFamily="49" charset="-122"/>
              </a:rPr>
              <a:t>后赋值给</a:t>
            </a:r>
            <a:r>
              <a:rPr lang="en-US" altLang="zh-CN" sz="2000" b="1" dirty="0">
                <a:solidFill>
                  <a:srgbClr val="002060"/>
                </a:solidFill>
                <a:latin typeface="+mn-lt"/>
                <a:ea typeface="楷体" pitchFamily="49" charset="-122"/>
              </a:rPr>
              <a:t>c</a:t>
            </a:r>
            <a:r>
              <a:rPr lang="zh-CN" altLang="en-US" sz="2000" b="1" dirty="0">
                <a:solidFill>
                  <a:srgbClr val="002060"/>
                </a:solidFill>
                <a:latin typeface="+mn-lt"/>
                <a:ea typeface="楷体" pitchFamily="49" charset="-122"/>
              </a:rPr>
              <a:t>，</a:t>
            </a:r>
            <a:r>
              <a:rPr lang="en-US" altLang="zh-CN" sz="2000" b="1" dirty="0">
                <a:solidFill>
                  <a:srgbClr val="002060"/>
                </a:solidFill>
                <a:latin typeface="+mn-lt"/>
                <a:ea typeface="楷体" pitchFamily="49" charset="-122"/>
              </a:rPr>
              <a:t>c</a:t>
            </a:r>
            <a:r>
              <a:rPr lang="zh-CN" altLang="en-US" sz="2000" b="1" dirty="0">
                <a:solidFill>
                  <a:srgbClr val="002060"/>
                </a:solidFill>
                <a:latin typeface="+mn-lt"/>
                <a:ea typeface="楷体" pitchFamily="49" charset="-122"/>
              </a:rPr>
              <a:t>的值为</a:t>
            </a:r>
            <a:r>
              <a:rPr lang="en-US" altLang="zh-CN" sz="2000" b="1" dirty="0">
                <a:solidFill>
                  <a:srgbClr val="002060"/>
                </a:solidFill>
                <a:latin typeface="+mn-lt"/>
                <a:ea typeface="楷体" pitchFamily="49" charset="-122"/>
              </a:rPr>
              <a:t>0x00f2</a:t>
            </a:r>
          </a:p>
          <a:p>
            <a:pPr marL="457200" indent="-457200">
              <a:tabLst>
                <a:tab pos="457200" algn="l"/>
              </a:tabLst>
            </a:pPr>
            <a:r>
              <a:rPr lang="en-US" altLang="zh-CN" b="1" dirty="0">
                <a:effectLst>
                  <a:outerShdw blurRad="38100" dist="38100" dir="2700000" algn="tl">
                    <a:srgbClr val="FFFFFF"/>
                  </a:outerShdw>
                </a:effectLst>
              </a:rPr>
              <a:t>   a = b + c;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将</a:t>
            </a:r>
            <a:r>
              <a:rPr lang="en-US" altLang="zh-CN" sz="2000" b="1" dirty="0">
                <a:solidFill>
                  <a:srgbClr val="002060"/>
                </a:solidFill>
                <a:latin typeface="+mn-lt"/>
                <a:ea typeface="楷体" pitchFamily="49" charset="-122"/>
              </a:rPr>
              <a:t>b</a:t>
            </a:r>
            <a:r>
              <a:rPr lang="zh-CN" altLang="en-US" sz="2000" b="1" dirty="0">
                <a:solidFill>
                  <a:srgbClr val="002060"/>
                </a:solidFill>
                <a:latin typeface="+mn-lt"/>
                <a:ea typeface="楷体" pitchFamily="49" charset="-122"/>
              </a:rPr>
              <a:t>和</a:t>
            </a:r>
            <a:r>
              <a:rPr lang="en-US" altLang="zh-CN" sz="2000" b="1" dirty="0">
                <a:solidFill>
                  <a:srgbClr val="002060"/>
                </a:solidFill>
                <a:latin typeface="+mn-lt"/>
                <a:ea typeface="楷体" pitchFamily="49" charset="-122"/>
              </a:rPr>
              <a:t>c</a:t>
            </a:r>
            <a:r>
              <a:rPr lang="zh-CN" altLang="en-US" sz="2000" b="1" dirty="0">
                <a:solidFill>
                  <a:srgbClr val="002060"/>
                </a:solidFill>
                <a:latin typeface="+mn-lt"/>
                <a:ea typeface="楷体" pitchFamily="49" charset="-122"/>
              </a:rPr>
              <a:t>的值相加赋值给</a:t>
            </a:r>
            <a:r>
              <a:rPr lang="en-US" altLang="zh-CN" sz="2000" b="1" dirty="0">
                <a:solidFill>
                  <a:srgbClr val="002060"/>
                </a:solidFill>
                <a:latin typeface="+mn-lt"/>
                <a:ea typeface="楷体" pitchFamily="49" charset="-122"/>
              </a:rPr>
              <a:t>a</a:t>
            </a:r>
            <a:r>
              <a:rPr lang="zh-CN" altLang="en-US" sz="2000" b="1" dirty="0">
                <a:solidFill>
                  <a:srgbClr val="002060"/>
                </a:solidFill>
                <a:latin typeface="+mn-lt"/>
                <a:ea typeface="楷体" pitchFamily="49" charset="-122"/>
              </a:rPr>
              <a:t>，</a:t>
            </a:r>
            <a:r>
              <a:rPr lang="en-US" altLang="zh-CN" sz="2000" b="1" dirty="0">
                <a:solidFill>
                  <a:srgbClr val="002060"/>
                </a:solidFill>
                <a:latin typeface="+mn-lt"/>
                <a:ea typeface="楷体" pitchFamily="49" charset="-122"/>
              </a:rPr>
              <a:t>a</a:t>
            </a:r>
            <a:r>
              <a:rPr lang="zh-CN" altLang="en-US" sz="2000" b="1" dirty="0">
                <a:solidFill>
                  <a:srgbClr val="002060"/>
                </a:solidFill>
                <a:latin typeface="+mn-lt"/>
                <a:ea typeface="楷体" pitchFamily="49" charset="-122"/>
              </a:rPr>
              <a:t>的值为</a:t>
            </a:r>
            <a:r>
              <a:rPr lang="en-US" altLang="zh-CN" sz="2000" b="1" dirty="0">
                <a:solidFill>
                  <a:srgbClr val="002060"/>
                </a:solidFill>
                <a:latin typeface="+mn-lt"/>
                <a:ea typeface="楷体" pitchFamily="49" charset="-122"/>
              </a:rPr>
              <a:t>0x45f2</a:t>
            </a:r>
          </a:p>
          <a:p>
            <a:pPr marL="457200" indent="-457200">
              <a:tabLst>
                <a:tab pos="4572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("a = %x", a);</a:t>
            </a:r>
          </a:p>
          <a:p>
            <a:pPr marL="457200" indent="-457200">
              <a:tabLst>
                <a:tab pos="457200" algn="l"/>
              </a:tabLst>
            </a:pPr>
            <a:r>
              <a:rPr lang="en-US" altLang="zh-CN" b="1" dirty="0">
                <a:effectLst>
                  <a:outerShdw blurRad="38100" dist="38100" dir="2700000" algn="tl">
                    <a:srgbClr val="FFFFFF"/>
                  </a:outerShdw>
                </a:effectLst>
              </a:rPr>
              <a:t>   return 0;</a:t>
            </a:r>
          </a:p>
          <a:p>
            <a:pPr marL="457200" indent="-457200">
              <a:tabLst>
                <a:tab pos="457200" algn="l"/>
              </a:tabLst>
            </a:pPr>
            <a:r>
              <a:rPr lang="en-US" altLang="zh-CN" b="1" dirty="0">
                <a:effectLst>
                  <a:outerShdw blurRad="38100" dist="38100" dir="2700000" algn="tl">
                    <a:srgbClr val="FFFFFF"/>
                  </a:outerShdw>
                </a:effectLst>
              </a:rPr>
              <a:t> }</a:t>
            </a:r>
          </a:p>
        </p:txBody>
      </p:sp>
      <p:sp>
        <p:nvSpPr>
          <p:cNvPr id="829559" name="Text Box 119"/>
          <p:cNvSpPr txBox="1">
            <a:spLocks noChangeArrowheads="1"/>
          </p:cNvSpPr>
          <p:nvPr/>
        </p:nvSpPr>
        <p:spPr bwMode="auto">
          <a:xfrm>
            <a:off x="8671263" y="5793587"/>
            <a:ext cx="2736924" cy="576263"/>
          </a:xfrm>
          <a:prstGeom prst="rect">
            <a:avLst/>
          </a:prstGeom>
          <a:solidFill>
            <a:schemeClr val="bg1"/>
          </a:solidFill>
          <a:ln w="28575">
            <a:solidFill>
              <a:srgbClr val="C01920"/>
            </a:solidFill>
            <a:miter lim="800000"/>
            <a:headEnd/>
            <a:tailEnd/>
          </a:ln>
          <a:effectLst>
            <a:outerShdw blurRad="50800" dist="110490" dir="2700000" algn="tl" rotWithShape="0">
              <a:prstClr val="black">
                <a:alpha val="43000"/>
              </a:prstClr>
            </a:outerShdw>
          </a:effectLst>
          <a:scene3d>
            <a:camera prst="orthographicFront"/>
            <a:lightRig rig="threePt" dir="t"/>
          </a:scene3d>
          <a:sp3d>
            <a:bevelT w="114300" prst="hardEdge"/>
          </a:sp3d>
        </p:spPr>
        <p:txBody>
          <a:bodyPr/>
          <a:lstStyle/>
          <a:p>
            <a:pPr algn="ctr" eaLnBrk="0" hangingPunct="0">
              <a:spcBef>
                <a:spcPct val="50000"/>
              </a:spcBef>
            </a:pPr>
            <a:r>
              <a:rPr lang="en-US" altLang="zh-CN" b="1" dirty="0">
                <a:solidFill>
                  <a:srgbClr val="C01920"/>
                </a:solidFill>
              </a:rPr>
              <a:t>a = 0x45f2</a:t>
            </a:r>
          </a:p>
        </p:txBody>
      </p:sp>
      <p:sp>
        <p:nvSpPr>
          <p:cNvPr id="16" name="Rectangle 2">
            <a:extLst>
              <a:ext uri="{FF2B5EF4-FFF2-40B4-BE49-F238E27FC236}">
                <a16:creationId xmlns:a16="http://schemas.microsoft.com/office/drawing/2014/main" id="{FB94D2A9-D145-4775-99FA-BDC5A56854D4}"/>
              </a:ext>
            </a:extLst>
          </p:cNvPr>
          <p:cNvSpPr txBox="1">
            <a:spLocks noChangeArrowheads="1"/>
          </p:cNvSpPr>
          <p:nvPr/>
        </p:nvSpPr>
        <p:spPr>
          <a:xfrm>
            <a:off x="783220" y="843295"/>
            <a:ext cx="7772400" cy="647700"/>
          </a:xfrm>
          <a:prstGeom prst="rect">
            <a:avLst/>
          </a:prstGeom>
        </p:spPr>
        <p:txBody>
          <a:bodyPr/>
          <a:lst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a:lstStyle>
          <a:p>
            <a:pPr algn="just">
              <a:buFontTx/>
              <a:buNone/>
            </a:pPr>
            <a:r>
              <a:rPr lang="en-US" altLang="zh-CN" kern="0" dirty="0">
                <a:solidFill>
                  <a:srgbClr val="C01920"/>
                </a:solidFill>
                <a:effectLst/>
                <a:latin typeface="楷体" panose="02010609060101010101" pitchFamily="49" charset="-122"/>
                <a:ea typeface="楷体" panose="02010609060101010101" pitchFamily="49" charset="-122"/>
              </a:rPr>
              <a:t>6. </a:t>
            </a:r>
            <a:r>
              <a:rPr lang="zh-CN" altLang="en-US" kern="0" dirty="0">
                <a:solidFill>
                  <a:srgbClr val="C01920"/>
                </a:solidFill>
                <a:effectLst/>
                <a:latin typeface="楷体" panose="02010609060101010101" pitchFamily="49" charset="-122"/>
                <a:ea typeface="楷体" panose="02010609060101010101" pitchFamily="49" charset="-122"/>
              </a:rPr>
              <a:t>位运算符、位运算表达式 </a:t>
            </a:r>
          </a:p>
        </p:txBody>
      </p:sp>
      <p:sp>
        <p:nvSpPr>
          <p:cNvPr id="17" name="Rectangle 4">
            <a:extLst>
              <a:ext uri="{FF2B5EF4-FFF2-40B4-BE49-F238E27FC236}">
                <a16:creationId xmlns:a16="http://schemas.microsoft.com/office/drawing/2014/main" id="{2E67D078-B736-42B7-9AB3-C5D4CFA6C6B2}"/>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3.4  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语言的运算符与表达式</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829550"/>
                                        </p:tgtEl>
                                        <p:attrNameLst>
                                          <p:attrName>style.visibility</p:attrName>
                                        </p:attrNameLst>
                                      </p:cBhvr>
                                      <p:to>
                                        <p:strVal val="visible"/>
                                      </p:to>
                                    </p:set>
                                    <p:animEffect transition="in" filter="box(in)">
                                      <p:cBhvr>
                                        <p:cTn id="13" dur="500"/>
                                        <p:tgtEl>
                                          <p:spTgt spid="829550"/>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829551"/>
                                        </p:tgtEl>
                                        <p:attrNameLst>
                                          <p:attrName>style.visibility</p:attrName>
                                        </p:attrNameLst>
                                      </p:cBhvr>
                                      <p:to>
                                        <p:strVal val="visible"/>
                                      </p:to>
                                    </p:set>
                                    <p:anim calcmode="lin" valueType="num">
                                      <p:cBhvr additive="base">
                                        <p:cTn id="18" dur="500" fill="hold"/>
                                        <p:tgtEl>
                                          <p:spTgt spid="829551"/>
                                        </p:tgtEl>
                                        <p:attrNameLst>
                                          <p:attrName>ppt_x</p:attrName>
                                        </p:attrNameLst>
                                      </p:cBhvr>
                                      <p:tavLst>
                                        <p:tav tm="0">
                                          <p:val>
                                            <p:strVal val="0-#ppt_w/2"/>
                                          </p:val>
                                        </p:tav>
                                        <p:tav tm="100000">
                                          <p:val>
                                            <p:strVal val="#ppt_x"/>
                                          </p:val>
                                        </p:tav>
                                      </p:tavLst>
                                    </p:anim>
                                    <p:anim calcmode="lin" valueType="num">
                                      <p:cBhvr additive="base">
                                        <p:cTn id="19" dur="500" fill="hold"/>
                                        <p:tgtEl>
                                          <p:spTgt spid="82955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829552"/>
                                        </p:tgtEl>
                                        <p:attrNameLst>
                                          <p:attrName>style.visibility</p:attrName>
                                        </p:attrNameLst>
                                      </p:cBhvr>
                                      <p:to>
                                        <p:strVal val="visible"/>
                                      </p:to>
                                    </p:set>
                                    <p:animEffect transition="in" filter="box(out)">
                                      <p:cBhvr>
                                        <p:cTn id="24" dur="500"/>
                                        <p:tgtEl>
                                          <p:spTgt spid="829552"/>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829553"/>
                                        </p:tgtEl>
                                        <p:attrNameLst>
                                          <p:attrName>style.visibility</p:attrName>
                                        </p:attrNameLst>
                                      </p:cBhvr>
                                      <p:to>
                                        <p:strVal val="visible"/>
                                      </p:to>
                                    </p:set>
                                    <p:animEffect transition="in" filter="box(out)">
                                      <p:cBhvr>
                                        <p:cTn id="29" dur="500"/>
                                        <p:tgtEl>
                                          <p:spTgt spid="829553"/>
                                        </p:tgtEl>
                                      </p:cBhvr>
                                    </p:animEffect>
                                  </p:childTnLst>
                                  <p:subTnLst>
                                    <p:set>
                                      <p:cBhvr override="childStyle">
                                        <p:cTn dur="1" fill="hold" display="0" masterRel="nextClick" afterEffect="1"/>
                                        <p:tgtEl>
                                          <p:spTgt spid="829553"/>
                                        </p:tgtEl>
                                        <p:attrNameLst>
                                          <p:attrName>style.visibility</p:attrName>
                                        </p:attrNameLst>
                                      </p:cBhvr>
                                      <p:to>
                                        <p:strVal val="hidden"/>
                                      </p:to>
                                    </p:set>
                                    <p:audio>
                                      <p:cMediaNode>
                                        <p:cTn display="0" masterRel="sameClick">
                                          <p:stCondLst>
                                            <p:cond evt="begin" delay="0">
                                              <p:tn val="27"/>
                                            </p:cond>
                                          </p:stCondLst>
                                          <p:endCondLst>
                                            <p:cond evt="onStopAudio" delay="0">
                                              <p:tgtEl>
                                                <p:sldTgt/>
                                              </p:tgtEl>
                                            </p:cond>
                                          </p:endCondLst>
                                        </p:cTn>
                                        <p:tgtEl>
                                          <p:sndTgt r:embed="rId3" name="chimes.wav"/>
                                        </p:tgtEl>
                                      </p:cMediaNode>
                                    </p:audio>
                                  </p:sub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829554"/>
                                        </p:tgtEl>
                                        <p:attrNameLst>
                                          <p:attrName>style.visibility</p:attrName>
                                        </p:attrNameLst>
                                      </p:cBhvr>
                                      <p:to>
                                        <p:strVal val="visible"/>
                                      </p:to>
                                    </p:set>
                                    <p:anim calcmode="lin" valueType="num">
                                      <p:cBhvr additive="base">
                                        <p:cTn id="34" dur="500" fill="hold"/>
                                        <p:tgtEl>
                                          <p:spTgt spid="829554"/>
                                        </p:tgtEl>
                                        <p:attrNameLst>
                                          <p:attrName>ppt_x</p:attrName>
                                        </p:attrNameLst>
                                      </p:cBhvr>
                                      <p:tavLst>
                                        <p:tav tm="0">
                                          <p:val>
                                            <p:strVal val="0-#ppt_w/2"/>
                                          </p:val>
                                        </p:tav>
                                        <p:tav tm="100000">
                                          <p:val>
                                            <p:strVal val="#ppt_x"/>
                                          </p:val>
                                        </p:tav>
                                      </p:tavLst>
                                    </p:anim>
                                    <p:anim calcmode="lin" valueType="num">
                                      <p:cBhvr additive="base">
                                        <p:cTn id="35" dur="500" fill="hold"/>
                                        <p:tgtEl>
                                          <p:spTgt spid="82955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2"/>
                                            </p:cond>
                                          </p:stCondLst>
                                          <p:endCondLst>
                                            <p:cond evt="onStopAudio" delay="0">
                                              <p:tgtEl>
                                                <p:sldTgt/>
                                              </p:tgtEl>
                                            </p:cond>
                                          </p:endCondLst>
                                        </p:cTn>
                                        <p:tgtEl>
                                          <p:sndTgt r:embed="rId2" name="camera.wav"/>
                                        </p:tgtEl>
                                      </p:cMediaNode>
                                    </p:audio>
                                  </p:subTnLst>
                                </p:cTn>
                              </p:par>
                            </p:childTnLst>
                          </p:cTn>
                        </p:par>
                      </p:childTnLst>
                    </p:cTn>
                  </p:par>
                  <p:par>
                    <p:cTn id="36" fill="hold">
                      <p:stCondLst>
                        <p:cond delay="indefinite"/>
                      </p:stCondLst>
                      <p:childTnLst>
                        <p:par>
                          <p:cTn id="37" fill="hold">
                            <p:stCondLst>
                              <p:cond delay="0"/>
                            </p:stCondLst>
                            <p:childTnLst>
                              <p:par>
                                <p:cTn id="38" presetID="4" presetClass="entr" presetSubtype="32" fill="hold" grpId="0" nodeType="clickEffect">
                                  <p:stCondLst>
                                    <p:cond delay="0"/>
                                  </p:stCondLst>
                                  <p:childTnLst>
                                    <p:set>
                                      <p:cBhvr>
                                        <p:cTn id="39" dur="1" fill="hold">
                                          <p:stCondLst>
                                            <p:cond delay="0"/>
                                          </p:stCondLst>
                                        </p:cTn>
                                        <p:tgtEl>
                                          <p:spTgt spid="829555"/>
                                        </p:tgtEl>
                                        <p:attrNameLst>
                                          <p:attrName>style.visibility</p:attrName>
                                        </p:attrNameLst>
                                      </p:cBhvr>
                                      <p:to>
                                        <p:strVal val="visible"/>
                                      </p:to>
                                    </p:set>
                                    <p:animEffect transition="in" filter="box(out)">
                                      <p:cBhvr>
                                        <p:cTn id="40" dur="500"/>
                                        <p:tgtEl>
                                          <p:spTgt spid="829555"/>
                                        </p:tgtEl>
                                      </p:cBhvr>
                                    </p:animEffect>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childTnLst>
                          </p:cTn>
                        </p:par>
                      </p:childTnLst>
                    </p:cTn>
                  </p:par>
                  <p:par>
                    <p:cTn id="41" fill="hold">
                      <p:stCondLst>
                        <p:cond delay="indefinite"/>
                      </p:stCondLst>
                      <p:childTnLst>
                        <p:par>
                          <p:cTn id="42" fill="hold">
                            <p:stCondLst>
                              <p:cond delay="0"/>
                            </p:stCondLst>
                            <p:childTnLst>
                              <p:par>
                                <p:cTn id="43" presetID="4" presetClass="entr" presetSubtype="32" fill="hold" grpId="0" nodeType="clickEffect">
                                  <p:stCondLst>
                                    <p:cond delay="0"/>
                                  </p:stCondLst>
                                  <p:childTnLst>
                                    <p:set>
                                      <p:cBhvr>
                                        <p:cTn id="44" dur="1" fill="hold">
                                          <p:stCondLst>
                                            <p:cond delay="0"/>
                                          </p:stCondLst>
                                        </p:cTn>
                                        <p:tgtEl>
                                          <p:spTgt spid="829557"/>
                                        </p:tgtEl>
                                        <p:attrNameLst>
                                          <p:attrName>style.visibility</p:attrName>
                                        </p:attrNameLst>
                                      </p:cBhvr>
                                      <p:to>
                                        <p:strVal val="visible"/>
                                      </p:to>
                                    </p:set>
                                    <p:animEffect transition="in" filter="box(out)">
                                      <p:cBhvr>
                                        <p:cTn id="45" dur="500"/>
                                        <p:tgtEl>
                                          <p:spTgt spid="829557"/>
                                        </p:tgtEl>
                                      </p:cBhvr>
                                    </p:animEffect>
                                  </p:childTnLst>
                                  <p:subTnLst>
                                    <p:set>
                                      <p:cBhvr override="childStyle">
                                        <p:cTn dur="1" fill="hold" display="0" masterRel="nextClick" afterEffect="1"/>
                                        <p:tgtEl>
                                          <p:spTgt spid="829557"/>
                                        </p:tgtEl>
                                        <p:attrNameLst>
                                          <p:attrName>style.visibility</p:attrName>
                                        </p:attrNameLst>
                                      </p:cBhvr>
                                      <p:to>
                                        <p:strVal val="hidden"/>
                                      </p:to>
                                    </p:set>
                                    <p:audio>
                                      <p:cMediaNode>
                                        <p:cTn display="0" masterRel="sameClick">
                                          <p:stCondLst>
                                            <p:cond evt="begin" delay="0">
                                              <p:tn val="43"/>
                                            </p:cond>
                                          </p:stCondLst>
                                          <p:endCondLst>
                                            <p:cond evt="onStopAudio" delay="0">
                                              <p:tgtEl>
                                                <p:sldTgt/>
                                              </p:tgtEl>
                                            </p:cond>
                                          </p:endCondLst>
                                        </p:cTn>
                                        <p:tgtEl>
                                          <p:sndTgt r:embed="rId3" name="chimes.wav"/>
                                        </p:tgtEl>
                                      </p:cMediaNode>
                                    </p:audio>
                                  </p:subTnLst>
                                </p:cTn>
                              </p:par>
                            </p:childTnLst>
                          </p:cTn>
                        </p:par>
                      </p:childTnLst>
                    </p:cTn>
                  </p:par>
                  <p:par>
                    <p:cTn id="46" fill="hold">
                      <p:stCondLst>
                        <p:cond delay="indefinite"/>
                      </p:stCondLst>
                      <p:childTnLst>
                        <p:par>
                          <p:cTn id="47" fill="hold">
                            <p:stCondLst>
                              <p:cond delay="0"/>
                            </p:stCondLst>
                            <p:childTnLst>
                              <p:par>
                                <p:cTn id="48" presetID="2" presetClass="entr" presetSubtype="8" fill="hold" grpId="0" nodeType="clickEffect">
                                  <p:stCondLst>
                                    <p:cond delay="0"/>
                                  </p:stCondLst>
                                  <p:childTnLst>
                                    <p:set>
                                      <p:cBhvr>
                                        <p:cTn id="49" dur="1" fill="hold">
                                          <p:stCondLst>
                                            <p:cond delay="0"/>
                                          </p:stCondLst>
                                        </p:cTn>
                                        <p:tgtEl>
                                          <p:spTgt spid="829560"/>
                                        </p:tgtEl>
                                        <p:attrNameLst>
                                          <p:attrName>style.visibility</p:attrName>
                                        </p:attrNameLst>
                                      </p:cBhvr>
                                      <p:to>
                                        <p:strVal val="visible"/>
                                      </p:to>
                                    </p:set>
                                    <p:anim calcmode="lin" valueType="num">
                                      <p:cBhvr additive="base">
                                        <p:cTn id="50" dur="500" fill="hold"/>
                                        <p:tgtEl>
                                          <p:spTgt spid="829560"/>
                                        </p:tgtEl>
                                        <p:attrNameLst>
                                          <p:attrName>ppt_x</p:attrName>
                                        </p:attrNameLst>
                                      </p:cBhvr>
                                      <p:tavLst>
                                        <p:tav tm="0">
                                          <p:val>
                                            <p:strVal val="0-#ppt_w/2"/>
                                          </p:val>
                                        </p:tav>
                                        <p:tav tm="100000">
                                          <p:val>
                                            <p:strVal val="#ppt_x"/>
                                          </p:val>
                                        </p:tav>
                                      </p:tavLst>
                                    </p:anim>
                                    <p:anim calcmode="lin" valueType="num">
                                      <p:cBhvr additive="base">
                                        <p:cTn id="51" dur="500" fill="hold"/>
                                        <p:tgtEl>
                                          <p:spTgt spid="82956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8"/>
                                            </p:cond>
                                          </p:stCondLst>
                                          <p:endCondLst>
                                            <p:cond evt="onStopAudio" delay="0">
                                              <p:tgtEl>
                                                <p:sldTgt/>
                                              </p:tgtEl>
                                            </p:cond>
                                          </p:endCondLst>
                                        </p:cTn>
                                        <p:tgtEl>
                                          <p:sndTgt r:embed="rId2" name="camera.wav"/>
                                        </p:tgtEl>
                                      </p:cMediaNode>
                                    </p:audio>
                                  </p:subTnLst>
                                </p:cTn>
                              </p:par>
                            </p:childTnLst>
                          </p:cTn>
                        </p:par>
                      </p:childTnLst>
                    </p:cTn>
                  </p:par>
                  <p:par>
                    <p:cTn id="52" fill="hold">
                      <p:stCondLst>
                        <p:cond delay="indefinite"/>
                      </p:stCondLst>
                      <p:childTnLst>
                        <p:par>
                          <p:cTn id="53" fill="hold">
                            <p:stCondLst>
                              <p:cond delay="0"/>
                            </p:stCondLst>
                            <p:childTnLst>
                              <p:par>
                                <p:cTn id="54" presetID="4" presetClass="entr" presetSubtype="32" fill="hold" grpId="0" nodeType="clickEffect">
                                  <p:stCondLst>
                                    <p:cond delay="0"/>
                                  </p:stCondLst>
                                  <p:childTnLst>
                                    <p:set>
                                      <p:cBhvr>
                                        <p:cTn id="55" dur="1" fill="hold">
                                          <p:stCondLst>
                                            <p:cond delay="0"/>
                                          </p:stCondLst>
                                        </p:cTn>
                                        <p:tgtEl>
                                          <p:spTgt spid="829558"/>
                                        </p:tgtEl>
                                        <p:attrNameLst>
                                          <p:attrName>style.visibility</p:attrName>
                                        </p:attrNameLst>
                                      </p:cBhvr>
                                      <p:to>
                                        <p:strVal val="visible"/>
                                      </p:to>
                                    </p:set>
                                    <p:animEffect transition="in" filter="box(out)">
                                      <p:cBhvr>
                                        <p:cTn id="56" dur="500"/>
                                        <p:tgtEl>
                                          <p:spTgt spid="829558"/>
                                        </p:tgtEl>
                                      </p:cBhvr>
                                    </p:animEffect>
                                  </p:childTnLst>
                                  <p:subTnLst>
                                    <p:audio>
                                      <p:cMediaNode>
                                        <p:cTn display="0" masterRel="sameClick">
                                          <p:stCondLst>
                                            <p:cond evt="begin" delay="0">
                                              <p:tn val="54"/>
                                            </p:cond>
                                          </p:stCondLst>
                                          <p:endCondLst>
                                            <p:cond evt="onStopAudio" delay="0">
                                              <p:tgtEl>
                                                <p:sldTgt/>
                                              </p:tgtEl>
                                            </p:cond>
                                          </p:endCondLst>
                                        </p:cTn>
                                        <p:tgtEl>
                                          <p:sndTgt r:embed="rId3" name="chimes.wav"/>
                                        </p:tgtEl>
                                      </p:cMediaNode>
                                    </p:audio>
                                  </p:subTnLst>
                                </p:cTn>
                              </p:par>
                            </p:childTnLst>
                          </p:cTn>
                        </p:par>
                      </p:childTnLst>
                    </p:cTn>
                  </p:par>
                  <p:par>
                    <p:cTn id="57" fill="hold">
                      <p:stCondLst>
                        <p:cond delay="indefinite"/>
                      </p:stCondLst>
                      <p:childTnLst>
                        <p:par>
                          <p:cTn id="58" fill="hold">
                            <p:stCondLst>
                              <p:cond delay="0"/>
                            </p:stCondLst>
                            <p:childTnLst>
                              <p:par>
                                <p:cTn id="59" presetID="4" presetClass="entr" presetSubtype="32" fill="hold" grpId="0" nodeType="clickEffect">
                                  <p:stCondLst>
                                    <p:cond delay="0"/>
                                  </p:stCondLst>
                                  <p:childTnLst>
                                    <p:set>
                                      <p:cBhvr>
                                        <p:cTn id="60" dur="1" fill="hold">
                                          <p:stCondLst>
                                            <p:cond delay="0"/>
                                          </p:stCondLst>
                                        </p:cTn>
                                        <p:tgtEl>
                                          <p:spTgt spid="829559"/>
                                        </p:tgtEl>
                                        <p:attrNameLst>
                                          <p:attrName>style.visibility</p:attrName>
                                        </p:attrNameLst>
                                      </p:cBhvr>
                                      <p:to>
                                        <p:strVal val="visible"/>
                                      </p:to>
                                    </p:set>
                                    <p:animEffect transition="in" filter="box(out)">
                                      <p:cBhvr>
                                        <p:cTn id="61" dur="500"/>
                                        <p:tgtEl>
                                          <p:spTgt spid="829559"/>
                                        </p:tgtEl>
                                      </p:cBhvr>
                                    </p:animEffect>
                                  </p:childTnLst>
                                  <p:subTnLst>
                                    <p:audio>
                                      <p:cMediaNode>
                                        <p:cTn display="0" masterRel="sameClick">
                                          <p:stCondLst>
                                            <p:cond evt="begin" delay="0">
                                              <p:tn val="59"/>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560" grpId="0"/>
      <p:bldP spid="829554" grpId="0"/>
      <p:bldP spid="829557" grpId="0" animBg="1" autoUpdateAnimBg="0"/>
      <p:bldP spid="829553" grpId="0" animBg="1" autoUpdateAnimBg="0"/>
      <p:bldP spid="829550" grpId="0"/>
      <p:bldP spid="829551" grpId="0"/>
      <p:bldP spid="829552" grpId="0" animBg="1"/>
      <p:bldP spid="829555" grpId="0" animBg="1"/>
      <p:bldP spid="829558" grpId="0" animBg="1"/>
      <p:bldP spid="829559" grpId="0" animBg="1"/>
      <p:bldP spid="16" grpId="0" build="p" bldLvl="5"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0470" name="Rectangle 6"/>
          <p:cNvSpPr>
            <a:spLocks noChangeArrowheads="1"/>
          </p:cNvSpPr>
          <p:nvPr/>
        </p:nvSpPr>
        <p:spPr bwMode="auto">
          <a:xfrm>
            <a:off x="494835" y="1463515"/>
            <a:ext cx="10791176" cy="1323439"/>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a:t>
            </a:r>
            <a:r>
              <a:rPr lang="zh-CN" altLang="en-US" b="1" dirty="0">
                <a:solidFill>
                  <a:srgbClr val="C01920"/>
                </a:solidFill>
                <a:latin typeface="楷体" panose="02010609060101010101" pitchFamily="49" charset="-122"/>
                <a:ea typeface="楷体" panose="02010609060101010101" pitchFamily="49" charset="-122"/>
              </a:rPr>
              <a:t>位运算符：</a:t>
            </a:r>
            <a:r>
              <a:rPr lang="en-US" altLang="zh-CN" b="1" dirty="0">
                <a:solidFill>
                  <a:srgbClr val="002060"/>
                </a:solidFill>
                <a:effectLst>
                  <a:outerShdw blurRad="38100" dist="38100" dir="2700000" algn="tl">
                    <a:srgbClr val="FFFFFF"/>
                  </a:outerShdw>
                </a:effectLst>
                <a:latin typeface="+mn-lt"/>
                <a:ea typeface="楷体" pitchFamily="49" charset="-122"/>
              </a:rPr>
              <a:t>,</a:t>
            </a:r>
          </a:p>
          <a:p>
            <a:endParaRPr lang="en-US" altLang="zh-CN" b="1" dirty="0">
              <a:solidFill>
                <a:srgbClr val="002060"/>
              </a:solidFill>
              <a:effectLst>
                <a:outerShdw blurRad="38100" dist="38100" dir="2700000" algn="tl">
                  <a:srgbClr val="FFFFFF"/>
                </a:outerShdw>
              </a:effectLst>
              <a:latin typeface="+mn-lt"/>
              <a:ea typeface="楷体" pitchFamily="49" charset="-122"/>
            </a:endParaRPr>
          </a:p>
          <a:p>
            <a:endParaRPr lang="en-US" altLang="zh-CN" sz="800" b="1" dirty="0">
              <a:solidFill>
                <a:srgbClr val="002060"/>
              </a:solidFill>
              <a:effectLst>
                <a:outerShdw blurRad="38100" dist="38100" dir="2700000" algn="tl">
                  <a:srgbClr val="FFFFFF"/>
                </a:outerShdw>
              </a:effectLst>
              <a:latin typeface="+mn-lt"/>
              <a:ea typeface="楷体" pitchFamily="49" charset="-122"/>
            </a:endParaRPr>
          </a:p>
          <a:p>
            <a:r>
              <a:rPr lang="en-US" altLang="zh-CN" b="1" dirty="0">
                <a:effectLst>
                  <a:outerShdw blurRad="38100" dist="38100" dir="2700000" algn="tl">
                    <a:srgbClr val="FFFFFF"/>
                  </a:outerShdw>
                </a:effectLst>
                <a:latin typeface="+mn-lt"/>
                <a:ea typeface="楷体" pitchFamily="49" charset="-122"/>
              </a:rPr>
              <a:t>        </a:t>
            </a:r>
            <a:r>
              <a:rPr lang="zh-CN" altLang="en-US" b="1" dirty="0">
                <a:solidFill>
                  <a:srgbClr val="C01920"/>
                </a:solidFill>
                <a:latin typeface="楷体" panose="02010609060101010101" pitchFamily="49" charset="-122"/>
                <a:ea typeface="楷体" panose="02010609060101010101" pitchFamily="49" charset="-122"/>
              </a:rPr>
              <a:t>逗号表达式：</a:t>
            </a:r>
            <a:r>
              <a:rPr lang="zh-CN" altLang="en-US" b="1" dirty="0">
                <a:effectLst>
                  <a:outerShdw blurRad="38100" dist="38100" dir="2700000" algn="tl">
                    <a:srgbClr val="FFFFFF"/>
                  </a:outerShdw>
                </a:effectLst>
                <a:latin typeface="+mn-lt"/>
                <a:ea typeface="楷体" pitchFamily="49" charset="-122"/>
              </a:rPr>
              <a:t>用逗号连接起来的表达式。其一般形式为：        </a:t>
            </a:r>
          </a:p>
        </p:txBody>
      </p:sp>
      <p:sp>
        <p:nvSpPr>
          <p:cNvPr id="830472" name="Text Box 8"/>
          <p:cNvSpPr txBox="1">
            <a:spLocks noChangeArrowheads="1"/>
          </p:cNvSpPr>
          <p:nvPr/>
        </p:nvSpPr>
        <p:spPr bwMode="auto">
          <a:xfrm>
            <a:off x="3429915" y="2777166"/>
            <a:ext cx="6840538" cy="400110"/>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algn="ctr">
              <a:spcBef>
                <a:spcPct val="50000"/>
              </a:spcBef>
            </a:pPr>
            <a:r>
              <a:rPr lang="zh-CN" altLang="en-US" sz="2000" b="1" dirty="0">
                <a:solidFill>
                  <a:srgbClr val="C01920"/>
                </a:solidFill>
                <a:latin typeface="+mn-lt"/>
                <a:ea typeface="楷体" pitchFamily="49" charset="-122"/>
              </a:rPr>
              <a:t>表达式</a:t>
            </a:r>
            <a:r>
              <a:rPr lang="en-US" altLang="zh-CN" sz="2000" b="1" dirty="0">
                <a:solidFill>
                  <a:srgbClr val="C01920"/>
                </a:solidFill>
                <a:latin typeface="+mn-lt"/>
                <a:ea typeface="楷体" pitchFamily="49" charset="-122"/>
              </a:rPr>
              <a:t>1</a:t>
            </a:r>
            <a:r>
              <a:rPr lang="zh-CN" altLang="en-US" sz="2000" b="1" dirty="0">
                <a:solidFill>
                  <a:srgbClr val="C01920"/>
                </a:solidFill>
                <a:latin typeface="+mn-lt"/>
                <a:ea typeface="楷体" pitchFamily="49" charset="-122"/>
              </a:rPr>
              <a:t>，表达式</a:t>
            </a:r>
            <a:r>
              <a:rPr lang="en-US" altLang="zh-CN" sz="2000" b="1" dirty="0">
                <a:solidFill>
                  <a:srgbClr val="C01920"/>
                </a:solidFill>
                <a:latin typeface="+mn-lt"/>
                <a:ea typeface="楷体" pitchFamily="49" charset="-122"/>
              </a:rPr>
              <a:t>2</a:t>
            </a:r>
            <a:r>
              <a:rPr lang="zh-CN" altLang="en-US" sz="2000" b="1" dirty="0">
                <a:solidFill>
                  <a:srgbClr val="C01920"/>
                </a:solidFill>
                <a:latin typeface="+mn-lt"/>
                <a:ea typeface="楷体" pitchFamily="49" charset="-122"/>
              </a:rPr>
              <a:t>，</a:t>
            </a:r>
            <a:r>
              <a:rPr lang="en-US" altLang="zh-CN" sz="2000" b="1" dirty="0">
                <a:solidFill>
                  <a:srgbClr val="C01920"/>
                </a:solidFill>
                <a:latin typeface="+mn-lt"/>
                <a:ea typeface="楷体" pitchFamily="49" charset="-122"/>
              </a:rPr>
              <a:t>……</a:t>
            </a:r>
            <a:r>
              <a:rPr lang="zh-CN" altLang="en-US" sz="2000" b="1" dirty="0">
                <a:solidFill>
                  <a:srgbClr val="C01920"/>
                </a:solidFill>
                <a:latin typeface="+mn-lt"/>
                <a:ea typeface="楷体" pitchFamily="49" charset="-122"/>
              </a:rPr>
              <a:t>，表达式</a:t>
            </a:r>
            <a:r>
              <a:rPr lang="en-US" altLang="zh-CN" sz="2000" b="1" dirty="0">
                <a:solidFill>
                  <a:srgbClr val="C01920"/>
                </a:solidFill>
                <a:latin typeface="+mn-lt"/>
                <a:ea typeface="楷体" pitchFamily="49" charset="-122"/>
              </a:rPr>
              <a:t>k </a:t>
            </a:r>
          </a:p>
        </p:txBody>
      </p:sp>
      <p:sp>
        <p:nvSpPr>
          <p:cNvPr id="830480" name="Rectangle 16"/>
          <p:cNvSpPr>
            <a:spLocks noChangeArrowheads="1"/>
          </p:cNvSpPr>
          <p:nvPr/>
        </p:nvSpPr>
        <p:spPr bwMode="auto">
          <a:xfrm>
            <a:off x="514227" y="3116821"/>
            <a:ext cx="11186859" cy="3046988"/>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a:t>
            </a:r>
            <a:r>
              <a:rPr lang="zh-CN" altLang="en-US" b="1" dirty="0">
                <a:solidFill>
                  <a:srgbClr val="C01920"/>
                </a:solidFill>
                <a:latin typeface="楷体" panose="02010609060101010101" pitchFamily="49" charset="-122"/>
                <a:ea typeface="楷体" panose="02010609060101010101" pitchFamily="49" charset="-122"/>
              </a:rPr>
              <a:t>优先级：</a:t>
            </a:r>
            <a:r>
              <a:rPr lang="zh-CN" altLang="en-US" b="1" dirty="0">
                <a:effectLst>
                  <a:outerShdw blurRad="38100" dist="38100" dir="2700000" algn="tl">
                    <a:srgbClr val="FFFFFF"/>
                  </a:outerShdw>
                </a:effectLst>
                <a:latin typeface="+mn-lt"/>
                <a:ea typeface="楷体" pitchFamily="49" charset="-122"/>
              </a:rPr>
              <a:t>优先级最低。</a:t>
            </a:r>
            <a:endParaRPr lang="en-US" altLang="zh-CN" b="1" dirty="0">
              <a:effectLst>
                <a:outerShdw blurRad="38100" dist="38100" dir="2700000" algn="tl">
                  <a:srgbClr val="FFFFFF"/>
                </a:outerShdw>
              </a:effectLst>
              <a:latin typeface="+mn-lt"/>
              <a:ea typeface="楷体" pitchFamily="49" charset="-122"/>
            </a:endParaRPr>
          </a:p>
          <a:p>
            <a:r>
              <a:rPr lang="zh-CN" altLang="en-US" b="1" dirty="0">
                <a:effectLst>
                  <a:outerShdw blurRad="38100" dist="38100" dir="2700000" algn="tl">
                    <a:srgbClr val="FFFFFF"/>
                  </a:outerShdw>
                </a:effectLst>
                <a:latin typeface="+mn-lt"/>
                <a:ea typeface="楷体" pitchFamily="49" charset="-122"/>
              </a:rPr>
              <a:t>  </a:t>
            </a:r>
          </a:p>
          <a:p>
            <a:r>
              <a:rPr lang="zh-CN" altLang="en-US" b="1" dirty="0">
                <a:effectLst>
                  <a:outerShdw blurRad="38100" dist="38100" dir="2700000" algn="tl">
                    <a:srgbClr val="FFFFFF"/>
                  </a:outerShdw>
                </a:effectLst>
                <a:latin typeface="+mn-lt"/>
                <a:ea typeface="楷体" pitchFamily="49" charset="-122"/>
              </a:rPr>
              <a:t>       </a:t>
            </a:r>
            <a:r>
              <a:rPr lang="zh-CN" altLang="en-US" b="1" dirty="0">
                <a:solidFill>
                  <a:srgbClr val="C01920"/>
                </a:solidFill>
                <a:latin typeface="楷体" panose="02010609060101010101" pitchFamily="49" charset="-122"/>
                <a:ea typeface="楷体" panose="02010609060101010101" pitchFamily="49" charset="-122"/>
              </a:rPr>
              <a:t>结合性：</a:t>
            </a:r>
            <a:r>
              <a:rPr lang="zh-CN" altLang="en-US" b="1" dirty="0">
                <a:effectLst>
                  <a:outerShdw blurRad="38100" dist="38100" dir="2700000" algn="tl">
                    <a:srgbClr val="FFFFFF"/>
                  </a:outerShdw>
                </a:effectLst>
                <a:latin typeface="+mn-lt"/>
                <a:ea typeface="楷体" pitchFamily="49" charset="-122"/>
              </a:rPr>
              <a:t>左结合性</a:t>
            </a:r>
            <a:r>
              <a:rPr lang="zh-CN" altLang="en-US" dirty="0">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即逗号表达式的求值顺序是</a:t>
            </a:r>
            <a:r>
              <a:rPr lang="zh-CN" altLang="en-US" b="1" dirty="0">
                <a:solidFill>
                  <a:srgbClr val="C01920"/>
                </a:solidFill>
                <a:latin typeface="+mn-lt"/>
                <a:ea typeface="楷体" pitchFamily="49" charset="-122"/>
              </a:rPr>
              <a:t>从左向右</a:t>
            </a:r>
            <a:r>
              <a:rPr lang="zh-CN" altLang="en-US" b="1" dirty="0">
                <a:effectLst>
                  <a:outerShdw blurRad="38100" dist="38100" dir="2700000" algn="tl">
                    <a:srgbClr val="FFFFFF"/>
                  </a:outerShdw>
                </a:effectLst>
                <a:latin typeface="+mn-lt"/>
                <a:ea typeface="楷体" pitchFamily="49" charset="-122"/>
              </a:rPr>
              <a:t>依此计算用逗号分隔的各表达式的值。</a:t>
            </a:r>
            <a:endParaRPr lang="en-US" altLang="zh-CN" b="1" dirty="0">
              <a:effectLst>
                <a:outerShdw blurRad="38100" dist="38100" dir="2700000" algn="tl">
                  <a:srgbClr val="FFFFFF"/>
                </a:outerShdw>
              </a:effectLst>
              <a:latin typeface="+mn-lt"/>
              <a:ea typeface="楷体" pitchFamily="49" charset="-122"/>
            </a:endParaRPr>
          </a:p>
          <a:p>
            <a:endParaRPr lang="zh-CN" altLang="en-US" b="1" dirty="0">
              <a:effectLst>
                <a:outerShdw blurRad="38100" dist="38100" dir="2700000" algn="tl">
                  <a:srgbClr val="FFFFFF"/>
                </a:outerShdw>
              </a:effectLst>
              <a:latin typeface="+mn-lt"/>
              <a:ea typeface="楷体" pitchFamily="49" charset="-122"/>
            </a:endParaRPr>
          </a:p>
          <a:p>
            <a:r>
              <a:rPr lang="zh-CN" altLang="en-US" b="1" dirty="0">
                <a:solidFill>
                  <a:srgbClr val="FF0066"/>
                </a:solidFill>
                <a:effectLst>
                  <a:outerShdw blurRad="38100" dist="38100" dir="2700000" algn="tl">
                    <a:srgbClr val="000000"/>
                  </a:outerShdw>
                </a:effectLst>
                <a:latin typeface="+mn-lt"/>
                <a:ea typeface="楷体" pitchFamily="49" charset="-122"/>
              </a:rPr>
              <a:t>       </a:t>
            </a:r>
            <a:r>
              <a:rPr lang="zh-CN" altLang="en-US" b="1" dirty="0">
                <a:solidFill>
                  <a:srgbClr val="C01920"/>
                </a:solidFill>
                <a:latin typeface="楷体" panose="02010609060101010101" pitchFamily="49" charset="-122"/>
                <a:ea typeface="楷体" panose="02010609060101010101" pitchFamily="49" charset="-122"/>
              </a:rPr>
              <a:t>逗号表达式</a:t>
            </a:r>
            <a:r>
              <a:rPr lang="zh-CN" altLang="zh-CN" b="1" dirty="0">
                <a:solidFill>
                  <a:srgbClr val="C01920"/>
                </a:solidFill>
                <a:latin typeface="楷体" panose="02010609060101010101" pitchFamily="49" charset="-122"/>
                <a:ea typeface="楷体" panose="02010609060101010101" pitchFamily="49" charset="-122"/>
              </a:rPr>
              <a:t>的值：</a:t>
            </a:r>
            <a:r>
              <a:rPr lang="zh-CN" altLang="en-US" b="1" dirty="0">
                <a:effectLst>
                  <a:outerShdw blurRad="38100" dist="38100" dir="2700000" algn="tl">
                    <a:srgbClr val="FFFFFF"/>
                  </a:outerShdw>
                </a:effectLst>
                <a:latin typeface="+mn-lt"/>
                <a:ea typeface="楷体" pitchFamily="49" charset="-122"/>
              </a:rPr>
              <a:t>最后一个表达式的值就是整个逗号表达式的值。</a:t>
            </a:r>
            <a:endParaRPr lang="en-US" altLang="zh-CN" b="1" dirty="0">
              <a:effectLst>
                <a:outerShdw blurRad="38100" dist="38100" dir="2700000" algn="tl">
                  <a:srgbClr val="FFFFFF"/>
                </a:outerShdw>
              </a:effectLst>
              <a:latin typeface="+mn-lt"/>
              <a:ea typeface="楷体" pitchFamily="49" charset="-122"/>
            </a:endParaRPr>
          </a:p>
          <a:p>
            <a:r>
              <a:rPr lang="zh-CN" altLang="en-US" dirty="0">
                <a:latin typeface="+mn-lt"/>
                <a:ea typeface="楷体" pitchFamily="49" charset="-122"/>
              </a:rPr>
              <a:t> </a:t>
            </a:r>
          </a:p>
          <a:p>
            <a:r>
              <a:rPr lang="zh-CN" altLang="en-US" b="1" dirty="0">
                <a:solidFill>
                  <a:srgbClr val="C01920"/>
                </a:solidFill>
                <a:latin typeface="楷体" panose="02010609060101010101" pitchFamily="49" charset="-122"/>
                <a:ea typeface="楷体" panose="02010609060101010101" pitchFamily="49" charset="-122"/>
              </a:rPr>
              <a:t>   用  途：</a:t>
            </a:r>
            <a:r>
              <a:rPr lang="zh-CN" altLang="zh-CN" b="1" dirty="0">
                <a:effectLst>
                  <a:outerShdw blurRad="38100" dist="38100" dir="2700000" algn="tl">
                    <a:srgbClr val="FFFFFF"/>
                  </a:outerShdw>
                </a:effectLst>
                <a:latin typeface="+mn-lt"/>
                <a:ea typeface="楷体" pitchFamily="49" charset="-122"/>
              </a:rPr>
              <a:t>常用于循环</a:t>
            </a:r>
            <a:r>
              <a:rPr lang="en-US" altLang="zh-CN" b="1" dirty="0">
                <a:effectLst>
                  <a:outerShdw blurRad="38100" dist="38100" dir="2700000" algn="tl">
                    <a:srgbClr val="FFFFFF"/>
                  </a:outerShdw>
                </a:effectLst>
                <a:latin typeface="+mn-lt"/>
                <a:ea typeface="楷体" pitchFamily="49" charset="-122"/>
              </a:rPr>
              <a:t>for</a:t>
            </a:r>
            <a:r>
              <a:rPr lang="zh-CN" altLang="zh-CN" b="1" dirty="0">
                <a:effectLst>
                  <a:outerShdw blurRad="38100" dist="38100" dir="2700000" algn="tl">
                    <a:srgbClr val="FFFFFF"/>
                  </a:outerShdw>
                </a:effectLst>
                <a:latin typeface="+mn-lt"/>
                <a:ea typeface="楷体" pitchFamily="49" charset="-122"/>
              </a:rPr>
              <a:t>语句中</a:t>
            </a:r>
            <a:r>
              <a:rPr lang="zh-CN" altLang="en-US" b="1" dirty="0">
                <a:effectLst>
                  <a:outerShdw blurRad="38100" dist="38100" dir="2700000" algn="tl">
                    <a:srgbClr val="FFFFFF"/>
                  </a:outerShdw>
                </a:effectLst>
                <a:latin typeface="+mn-lt"/>
                <a:ea typeface="楷体" pitchFamily="49" charset="-122"/>
              </a:rPr>
              <a:t>。</a:t>
            </a:r>
          </a:p>
        </p:txBody>
      </p:sp>
      <p:sp>
        <p:nvSpPr>
          <p:cNvPr id="830481" name="Rectangle 17"/>
          <p:cNvSpPr>
            <a:spLocks noChangeArrowheads="1"/>
          </p:cNvSpPr>
          <p:nvPr/>
        </p:nvSpPr>
        <p:spPr bwMode="auto">
          <a:xfrm>
            <a:off x="4762621" y="3399383"/>
            <a:ext cx="4175125" cy="461665"/>
          </a:xfrm>
          <a:prstGeom prst="rect">
            <a:avLst/>
          </a:prstGeom>
          <a:solidFill>
            <a:srgbClr val="FFFFFF"/>
          </a:solidFill>
          <a:ln w="38100">
            <a:solidFill>
              <a:srgbClr val="002060"/>
            </a:solidFill>
            <a:miter lim="800000"/>
            <a:headEnd/>
            <a:tailEnd/>
          </a:ln>
          <a:effectLst>
            <a:outerShdw dist="106680" dir="2700000" algn="ctr" rotWithShape="0">
              <a:schemeClr val="bg1">
                <a:lumMod val="65000"/>
              </a:schemeClr>
            </a:outerShdw>
          </a:effectLst>
          <a:scene3d>
            <a:camera prst="orthographicFront"/>
            <a:lightRig rig="threePt" dir="t"/>
          </a:scene3d>
          <a:sp3d>
            <a:bevelT w="114300" prst="hardEdge"/>
          </a:sp3d>
        </p:spPr>
        <p:txBody>
          <a:bodyPr anchor="ctr">
            <a:spAutoFit/>
          </a:bodyPr>
          <a:lstStyle/>
          <a:p>
            <a:r>
              <a:rPr lang="zh-CN" altLang="en-US" b="1" dirty="0">
                <a:solidFill>
                  <a:srgbClr val="C01920"/>
                </a:solidFill>
                <a:latin typeface="隶书" pitchFamily="49" charset="-122"/>
                <a:ea typeface="隶书" pitchFamily="49" charset="-122"/>
              </a:rPr>
              <a:t>  例如： </a:t>
            </a:r>
            <a:r>
              <a:rPr lang="en-US" altLang="zh-CN" b="1" dirty="0">
                <a:effectLst>
                  <a:outerShdw blurRad="38100" dist="38100" dir="2700000" algn="tl">
                    <a:srgbClr val="C0C0C0"/>
                  </a:outerShdw>
                </a:effectLst>
              </a:rPr>
              <a:t>a+3,  b=4,  b++</a:t>
            </a:r>
            <a:r>
              <a:rPr lang="en-US" altLang="zh-CN" b="1" dirty="0"/>
              <a:t> </a:t>
            </a:r>
          </a:p>
        </p:txBody>
      </p:sp>
      <p:sp>
        <p:nvSpPr>
          <p:cNvPr id="830482" name="Text Box 18" descr="信纸"/>
          <p:cNvSpPr txBox="1">
            <a:spLocks noChangeArrowheads="1"/>
          </p:cNvSpPr>
          <p:nvPr/>
        </p:nvSpPr>
        <p:spPr bwMode="auto">
          <a:xfrm>
            <a:off x="1558925" y="3987908"/>
            <a:ext cx="9503542" cy="2686050"/>
          </a:xfrm>
          <a:prstGeom prst="rect">
            <a:avLst/>
          </a:prstGeom>
          <a:gradFill flip="none" rotWithShape="1">
            <a:gsLst>
              <a:gs pos="0">
                <a:srgbClr val="CFCFD1"/>
              </a:gs>
              <a:gs pos="100000">
                <a:schemeClr val="bg1">
                  <a:lumMod val="95000"/>
                </a:schemeClr>
              </a:gs>
            </a:gsLst>
            <a:lin ang="16200000" scaled="1"/>
            <a:tileRect/>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spAutoFit/>
          </a:bodyPr>
          <a:lstStyle/>
          <a:p>
            <a:pPr eaLnBrk="0" hangingPunct="0"/>
            <a:r>
              <a:rPr lang="zh-CN" altLang="en-US" b="1" dirty="0">
                <a:solidFill>
                  <a:srgbClr val="FF0066"/>
                </a:solidFill>
                <a:effectLst>
                  <a:outerShdw blurRad="38100" dist="38100" dir="2700000" algn="tl">
                    <a:srgbClr val="000000"/>
                  </a:outerShdw>
                </a:effectLst>
                <a:ea typeface="楷体_GB2312" pitchFamily="49" charset="-122"/>
              </a:rPr>
              <a:t>      </a:t>
            </a:r>
            <a:r>
              <a:rPr lang="zh-CN" altLang="en-US" b="1" dirty="0">
                <a:solidFill>
                  <a:srgbClr val="C01920"/>
                </a:solidFill>
                <a:latin typeface="隶书" pitchFamily="49" charset="-122"/>
                <a:ea typeface="隶书" pitchFamily="49" charset="-122"/>
              </a:rPr>
              <a:t>例</a:t>
            </a:r>
            <a:r>
              <a:rPr lang="en-US" altLang="zh-CN" b="1" dirty="0">
                <a:solidFill>
                  <a:srgbClr val="C01920"/>
                </a:solidFill>
                <a:latin typeface="隶书" pitchFamily="49" charset="-122"/>
                <a:ea typeface="隶书" pitchFamily="49" charset="-122"/>
              </a:rPr>
              <a:t>:</a:t>
            </a:r>
            <a:r>
              <a:rPr lang="en-US" altLang="zh-CN" dirty="0">
                <a:solidFill>
                  <a:srgbClr val="C01920"/>
                </a:solidFill>
              </a:rPr>
              <a:t>  </a:t>
            </a:r>
            <a:r>
              <a:rPr lang="en-US" altLang="zh-CN" b="1" dirty="0">
                <a:effectLst>
                  <a:outerShdw blurRad="38100" dist="38100" dir="2700000" algn="tl">
                    <a:srgbClr val="FFFFFF"/>
                  </a:outerShdw>
                </a:effectLst>
              </a:rPr>
              <a:t>a = 3 * 5, a * 4</a:t>
            </a:r>
          </a:p>
          <a:p>
            <a:pPr lvl="1" eaLnBrk="0" hangingPunct="0"/>
            <a:r>
              <a:rPr lang="en-US" altLang="zh-CN" b="1" dirty="0">
                <a:effectLst>
                  <a:outerShdw blurRad="38100" dist="38100" dir="2700000" algn="tl">
                    <a:srgbClr val="FFFFFF"/>
                  </a:outerShdw>
                </a:effectLst>
              </a:rPr>
              <a:t>        a = 3 * 5, a * 4, a + 5</a:t>
            </a:r>
          </a:p>
          <a:p>
            <a:pPr lvl="1" eaLnBrk="0" hangingPunct="0"/>
            <a:r>
              <a:rPr lang="zh-CN" altLang="zh-CN" b="1" dirty="0">
                <a:solidFill>
                  <a:srgbClr val="C01920"/>
                </a:solidFill>
                <a:latin typeface="隶书" pitchFamily="49" charset="-122"/>
                <a:ea typeface="隶书" pitchFamily="49" charset="-122"/>
              </a:rPr>
              <a:t>例</a:t>
            </a:r>
            <a:r>
              <a:rPr lang="en-US" altLang="zh-CN" b="1" dirty="0">
                <a:solidFill>
                  <a:srgbClr val="C01920"/>
                </a:solidFill>
                <a:latin typeface="隶书" pitchFamily="49" charset="-122"/>
                <a:ea typeface="隶书" pitchFamily="49" charset="-122"/>
              </a:rPr>
              <a:t>:</a:t>
            </a:r>
            <a:r>
              <a:rPr lang="zh-CN" altLang="zh-CN" b="1" dirty="0">
                <a:solidFill>
                  <a:srgbClr val="C01920"/>
                </a:solidFill>
                <a:latin typeface="隶书" pitchFamily="49" charset="-122"/>
                <a:ea typeface="隶书" pitchFamily="49" charset="-122"/>
              </a:rPr>
              <a:t> </a:t>
            </a:r>
            <a:r>
              <a:rPr lang="en-US" altLang="zh-CN" b="1" dirty="0">
                <a:effectLst>
                  <a:outerShdw blurRad="38100" dist="38100" dir="2700000" algn="tl">
                    <a:srgbClr val="FFFFFF"/>
                  </a:outerShdw>
                </a:effectLst>
              </a:rPr>
              <a:t>x = (a = 3, 6 * 3)</a:t>
            </a:r>
          </a:p>
          <a:p>
            <a:pPr lvl="1" eaLnBrk="0" hangingPunct="0"/>
            <a:r>
              <a:rPr lang="en-US" altLang="zh-CN" b="1" dirty="0">
                <a:effectLst>
                  <a:outerShdw blurRad="38100" dist="38100" dir="2700000" algn="tl">
                    <a:srgbClr val="FFFFFF"/>
                  </a:outerShdw>
                </a:effectLst>
              </a:rPr>
              <a:t>        x = a = 3, 6 * a</a:t>
            </a:r>
          </a:p>
          <a:p>
            <a:pPr lvl="1" eaLnBrk="0" hangingPunct="0"/>
            <a:r>
              <a:rPr lang="zh-CN" altLang="zh-CN" b="1" dirty="0">
                <a:solidFill>
                  <a:srgbClr val="C01920"/>
                </a:solidFill>
                <a:latin typeface="隶书" pitchFamily="49" charset="-122"/>
                <a:ea typeface="隶书" pitchFamily="49" charset="-122"/>
              </a:rPr>
              <a:t>例：</a:t>
            </a:r>
            <a:r>
              <a:rPr lang="en-US" altLang="zh-CN" b="1" dirty="0">
                <a:effectLst>
                  <a:outerShdw blurRad="38100" dist="38100" dir="2700000" algn="tl">
                    <a:srgbClr val="FFFFFF"/>
                  </a:outerShdw>
                </a:effectLst>
              </a:rPr>
              <a:t>a = 1; b = 2; c = 3;</a:t>
            </a:r>
          </a:p>
          <a:p>
            <a:pPr lvl="1" eaLnBrk="0" hangingPunct="0"/>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d,%d,%d</a:t>
            </a:r>
            <a:r>
              <a:rPr lang="en-US" altLang="zh-CN" b="1" dirty="0">
                <a:effectLst>
                  <a:outerShdw blurRad="38100" dist="38100" dir="2700000" algn="tl">
                    <a:srgbClr val="FFFFFF"/>
                  </a:outerShdw>
                </a:effectLst>
              </a:rPr>
              <a:t>", a, b, c);   </a:t>
            </a:r>
          </a:p>
          <a:p>
            <a:pPr lvl="1" eaLnBrk="0" hangingPunct="0"/>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d,%d,%d</a:t>
            </a:r>
            <a:r>
              <a:rPr lang="en-US" altLang="zh-CN" b="1" dirty="0">
                <a:effectLst>
                  <a:outerShdw blurRad="38100" dist="38100" dir="2700000" algn="tl">
                    <a:srgbClr val="FFFFFF"/>
                  </a:outerShdw>
                </a:effectLst>
              </a:rPr>
              <a:t>", (a, b, c), b, c); </a:t>
            </a:r>
            <a:endParaRPr lang="en-US" altLang="zh-CN" sz="2000" b="1" dirty="0">
              <a:effectLst>
                <a:outerShdw blurRad="38100" dist="38100" dir="2700000" algn="tl">
                  <a:srgbClr val="FFFFFF"/>
                </a:outerShdw>
              </a:effectLst>
              <a:latin typeface="Arial" pitchFamily="34" charset="0"/>
              <a:ea typeface="隶书" pitchFamily="49" charset="-122"/>
            </a:endParaRPr>
          </a:p>
        </p:txBody>
      </p:sp>
      <p:sp>
        <p:nvSpPr>
          <p:cNvPr id="830483" name="Text Box 19"/>
          <p:cNvSpPr txBox="1">
            <a:spLocks noChangeArrowheads="1"/>
          </p:cNvSpPr>
          <p:nvPr/>
        </p:nvSpPr>
        <p:spPr bwMode="auto">
          <a:xfrm>
            <a:off x="5807968" y="4043782"/>
            <a:ext cx="2400314"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dirty="0">
                <a:solidFill>
                  <a:srgbClr val="002060"/>
                </a:solidFill>
                <a:latin typeface="+mn-lt"/>
                <a:ea typeface="楷体" pitchFamily="49" charset="-122"/>
              </a:rPr>
              <a:t>//a=15</a:t>
            </a:r>
            <a:r>
              <a:rPr lang="zh-CN" altLang="en-US" sz="2000" b="1" dirty="0">
                <a:solidFill>
                  <a:srgbClr val="002060"/>
                </a:solidFill>
                <a:latin typeface="+mn-lt"/>
                <a:ea typeface="楷体" pitchFamily="49" charset="-122"/>
              </a:rPr>
              <a:t>，</a:t>
            </a:r>
            <a:r>
              <a:rPr lang="zh-CN" altLang="zh-CN" sz="2000" b="1" dirty="0">
                <a:solidFill>
                  <a:srgbClr val="002060"/>
                </a:solidFill>
                <a:latin typeface="+mn-lt"/>
                <a:ea typeface="楷体" pitchFamily="49" charset="-122"/>
              </a:rPr>
              <a:t>表达式值60</a:t>
            </a:r>
            <a:endParaRPr lang="en-US" altLang="zh-CN" sz="2000" b="1" dirty="0">
              <a:solidFill>
                <a:srgbClr val="002060"/>
              </a:solidFill>
              <a:latin typeface="+mn-lt"/>
              <a:ea typeface="楷体" pitchFamily="49" charset="-122"/>
            </a:endParaRPr>
          </a:p>
        </p:txBody>
      </p:sp>
      <p:sp>
        <p:nvSpPr>
          <p:cNvPr id="830484" name="Text Box 20"/>
          <p:cNvSpPr txBox="1">
            <a:spLocks noChangeArrowheads="1"/>
          </p:cNvSpPr>
          <p:nvPr/>
        </p:nvSpPr>
        <p:spPr bwMode="auto">
          <a:xfrm>
            <a:off x="5777806" y="4404144"/>
            <a:ext cx="2400314"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dirty="0">
                <a:solidFill>
                  <a:srgbClr val="002060"/>
                </a:solidFill>
                <a:latin typeface="+mn-lt"/>
                <a:ea typeface="楷体" pitchFamily="49" charset="-122"/>
              </a:rPr>
              <a:t>//a=15</a:t>
            </a:r>
            <a:r>
              <a:rPr lang="zh-CN" altLang="en-US" sz="2000" b="1" dirty="0">
                <a:solidFill>
                  <a:srgbClr val="002060"/>
                </a:solidFill>
                <a:latin typeface="+mn-lt"/>
                <a:ea typeface="楷体" pitchFamily="49" charset="-122"/>
              </a:rPr>
              <a:t>，</a:t>
            </a:r>
            <a:r>
              <a:rPr lang="zh-CN" altLang="zh-CN" sz="2000" b="1" dirty="0">
                <a:solidFill>
                  <a:srgbClr val="002060"/>
                </a:solidFill>
                <a:latin typeface="+mn-lt"/>
                <a:ea typeface="楷体" pitchFamily="49" charset="-122"/>
              </a:rPr>
              <a:t>表达式值20</a:t>
            </a:r>
            <a:endParaRPr lang="en-US" altLang="zh-CN" sz="2000" b="1" dirty="0">
              <a:solidFill>
                <a:srgbClr val="002060"/>
              </a:solidFill>
              <a:latin typeface="+mn-lt"/>
              <a:ea typeface="楷体" pitchFamily="49" charset="-122"/>
            </a:endParaRPr>
          </a:p>
        </p:txBody>
      </p:sp>
      <p:sp>
        <p:nvSpPr>
          <p:cNvPr id="830485" name="Text Box 21"/>
          <p:cNvSpPr txBox="1">
            <a:spLocks noChangeArrowheads="1"/>
          </p:cNvSpPr>
          <p:nvPr/>
        </p:nvSpPr>
        <p:spPr bwMode="auto">
          <a:xfrm>
            <a:off x="5739706" y="4778794"/>
            <a:ext cx="4059422"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a:solidFill>
                  <a:srgbClr val="002060"/>
                </a:solidFill>
                <a:latin typeface="+mn-lt"/>
                <a:ea typeface="楷体" pitchFamily="49" charset="-122"/>
              </a:rPr>
              <a:t>//</a:t>
            </a:r>
            <a:r>
              <a:rPr lang="zh-CN" altLang="zh-CN" sz="2000" b="1">
                <a:solidFill>
                  <a:srgbClr val="002060"/>
                </a:solidFill>
                <a:latin typeface="+mn-lt"/>
                <a:ea typeface="楷体" pitchFamily="49" charset="-122"/>
              </a:rPr>
              <a:t>赋值表达式，表达式值18，</a:t>
            </a:r>
            <a:r>
              <a:rPr lang="en-US" altLang="zh-CN" sz="2000" b="1">
                <a:solidFill>
                  <a:srgbClr val="002060"/>
                </a:solidFill>
                <a:latin typeface="+mn-lt"/>
                <a:ea typeface="楷体" pitchFamily="49" charset="-122"/>
              </a:rPr>
              <a:t>x=18</a:t>
            </a:r>
          </a:p>
        </p:txBody>
      </p:sp>
      <p:sp>
        <p:nvSpPr>
          <p:cNvPr id="830486" name="Text Box 22"/>
          <p:cNvSpPr txBox="1">
            <a:spLocks noChangeArrowheads="1"/>
          </p:cNvSpPr>
          <p:nvPr/>
        </p:nvSpPr>
        <p:spPr bwMode="auto">
          <a:xfrm>
            <a:off x="5717482" y="5151857"/>
            <a:ext cx="3884695"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dirty="0">
                <a:solidFill>
                  <a:srgbClr val="002060"/>
                </a:solidFill>
                <a:latin typeface="+mn-lt"/>
                <a:ea typeface="楷体" pitchFamily="49" charset="-122"/>
              </a:rPr>
              <a:t>//</a:t>
            </a:r>
            <a:r>
              <a:rPr lang="zh-CN" altLang="zh-CN" sz="2000" b="1" dirty="0">
                <a:solidFill>
                  <a:srgbClr val="002060"/>
                </a:solidFill>
                <a:latin typeface="+mn-lt"/>
                <a:ea typeface="楷体" pitchFamily="49" charset="-122"/>
              </a:rPr>
              <a:t>逗号表达式</a:t>
            </a:r>
            <a:r>
              <a:rPr lang="zh-CN" altLang="en-US" sz="2000" b="1" dirty="0">
                <a:solidFill>
                  <a:srgbClr val="002060"/>
                </a:solidFill>
                <a:latin typeface="+mn-lt"/>
                <a:ea typeface="楷体" pitchFamily="49" charset="-122"/>
              </a:rPr>
              <a:t>，</a:t>
            </a:r>
            <a:r>
              <a:rPr lang="zh-CN" altLang="zh-CN" sz="2000" b="1" dirty="0">
                <a:solidFill>
                  <a:srgbClr val="002060"/>
                </a:solidFill>
                <a:latin typeface="+mn-lt"/>
                <a:ea typeface="楷体" pitchFamily="49" charset="-122"/>
              </a:rPr>
              <a:t>表达式值18</a:t>
            </a:r>
            <a:r>
              <a:rPr lang="zh-CN" altLang="en-US" sz="2000" b="1" dirty="0">
                <a:solidFill>
                  <a:srgbClr val="002060"/>
                </a:solidFill>
                <a:latin typeface="+mn-lt"/>
                <a:ea typeface="楷体" pitchFamily="49" charset="-122"/>
              </a:rPr>
              <a:t>，</a:t>
            </a:r>
            <a:r>
              <a:rPr lang="en-US" altLang="zh-CN" sz="2000" b="1" dirty="0">
                <a:solidFill>
                  <a:srgbClr val="002060"/>
                </a:solidFill>
                <a:latin typeface="+mn-lt"/>
                <a:ea typeface="楷体" pitchFamily="49" charset="-122"/>
              </a:rPr>
              <a:t>x=3</a:t>
            </a:r>
          </a:p>
        </p:txBody>
      </p:sp>
      <p:sp>
        <p:nvSpPr>
          <p:cNvPr id="830487" name="Text Box 23"/>
          <p:cNvSpPr txBox="1">
            <a:spLocks noChangeArrowheads="1"/>
          </p:cNvSpPr>
          <p:nvPr/>
        </p:nvSpPr>
        <p:spPr bwMode="auto">
          <a:xfrm>
            <a:off x="7714036" y="5838769"/>
            <a:ext cx="1223710"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dirty="0">
                <a:solidFill>
                  <a:srgbClr val="002060"/>
                </a:solidFill>
                <a:latin typeface="+mn-lt"/>
                <a:ea typeface="楷体" pitchFamily="49" charset="-122"/>
              </a:rPr>
              <a:t>//1</a:t>
            </a:r>
            <a:r>
              <a:rPr lang="zh-CN" altLang="en-US" sz="2000" b="1" dirty="0">
                <a:solidFill>
                  <a:srgbClr val="002060"/>
                </a:solidFill>
                <a:latin typeface="+mn-lt"/>
                <a:ea typeface="楷体" pitchFamily="49" charset="-122"/>
              </a:rPr>
              <a:t>，</a:t>
            </a:r>
            <a:r>
              <a:rPr lang="en-US" altLang="zh-CN" sz="2000" b="1" dirty="0">
                <a:solidFill>
                  <a:srgbClr val="002060"/>
                </a:solidFill>
                <a:latin typeface="+mn-lt"/>
                <a:ea typeface="楷体" pitchFamily="49" charset="-122"/>
              </a:rPr>
              <a:t>2</a:t>
            </a:r>
            <a:r>
              <a:rPr lang="zh-CN" altLang="en-US" sz="2000" b="1" dirty="0">
                <a:solidFill>
                  <a:srgbClr val="002060"/>
                </a:solidFill>
                <a:latin typeface="+mn-lt"/>
                <a:ea typeface="楷体" pitchFamily="49" charset="-122"/>
              </a:rPr>
              <a:t>，</a:t>
            </a:r>
            <a:r>
              <a:rPr lang="en-US" altLang="zh-CN" sz="2000" b="1" dirty="0">
                <a:solidFill>
                  <a:srgbClr val="002060"/>
                </a:solidFill>
                <a:latin typeface="+mn-lt"/>
                <a:ea typeface="楷体" pitchFamily="49" charset="-122"/>
              </a:rPr>
              <a:t>3</a:t>
            </a:r>
          </a:p>
        </p:txBody>
      </p:sp>
      <p:sp>
        <p:nvSpPr>
          <p:cNvPr id="830488" name="Text Box 24"/>
          <p:cNvSpPr txBox="1">
            <a:spLocks noChangeArrowheads="1"/>
          </p:cNvSpPr>
          <p:nvPr/>
        </p:nvSpPr>
        <p:spPr bwMode="auto">
          <a:xfrm>
            <a:off x="7704511" y="6213419"/>
            <a:ext cx="1223710" cy="402291"/>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sz="2000" b="1" dirty="0">
                <a:solidFill>
                  <a:srgbClr val="002060"/>
                </a:solidFill>
                <a:latin typeface="+mn-lt"/>
                <a:ea typeface="楷体" pitchFamily="49" charset="-122"/>
              </a:rPr>
              <a:t>//3</a:t>
            </a:r>
            <a:r>
              <a:rPr lang="zh-CN" altLang="en-US" sz="2000" b="1" dirty="0">
                <a:solidFill>
                  <a:srgbClr val="002060"/>
                </a:solidFill>
                <a:latin typeface="+mn-lt"/>
                <a:ea typeface="楷体" pitchFamily="49" charset="-122"/>
              </a:rPr>
              <a:t>，</a:t>
            </a:r>
            <a:r>
              <a:rPr lang="en-US" altLang="zh-CN" sz="2000" b="1" dirty="0">
                <a:solidFill>
                  <a:srgbClr val="002060"/>
                </a:solidFill>
                <a:latin typeface="+mn-lt"/>
                <a:ea typeface="楷体" pitchFamily="49" charset="-122"/>
              </a:rPr>
              <a:t>2</a:t>
            </a:r>
            <a:r>
              <a:rPr lang="zh-CN" altLang="en-US" sz="2000" b="1" dirty="0">
                <a:solidFill>
                  <a:srgbClr val="002060"/>
                </a:solidFill>
                <a:latin typeface="+mn-lt"/>
                <a:ea typeface="楷体" pitchFamily="49" charset="-122"/>
              </a:rPr>
              <a:t>，</a:t>
            </a:r>
            <a:r>
              <a:rPr lang="en-US" altLang="zh-CN" sz="2000" b="1" dirty="0">
                <a:solidFill>
                  <a:srgbClr val="002060"/>
                </a:solidFill>
                <a:latin typeface="+mn-lt"/>
                <a:ea typeface="楷体" pitchFamily="49" charset="-122"/>
              </a:rPr>
              <a:t>3</a:t>
            </a:r>
          </a:p>
        </p:txBody>
      </p:sp>
      <p:sp>
        <p:nvSpPr>
          <p:cNvPr id="830489" name="Text Box 25"/>
          <p:cNvSpPr txBox="1">
            <a:spLocks noChangeArrowheads="1"/>
          </p:cNvSpPr>
          <p:nvPr/>
        </p:nvSpPr>
        <p:spPr bwMode="auto">
          <a:xfrm>
            <a:off x="3042562" y="2996952"/>
            <a:ext cx="6536268" cy="3785652"/>
          </a:xfrm>
          <a:prstGeom prst="rect">
            <a:avLst/>
          </a:prstGeom>
          <a:gradFill>
            <a:gsLst>
              <a:gs pos="0">
                <a:srgbClr val="CFCFD1"/>
              </a:gs>
              <a:gs pos="100000">
                <a:schemeClr val="bg1">
                  <a:lumMod val="95000"/>
                </a:schemeClr>
              </a:gs>
            </a:gsLst>
            <a:lin ang="16200000" scaled="1"/>
          </a:gra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eaLnBrk="0" hangingPunct="0"/>
            <a:r>
              <a:rPr lang="zh-CN" altLang="en-US" b="1" dirty="0">
                <a:solidFill>
                  <a:srgbClr val="C01920"/>
                </a:solidFill>
                <a:latin typeface="隶书" pitchFamily="49" charset="-122"/>
                <a:ea typeface="隶书" pitchFamily="49" charset="-122"/>
              </a:rPr>
              <a:t>例</a:t>
            </a:r>
            <a:r>
              <a:rPr lang="en-US" altLang="zh-CN" b="1" dirty="0">
                <a:solidFill>
                  <a:srgbClr val="C01920"/>
                </a:solidFill>
                <a:latin typeface="隶书" pitchFamily="49" charset="-122"/>
                <a:ea typeface="隶书" pitchFamily="49" charset="-122"/>
              </a:rPr>
              <a:t>:</a:t>
            </a:r>
          </a:p>
          <a:p>
            <a:pPr lvl="1" eaLnBrk="0" hangingPunct="0"/>
            <a:r>
              <a:rPr lang="en-US" altLang="zh-CN" b="1" dirty="0">
                <a:effectLst>
                  <a:outerShdw blurRad="38100" dist="38100" dir="2700000" algn="tl">
                    <a:srgbClr val="FFFFFF"/>
                  </a:outerShdw>
                </a:effectLst>
              </a:rPr>
              <a:t>#include &lt;</a:t>
            </a:r>
            <a:r>
              <a:rPr lang="en-US" altLang="zh-CN" b="1" dirty="0" err="1">
                <a:effectLst>
                  <a:outerShdw blurRad="38100" dist="38100" dir="2700000" algn="tl">
                    <a:srgbClr val="FFFFFF"/>
                  </a:outerShdw>
                </a:effectLst>
              </a:rPr>
              <a:t>stdio.h</a:t>
            </a:r>
            <a:r>
              <a:rPr lang="en-US" altLang="zh-CN" b="1" dirty="0">
                <a:effectLst>
                  <a:outerShdw blurRad="38100" dist="38100" dir="2700000" algn="tl">
                    <a:srgbClr val="FFFFFF"/>
                  </a:outerShdw>
                </a:effectLst>
              </a:rPr>
              <a:t>&gt;</a:t>
            </a:r>
          </a:p>
          <a:p>
            <a:pPr lvl="1" eaLnBrk="0" hangingPunct="0"/>
            <a:r>
              <a:rPr lang="en-US" altLang="zh-CN" b="1" dirty="0" err="1">
                <a:solidFill>
                  <a:srgbClr val="C00000"/>
                </a:solidFill>
                <a:effectLst>
                  <a:outerShdw blurRad="38100" dist="38100" dir="2700000" algn="tl">
                    <a:srgbClr val="FFFFFF"/>
                  </a:outerShdw>
                </a:effectLst>
              </a:rPr>
              <a:t>int</a:t>
            </a:r>
            <a:r>
              <a:rPr lang="en-US" altLang="zh-CN" b="1" dirty="0">
                <a:solidFill>
                  <a:srgbClr val="C00000"/>
                </a:solidFill>
                <a:effectLst>
                  <a:outerShdw blurRad="38100" dist="38100" dir="2700000" algn="tl">
                    <a:srgbClr val="FFFFFF"/>
                  </a:outerShdw>
                </a:effectLst>
              </a:rPr>
              <a:t> main ( )</a:t>
            </a:r>
          </a:p>
          <a:p>
            <a:pPr lvl="1" eaLnBrk="0" hangingPunct="0"/>
            <a:r>
              <a:rPr lang="en-US" altLang="zh-CN" b="1" dirty="0">
                <a:effectLst>
                  <a:outerShdw blurRad="38100" dist="38100" dir="2700000" algn="tl">
                    <a:srgbClr val="FFFFFF"/>
                  </a:outerShdw>
                </a:effectLst>
              </a:rPr>
              <a:t>{   </a:t>
            </a:r>
          </a:p>
          <a:p>
            <a:pPr lvl="1" eaLnBrk="0" hangingPunct="0"/>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x, y = 7;</a:t>
            </a:r>
          </a:p>
          <a:p>
            <a:pPr lvl="1" eaLnBrk="0" hangingPunct="0"/>
            <a:r>
              <a:rPr lang="en-US" altLang="zh-CN" b="1" dirty="0">
                <a:effectLst>
                  <a:outerShdw blurRad="38100" dist="38100" dir="2700000" algn="tl">
                    <a:srgbClr val="FFFFFF"/>
                  </a:outerShdw>
                </a:effectLst>
              </a:rPr>
              <a:t>    float z = 4;</a:t>
            </a:r>
          </a:p>
          <a:p>
            <a:pPr lvl="1" eaLnBrk="0" hangingPunct="0"/>
            <a:r>
              <a:rPr lang="en-US" altLang="zh-CN" b="1" dirty="0">
                <a:effectLst>
                  <a:outerShdw blurRad="38100" dist="38100" dir="2700000" algn="tl">
                    <a:srgbClr val="FFFFFF"/>
                  </a:outerShdw>
                </a:effectLst>
              </a:rPr>
              <a:t>    x = (y = y + 6, y / z);</a:t>
            </a:r>
          </a:p>
          <a:p>
            <a:pPr lvl="1" eaLnBrk="0" hangingPunct="0"/>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("x = %d\n", x);</a:t>
            </a:r>
          </a:p>
          <a:p>
            <a:pPr lvl="1" eaLnBrk="0" hangingPunct="0"/>
            <a:r>
              <a:rPr lang="en-US" altLang="zh-CN" b="1" dirty="0">
                <a:effectLst>
                  <a:outerShdw blurRad="38100" dist="38100" dir="2700000" algn="tl">
                    <a:srgbClr val="FFFFFF"/>
                  </a:outerShdw>
                </a:effectLst>
              </a:rPr>
              <a:t>    return 0;</a:t>
            </a:r>
          </a:p>
          <a:p>
            <a:pPr lvl="1" eaLnBrk="0" hangingPunct="0"/>
            <a:r>
              <a:rPr lang="en-US" altLang="zh-CN" b="1" dirty="0">
                <a:effectLst>
                  <a:outerShdw blurRad="38100" dist="38100" dir="2700000" algn="tl">
                    <a:srgbClr val="FFFFFF"/>
                  </a:outerShdw>
                </a:effectLst>
              </a:rPr>
              <a:t>}</a:t>
            </a:r>
          </a:p>
        </p:txBody>
      </p:sp>
      <p:sp>
        <p:nvSpPr>
          <p:cNvPr id="830490" name="Text Box 26"/>
          <p:cNvSpPr txBox="1">
            <a:spLocks noChangeArrowheads="1"/>
          </p:cNvSpPr>
          <p:nvPr/>
        </p:nvSpPr>
        <p:spPr bwMode="auto">
          <a:xfrm>
            <a:off x="7164238" y="6302972"/>
            <a:ext cx="2304256" cy="400110"/>
          </a:xfrm>
          <a:prstGeom prst="rect">
            <a:avLst/>
          </a:prstGeom>
          <a:solidFill>
            <a:schemeClr val="bg1"/>
          </a:solidFill>
          <a:ln w="28575">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sz="2000" b="1" dirty="0">
                <a:solidFill>
                  <a:srgbClr val="C01920"/>
                </a:solidFill>
                <a:latin typeface="+mn-lt"/>
                <a:ea typeface="隶书" pitchFamily="49" charset="-122"/>
              </a:rPr>
              <a:t>运行结果：</a:t>
            </a:r>
            <a:r>
              <a:rPr lang="en-US" altLang="zh-CN" sz="2000" b="1" dirty="0">
                <a:solidFill>
                  <a:srgbClr val="C01920"/>
                </a:solidFill>
                <a:latin typeface="+mn-lt"/>
                <a:ea typeface="隶书" pitchFamily="49" charset="-122"/>
              </a:rPr>
              <a:t>x = 3</a:t>
            </a:r>
          </a:p>
        </p:txBody>
      </p:sp>
      <p:sp>
        <p:nvSpPr>
          <p:cNvPr id="19" name="Rectangle 2">
            <a:extLst>
              <a:ext uri="{FF2B5EF4-FFF2-40B4-BE49-F238E27FC236}">
                <a16:creationId xmlns:a16="http://schemas.microsoft.com/office/drawing/2014/main" id="{00F5FC92-B4E7-484B-85DB-B439403C37EF}"/>
              </a:ext>
            </a:extLst>
          </p:cNvPr>
          <p:cNvSpPr txBox="1">
            <a:spLocks noChangeArrowheads="1"/>
          </p:cNvSpPr>
          <p:nvPr/>
        </p:nvSpPr>
        <p:spPr>
          <a:xfrm>
            <a:off x="783220" y="843295"/>
            <a:ext cx="7772400" cy="647700"/>
          </a:xfrm>
          <a:prstGeom prst="rect">
            <a:avLst/>
          </a:prstGeom>
        </p:spPr>
        <p:txBody>
          <a:bodyPr/>
          <a:lst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a:lstStyle>
          <a:p>
            <a:pPr algn="just">
              <a:buFontTx/>
              <a:buNone/>
            </a:pPr>
            <a:r>
              <a:rPr lang="en-US" altLang="zh-CN" kern="0" dirty="0">
                <a:solidFill>
                  <a:srgbClr val="C01920"/>
                </a:solidFill>
                <a:effectLst/>
                <a:latin typeface="楷体" panose="02010609060101010101" pitchFamily="49" charset="-122"/>
                <a:ea typeface="楷体" panose="02010609060101010101" pitchFamily="49" charset="-122"/>
              </a:rPr>
              <a:t>7. </a:t>
            </a:r>
            <a:r>
              <a:rPr lang="zh-CN" altLang="en-US" kern="0" dirty="0">
                <a:solidFill>
                  <a:srgbClr val="C01920"/>
                </a:solidFill>
                <a:effectLst/>
                <a:latin typeface="楷体" panose="02010609060101010101" pitchFamily="49" charset="-122"/>
                <a:ea typeface="楷体" panose="02010609060101010101" pitchFamily="49" charset="-122"/>
              </a:rPr>
              <a:t>逗号运算符、逗号表达式 </a:t>
            </a:r>
          </a:p>
        </p:txBody>
      </p:sp>
      <p:sp>
        <p:nvSpPr>
          <p:cNvPr id="20" name="Rectangle 4">
            <a:extLst>
              <a:ext uri="{FF2B5EF4-FFF2-40B4-BE49-F238E27FC236}">
                <a16:creationId xmlns:a16="http://schemas.microsoft.com/office/drawing/2014/main" id="{5C6DEFAC-8C7F-44E3-86C6-4D730B1B1A02}"/>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3.4  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语言的运算符与表达式</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 calcmode="lin" valueType="num">
                                      <p:cBhvr additive="base">
                                        <p:cTn id="7" dur="500" fill="hold"/>
                                        <p:tgtEl>
                                          <p:spTgt spid="1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830470"/>
                                        </p:tgtEl>
                                        <p:attrNameLst>
                                          <p:attrName>style.visibility</p:attrName>
                                        </p:attrNameLst>
                                      </p:cBhvr>
                                      <p:to>
                                        <p:strVal val="visible"/>
                                      </p:to>
                                    </p:set>
                                    <p:animEffect transition="in" filter="box(in)">
                                      <p:cBhvr>
                                        <p:cTn id="13" dur="500"/>
                                        <p:tgtEl>
                                          <p:spTgt spid="830470"/>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830472"/>
                                        </p:tgtEl>
                                        <p:attrNameLst>
                                          <p:attrName>style.visibility</p:attrName>
                                        </p:attrNameLst>
                                      </p:cBhvr>
                                      <p:to>
                                        <p:strVal val="visible"/>
                                      </p:to>
                                    </p:set>
                                    <p:animEffect transition="in" filter="box(out)">
                                      <p:cBhvr>
                                        <p:cTn id="18" dur="500"/>
                                        <p:tgtEl>
                                          <p:spTgt spid="830472"/>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830481"/>
                                        </p:tgtEl>
                                        <p:attrNameLst>
                                          <p:attrName>style.visibility</p:attrName>
                                        </p:attrNameLst>
                                      </p:cBhvr>
                                      <p:to>
                                        <p:strVal val="visible"/>
                                      </p:to>
                                    </p:set>
                                    <p:animEffect transition="in" filter="box(in)">
                                      <p:cBhvr>
                                        <p:cTn id="23" dur="500"/>
                                        <p:tgtEl>
                                          <p:spTgt spid="830481"/>
                                        </p:tgtEl>
                                      </p:cBhvr>
                                    </p:animEffect>
                                  </p:childTnLst>
                                  <p:subTnLst>
                                    <p:set>
                                      <p:cBhvr override="childStyle">
                                        <p:cTn dur="1" fill="hold" display="0" masterRel="nextClick" afterEffect="1"/>
                                        <p:tgtEl>
                                          <p:spTgt spid="830481"/>
                                        </p:tgtEl>
                                        <p:attrNameLst>
                                          <p:attrName>style.visibility</p:attrName>
                                        </p:attrNameLst>
                                      </p:cBhvr>
                                      <p:to>
                                        <p:strVal val="hidden"/>
                                      </p:to>
                                    </p:set>
                                    <p:audio>
                                      <p:cMediaNode>
                                        <p:cTn display="0" masterRel="sameClick">
                                          <p:stCondLst>
                                            <p:cond evt="begin" delay="0">
                                              <p:tn val="21"/>
                                            </p:cond>
                                          </p:stCondLst>
                                          <p:endCondLst>
                                            <p:cond evt="onStopAudio" delay="0">
                                              <p:tgtEl>
                                                <p:sldTgt/>
                                              </p:tgtEl>
                                            </p:cond>
                                          </p:endCondLst>
                                        </p:cTn>
                                        <p:tgtEl>
                                          <p:sndTgt r:embed="rId3" name="chimes.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830480"/>
                                        </p:tgtEl>
                                        <p:attrNameLst>
                                          <p:attrName>style.visibility</p:attrName>
                                        </p:attrNameLst>
                                      </p:cBhvr>
                                      <p:to>
                                        <p:strVal val="visible"/>
                                      </p:to>
                                    </p:set>
                                    <p:animEffect transition="in" filter="box(in)">
                                      <p:cBhvr>
                                        <p:cTn id="28" dur="500"/>
                                        <p:tgtEl>
                                          <p:spTgt spid="830480"/>
                                        </p:tgtEl>
                                      </p:cBhvr>
                                    </p:animEffect>
                                  </p:childTnLst>
                                  <p:subTnLs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830482"/>
                                        </p:tgtEl>
                                        <p:attrNameLst>
                                          <p:attrName>style.visibility</p:attrName>
                                        </p:attrNameLst>
                                      </p:cBhvr>
                                      <p:to>
                                        <p:strVal val="visible"/>
                                      </p:to>
                                    </p:set>
                                    <p:animEffect transition="in" filter="box(out)">
                                      <p:cBhvr>
                                        <p:cTn id="33" dur="500"/>
                                        <p:tgtEl>
                                          <p:spTgt spid="830482"/>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830483">
                                            <p:txEl>
                                              <p:pRg st="0" end="0"/>
                                            </p:txEl>
                                          </p:spTgt>
                                        </p:tgtEl>
                                        <p:attrNameLst>
                                          <p:attrName>style.visibility</p:attrName>
                                        </p:attrNameLst>
                                      </p:cBhvr>
                                      <p:to>
                                        <p:strVal val="visible"/>
                                      </p:to>
                                    </p:set>
                                    <p:animEffect transition="in" filter="box(out)">
                                      <p:cBhvr>
                                        <p:cTn id="38" dur="500"/>
                                        <p:tgtEl>
                                          <p:spTgt spid="830483">
                                            <p:txEl>
                                              <p:pRg st="0" end="0"/>
                                            </p:txEl>
                                          </p:spTgt>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830484">
                                            <p:txEl>
                                              <p:pRg st="0" end="0"/>
                                            </p:txEl>
                                          </p:spTgt>
                                        </p:tgtEl>
                                        <p:attrNameLst>
                                          <p:attrName>style.visibility</p:attrName>
                                        </p:attrNameLst>
                                      </p:cBhvr>
                                      <p:to>
                                        <p:strVal val="visible"/>
                                      </p:to>
                                    </p:set>
                                    <p:animEffect transition="in" filter="box(out)">
                                      <p:cBhvr>
                                        <p:cTn id="43" dur="500"/>
                                        <p:tgtEl>
                                          <p:spTgt spid="830484">
                                            <p:txEl>
                                              <p:pRg st="0" end="0"/>
                                            </p:txEl>
                                          </p:spTgt>
                                        </p:tgtEl>
                                      </p:cBhvr>
                                    </p:animEffec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childTnLst>
                    </p:cTn>
                  </p:par>
                  <p:par>
                    <p:cTn id="44" fill="hold">
                      <p:stCondLst>
                        <p:cond delay="indefinite"/>
                      </p:stCondLst>
                      <p:childTnLst>
                        <p:par>
                          <p:cTn id="45" fill="hold">
                            <p:stCondLst>
                              <p:cond delay="0"/>
                            </p:stCondLst>
                            <p:childTnLst>
                              <p:par>
                                <p:cTn id="46" presetID="4" presetClass="entr" presetSubtype="32" fill="hold" grpId="0" nodeType="clickEffect">
                                  <p:stCondLst>
                                    <p:cond delay="0"/>
                                  </p:stCondLst>
                                  <p:childTnLst>
                                    <p:set>
                                      <p:cBhvr>
                                        <p:cTn id="47" dur="1" fill="hold">
                                          <p:stCondLst>
                                            <p:cond delay="0"/>
                                          </p:stCondLst>
                                        </p:cTn>
                                        <p:tgtEl>
                                          <p:spTgt spid="830485">
                                            <p:txEl>
                                              <p:pRg st="0" end="0"/>
                                            </p:txEl>
                                          </p:spTgt>
                                        </p:tgtEl>
                                        <p:attrNameLst>
                                          <p:attrName>style.visibility</p:attrName>
                                        </p:attrNameLst>
                                      </p:cBhvr>
                                      <p:to>
                                        <p:strVal val="visible"/>
                                      </p:to>
                                    </p:set>
                                    <p:animEffect transition="in" filter="box(out)">
                                      <p:cBhvr>
                                        <p:cTn id="48" dur="500"/>
                                        <p:tgtEl>
                                          <p:spTgt spid="830485">
                                            <p:txEl>
                                              <p:pRg st="0" end="0"/>
                                            </p:txEl>
                                          </p:spTgt>
                                        </p:tgtEl>
                                      </p:cBhvr>
                                    </p:animEffect>
                                  </p:childTnLst>
                                  <p:subTnLst>
                                    <p:audio>
                                      <p:cMediaNode>
                                        <p:cTn display="0" masterRel="sameClick">
                                          <p:stCondLst>
                                            <p:cond evt="begin" delay="0">
                                              <p:tn val="46"/>
                                            </p:cond>
                                          </p:stCondLst>
                                          <p:endCondLst>
                                            <p:cond evt="onStopAudio" delay="0">
                                              <p:tgtEl>
                                                <p:sldTgt/>
                                              </p:tgtEl>
                                            </p:cond>
                                          </p:endCondLst>
                                        </p:cTn>
                                        <p:tgtEl>
                                          <p:sndTgt r:embed="rId2" name="CAMERA.WAV"/>
                                        </p:tgtEl>
                                      </p:cMediaNode>
                                    </p:audio>
                                  </p:subTnLst>
                                </p:cTn>
                              </p:par>
                            </p:childTnLst>
                          </p:cTn>
                        </p:par>
                      </p:childTnLst>
                    </p:cTn>
                  </p:par>
                  <p:par>
                    <p:cTn id="49" fill="hold">
                      <p:stCondLst>
                        <p:cond delay="indefinite"/>
                      </p:stCondLst>
                      <p:childTnLst>
                        <p:par>
                          <p:cTn id="50" fill="hold">
                            <p:stCondLst>
                              <p:cond delay="0"/>
                            </p:stCondLst>
                            <p:childTnLst>
                              <p:par>
                                <p:cTn id="51" presetID="4" presetClass="entr" presetSubtype="32" fill="hold" grpId="0" nodeType="clickEffect">
                                  <p:stCondLst>
                                    <p:cond delay="0"/>
                                  </p:stCondLst>
                                  <p:childTnLst>
                                    <p:set>
                                      <p:cBhvr>
                                        <p:cTn id="52" dur="1" fill="hold">
                                          <p:stCondLst>
                                            <p:cond delay="0"/>
                                          </p:stCondLst>
                                        </p:cTn>
                                        <p:tgtEl>
                                          <p:spTgt spid="830486">
                                            <p:txEl>
                                              <p:pRg st="0" end="0"/>
                                            </p:txEl>
                                          </p:spTgt>
                                        </p:tgtEl>
                                        <p:attrNameLst>
                                          <p:attrName>style.visibility</p:attrName>
                                        </p:attrNameLst>
                                      </p:cBhvr>
                                      <p:to>
                                        <p:strVal val="visible"/>
                                      </p:to>
                                    </p:set>
                                    <p:animEffect transition="in" filter="box(out)">
                                      <p:cBhvr>
                                        <p:cTn id="53" dur="500"/>
                                        <p:tgtEl>
                                          <p:spTgt spid="830486">
                                            <p:txEl>
                                              <p:pRg st="0" end="0"/>
                                            </p:txEl>
                                          </p:spTgt>
                                        </p:tgtEl>
                                      </p:cBhvr>
                                    </p:animEffect>
                                  </p:childTnLst>
                                  <p:subTnLst>
                                    <p:audio>
                                      <p:cMediaNode>
                                        <p:cTn display="0" masterRel="sameClick">
                                          <p:stCondLst>
                                            <p:cond evt="begin" delay="0">
                                              <p:tn val="51"/>
                                            </p:cond>
                                          </p:stCondLst>
                                          <p:endCondLst>
                                            <p:cond evt="onStopAudio" delay="0">
                                              <p:tgtEl>
                                                <p:sldTgt/>
                                              </p:tgtEl>
                                            </p:cond>
                                          </p:endCondLst>
                                        </p:cTn>
                                        <p:tgtEl>
                                          <p:sndTgt r:embed="rId2" name="CAMERA.WAV"/>
                                        </p:tgtEl>
                                      </p:cMediaNode>
                                    </p:audio>
                                  </p:subTnLst>
                                </p:cTn>
                              </p:par>
                            </p:childTnLst>
                          </p:cTn>
                        </p:par>
                      </p:childTnLst>
                    </p:cTn>
                  </p:par>
                  <p:par>
                    <p:cTn id="54" fill="hold">
                      <p:stCondLst>
                        <p:cond delay="indefinite"/>
                      </p:stCondLst>
                      <p:childTnLst>
                        <p:par>
                          <p:cTn id="55" fill="hold">
                            <p:stCondLst>
                              <p:cond delay="0"/>
                            </p:stCondLst>
                            <p:childTnLst>
                              <p:par>
                                <p:cTn id="56" presetID="4" presetClass="entr" presetSubtype="32" fill="hold" grpId="0" nodeType="clickEffect">
                                  <p:stCondLst>
                                    <p:cond delay="0"/>
                                  </p:stCondLst>
                                  <p:childTnLst>
                                    <p:set>
                                      <p:cBhvr>
                                        <p:cTn id="57" dur="1" fill="hold">
                                          <p:stCondLst>
                                            <p:cond delay="0"/>
                                          </p:stCondLst>
                                        </p:cTn>
                                        <p:tgtEl>
                                          <p:spTgt spid="830487">
                                            <p:txEl>
                                              <p:pRg st="0" end="0"/>
                                            </p:txEl>
                                          </p:spTgt>
                                        </p:tgtEl>
                                        <p:attrNameLst>
                                          <p:attrName>style.visibility</p:attrName>
                                        </p:attrNameLst>
                                      </p:cBhvr>
                                      <p:to>
                                        <p:strVal val="visible"/>
                                      </p:to>
                                    </p:set>
                                    <p:animEffect transition="in" filter="box(out)">
                                      <p:cBhvr>
                                        <p:cTn id="58" dur="500"/>
                                        <p:tgtEl>
                                          <p:spTgt spid="830487">
                                            <p:txEl>
                                              <p:pRg st="0" end="0"/>
                                            </p:txEl>
                                          </p:spTgt>
                                        </p:tgtEl>
                                      </p:cBhvr>
                                    </p:animEffect>
                                  </p:childTnLst>
                                  <p:subTnLst>
                                    <p:audio>
                                      <p:cMediaNode>
                                        <p:cTn display="0" masterRel="sameClick">
                                          <p:stCondLst>
                                            <p:cond evt="begin" delay="0">
                                              <p:tn val="56"/>
                                            </p:cond>
                                          </p:stCondLst>
                                          <p:endCondLst>
                                            <p:cond evt="onStopAudio" delay="0">
                                              <p:tgtEl>
                                                <p:sldTgt/>
                                              </p:tgtEl>
                                            </p:cond>
                                          </p:endCondLst>
                                        </p:cTn>
                                        <p:tgtEl>
                                          <p:sndTgt r:embed="rId2" name="CAMERA.WAV"/>
                                        </p:tgtEl>
                                      </p:cMediaNode>
                                    </p:audio>
                                  </p:subTnLst>
                                </p:cTn>
                              </p:par>
                            </p:childTnLst>
                          </p:cTn>
                        </p:par>
                      </p:childTnLst>
                    </p:cTn>
                  </p:par>
                  <p:par>
                    <p:cTn id="59" fill="hold">
                      <p:stCondLst>
                        <p:cond delay="indefinite"/>
                      </p:stCondLst>
                      <p:childTnLst>
                        <p:par>
                          <p:cTn id="60" fill="hold">
                            <p:stCondLst>
                              <p:cond delay="0"/>
                            </p:stCondLst>
                            <p:childTnLst>
                              <p:par>
                                <p:cTn id="61" presetID="4" presetClass="entr" presetSubtype="32" fill="hold" grpId="0" nodeType="clickEffect">
                                  <p:stCondLst>
                                    <p:cond delay="0"/>
                                  </p:stCondLst>
                                  <p:childTnLst>
                                    <p:set>
                                      <p:cBhvr>
                                        <p:cTn id="62" dur="1" fill="hold">
                                          <p:stCondLst>
                                            <p:cond delay="0"/>
                                          </p:stCondLst>
                                        </p:cTn>
                                        <p:tgtEl>
                                          <p:spTgt spid="830488">
                                            <p:txEl>
                                              <p:pRg st="0" end="0"/>
                                            </p:txEl>
                                          </p:spTgt>
                                        </p:tgtEl>
                                        <p:attrNameLst>
                                          <p:attrName>style.visibility</p:attrName>
                                        </p:attrNameLst>
                                      </p:cBhvr>
                                      <p:to>
                                        <p:strVal val="visible"/>
                                      </p:to>
                                    </p:set>
                                    <p:animEffect transition="in" filter="box(out)">
                                      <p:cBhvr>
                                        <p:cTn id="63" dur="500"/>
                                        <p:tgtEl>
                                          <p:spTgt spid="830488">
                                            <p:txEl>
                                              <p:pRg st="0" end="0"/>
                                            </p:txEl>
                                          </p:spTgt>
                                        </p:tgtEl>
                                      </p:cBhvr>
                                    </p:animEffect>
                                  </p:childTnLst>
                                  <p:subTnLst>
                                    <p:audio>
                                      <p:cMediaNode>
                                        <p:cTn display="0" masterRel="sameClick">
                                          <p:stCondLst>
                                            <p:cond evt="begin" delay="0">
                                              <p:tn val="61"/>
                                            </p:cond>
                                          </p:stCondLst>
                                          <p:endCondLst>
                                            <p:cond evt="onStopAudio" delay="0">
                                              <p:tgtEl>
                                                <p:sldTgt/>
                                              </p:tgtEl>
                                            </p:cond>
                                          </p:endCondLst>
                                        </p:cTn>
                                        <p:tgtEl>
                                          <p:sndTgt r:embed="rId2" name="CAMERA.WAV"/>
                                        </p:tgtEl>
                                      </p:cMediaNode>
                                    </p:audio>
                                  </p:subTnLst>
                                </p:cTn>
                              </p:par>
                            </p:childTnLst>
                          </p:cTn>
                        </p:par>
                      </p:childTnLst>
                    </p:cTn>
                  </p:par>
                  <p:par>
                    <p:cTn id="64" fill="hold">
                      <p:stCondLst>
                        <p:cond delay="indefinite"/>
                      </p:stCondLst>
                      <p:childTnLst>
                        <p:par>
                          <p:cTn id="65" fill="hold">
                            <p:stCondLst>
                              <p:cond delay="0"/>
                            </p:stCondLst>
                            <p:childTnLst>
                              <p:par>
                                <p:cTn id="66" presetID="4" presetClass="entr" presetSubtype="32" fill="hold" grpId="0" nodeType="clickEffect">
                                  <p:stCondLst>
                                    <p:cond delay="0"/>
                                  </p:stCondLst>
                                  <p:childTnLst>
                                    <p:set>
                                      <p:cBhvr>
                                        <p:cTn id="67" dur="1" fill="hold">
                                          <p:stCondLst>
                                            <p:cond delay="0"/>
                                          </p:stCondLst>
                                        </p:cTn>
                                        <p:tgtEl>
                                          <p:spTgt spid="830489"/>
                                        </p:tgtEl>
                                        <p:attrNameLst>
                                          <p:attrName>style.visibility</p:attrName>
                                        </p:attrNameLst>
                                      </p:cBhvr>
                                      <p:to>
                                        <p:strVal val="visible"/>
                                      </p:to>
                                    </p:set>
                                    <p:animEffect transition="in" filter="box(out)">
                                      <p:cBhvr>
                                        <p:cTn id="68" dur="500"/>
                                        <p:tgtEl>
                                          <p:spTgt spid="830489"/>
                                        </p:tgtEl>
                                      </p:cBhvr>
                                    </p:animEffect>
                                  </p:childTnLst>
                                  <p:subTnLst>
                                    <p:audio>
                                      <p:cMediaNode>
                                        <p:cTn display="0" masterRel="sameClick">
                                          <p:stCondLst>
                                            <p:cond evt="begin" delay="0">
                                              <p:tn val="66"/>
                                            </p:cond>
                                          </p:stCondLst>
                                          <p:endCondLst>
                                            <p:cond evt="onStopAudio" delay="0">
                                              <p:tgtEl>
                                                <p:sldTgt/>
                                              </p:tgtEl>
                                            </p:cond>
                                          </p:endCondLst>
                                        </p:cTn>
                                        <p:tgtEl>
                                          <p:sndTgt r:embed="rId3" name="chimes.wav"/>
                                        </p:tgtEl>
                                      </p:cMediaNode>
                                    </p:audio>
                                  </p:subTnLst>
                                </p:cTn>
                              </p:par>
                            </p:childTnLst>
                          </p:cTn>
                        </p:par>
                      </p:childTnLst>
                    </p:cTn>
                  </p:par>
                  <p:par>
                    <p:cTn id="69" fill="hold">
                      <p:stCondLst>
                        <p:cond delay="indefinite"/>
                      </p:stCondLst>
                      <p:childTnLst>
                        <p:par>
                          <p:cTn id="70" fill="hold">
                            <p:stCondLst>
                              <p:cond delay="0"/>
                            </p:stCondLst>
                            <p:childTnLst>
                              <p:par>
                                <p:cTn id="71" presetID="4" presetClass="entr" presetSubtype="32" fill="hold" grpId="0" nodeType="clickEffect">
                                  <p:stCondLst>
                                    <p:cond delay="0"/>
                                  </p:stCondLst>
                                  <p:childTnLst>
                                    <p:set>
                                      <p:cBhvr>
                                        <p:cTn id="72" dur="1" fill="hold">
                                          <p:stCondLst>
                                            <p:cond delay="0"/>
                                          </p:stCondLst>
                                        </p:cTn>
                                        <p:tgtEl>
                                          <p:spTgt spid="830490"/>
                                        </p:tgtEl>
                                        <p:attrNameLst>
                                          <p:attrName>style.visibility</p:attrName>
                                        </p:attrNameLst>
                                      </p:cBhvr>
                                      <p:to>
                                        <p:strVal val="visible"/>
                                      </p:to>
                                    </p:set>
                                    <p:animEffect transition="in" filter="box(out)">
                                      <p:cBhvr>
                                        <p:cTn id="73" dur="500"/>
                                        <p:tgtEl>
                                          <p:spTgt spid="830490"/>
                                        </p:tgtEl>
                                      </p:cBhvr>
                                    </p:animEffect>
                                  </p:childTnLst>
                                  <p:subTnLst>
                                    <p:audio>
                                      <p:cMediaNode>
                                        <p:cTn display="0" masterRel="sameClick">
                                          <p:stCondLst>
                                            <p:cond evt="begin" delay="0">
                                              <p:tn val="71"/>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0470" grpId="0"/>
      <p:bldP spid="830472" grpId="0" animBg="1"/>
      <p:bldP spid="830480" grpId="0"/>
      <p:bldP spid="830481" grpId="0" animBg="1"/>
      <p:bldP spid="830482" grpId="0" animBg="1" autoUpdateAnimBg="0"/>
      <p:bldP spid="830483" grpId="0" build="p" autoUpdateAnimBg="0"/>
      <p:bldP spid="830484" grpId="0" build="p" autoUpdateAnimBg="0"/>
      <p:bldP spid="830485" grpId="0" build="p" autoUpdateAnimBg="0"/>
      <p:bldP spid="830486" grpId="0" build="p" autoUpdateAnimBg="0"/>
      <p:bldP spid="830487" grpId="0" build="p" autoUpdateAnimBg="0"/>
      <p:bldP spid="830488" grpId="0" build="p" autoUpdateAnimBg="0"/>
      <p:bldP spid="830489" grpId="0" animBg="1" autoUpdateAnimBg="0"/>
      <p:bldP spid="830490" grpId="0" animBg="1" autoUpdateAnimBg="0"/>
      <p:bldP spid="19" grpId="0" build="p" bldLvl="5"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1529" name="Rectangle 41" descr="信纸"/>
          <p:cNvSpPr>
            <a:spLocks noChangeArrowheads="1"/>
          </p:cNvSpPr>
          <p:nvPr/>
        </p:nvSpPr>
        <p:spPr bwMode="auto">
          <a:xfrm>
            <a:off x="1822886" y="5152272"/>
            <a:ext cx="4954791" cy="1634809"/>
          </a:xfrm>
          <a:prstGeom prst="rect">
            <a:avLst/>
          </a:prstGeom>
          <a:gradFill>
            <a:gsLst>
              <a:gs pos="0">
                <a:srgbClr val="CFCFD1"/>
              </a:gs>
              <a:gs pos="100000">
                <a:schemeClr val="bg1">
                  <a:lumMod val="95000"/>
                </a:schemeClr>
              </a:gs>
            </a:gsLst>
            <a:lin ang="162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sp>
        <p:nvSpPr>
          <p:cNvPr id="831494" name="Rectangle 6"/>
          <p:cNvSpPr>
            <a:spLocks noChangeArrowheads="1"/>
          </p:cNvSpPr>
          <p:nvPr/>
        </p:nvSpPr>
        <p:spPr bwMode="auto">
          <a:xfrm>
            <a:off x="573032" y="1441916"/>
            <a:ext cx="7884368" cy="1323439"/>
          </a:xfrm>
          <a:prstGeom prst="rect">
            <a:avLst/>
          </a:prstGeom>
          <a:noFill/>
          <a:ln w="9525">
            <a:noFill/>
            <a:miter lim="800000"/>
            <a:headEnd/>
            <a:tailEnd/>
          </a:ln>
          <a:effectLst/>
        </p:spPr>
        <p:txBody>
          <a:bodyPr wrap="square" anchor="ctr">
            <a:spAutoFit/>
          </a:bodyPr>
          <a:lstStyle/>
          <a:p>
            <a:pPr marL="914400" lvl="1" indent="-457200">
              <a:buFont typeface="Wingdings" pitchFamily="2" charset="2"/>
              <a:buChar char="Ø"/>
            </a:pPr>
            <a:r>
              <a:rPr lang="en-US" altLang="zh-CN" b="1" dirty="0" err="1">
                <a:solidFill>
                  <a:srgbClr val="C01920"/>
                </a:solidFill>
                <a:latin typeface="+mn-lt"/>
                <a:ea typeface="楷体" pitchFamily="49" charset="-122"/>
              </a:rPr>
              <a:t>Sizeof</a:t>
            </a: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运算符 </a:t>
            </a:r>
            <a:endParaRPr lang="en-US" altLang="zh-CN" b="1" dirty="0">
              <a:solidFill>
                <a:srgbClr val="C01920"/>
              </a:solidFill>
              <a:latin typeface="+mn-lt"/>
              <a:ea typeface="楷体" pitchFamily="49" charset="-122"/>
            </a:endParaRPr>
          </a:p>
          <a:p>
            <a:pPr lvl="1"/>
            <a:endParaRPr lang="zh-CN" altLang="en-US" sz="1100" b="1" dirty="0">
              <a:effectLst>
                <a:outerShdw blurRad="38100" dist="38100" dir="2700000" algn="tl">
                  <a:srgbClr val="FFFFFF"/>
                </a:outerShdw>
              </a:effectLst>
              <a:latin typeface="+mn-lt"/>
              <a:ea typeface="楷体" pitchFamily="49" charset="-122"/>
            </a:endParaRPr>
          </a:p>
          <a:p>
            <a:pPr marL="457200" indent="-457200"/>
            <a:r>
              <a:rPr lang="zh-CN" altLang="en-US" sz="2000" b="1" dirty="0">
                <a:effectLst>
                  <a:outerShdw blurRad="38100" dist="38100" dir="2700000" algn="tl">
                    <a:srgbClr val="FFFFFF"/>
                  </a:outerShdw>
                </a:effectLst>
                <a:latin typeface="+mn-lt"/>
                <a:ea typeface="楷体" pitchFamily="49" charset="-122"/>
              </a:rPr>
              <a:t>      </a:t>
            </a:r>
            <a:r>
              <a:rPr lang="zh-CN" altLang="en-US" sz="2000" b="1" dirty="0">
                <a:solidFill>
                  <a:srgbClr val="C01920"/>
                </a:solidFill>
                <a:latin typeface="+mn-lt"/>
                <a:ea typeface="楷体" pitchFamily="49" charset="-122"/>
              </a:rPr>
              <a:t>功能：</a:t>
            </a:r>
            <a:r>
              <a:rPr lang="zh-CN" altLang="en-US" sz="2000" b="1" dirty="0">
                <a:effectLst>
                  <a:outerShdw blurRad="38100" dist="38100" dir="2700000" algn="tl">
                    <a:srgbClr val="FFFFFF"/>
                  </a:outerShdw>
                </a:effectLst>
                <a:latin typeface="+mn-lt"/>
                <a:ea typeface="楷体" pitchFamily="49" charset="-122"/>
              </a:rPr>
              <a:t>获取变量和数据类型所占内存大小（字节数）</a:t>
            </a:r>
          </a:p>
          <a:p>
            <a:pPr marL="457200" indent="-457200"/>
            <a:r>
              <a:rPr lang="zh-CN" altLang="en-US" b="1" dirty="0">
                <a:effectLst>
                  <a:outerShdw blurRad="38100" dist="38100" dir="2700000" algn="tl">
                    <a:srgbClr val="FFFFFF"/>
                  </a:outerShdw>
                </a:effectLst>
                <a:latin typeface="+mn-lt"/>
                <a:ea typeface="楷体" pitchFamily="49" charset="-122"/>
              </a:rPr>
              <a:t>     </a:t>
            </a:r>
            <a:r>
              <a:rPr lang="zh-CN" altLang="en-US" sz="2000" b="1" dirty="0">
                <a:solidFill>
                  <a:srgbClr val="C01920"/>
                </a:solidFill>
                <a:latin typeface="+mn-lt"/>
                <a:ea typeface="楷体" pitchFamily="49" charset="-122"/>
              </a:rPr>
              <a:t>格式：</a:t>
            </a:r>
          </a:p>
        </p:txBody>
      </p:sp>
      <p:sp>
        <p:nvSpPr>
          <p:cNvPr id="831507" name="Text Box 19"/>
          <p:cNvSpPr txBox="1">
            <a:spLocks noChangeArrowheads="1"/>
          </p:cNvSpPr>
          <p:nvPr/>
        </p:nvSpPr>
        <p:spPr bwMode="auto">
          <a:xfrm>
            <a:off x="6816080" y="2124145"/>
            <a:ext cx="4633599" cy="830997"/>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288000" lvl="2"/>
            <a:r>
              <a:rPr lang="en-US" altLang="zh-CN" b="1" dirty="0" err="1">
                <a:solidFill>
                  <a:srgbClr val="C01920"/>
                </a:solidFill>
                <a:latin typeface="+mn-lt"/>
                <a:ea typeface="楷体" pitchFamily="49" charset="-122"/>
              </a:rPr>
              <a:t>sizeof</a:t>
            </a: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表达式</a:t>
            </a:r>
          </a:p>
          <a:p>
            <a:pPr marL="288000" lvl="2"/>
            <a:r>
              <a:rPr lang="en-US" altLang="zh-CN" b="1" dirty="0" err="1">
                <a:solidFill>
                  <a:srgbClr val="C01920"/>
                </a:solidFill>
                <a:latin typeface="+mn-lt"/>
                <a:ea typeface="楷体" pitchFamily="49" charset="-122"/>
              </a:rPr>
              <a:t>sizeof</a:t>
            </a:r>
            <a:r>
              <a:rPr lang="zh-CN" altLang="en-US" b="1" dirty="0">
                <a:solidFill>
                  <a:srgbClr val="C01920"/>
                </a:solidFill>
                <a:latin typeface="+mn-lt"/>
                <a:ea typeface="楷体" pitchFamily="49" charset="-122"/>
              </a:rPr>
              <a:t>（数据类型名或表达式）</a:t>
            </a:r>
          </a:p>
        </p:txBody>
      </p:sp>
      <p:sp>
        <p:nvSpPr>
          <p:cNvPr id="831509" name="Rectangle 21"/>
          <p:cNvSpPr>
            <a:spLocks noChangeArrowheads="1"/>
          </p:cNvSpPr>
          <p:nvPr/>
        </p:nvSpPr>
        <p:spPr bwMode="auto">
          <a:xfrm>
            <a:off x="1091927" y="2996952"/>
            <a:ext cx="3744416" cy="457200"/>
          </a:xfrm>
          <a:prstGeom prst="rect">
            <a:avLst/>
          </a:prstGeom>
          <a:noFill/>
          <a:ln w="9525">
            <a:noFill/>
            <a:miter lim="800000"/>
            <a:headEnd/>
            <a:tailEnd/>
          </a:ln>
          <a:effectLst/>
        </p:spPr>
        <p:txBody>
          <a:bodyPr wrap="square" anchor="ctr">
            <a:spAutoFit/>
          </a:bodyPr>
          <a:lstStyle/>
          <a:p>
            <a:pPr marL="457200" indent="-457200">
              <a:buFont typeface="Wingdings" pitchFamily="2" charset="2"/>
              <a:buChar char="Ø"/>
            </a:pPr>
            <a:r>
              <a:rPr lang="zh-CN" altLang="en-US" b="1" dirty="0">
                <a:solidFill>
                  <a:srgbClr val="C01920"/>
                </a:solidFill>
                <a:latin typeface="+mn-lt"/>
                <a:ea typeface="楷体" pitchFamily="49" charset="-122"/>
              </a:rPr>
              <a:t>复合赋值运算符       </a:t>
            </a:r>
            <a:endParaRPr lang="zh-CN" altLang="en-US" dirty="0">
              <a:solidFill>
                <a:srgbClr val="C01920"/>
              </a:solidFill>
              <a:latin typeface="+mn-lt"/>
              <a:ea typeface="楷体" pitchFamily="49" charset="-122"/>
            </a:endParaRPr>
          </a:p>
        </p:txBody>
      </p:sp>
      <p:sp>
        <p:nvSpPr>
          <p:cNvPr id="831510" name="Rectangle 22"/>
          <p:cNvSpPr>
            <a:spLocks noChangeArrowheads="1"/>
          </p:cNvSpPr>
          <p:nvPr/>
        </p:nvSpPr>
        <p:spPr bwMode="auto">
          <a:xfrm>
            <a:off x="985941" y="4280980"/>
            <a:ext cx="8663538" cy="846386"/>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spAutoFit/>
          </a:bodyPr>
          <a:lstStyle/>
          <a:p>
            <a:r>
              <a:rPr lang="zh-CN" altLang="en-US" sz="2000" b="1" dirty="0">
                <a:solidFill>
                  <a:srgbClr val="C01920"/>
                </a:solidFill>
                <a:ea typeface="楷体" pitchFamily="49" charset="-122"/>
                <a:sym typeface="Wingdings" pitchFamily="2" charset="2"/>
              </a:rPr>
              <a:t>种类：   </a:t>
            </a:r>
            <a:r>
              <a:rPr lang="en-US" altLang="zh-CN" sz="2000" b="1" dirty="0">
                <a:solidFill>
                  <a:schemeClr val="tx1"/>
                </a:solidFill>
                <a:ea typeface="楷体" pitchFamily="49" charset="-122"/>
                <a:sym typeface="Wingdings" pitchFamily="2" charset="2"/>
              </a:rPr>
              <a:t>+=  -=  *=  /=  %=  &lt;&lt;=  &gt;&gt;=  &amp;=  ^=  |=</a:t>
            </a:r>
          </a:p>
          <a:p>
            <a:endParaRPr lang="en-US" altLang="zh-CN" sz="900" b="1" dirty="0">
              <a:solidFill>
                <a:schemeClr val="tx1"/>
              </a:solidFill>
              <a:ea typeface="楷体" pitchFamily="49" charset="-122"/>
              <a:sym typeface="Wingdings" pitchFamily="2" charset="2"/>
            </a:endParaRPr>
          </a:p>
          <a:p>
            <a:r>
              <a:rPr lang="zh-CN" altLang="en-US" sz="2000" b="1" dirty="0">
                <a:solidFill>
                  <a:srgbClr val="C01920"/>
                </a:solidFill>
                <a:ea typeface="楷体" pitchFamily="49" charset="-122"/>
                <a:sym typeface="Wingdings" pitchFamily="2" charset="2"/>
              </a:rPr>
              <a:t>含义：   </a:t>
            </a:r>
            <a:r>
              <a:rPr lang="en-US" altLang="zh-CN" sz="2000" b="1" dirty="0">
                <a:solidFill>
                  <a:schemeClr val="tx1"/>
                </a:solidFill>
                <a:ea typeface="楷体" pitchFamily="49" charset="-122"/>
                <a:sym typeface="Wingdings" pitchFamily="2" charset="2"/>
              </a:rPr>
              <a:t>exp1 op= exp2  exp1 = exp1  op  exp2</a:t>
            </a:r>
          </a:p>
        </p:txBody>
      </p:sp>
      <p:sp>
        <p:nvSpPr>
          <p:cNvPr id="831511" name="Rectangle 23"/>
          <p:cNvSpPr>
            <a:spLocks noChangeArrowheads="1"/>
          </p:cNvSpPr>
          <p:nvPr/>
        </p:nvSpPr>
        <p:spPr bwMode="auto">
          <a:xfrm>
            <a:off x="985941" y="3481186"/>
            <a:ext cx="10463738" cy="707886"/>
          </a:xfrm>
          <a:prstGeom prst="rect">
            <a:avLst/>
          </a:prstGeom>
          <a:noFill/>
          <a:ln w="9525">
            <a:noFill/>
            <a:miter lim="800000"/>
            <a:headEnd/>
            <a:tailEnd/>
          </a:ln>
          <a:effectLst/>
        </p:spPr>
        <p:txBody>
          <a:bodyPr wrap="square">
            <a:spAutoFit/>
          </a:bodyPr>
          <a:lstStyle/>
          <a:p>
            <a:pPr>
              <a:buFont typeface="Wingdings" pitchFamily="2" charset="2"/>
              <a:buNone/>
            </a:pPr>
            <a:r>
              <a:rPr lang="zh-CN" altLang="en-US" sz="2000" b="1" dirty="0">
                <a:solidFill>
                  <a:srgbClr val="C01920"/>
                </a:solidFill>
                <a:latin typeface="+mn-lt"/>
                <a:ea typeface="楷体" pitchFamily="49" charset="-122"/>
              </a:rPr>
              <a:t>定义：</a:t>
            </a:r>
            <a:r>
              <a:rPr lang="zh-CN" altLang="en-US" sz="2000" b="1" dirty="0">
                <a:effectLst>
                  <a:outerShdw blurRad="38100" dist="38100" dir="2700000" algn="tl">
                    <a:srgbClr val="FFFFFF"/>
                  </a:outerShdw>
                </a:effectLst>
                <a:latin typeface="+mn-lt"/>
                <a:ea typeface="楷体" pitchFamily="49" charset="-122"/>
              </a:rPr>
              <a:t>将算术运算符、位运算符与赋值运算符组合在一起就构成了</a:t>
            </a:r>
            <a:r>
              <a:rPr lang="zh-CN" altLang="en-US" sz="2000" b="1" dirty="0">
                <a:solidFill>
                  <a:srgbClr val="002060"/>
                </a:solidFill>
                <a:latin typeface="+mn-lt"/>
                <a:ea typeface="楷体" pitchFamily="49" charset="-122"/>
              </a:rPr>
              <a:t>复合赋值运算符</a:t>
            </a:r>
            <a:r>
              <a:rPr lang="zh-CN" altLang="en-US" sz="2000" b="1" dirty="0">
                <a:effectLst>
                  <a:outerShdw blurRad="38100" dist="38100" dir="2700000" algn="tl">
                    <a:srgbClr val="FFFFFF"/>
                  </a:outerShdw>
                </a:effectLst>
                <a:latin typeface="+mn-lt"/>
                <a:ea typeface="楷体" pitchFamily="49" charset="-122"/>
              </a:rPr>
              <a:t>。复合赋值运算符即包含了算术运算或位运算，又包含了赋值操作。</a:t>
            </a:r>
          </a:p>
        </p:txBody>
      </p:sp>
      <p:grpSp>
        <p:nvGrpSpPr>
          <p:cNvPr id="831530" name="Group 42"/>
          <p:cNvGrpSpPr>
            <a:grpSpLocks/>
          </p:cNvGrpSpPr>
          <p:nvPr/>
        </p:nvGrpSpPr>
        <p:grpSpPr bwMode="auto">
          <a:xfrm>
            <a:off x="2189803" y="5166243"/>
            <a:ext cx="3711575" cy="457200"/>
            <a:chOff x="1713" y="3230"/>
            <a:chExt cx="2338" cy="288"/>
          </a:xfrm>
        </p:grpSpPr>
        <p:sp>
          <p:nvSpPr>
            <p:cNvPr id="831513" name="AutoShape 25"/>
            <p:cNvSpPr>
              <a:spLocks noChangeArrowheads="1"/>
            </p:cNvSpPr>
            <p:nvPr/>
          </p:nvSpPr>
          <p:spPr bwMode="auto">
            <a:xfrm>
              <a:off x="2661" y="3357"/>
              <a:ext cx="422" cy="47"/>
            </a:xfrm>
            <a:prstGeom prst="leftRightArrow">
              <a:avLst>
                <a:gd name="adj1" fmla="val 50000"/>
                <a:gd name="adj2" fmla="val 179574"/>
              </a:avLst>
            </a:prstGeom>
            <a:noFill/>
            <a:ln w="9525">
              <a:solidFill>
                <a:schemeClr val="tx1"/>
              </a:solidFill>
              <a:miter lim="800000"/>
              <a:headEnd/>
              <a:tailEnd/>
            </a:ln>
            <a:effectLst/>
          </p:spPr>
          <p:txBody>
            <a:bodyPr wrap="none" anchor="ctr"/>
            <a:lstStyle/>
            <a:p>
              <a:endParaRPr lang="zh-CN" altLang="en-US"/>
            </a:p>
          </p:txBody>
        </p:sp>
        <p:sp>
          <p:nvSpPr>
            <p:cNvPr id="831514" name="Text Box 26"/>
            <p:cNvSpPr txBox="1">
              <a:spLocks noChangeArrowheads="1"/>
            </p:cNvSpPr>
            <p:nvPr/>
          </p:nvSpPr>
          <p:spPr bwMode="auto">
            <a:xfrm>
              <a:off x="1713" y="3230"/>
              <a:ext cx="622" cy="288"/>
            </a:xfrm>
            <a:prstGeom prst="rect">
              <a:avLst/>
            </a:prstGeom>
            <a:noFill/>
            <a:ln w="9525">
              <a:noFill/>
              <a:miter lim="800000"/>
              <a:headEnd/>
              <a:tailEnd/>
            </a:ln>
            <a:effectLst/>
          </p:spPr>
          <p:txBody>
            <a:bodyPr wrap="none">
              <a:spAutoFit/>
            </a:bodyPr>
            <a:lstStyle/>
            <a:p>
              <a:r>
                <a:rPr lang="en-US" altLang="zh-CN" b="1" dirty="0">
                  <a:effectLst>
                    <a:outerShdw blurRad="38100" dist="38100" dir="2700000" algn="tl">
                      <a:srgbClr val="FFFFFF"/>
                    </a:outerShdw>
                  </a:effectLst>
                </a:rPr>
                <a:t>a += 3</a:t>
              </a:r>
            </a:p>
          </p:txBody>
        </p:sp>
        <p:sp>
          <p:nvSpPr>
            <p:cNvPr id="831515" name="Text Box 27"/>
            <p:cNvSpPr txBox="1">
              <a:spLocks noChangeArrowheads="1"/>
            </p:cNvSpPr>
            <p:nvPr/>
          </p:nvSpPr>
          <p:spPr bwMode="auto">
            <a:xfrm>
              <a:off x="3237" y="3230"/>
              <a:ext cx="814" cy="288"/>
            </a:xfrm>
            <a:prstGeom prst="rect">
              <a:avLst/>
            </a:prstGeom>
            <a:noFill/>
            <a:ln w="9525">
              <a:noFill/>
              <a:miter lim="800000"/>
              <a:headEnd/>
              <a:tailEnd/>
            </a:ln>
            <a:effectLst/>
          </p:spPr>
          <p:txBody>
            <a:bodyPr wrap="none">
              <a:spAutoFit/>
            </a:bodyPr>
            <a:lstStyle/>
            <a:p>
              <a:r>
                <a:rPr lang="en-US" altLang="zh-CN" b="1">
                  <a:effectLst>
                    <a:outerShdw blurRad="38100" dist="38100" dir="2700000" algn="tl">
                      <a:srgbClr val="FFFFFF"/>
                    </a:outerShdw>
                  </a:effectLst>
                </a:rPr>
                <a:t>a = a + 3</a:t>
              </a:r>
            </a:p>
          </p:txBody>
        </p:sp>
      </p:grpSp>
      <p:grpSp>
        <p:nvGrpSpPr>
          <p:cNvPr id="831531" name="Group 43"/>
          <p:cNvGrpSpPr>
            <a:grpSpLocks/>
          </p:cNvGrpSpPr>
          <p:nvPr/>
        </p:nvGrpSpPr>
        <p:grpSpPr bwMode="auto">
          <a:xfrm>
            <a:off x="2170752" y="5544201"/>
            <a:ext cx="4400550" cy="457200"/>
            <a:chOff x="1713" y="3461"/>
            <a:chExt cx="2772" cy="288"/>
          </a:xfrm>
        </p:grpSpPr>
        <p:sp>
          <p:nvSpPr>
            <p:cNvPr id="831517" name="AutoShape 29"/>
            <p:cNvSpPr>
              <a:spLocks noChangeArrowheads="1"/>
            </p:cNvSpPr>
            <p:nvPr/>
          </p:nvSpPr>
          <p:spPr bwMode="auto">
            <a:xfrm>
              <a:off x="2661" y="3588"/>
              <a:ext cx="422" cy="47"/>
            </a:xfrm>
            <a:prstGeom prst="leftRightArrow">
              <a:avLst>
                <a:gd name="adj1" fmla="val 50000"/>
                <a:gd name="adj2" fmla="val 179574"/>
              </a:avLst>
            </a:prstGeom>
            <a:noFill/>
            <a:ln w="9525">
              <a:solidFill>
                <a:schemeClr val="tx1"/>
              </a:solidFill>
              <a:miter lim="800000"/>
              <a:headEnd/>
              <a:tailEnd/>
            </a:ln>
            <a:effectLst/>
          </p:spPr>
          <p:txBody>
            <a:bodyPr wrap="none" anchor="ctr"/>
            <a:lstStyle/>
            <a:p>
              <a:endParaRPr lang="zh-CN" altLang="en-US"/>
            </a:p>
          </p:txBody>
        </p:sp>
        <p:sp>
          <p:nvSpPr>
            <p:cNvPr id="831518" name="Text Box 30"/>
            <p:cNvSpPr txBox="1">
              <a:spLocks noChangeArrowheads="1"/>
            </p:cNvSpPr>
            <p:nvPr/>
          </p:nvSpPr>
          <p:spPr bwMode="auto">
            <a:xfrm>
              <a:off x="1713" y="3461"/>
              <a:ext cx="910" cy="288"/>
            </a:xfrm>
            <a:prstGeom prst="rect">
              <a:avLst/>
            </a:prstGeom>
            <a:noFill/>
            <a:ln w="9525">
              <a:noFill/>
              <a:miter lim="800000"/>
              <a:headEnd/>
              <a:tailEnd/>
            </a:ln>
            <a:effectLst/>
          </p:spPr>
          <p:txBody>
            <a:bodyPr wrap="none">
              <a:spAutoFit/>
            </a:bodyPr>
            <a:lstStyle/>
            <a:p>
              <a:r>
                <a:rPr lang="en-US" altLang="zh-CN" b="1" dirty="0">
                  <a:effectLst>
                    <a:outerShdw blurRad="38100" dist="38100" dir="2700000" algn="tl">
                      <a:srgbClr val="FFFFFF"/>
                    </a:outerShdw>
                  </a:effectLst>
                </a:rPr>
                <a:t>x *= y + 8</a:t>
              </a:r>
            </a:p>
          </p:txBody>
        </p:sp>
        <p:sp>
          <p:nvSpPr>
            <p:cNvPr id="831519" name="Text Box 31"/>
            <p:cNvSpPr txBox="1">
              <a:spLocks noChangeArrowheads="1"/>
            </p:cNvSpPr>
            <p:nvPr/>
          </p:nvSpPr>
          <p:spPr bwMode="auto">
            <a:xfrm>
              <a:off x="3255" y="3461"/>
              <a:ext cx="1230" cy="288"/>
            </a:xfrm>
            <a:prstGeom prst="rect">
              <a:avLst/>
            </a:prstGeom>
            <a:noFill/>
            <a:ln w="9525">
              <a:noFill/>
              <a:miter lim="800000"/>
              <a:headEnd/>
              <a:tailEnd/>
            </a:ln>
            <a:effectLst/>
          </p:spPr>
          <p:txBody>
            <a:bodyPr wrap="none">
              <a:spAutoFit/>
            </a:bodyPr>
            <a:lstStyle/>
            <a:p>
              <a:r>
                <a:rPr lang="en-US" altLang="zh-CN" b="1" dirty="0">
                  <a:effectLst>
                    <a:outerShdw blurRad="38100" dist="38100" dir="2700000" algn="tl">
                      <a:srgbClr val="FFFFFF"/>
                    </a:outerShdw>
                  </a:effectLst>
                </a:rPr>
                <a:t>x = x * (y + 8)</a:t>
              </a:r>
            </a:p>
          </p:txBody>
        </p:sp>
      </p:grpSp>
      <p:grpSp>
        <p:nvGrpSpPr>
          <p:cNvPr id="831532" name="Group 44"/>
          <p:cNvGrpSpPr>
            <a:grpSpLocks/>
          </p:cNvGrpSpPr>
          <p:nvPr/>
        </p:nvGrpSpPr>
        <p:grpSpPr bwMode="auto">
          <a:xfrm>
            <a:off x="2170752" y="5928243"/>
            <a:ext cx="3871912" cy="457200"/>
            <a:chOff x="1701" y="3710"/>
            <a:chExt cx="2439" cy="288"/>
          </a:xfrm>
        </p:grpSpPr>
        <p:sp>
          <p:nvSpPr>
            <p:cNvPr id="831521" name="AutoShape 33"/>
            <p:cNvSpPr>
              <a:spLocks noChangeArrowheads="1"/>
            </p:cNvSpPr>
            <p:nvPr/>
          </p:nvSpPr>
          <p:spPr bwMode="auto">
            <a:xfrm>
              <a:off x="2640" y="3837"/>
              <a:ext cx="422" cy="47"/>
            </a:xfrm>
            <a:prstGeom prst="leftRightArrow">
              <a:avLst>
                <a:gd name="adj1" fmla="val 50000"/>
                <a:gd name="adj2" fmla="val 179574"/>
              </a:avLst>
            </a:prstGeom>
            <a:noFill/>
            <a:ln w="9525">
              <a:solidFill>
                <a:schemeClr val="tx1"/>
              </a:solidFill>
              <a:miter lim="800000"/>
              <a:headEnd/>
              <a:tailEnd/>
            </a:ln>
            <a:effectLst/>
          </p:spPr>
          <p:txBody>
            <a:bodyPr wrap="none" anchor="ctr"/>
            <a:lstStyle/>
            <a:p>
              <a:endParaRPr lang="zh-CN" altLang="en-US"/>
            </a:p>
          </p:txBody>
        </p:sp>
        <p:sp>
          <p:nvSpPr>
            <p:cNvPr id="831522" name="Text Box 34"/>
            <p:cNvSpPr txBox="1">
              <a:spLocks noChangeArrowheads="1"/>
            </p:cNvSpPr>
            <p:nvPr/>
          </p:nvSpPr>
          <p:spPr bwMode="auto">
            <a:xfrm>
              <a:off x="1701" y="3710"/>
              <a:ext cx="771" cy="288"/>
            </a:xfrm>
            <a:prstGeom prst="rect">
              <a:avLst/>
            </a:prstGeom>
            <a:noFill/>
            <a:ln w="9525">
              <a:noFill/>
              <a:miter lim="800000"/>
              <a:headEnd/>
              <a:tailEnd/>
            </a:ln>
            <a:effectLst/>
          </p:spPr>
          <p:txBody>
            <a:bodyPr>
              <a:spAutoFit/>
            </a:bodyPr>
            <a:lstStyle/>
            <a:p>
              <a:r>
                <a:rPr lang="en-US" altLang="zh-CN" b="1">
                  <a:effectLst>
                    <a:outerShdw blurRad="38100" dist="38100" dir="2700000" algn="tl">
                      <a:srgbClr val="FFFFFF"/>
                    </a:outerShdw>
                  </a:effectLst>
                </a:rPr>
                <a:t>x %= 3</a:t>
              </a:r>
            </a:p>
          </p:txBody>
        </p:sp>
        <p:sp>
          <p:nvSpPr>
            <p:cNvPr id="831523" name="Text Box 35"/>
            <p:cNvSpPr txBox="1">
              <a:spLocks noChangeArrowheads="1"/>
            </p:cNvSpPr>
            <p:nvPr/>
          </p:nvSpPr>
          <p:spPr bwMode="auto">
            <a:xfrm>
              <a:off x="3243" y="3710"/>
              <a:ext cx="897" cy="288"/>
            </a:xfrm>
            <a:prstGeom prst="rect">
              <a:avLst/>
            </a:prstGeom>
            <a:noFill/>
            <a:ln w="9525">
              <a:noFill/>
              <a:miter lim="800000"/>
              <a:headEnd/>
              <a:tailEnd/>
            </a:ln>
            <a:effectLst/>
          </p:spPr>
          <p:txBody>
            <a:bodyPr wrap="none">
              <a:spAutoFit/>
            </a:bodyPr>
            <a:lstStyle/>
            <a:p>
              <a:r>
                <a:rPr lang="en-US" altLang="zh-CN" b="1">
                  <a:effectLst>
                    <a:outerShdw blurRad="38100" dist="38100" dir="2700000" algn="tl">
                      <a:srgbClr val="FFFFFF"/>
                    </a:outerShdw>
                  </a:effectLst>
                </a:rPr>
                <a:t>x = x % 3</a:t>
              </a:r>
            </a:p>
          </p:txBody>
        </p:sp>
      </p:grpSp>
      <p:grpSp>
        <p:nvGrpSpPr>
          <p:cNvPr id="831533" name="Group 45"/>
          <p:cNvGrpSpPr>
            <a:grpSpLocks/>
          </p:cNvGrpSpPr>
          <p:nvPr/>
        </p:nvGrpSpPr>
        <p:grpSpPr bwMode="auto">
          <a:xfrm>
            <a:off x="2172339" y="6329881"/>
            <a:ext cx="4605338" cy="457200"/>
            <a:chOff x="1702" y="3963"/>
            <a:chExt cx="2901" cy="288"/>
          </a:xfrm>
        </p:grpSpPr>
        <p:sp>
          <p:nvSpPr>
            <p:cNvPr id="831525" name="AutoShape 37"/>
            <p:cNvSpPr>
              <a:spLocks noChangeArrowheads="1"/>
            </p:cNvSpPr>
            <p:nvPr/>
          </p:nvSpPr>
          <p:spPr bwMode="auto">
            <a:xfrm>
              <a:off x="2659" y="4090"/>
              <a:ext cx="422" cy="47"/>
            </a:xfrm>
            <a:prstGeom prst="leftRightArrow">
              <a:avLst>
                <a:gd name="adj1" fmla="val 50000"/>
                <a:gd name="adj2" fmla="val 179574"/>
              </a:avLst>
            </a:prstGeom>
            <a:noFill/>
            <a:ln w="9525">
              <a:solidFill>
                <a:schemeClr val="tx1"/>
              </a:solidFill>
              <a:miter lim="800000"/>
              <a:headEnd/>
              <a:tailEnd/>
            </a:ln>
            <a:effectLst/>
          </p:spPr>
          <p:txBody>
            <a:bodyPr wrap="none" anchor="ctr"/>
            <a:lstStyle/>
            <a:p>
              <a:endParaRPr lang="zh-CN" altLang="en-US"/>
            </a:p>
          </p:txBody>
        </p:sp>
        <p:sp>
          <p:nvSpPr>
            <p:cNvPr id="831526" name="Text Box 38"/>
            <p:cNvSpPr txBox="1">
              <a:spLocks noChangeArrowheads="1"/>
            </p:cNvSpPr>
            <p:nvPr/>
          </p:nvSpPr>
          <p:spPr bwMode="auto">
            <a:xfrm>
              <a:off x="1702" y="3963"/>
              <a:ext cx="974" cy="288"/>
            </a:xfrm>
            <a:prstGeom prst="rect">
              <a:avLst/>
            </a:prstGeom>
            <a:noFill/>
            <a:ln w="9525">
              <a:noFill/>
              <a:miter lim="800000"/>
              <a:headEnd/>
              <a:tailEnd/>
            </a:ln>
            <a:effectLst/>
          </p:spPr>
          <p:txBody>
            <a:bodyPr wrap="none">
              <a:spAutoFit/>
            </a:bodyPr>
            <a:lstStyle/>
            <a:p>
              <a:r>
                <a:rPr lang="en-US" altLang="zh-CN" b="1">
                  <a:effectLst>
                    <a:outerShdw blurRad="38100" dist="38100" dir="2700000" algn="tl">
                      <a:srgbClr val="FFFFFF"/>
                    </a:outerShdw>
                  </a:effectLst>
                </a:rPr>
                <a:t>x &amp;= y = 3</a:t>
              </a:r>
            </a:p>
          </p:txBody>
        </p:sp>
        <p:sp>
          <p:nvSpPr>
            <p:cNvPr id="831527" name="Text Box 39"/>
            <p:cNvSpPr txBox="1">
              <a:spLocks noChangeArrowheads="1"/>
            </p:cNvSpPr>
            <p:nvPr/>
          </p:nvSpPr>
          <p:spPr bwMode="auto">
            <a:xfrm>
              <a:off x="3244" y="3963"/>
              <a:ext cx="1359" cy="288"/>
            </a:xfrm>
            <a:prstGeom prst="rect">
              <a:avLst/>
            </a:prstGeom>
            <a:noFill/>
            <a:ln w="9525">
              <a:noFill/>
              <a:miter lim="800000"/>
              <a:headEnd/>
              <a:tailEnd/>
            </a:ln>
            <a:effectLst/>
          </p:spPr>
          <p:txBody>
            <a:bodyPr wrap="none">
              <a:spAutoFit/>
            </a:bodyPr>
            <a:lstStyle/>
            <a:p>
              <a:r>
                <a:rPr kumimoji="0" lang="en-US" altLang="zh-CN" b="1" dirty="0">
                  <a:effectLst>
                    <a:outerShdw blurRad="38100" dist="38100" dir="2700000" algn="tl">
                      <a:srgbClr val="FFFFFF"/>
                    </a:outerShdw>
                  </a:effectLst>
                </a:rPr>
                <a:t>y = </a:t>
              </a:r>
              <a:r>
                <a:rPr lang="en-US" altLang="zh-CN" b="1" dirty="0">
                  <a:effectLst>
                    <a:outerShdw blurRad="38100" dist="38100" dir="2700000" algn="tl">
                      <a:srgbClr val="FFFFFF"/>
                    </a:outerShdw>
                  </a:effectLst>
                </a:rPr>
                <a:t>3 </a:t>
              </a:r>
              <a:r>
                <a:rPr lang="zh-CN" altLang="en-US" sz="2000" b="1" dirty="0">
                  <a:effectLst>
                    <a:outerShdw blurRad="38100" dist="38100" dir="2700000" algn="tl">
                      <a:srgbClr val="FFFFFF"/>
                    </a:outerShdw>
                  </a:effectLst>
                  <a:latin typeface="楷体" pitchFamily="49" charset="-122"/>
                  <a:ea typeface="楷体" pitchFamily="49" charset="-122"/>
                </a:rPr>
                <a:t>和</a:t>
              </a:r>
              <a:r>
                <a:rPr lang="zh-CN" altLang="en-US" b="1" dirty="0">
                  <a:effectLst>
                    <a:outerShdw blurRad="38100" dist="38100" dir="2700000" algn="tl">
                      <a:srgbClr val="FFFFFF"/>
                    </a:outerShdw>
                  </a:effectLst>
                  <a:ea typeface="楷体_GB2312" pitchFamily="49" charset="-122"/>
                </a:rPr>
                <a:t> </a:t>
              </a:r>
              <a:r>
                <a:rPr lang="en-US" altLang="zh-CN" b="1" dirty="0">
                  <a:effectLst>
                    <a:outerShdw blurRad="38100" dist="38100" dir="2700000" algn="tl">
                      <a:srgbClr val="FFFFFF"/>
                    </a:outerShdw>
                  </a:effectLst>
                </a:rPr>
                <a:t>x &amp;= y</a:t>
              </a:r>
            </a:p>
          </p:txBody>
        </p:sp>
      </p:grpSp>
      <p:sp>
        <p:nvSpPr>
          <p:cNvPr id="831534" name="Text Box 46" descr="新闻纸"/>
          <p:cNvSpPr txBox="1">
            <a:spLocks noChangeArrowheads="1"/>
          </p:cNvSpPr>
          <p:nvPr/>
        </p:nvSpPr>
        <p:spPr bwMode="auto">
          <a:xfrm>
            <a:off x="1838319" y="4581128"/>
            <a:ext cx="8111976" cy="860425"/>
          </a:xfrm>
          <a:prstGeom prst="rect">
            <a:avLst/>
          </a:prstGeom>
          <a:blipFill dpi="0" rotWithShape="1">
            <a:blip r:embed="rId4" cstate="print"/>
            <a:srcRect/>
            <a:tile tx="0" ty="0" sx="100000" sy="100000" flip="none" algn="tl"/>
          </a:blip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spAutoFit/>
          </a:bodyPr>
          <a:lstStyle/>
          <a:p>
            <a:pPr eaLnBrk="0" hangingPunct="0"/>
            <a:r>
              <a:rPr lang="zh-CN" altLang="zh-CN" b="1" dirty="0">
                <a:solidFill>
                  <a:srgbClr val="C01920"/>
                </a:solidFill>
                <a:latin typeface="隶书" pitchFamily="49" charset="-122"/>
                <a:ea typeface="隶书" pitchFamily="49" charset="-122"/>
              </a:rPr>
              <a:t>例:  </a:t>
            </a:r>
            <a:r>
              <a:rPr lang="en-US" altLang="zh-CN" b="1" dirty="0">
                <a:effectLst>
                  <a:outerShdw blurRad="38100" dist="38100" dir="2700000" algn="tl">
                    <a:srgbClr val="C0C0C0"/>
                  </a:outerShdw>
                </a:effectLst>
                <a:ea typeface="隶书" pitchFamily="49" charset="-122"/>
              </a:rPr>
              <a:t>a=12;    </a:t>
            </a:r>
          </a:p>
          <a:p>
            <a:pPr eaLnBrk="0" hangingPunct="0"/>
            <a:r>
              <a:rPr lang="en-US" altLang="zh-CN" b="1" dirty="0">
                <a:effectLst>
                  <a:outerShdw blurRad="38100" dist="38100" dir="2700000" algn="tl">
                    <a:srgbClr val="C0C0C0"/>
                  </a:outerShdw>
                </a:effectLst>
                <a:ea typeface="隶书" pitchFamily="49" charset="-122"/>
              </a:rPr>
              <a:t>          a+=a-=a*a;</a:t>
            </a:r>
          </a:p>
        </p:txBody>
      </p:sp>
      <p:sp>
        <p:nvSpPr>
          <p:cNvPr id="831535" name="Text Box 47"/>
          <p:cNvSpPr txBox="1">
            <a:spLocks noChangeArrowheads="1"/>
          </p:cNvSpPr>
          <p:nvPr/>
        </p:nvSpPr>
        <p:spPr bwMode="auto">
          <a:xfrm>
            <a:off x="5347585" y="4876066"/>
            <a:ext cx="4363993" cy="463846"/>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b="1" dirty="0">
                <a:solidFill>
                  <a:srgbClr val="002060"/>
                </a:solidFill>
                <a:ea typeface="隶书" pitchFamily="49" charset="-122"/>
              </a:rPr>
              <a:t>//a=-264 </a:t>
            </a:r>
            <a:r>
              <a:rPr lang="zh-CN" altLang="zh-CN" b="1" dirty="0">
                <a:solidFill>
                  <a:srgbClr val="002060"/>
                </a:solidFill>
                <a:ea typeface="隶书" pitchFamily="49" charset="-122"/>
              </a:rPr>
              <a:t>等价于</a:t>
            </a:r>
            <a:r>
              <a:rPr lang="en-US" altLang="zh-CN" b="1" dirty="0">
                <a:solidFill>
                  <a:srgbClr val="002060"/>
                </a:solidFill>
                <a:ea typeface="隶书" pitchFamily="49" charset="-122"/>
              </a:rPr>
              <a:t>a=a+(a=a-(a*a))</a:t>
            </a:r>
          </a:p>
        </p:txBody>
      </p:sp>
      <p:sp>
        <p:nvSpPr>
          <p:cNvPr id="831536" name="Text Box 48" descr="新闻纸"/>
          <p:cNvSpPr txBox="1">
            <a:spLocks noChangeArrowheads="1"/>
          </p:cNvSpPr>
          <p:nvPr/>
        </p:nvSpPr>
        <p:spPr bwMode="auto">
          <a:xfrm>
            <a:off x="1845604" y="5517081"/>
            <a:ext cx="8118506" cy="1225550"/>
          </a:xfrm>
          <a:prstGeom prst="rect">
            <a:avLst/>
          </a:prstGeom>
          <a:blipFill dpi="0" rotWithShape="1">
            <a:blip r:embed="rId4" cstate="print"/>
            <a:srcRect/>
            <a:tile tx="0" ty="0" sx="100000" sy="100000" flip="none" algn="tl"/>
          </a:blip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spAutoFit/>
          </a:bodyPr>
          <a:lstStyle/>
          <a:p>
            <a:pPr eaLnBrk="0" hangingPunct="0"/>
            <a:r>
              <a:rPr lang="zh-CN" altLang="en-US" b="1" dirty="0">
                <a:solidFill>
                  <a:srgbClr val="C01920"/>
                </a:solidFill>
                <a:latin typeface="隶书" pitchFamily="49" charset="-122"/>
                <a:ea typeface="隶书" pitchFamily="49" charset="-122"/>
              </a:rPr>
              <a:t>例</a:t>
            </a:r>
            <a:r>
              <a:rPr lang="en-US" altLang="zh-CN" b="1" dirty="0">
                <a:solidFill>
                  <a:srgbClr val="C01920"/>
                </a:solidFill>
                <a:latin typeface="隶书" pitchFamily="49" charset="-122"/>
                <a:ea typeface="隶书" pitchFamily="49" charset="-122"/>
              </a:rPr>
              <a:t>: </a:t>
            </a:r>
            <a:r>
              <a:rPr lang="en-US" altLang="zh-CN" b="1" dirty="0" err="1">
                <a:effectLst>
                  <a:outerShdw blurRad="38100" dist="38100" dir="2700000" algn="tl">
                    <a:srgbClr val="C0C0C0"/>
                  </a:outerShdw>
                </a:effectLst>
                <a:ea typeface="隶书" pitchFamily="49" charset="-122"/>
              </a:rPr>
              <a:t>int</a:t>
            </a:r>
            <a:r>
              <a:rPr lang="en-US" altLang="zh-CN" b="1" dirty="0">
                <a:effectLst>
                  <a:outerShdw blurRad="38100" dist="38100" dir="2700000" algn="tl">
                    <a:srgbClr val="C0C0C0"/>
                  </a:outerShdw>
                </a:effectLst>
                <a:ea typeface="隶书" pitchFamily="49" charset="-122"/>
              </a:rPr>
              <a:t> a=2;  </a:t>
            </a:r>
          </a:p>
          <a:p>
            <a:pPr eaLnBrk="0" hangingPunct="0"/>
            <a:r>
              <a:rPr lang="en-US" altLang="zh-CN" b="1" dirty="0">
                <a:effectLst>
                  <a:outerShdw blurRad="38100" dist="38100" dir="2700000" algn="tl">
                    <a:srgbClr val="C0C0C0"/>
                  </a:outerShdw>
                </a:effectLst>
                <a:ea typeface="隶书" pitchFamily="49" charset="-122"/>
              </a:rPr>
              <a:t>        a%=4-1;  </a:t>
            </a:r>
          </a:p>
          <a:p>
            <a:pPr eaLnBrk="0" hangingPunct="0"/>
            <a:r>
              <a:rPr lang="en-US" altLang="zh-CN" b="1" dirty="0">
                <a:effectLst>
                  <a:outerShdw blurRad="38100" dist="38100" dir="2700000" algn="tl">
                    <a:srgbClr val="C0C0C0"/>
                  </a:outerShdw>
                </a:effectLst>
                <a:ea typeface="隶书" pitchFamily="49" charset="-122"/>
              </a:rPr>
              <a:t>        a+=a*=a-=a*=3;  </a:t>
            </a:r>
          </a:p>
        </p:txBody>
      </p:sp>
      <p:sp>
        <p:nvSpPr>
          <p:cNvPr id="831537" name="Text Box 49"/>
          <p:cNvSpPr txBox="1">
            <a:spLocks noChangeArrowheads="1"/>
          </p:cNvSpPr>
          <p:nvPr/>
        </p:nvSpPr>
        <p:spPr bwMode="auto">
          <a:xfrm>
            <a:off x="4892685" y="6210184"/>
            <a:ext cx="5123816" cy="463846"/>
          </a:xfrm>
          <a:prstGeom prst="rect">
            <a:avLst/>
          </a:prstGeom>
          <a:noFill/>
          <a:ln w="38100">
            <a:noFill/>
            <a:miter lim="800000"/>
            <a:headEnd/>
            <a:tailEnd/>
          </a:ln>
          <a:effectLst/>
        </p:spPr>
        <p:txBody>
          <a:bodyPr wrap="none" lIns="90000" tIns="46800" rIns="90000" bIns="46800">
            <a:spAutoFit/>
          </a:bodyPr>
          <a:lstStyle/>
          <a:p>
            <a:pPr eaLnBrk="0" hangingPunct="0"/>
            <a:r>
              <a:rPr lang="en-US" altLang="zh-CN" b="1" dirty="0">
                <a:solidFill>
                  <a:srgbClr val="002060"/>
                </a:solidFill>
                <a:ea typeface="隶书" pitchFamily="49" charset="-122"/>
              </a:rPr>
              <a:t>//a=0 </a:t>
            </a:r>
            <a:r>
              <a:rPr lang="zh-CN" altLang="en-US" b="1" dirty="0">
                <a:solidFill>
                  <a:srgbClr val="002060"/>
                </a:solidFill>
                <a:ea typeface="隶书" pitchFamily="49" charset="-122"/>
              </a:rPr>
              <a:t>等价于</a:t>
            </a:r>
            <a:r>
              <a:rPr lang="en-US" altLang="zh-CN" b="1" dirty="0">
                <a:solidFill>
                  <a:srgbClr val="002060"/>
                </a:solidFill>
                <a:ea typeface="隶书" pitchFamily="49" charset="-122"/>
              </a:rPr>
              <a:t>a=a+(a=a*(a=a-(a=a*3)))</a:t>
            </a:r>
          </a:p>
        </p:txBody>
      </p:sp>
      <p:sp>
        <p:nvSpPr>
          <p:cNvPr id="831508" name="Text Box 20"/>
          <p:cNvSpPr txBox="1">
            <a:spLocks noChangeArrowheads="1"/>
          </p:cNvSpPr>
          <p:nvPr/>
        </p:nvSpPr>
        <p:spPr bwMode="auto">
          <a:xfrm>
            <a:off x="1852134" y="2560233"/>
            <a:ext cx="5081885" cy="1941173"/>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spAutoFit/>
          </a:bodyPr>
          <a:lstStyle/>
          <a:p>
            <a:pPr eaLnBrk="0" hangingPunct="0"/>
            <a:r>
              <a:rPr lang="zh-CN" altLang="zh-CN" b="1" dirty="0">
                <a:solidFill>
                  <a:srgbClr val="C01920"/>
                </a:solidFill>
                <a:latin typeface="隶书" pitchFamily="49" charset="-122"/>
                <a:ea typeface="隶书" pitchFamily="49" charset="-122"/>
              </a:rPr>
              <a:t>例：</a:t>
            </a:r>
            <a:r>
              <a:rPr lang="zh-CN" altLang="zh-CN" dirty="0">
                <a:solidFill>
                  <a:srgbClr val="C01920"/>
                </a:solidFill>
                <a:latin typeface="隶书" pitchFamily="49" charset="-122"/>
                <a:ea typeface="隶书" pitchFamily="49" charset="-122"/>
              </a:rPr>
              <a:t>   </a:t>
            </a:r>
            <a:r>
              <a:rPr lang="en-US" altLang="zh-CN" b="1" dirty="0" err="1">
                <a:effectLst>
                  <a:outerShdw blurRad="38100" dist="38100" dir="2700000" algn="tl">
                    <a:srgbClr val="C0C0C0"/>
                  </a:outerShdw>
                </a:effectLst>
              </a:rPr>
              <a:t>sizeof</a:t>
            </a:r>
            <a:r>
              <a:rPr lang="en-US" altLang="zh-CN" b="1" dirty="0">
                <a:effectLst>
                  <a:outerShdw blurRad="38100" dist="38100" dir="2700000" algn="tl">
                    <a:srgbClr val="C0C0C0"/>
                  </a:outerShdw>
                </a:effectLst>
              </a:rPr>
              <a:t> (short)     </a:t>
            </a:r>
            <a:r>
              <a:rPr lang="zh-CN" altLang="en-US" sz="2000" b="1" dirty="0">
                <a:solidFill>
                  <a:srgbClr val="002060"/>
                </a:solidFill>
                <a:effectLst>
                  <a:outerShdw blurRad="38100" dist="38100" dir="2700000" algn="tl">
                    <a:srgbClr val="C0C0C0"/>
                  </a:outerShdw>
                </a:effectLst>
                <a:latin typeface="+mn-lt"/>
                <a:ea typeface="楷体" pitchFamily="49" charset="-122"/>
              </a:rPr>
              <a:t>其值为</a:t>
            </a:r>
            <a:r>
              <a:rPr lang="en-US" altLang="zh-CN" sz="2000" b="1" dirty="0">
                <a:solidFill>
                  <a:srgbClr val="CC0000"/>
                </a:solidFill>
                <a:effectLst>
                  <a:outerShdw blurRad="38100" dist="38100" dir="2700000" algn="tl">
                    <a:srgbClr val="C0C0C0"/>
                  </a:outerShdw>
                </a:effectLst>
                <a:latin typeface="+mn-lt"/>
                <a:ea typeface="楷体" pitchFamily="49" charset="-122"/>
              </a:rPr>
              <a:t>2</a:t>
            </a:r>
            <a:endParaRPr lang="zh-CN" altLang="en-US" sz="2000" b="1" dirty="0">
              <a:solidFill>
                <a:srgbClr val="CC0000"/>
              </a:solidFill>
              <a:effectLst>
                <a:outerShdw blurRad="38100" dist="38100" dir="2700000" algn="tl">
                  <a:srgbClr val="C0C0C0"/>
                </a:outerShdw>
              </a:effectLst>
              <a:latin typeface="+mn-lt"/>
              <a:ea typeface="楷体" pitchFamily="49" charset="-122"/>
            </a:endParaRPr>
          </a:p>
          <a:p>
            <a:pPr eaLnBrk="0" hangingPunct="0"/>
            <a:r>
              <a:rPr lang="en-US" altLang="zh-CN" b="1" dirty="0">
                <a:effectLst>
                  <a:outerShdw blurRad="38100" dist="38100" dir="2700000" algn="tl">
                    <a:srgbClr val="C0C0C0"/>
                  </a:outerShdw>
                </a:effectLst>
              </a:rPr>
              <a:t>              </a:t>
            </a:r>
            <a:r>
              <a:rPr lang="en-US" altLang="zh-CN" b="1" dirty="0" err="1">
                <a:effectLst>
                  <a:outerShdw blurRad="38100" dist="38100" dir="2700000" algn="tl">
                    <a:srgbClr val="C0C0C0"/>
                  </a:outerShdw>
                </a:effectLst>
              </a:rPr>
              <a:t>sizeof</a:t>
            </a:r>
            <a:r>
              <a:rPr lang="en-US" altLang="zh-CN" b="1" dirty="0">
                <a:effectLst>
                  <a:outerShdw blurRad="38100" dist="38100" dir="2700000" algn="tl">
                    <a:srgbClr val="C0C0C0"/>
                  </a:outerShdw>
                </a:effectLst>
              </a:rPr>
              <a:t> (long)       </a:t>
            </a:r>
            <a:r>
              <a:rPr lang="zh-CN" altLang="en-US" sz="2000" b="1" dirty="0">
                <a:solidFill>
                  <a:srgbClr val="002060"/>
                </a:solidFill>
                <a:effectLst>
                  <a:outerShdw blurRad="38100" dist="38100" dir="2700000" algn="tl">
                    <a:srgbClr val="C0C0C0"/>
                  </a:outerShdw>
                </a:effectLst>
                <a:latin typeface="+mn-lt"/>
                <a:ea typeface="楷体" pitchFamily="49" charset="-122"/>
              </a:rPr>
              <a:t>其值是</a:t>
            </a:r>
            <a:r>
              <a:rPr lang="en-US" altLang="zh-CN" sz="2000" b="1" dirty="0">
                <a:solidFill>
                  <a:srgbClr val="002060"/>
                </a:solidFill>
                <a:effectLst>
                  <a:outerShdw blurRad="38100" dist="38100" dir="2700000" algn="tl">
                    <a:srgbClr val="C0C0C0"/>
                  </a:outerShdw>
                </a:effectLst>
                <a:latin typeface="+mn-lt"/>
                <a:ea typeface="楷体" pitchFamily="49" charset="-122"/>
              </a:rPr>
              <a:t>4</a:t>
            </a:r>
            <a:r>
              <a:rPr lang="en-US" altLang="zh-CN" dirty="0">
                <a:solidFill>
                  <a:srgbClr val="002060"/>
                </a:solidFill>
              </a:rPr>
              <a:t> </a:t>
            </a:r>
          </a:p>
          <a:p>
            <a:pPr eaLnBrk="0" hangingPunct="0"/>
            <a:r>
              <a:rPr lang="en-US" altLang="zh-CN" dirty="0"/>
              <a:t>              </a:t>
            </a:r>
            <a:r>
              <a:rPr lang="en-US" altLang="zh-CN" b="1" dirty="0" err="1"/>
              <a:t>sizeof</a:t>
            </a:r>
            <a:r>
              <a:rPr lang="en-US" altLang="zh-CN" b="1" dirty="0"/>
              <a:t> 10L          </a:t>
            </a:r>
            <a:r>
              <a:rPr lang="zh-CN" altLang="en-US" sz="2000" b="1" dirty="0">
                <a:solidFill>
                  <a:srgbClr val="002060"/>
                </a:solidFill>
                <a:effectLst>
                  <a:outerShdw blurRad="38100" dist="38100" dir="2700000" algn="tl">
                    <a:srgbClr val="C0C0C0"/>
                  </a:outerShdw>
                </a:effectLst>
                <a:latin typeface="+mn-lt"/>
                <a:ea typeface="楷体" pitchFamily="49" charset="-122"/>
              </a:rPr>
              <a:t>其值也是</a:t>
            </a:r>
            <a:r>
              <a:rPr lang="en-US" altLang="zh-CN" sz="2000" b="1" dirty="0">
                <a:solidFill>
                  <a:srgbClr val="002060"/>
                </a:solidFill>
                <a:effectLst>
                  <a:outerShdw blurRad="38100" dist="38100" dir="2700000" algn="tl">
                    <a:srgbClr val="C0C0C0"/>
                  </a:outerShdw>
                </a:effectLst>
                <a:latin typeface="+mn-lt"/>
                <a:ea typeface="楷体" pitchFamily="49" charset="-122"/>
              </a:rPr>
              <a:t>4</a:t>
            </a:r>
            <a:r>
              <a:rPr lang="en-US" altLang="zh-CN" dirty="0"/>
              <a:t> </a:t>
            </a:r>
          </a:p>
          <a:p>
            <a:pPr eaLnBrk="0" hangingPunct="0"/>
            <a:r>
              <a:rPr lang="en-US" altLang="zh-CN" dirty="0"/>
              <a:t>              </a:t>
            </a:r>
            <a:r>
              <a:rPr lang="en-US" altLang="zh-CN" b="1" dirty="0"/>
              <a:t>unsigned long a = 2;</a:t>
            </a:r>
          </a:p>
          <a:p>
            <a:pPr eaLnBrk="0" hangingPunct="0"/>
            <a:r>
              <a:rPr lang="en-US" altLang="zh-CN" b="1" dirty="0"/>
              <a:t>              </a:t>
            </a:r>
            <a:r>
              <a:rPr lang="en-US" altLang="zh-CN" b="1" dirty="0" err="1"/>
              <a:t>sizeof</a:t>
            </a:r>
            <a:r>
              <a:rPr lang="en-US" altLang="zh-CN" b="1" dirty="0"/>
              <a:t> (a)            </a:t>
            </a:r>
            <a:r>
              <a:rPr lang="zh-CN" altLang="en-US" sz="2000" b="1" dirty="0">
                <a:solidFill>
                  <a:srgbClr val="002060"/>
                </a:solidFill>
                <a:effectLst>
                  <a:outerShdw blurRad="38100" dist="38100" dir="2700000" algn="tl">
                    <a:srgbClr val="C0C0C0"/>
                  </a:outerShdw>
                </a:effectLst>
                <a:latin typeface="+mn-lt"/>
                <a:ea typeface="楷体" pitchFamily="49" charset="-122"/>
              </a:rPr>
              <a:t>其值也是</a:t>
            </a:r>
            <a:r>
              <a:rPr lang="en-US" altLang="zh-CN" sz="2000" b="1" dirty="0">
                <a:solidFill>
                  <a:srgbClr val="002060"/>
                </a:solidFill>
                <a:effectLst>
                  <a:outerShdw blurRad="38100" dist="38100" dir="2700000" algn="tl">
                    <a:srgbClr val="C0C0C0"/>
                  </a:outerShdw>
                </a:effectLst>
                <a:latin typeface="+mn-lt"/>
                <a:ea typeface="楷体" pitchFamily="49" charset="-122"/>
              </a:rPr>
              <a:t>4</a:t>
            </a:r>
            <a:r>
              <a:rPr lang="en-US" altLang="zh-CN" sz="2000" b="1" dirty="0">
                <a:solidFill>
                  <a:schemeClr val="accent2"/>
                </a:solidFill>
                <a:effectLst>
                  <a:outerShdw blurRad="38100" dist="38100" dir="2700000" algn="tl">
                    <a:srgbClr val="C0C0C0"/>
                  </a:outerShdw>
                </a:effectLst>
                <a:latin typeface="+mn-lt"/>
                <a:ea typeface="楷体" pitchFamily="49" charset="-122"/>
              </a:rPr>
              <a:t>        </a:t>
            </a:r>
          </a:p>
        </p:txBody>
      </p:sp>
      <p:sp>
        <p:nvSpPr>
          <p:cNvPr id="33" name="Text Box 20"/>
          <p:cNvSpPr txBox="1">
            <a:spLocks noChangeArrowheads="1"/>
          </p:cNvSpPr>
          <p:nvPr/>
        </p:nvSpPr>
        <p:spPr bwMode="auto">
          <a:xfrm>
            <a:off x="1852134" y="2541364"/>
            <a:ext cx="8111976" cy="1941173"/>
          </a:xfrm>
          <a:prstGeom prst="rect">
            <a:avLst/>
          </a:prstGeom>
          <a:gradFill>
            <a:gsLst>
              <a:gs pos="0">
                <a:srgbClr val="CFCFD1"/>
              </a:gs>
              <a:gs pos="100000">
                <a:schemeClr val="bg1">
                  <a:lumMod val="95000"/>
                </a:schemeClr>
              </a:gs>
            </a:gsLst>
            <a:lin ang="5400000" scaled="1"/>
          </a:gra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spAutoFit/>
          </a:bodyPr>
          <a:lstStyle/>
          <a:p>
            <a:r>
              <a:rPr lang="en-US" altLang="zh-CN" sz="2000" b="1" dirty="0">
                <a:solidFill>
                  <a:srgbClr val="FF3399"/>
                </a:solidFill>
                <a:latin typeface="+mn-lt"/>
                <a:ea typeface="隶书" pitchFamily="49" charset="-122"/>
              </a:rPr>
              <a:t>        </a:t>
            </a:r>
            <a:r>
              <a:rPr lang="zh-CN" altLang="en-US" sz="2000" b="1" dirty="0">
                <a:solidFill>
                  <a:srgbClr val="C01920"/>
                </a:solidFill>
                <a:latin typeface="+mn-lt"/>
                <a:ea typeface="隶书" pitchFamily="49" charset="-122"/>
              </a:rPr>
              <a:t>注意：</a:t>
            </a:r>
            <a:r>
              <a:rPr lang="en-US" altLang="zh-CN" sz="2000" b="1" dirty="0" err="1">
                <a:solidFill>
                  <a:srgbClr val="C01920"/>
                </a:solidFill>
                <a:latin typeface="+mn-lt"/>
                <a:ea typeface="隶书" pitchFamily="49" charset="-122"/>
              </a:rPr>
              <a:t>sizeof</a:t>
            </a:r>
            <a:r>
              <a:rPr lang="zh-CN" altLang="zh-CN" sz="2000" b="1" dirty="0">
                <a:solidFill>
                  <a:srgbClr val="C01920"/>
                </a:solidFill>
                <a:latin typeface="+mn-lt"/>
                <a:ea typeface="隶书" pitchFamily="49" charset="-122"/>
              </a:rPr>
              <a:t>仅仅提供后面表达式或数据类型所占内存字节数，并不完成对表达式的计算。例如：</a:t>
            </a:r>
          </a:p>
          <a:p>
            <a:r>
              <a:rPr lang="en-US" altLang="zh-CN" sz="2000" b="1" dirty="0">
                <a:solidFill>
                  <a:srgbClr val="002060"/>
                </a:solidFill>
                <a:latin typeface="+mn-lt"/>
                <a:ea typeface="隶书" pitchFamily="49" charset="-122"/>
              </a:rPr>
              <a:t>        </a:t>
            </a:r>
            <a:r>
              <a:rPr lang="en-US" altLang="zh-CN" sz="2000" b="1" dirty="0" err="1">
                <a:solidFill>
                  <a:srgbClr val="002060"/>
                </a:solidFill>
                <a:latin typeface="+mn-lt"/>
                <a:ea typeface="隶书" pitchFamily="49" charset="-122"/>
              </a:rPr>
              <a:t>int</a:t>
            </a:r>
            <a:r>
              <a:rPr lang="en-US" altLang="zh-CN" sz="2000" b="1" dirty="0">
                <a:solidFill>
                  <a:srgbClr val="002060"/>
                </a:solidFill>
                <a:latin typeface="+mn-lt"/>
                <a:ea typeface="隶书" pitchFamily="49" charset="-122"/>
              </a:rPr>
              <a:t> a = 2, b = 3, c;</a:t>
            </a:r>
            <a:endParaRPr lang="zh-CN" altLang="zh-CN" sz="2000" b="1" dirty="0">
              <a:solidFill>
                <a:srgbClr val="002060"/>
              </a:solidFill>
              <a:latin typeface="+mn-lt"/>
              <a:ea typeface="隶书" pitchFamily="49" charset="-122"/>
            </a:endParaRPr>
          </a:p>
          <a:p>
            <a:r>
              <a:rPr lang="en-US" altLang="zh-CN" sz="2000" b="1" dirty="0">
                <a:solidFill>
                  <a:srgbClr val="002060"/>
                </a:solidFill>
                <a:latin typeface="+mn-lt"/>
                <a:ea typeface="隶书" pitchFamily="49" charset="-122"/>
              </a:rPr>
              <a:t>        c = </a:t>
            </a:r>
            <a:r>
              <a:rPr lang="en-US" altLang="zh-CN" sz="2000" b="1" dirty="0" err="1">
                <a:solidFill>
                  <a:srgbClr val="002060"/>
                </a:solidFill>
                <a:latin typeface="+mn-lt"/>
                <a:ea typeface="隶书" pitchFamily="49" charset="-122"/>
              </a:rPr>
              <a:t>sizeof</a:t>
            </a:r>
            <a:r>
              <a:rPr lang="en-US" altLang="zh-CN" sz="2000" b="1" dirty="0">
                <a:solidFill>
                  <a:srgbClr val="002060"/>
                </a:solidFill>
                <a:latin typeface="+mn-lt"/>
                <a:ea typeface="隶书" pitchFamily="49" charset="-122"/>
              </a:rPr>
              <a:t>(b = a++);</a:t>
            </a:r>
            <a:endParaRPr lang="zh-CN" altLang="zh-CN" sz="2000" b="1" dirty="0">
              <a:solidFill>
                <a:srgbClr val="002060"/>
              </a:solidFill>
              <a:latin typeface="+mn-lt"/>
              <a:ea typeface="隶书" pitchFamily="49" charset="-122"/>
            </a:endParaRPr>
          </a:p>
          <a:p>
            <a:r>
              <a:rPr lang="en-US" altLang="zh-CN" sz="2000" b="1" dirty="0">
                <a:solidFill>
                  <a:srgbClr val="002060"/>
                </a:solidFill>
                <a:latin typeface="+mn-lt"/>
                <a:ea typeface="隶书" pitchFamily="49" charset="-122"/>
              </a:rPr>
              <a:t>        </a:t>
            </a:r>
            <a:r>
              <a:rPr lang="en-US" altLang="zh-CN" sz="2000" b="1" dirty="0" err="1">
                <a:solidFill>
                  <a:srgbClr val="002060"/>
                </a:solidFill>
                <a:latin typeface="+mn-lt"/>
                <a:ea typeface="隶书" pitchFamily="49" charset="-122"/>
              </a:rPr>
              <a:t>printf</a:t>
            </a:r>
            <a:r>
              <a:rPr lang="en-US" altLang="zh-CN" sz="2000" b="1" dirty="0">
                <a:solidFill>
                  <a:srgbClr val="002060"/>
                </a:solidFill>
                <a:latin typeface="+mn-lt"/>
                <a:ea typeface="隶书" pitchFamily="49" charset="-122"/>
              </a:rPr>
              <a:t>("a = %d, b = %d, c = %d\n", a, b, c);  </a:t>
            </a:r>
          </a:p>
          <a:p>
            <a:r>
              <a:rPr lang="en-US" altLang="zh-CN" sz="2000" b="1" dirty="0">
                <a:solidFill>
                  <a:srgbClr val="FF3399"/>
                </a:solidFill>
                <a:latin typeface="+mn-lt"/>
                <a:ea typeface="隶书" pitchFamily="49" charset="-122"/>
              </a:rPr>
              <a:t>        </a:t>
            </a:r>
            <a:r>
              <a:rPr lang="zh-CN" altLang="zh-CN" sz="2000" b="1" dirty="0">
                <a:solidFill>
                  <a:srgbClr val="C01920"/>
                </a:solidFill>
                <a:latin typeface="+mn-lt"/>
                <a:ea typeface="隶书" pitchFamily="49" charset="-122"/>
              </a:rPr>
              <a:t>输出：</a:t>
            </a:r>
            <a:r>
              <a:rPr lang="en-US" altLang="zh-CN" sz="2000" b="1" dirty="0">
                <a:solidFill>
                  <a:srgbClr val="C01920"/>
                </a:solidFill>
                <a:latin typeface="+mn-lt"/>
                <a:ea typeface="隶书" pitchFamily="49" charset="-122"/>
              </a:rPr>
              <a:t>a = 2, b = 3, c= 4</a:t>
            </a:r>
            <a:r>
              <a:rPr lang="zh-CN" altLang="zh-CN" sz="2000" b="1" dirty="0">
                <a:solidFill>
                  <a:srgbClr val="C01920"/>
                </a:solidFill>
                <a:latin typeface="+mn-lt"/>
                <a:ea typeface="隶书" pitchFamily="49" charset="-122"/>
              </a:rPr>
              <a:t>，</a:t>
            </a:r>
            <a:r>
              <a:rPr lang="en-US" altLang="zh-CN" sz="2000" b="1" dirty="0">
                <a:solidFill>
                  <a:srgbClr val="C01920"/>
                </a:solidFill>
                <a:latin typeface="+mn-lt"/>
                <a:ea typeface="隶书" pitchFamily="49" charset="-122"/>
              </a:rPr>
              <a:t>a</a:t>
            </a:r>
            <a:r>
              <a:rPr lang="zh-CN" altLang="zh-CN" sz="2000" b="1" dirty="0">
                <a:solidFill>
                  <a:srgbClr val="C01920"/>
                </a:solidFill>
                <a:latin typeface="+mn-lt"/>
                <a:ea typeface="隶书" pitchFamily="49" charset="-122"/>
              </a:rPr>
              <a:t>、</a:t>
            </a:r>
            <a:r>
              <a:rPr lang="en-US" altLang="zh-CN" sz="2000" b="1" dirty="0">
                <a:solidFill>
                  <a:srgbClr val="C01920"/>
                </a:solidFill>
                <a:latin typeface="+mn-lt"/>
                <a:ea typeface="隶书" pitchFamily="49" charset="-122"/>
              </a:rPr>
              <a:t>b</a:t>
            </a:r>
            <a:r>
              <a:rPr lang="zh-CN" altLang="zh-CN" sz="2000" b="1" dirty="0">
                <a:solidFill>
                  <a:srgbClr val="C01920"/>
                </a:solidFill>
                <a:latin typeface="+mn-lt"/>
                <a:ea typeface="隶书" pitchFamily="49" charset="-122"/>
              </a:rPr>
              <a:t>的值没变化</a:t>
            </a:r>
          </a:p>
        </p:txBody>
      </p:sp>
      <p:sp>
        <p:nvSpPr>
          <p:cNvPr id="34" name="Rectangle 2">
            <a:extLst>
              <a:ext uri="{FF2B5EF4-FFF2-40B4-BE49-F238E27FC236}">
                <a16:creationId xmlns:a16="http://schemas.microsoft.com/office/drawing/2014/main" id="{2DB0D800-7A7D-4ADB-87F9-E6AE02D99AFC}"/>
              </a:ext>
            </a:extLst>
          </p:cNvPr>
          <p:cNvSpPr txBox="1">
            <a:spLocks noChangeArrowheads="1"/>
          </p:cNvSpPr>
          <p:nvPr/>
        </p:nvSpPr>
        <p:spPr>
          <a:xfrm>
            <a:off x="783220" y="843295"/>
            <a:ext cx="7772400" cy="647700"/>
          </a:xfrm>
          <a:prstGeom prst="rect">
            <a:avLst/>
          </a:prstGeom>
        </p:spPr>
        <p:txBody>
          <a:bodyPr/>
          <a:lst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a:lstStyle>
          <a:p>
            <a:pPr algn="just">
              <a:buFontTx/>
              <a:buNone/>
            </a:pPr>
            <a:r>
              <a:rPr lang="en-US" altLang="zh-CN" kern="0" dirty="0">
                <a:solidFill>
                  <a:srgbClr val="C01920"/>
                </a:solidFill>
                <a:effectLst/>
                <a:latin typeface="楷体" panose="02010609060101010101" pitchFamily="49" charset="-122"/>
                <a:ea typeface="楷体" panose="02010609060101010101" pitchFamily="49" charset="-122"/>
              </a:rPr>
              <a:t>8. </a:t>
            </a:r>
            <a:r>
              <a:rPr lang="en-US" altLang="zh-CN" kern="0" dirty="0" err="1">
                <a:solidFill>
                  <a:srgbClr val="C01920"/>
                </a:solidFill>
                <a:effectLst/>
                <a:latin typeface="楷体" panose="02010609060101010101" pitchFamily="49" charset="-122"/>
                <a:ea typeface="楷体" panose="02010609060101010101" pitchFamily="49" charset="-122"/>
              </a:rPr>
              <a:t>sizeof</a:t>
            </a:r>
            <a:r>
              <a:rPr lang="zh-CN" altLang="en-US" kern="0" dirty="0">
                <a:solidFill>
                  <a:srgbClr val="C01920"/>
                </a:solidFill>
                <a:effectLst/>
                <a:latin typeface="楷体" panose="02010609060101010101" pitchFamily="49" charset="-122"/>
                <a:ea typeface="楷体" panose="02010609060101010101" pitchFamily="49" charset="-122"/>
              </a:rPr>
              <a:t>运算符、复合运算符 </a:t>
            </a:r>
          </a:p>
        </p:txBody>
      </p:sp>
      <p:sp>
        <p:nvSpPr>
          <p:cNvPr id="35" name="Rectangle 4">
            <a:extLst>
              <a:ext uri="{FF2B5EF4-FFF2-40B4-BE49-F238E27FC236}">
                <a16:creationId xmlns:a16="http://schemas.microsoft.com/office/drawing/2014/main" id="{DA14CDDC-3FC9-479C-9CE4-09E24E898604}"/>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3.4  C</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语言的运算符与表达式</a:t>
            </a: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anim calcmode="lin" valueType="num">
                                      <p:cBhvr additive="base">
                                        <p:cTn id="7" dur="500" fill="hold"/>
                                        <p:tgtEl>
                                          <p:spTgt spid="3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831494"/>
                                        </p:tgtEl>
                                        <p:attrNameLst>
                                          <p:attrName>style.visibility</p:attrName>
                                        </p:attrNameLst>
                                      </p:cBhvr>
                                      <p:to>
                                        <p:strVal val="visible"/>
                                      </p:to>
                                    </p:set>
                                    <p:animEffect transition="in" filter="box(in)">
                                      <p:cBhvr>
                                        <p:cTn id="13" dur="500"/>
                                        <p:tgtEl>
                                          <p:spTgt spid="831494"/>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831507"/>
                                        </p:tgtEl>
                                        <p:attrNameLst>
                                          <p:attrName>style.visibility</p:attrName>
                                        </p:attrNameLst>
                                      </p:cBhvr>
                                      <p:to>
                                        <p:strVal val="visible"/>
                                      </p:to>
                                    </p:set>
                                    <p:animEffect transition="in" filter="box(out)">
                                      <p:cBhvr>
                                        <p:cTn id="18" dur="500"/>
                                        <p:tgtEl>
                                          <p:spTgt spid="831507"/>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831508"/>
                                        </p:tgtEl>
                                        <p:attrNameLst>
                                          <p:attrName>style.visibility</p:attrName>
                                        </p:attrNameLst>
                                      </p:cBhvr>
                                      <p:to>
                                        <p:strVal val="visible"/>
                                      </p:to>
                                    </p:set>
                                    <p:animEffect transition="in" filter="box(out)">
                                      <p:cBhvr>
                                        <p:cTn id="23" dur="500"/>
                                        <p:tgtEl>
                                          <p:spTgt spid="831508"/>
                                        </p:tgtEl>
                                      </p:cBhvr>
                                    </p:animEffect>
                                  </p:childTnLst>
                                  <p:subTnLst>
                                    <p:set>
                                      <p:cBhvr override="childStyle">
                                        <p:cTn dur="1" fill="hold" display="0" masterRel="nextClick" afterEffect="1"/>
                                        <p:tgtEl>
                                          <p:spTgt spid="831508"/>
                                        </p:tgtEl>
                                        <p:attrNameLst>
                                          <p:attrName>style.visibility</p:attrName>
                                        </p:attrNameLst>
                                      </p:cBhvr>
                                      <p:to>
                                        <p:strVal val="hidden"/>
                                      </p:to>
                                    </p:se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box(out)">
                                      <p:cBhvr>
                                        <p:cTn id="28" dur="500"/>
                                        <p:tgtEl>
                                          <p:spTgt spid="33"/>
                                        </p:tgtEl>
                                      </p:cBhvr>
                                    </p:animEffect>
                                  </p:childTnLst>
                                  <p:subTnLst>
                                    <p:set>
                                      <p:cBhvr override="childStyle">
                                        <p:cTn dur="1" fill="hold" display="0" masterRel="nextClick" afterEffect="1"/>
                                        <p:tgtEl>
                                          <p:spTgt spid="33"/>
                                        </p:tgtEl>
                                        <p:attrNameLst>
                                          <p:attrName>style.visibility</p:attrName>
                                        </p:attrNameLst>
                                      </p:cBhvr>
                                      <p:to>
                                        <p:strVal val="hidden"/>
                                      </p:to>
                                    </p:set>
                                    <p:audio>
                                      <p:cMediaNode>
                                        <p:cTn display="0" masterRel="sameClick">
                                          <p:stCondLst>
                                            <p:cond evt="begin" delay="0">
                                              <p:tn val="26"/>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831509"/>
                                        </p:tgtEl>
                                        <p:attrNameLst>
                                          <p:attrName>style.visibility</p:attrName>
                                        </p:attrNameLst>
                                      </p:cBhvr>
                                      <p:to>
                                        <p:strVal val="visible"/>
                                      </p:to>
                                    </p:set>
                                    <p:animEffect transition="in" filter="box(in)">
                                      <p:cBhvr>
                                        <p:cTn id="33" dur="500"/>
                                        <p:tgtEl>
                                          <p:spTgt spid="831509"/>
                                        </p:tgtEl>
                                      </p:cBhvr>
                                    </p:animEffec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childTnLst>
                    </p:cTn>
                  </p:par>
                  <p:par>
                    <p:cTn id="34" fill="hold">
                      <p:stCondLst>
                        <p:cond delay="indefinite"/>
                      </p:stCondLst>
                      <p:childTnLst>
                        <p:par>
                          <p:cTn id="35" fill="hold">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831511"/>
                                        </p:tgtEl>
                                        <p:attrNameLst>
                                          <p:attrName>style.visibility</p:attrName>
                                        </p:attrNameLst>
                                      </p:cBhvr>
                                      <p:to>
                                        <p:strVal val="visible"/>
                                      </p:to>
                                    </p:set>
                                    <p:anim calcmode="lin" valueType="num">
                                      <p:cBhvr additive="base">
                                        <p:cTn id="38" dur="500" fill="hold"/>
                                        <p:tgtEl>
                                          <p:spTgt spid="831511"/>
                                        </p:tgtEl>
                                        <p:attrNameLst>
                                          <p:attrName>ppt_x</p:attrName>
                                        </p:attrNameLst>
                                      </p:cBhvr>
                                      <p:tavLst>
                                        <p:tav tm="0">
                                          <p:val>
                                            <p:strVal val="0-#ppt_w/2"/>
                                          </p:val>
                                        </p:tav>
                                        <p:tav tm="100000">
                                          <p:val>
                                            <p:strVal val="#ppt_x"/>
                                          </p:val>
                                        </p:tav>
                                      </p:tavLst>
                                    </p:anim>
                                    <p:anim calcmode="lin" valueType="num">
                                      <p:cBhvr additive="base">
                                        <p:cTn id="39" dur="500" fill="hold"/>
                                        <p:tgtEl>
                                          <p:spTgt spid="83151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par>
                    <p:cTn id="40" fill="hold">
                      <p:stCondLst>
                        <p:cond delay="indefinite"/>
                      </p:stCondLst>
                      <p:childTnLst>
                        <p:par>
                          <p:cTn id="41" fill="hold">
                            <p:stCondLst>
                              <p:cond delay="0"/>
                            </p:stCondLst>
                            <p:childTnLst>
                              <p:par>
                                <p:cTn id="42" presetID="2" presetClass="entr" presetSubtype="8" fill="hold" grpId="0" nodeType="clickEffect">
                                  <p:stCondLst>
                                    <p:cond delay="0"/>
                                  </p:stCondLst>
                                  <p:childTnLst>
                                    <p:set>
                                      <p:cBhvr>
                                        <p:cTn id="43" dur="1" fill="hold">
                                          <p:stCondLst>
                                            <p:cond delay="0"/>
                                          </p:stCondLst>
                                        </p:cTn>
                                        <p:tgtEl>
                                          <p:spTgt spid="831510"/>
                                        </p:tgtEl>
                                        <p:attrNameLst>
                                          <p:attrName>style.visibility</p:attrName>
                                        </p:attrNameLst>
                                      </p:cBhvr>
                                      <p:to>
                                        <p:strVal val="visible"/>
                                      </p:to>
                                    </p:set>
                                    <p:anim calcmode="lin" valueType="num">
                                      <p:cBhvr additive="base">
                                        <p:cTn id="44" dur="500" fill="hold"/>
                                        <p:tgtEl>
                                          <p:spTgt spid="831510"/>
                                        </p:tgtEl>
                                        <p:attrNameLst>
                                          <p:attrName>ppt_x</p:attrName>
                                        </p:attrNameLst>
                                      </p:cBhvr>
                                      <p:tavLst>
                                        <p:tav tm="0">
                                          <p:val>
                                            <p:strVal val="0-#ppt_w/2"/>
                                          </p:val>
                                        </p:tav>
                                        <p:tav tm="100000">
                                          <p:val>
                                            <p:strVal val="#ppt_x"/>
                                          </p:val>
                                        </p:tav>
                                      </p:tavLst>
                                    </p:anim>
                                    <p:anim calcmode="lin" valueType="num">
                                      <p:cBhvr additive="base">
                                        <p:cTn id="45" dur="500" fill="hold"/>
                                        <p:tgtEl>
                                          <p:spTgt spid="83151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2"/>
                                            </p:cond>
                                          </p:stCondLst>
                                          <p:endCondLst>
                                            <p:cond evt="onStopAudio" delay="0">
                                              <p:tgtEl>
                                                <p:sldTgt/>
                                              </p:tgtEl>
                                            </p:cond>
                                          </p:endCondLst>
                                        </p:cTn>
                                        <p:tgtEl>
                                          <p:sndTgt r:embed="rId2" name="camera.wav"/>
                                        </p:tgtEl>
                                      </p:cMediaNode>
                                    </p:audio>
                                  </p:sub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831529"/>
                                        </p:tgtEl>
                                        <p:attrNameLst>
                                          <p:attrName>style.visibility</p:attrName>
                                        </p:attrNameLst>
                                      </p:cBhvr>
                                      <p:to>
                                        <p:strVal val="visible"/>
                                      </p:to>
                                    </p:set>
                                    <p:animEffect transition="in" filter="blinds(horizontal)">
                                      <p:cBhvr>
                                        <p:cTn id="50" dur="500"/>
                                        <p:tgtEl>
                                          <p:spTgt spid="831529"/>
                                        </p:tgtEl>
                                      </p:cBhvr>
                                    </p:animEffect>
                                  </p:childTnLst>
                                  <p:subTnLst>
                                    <p:audio>
                                      <p:cMediaNode>
                                        <p:cTn display="0" masterRel="sameClick">
                                          <p:stCondLst>
                                            <p:cond evt="begin" delay="0">
                                              <p:tn val="48"/>
                                            </p:cond>
                                          </p:stCondLst>
                                          <p:endCondLst>
                                            <p:cond evt="onStopAudio" delay="0">
                                              <p:tgtEl>
                                                <p:sldTgt/>
                                              </p:tgtEl>
                                            </p:cond>
                                          </p:endCondLst>
                                        </p:cTn>
                                        <p:tgtEl>
                                          <p:sndTgt r:embed="rId2" name="camera.wav"/>
                                        </p:tgtEl>
                                      </p:cMediaNode>
                                    </p:audio>
                                  </p:sub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831530"/>
                                        </p:tgtEl>
                                        <p:attrNameLst>
                                          <p:attrName>style.visibility</p:attrName>
                                        </p:attrNameLst>
                                      </p:cBhvr>
                                      <p:to>
                                        <p:strVal val="visible"/>
                                      </p:to>
                                    </p:set>
                                    <p:anim calcmode="lin" valueType="num">
                                      <p:cBhvr additive="base">
                                        <p:cTn id="55" dur="500" fill="hold"/>
                                        <p:tgtEl>
                                          <p:spTgt spid="831530"/>
                                        </p:tgtEl>
                                        <p:attrNameLst>
                                          <p:attrName>ppt_x</p:attrName>
                                        </p:attrNameLst>
                                      </p:cBhvr>
                                      <p:tavLst>
                                        <p:tav tm="0">
                                          <p:val>
                                            <p:strVal val="#ppt_x"/>
                                          </p:val>
                                        </p:tav>
                                        <p:tav tm="100000">
                                          <p:val>
                                            <p:strVal val="#ppt_x"/>
                                          </p:val>
                                        </p:tav>
                                      </p:tavLst>
                                    </p:anim>
                                    <p:anim calcmode="lin" valueType="num">
                                      <p:cBhvr additive="base">
                                        <p:cTn id="56" dur="500" fill="hold"/>
                                        <p:tgtEl>
                                          <p:spTgt spid="831530"/>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2" name="camera.wav"/>
                                        </p:tgtEl>
                                      </p:cMediaNode>
                                    </p:audio>
                                  </p:sub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831531"/>
                                        </p:tgtEl>
                                        <p:attrNameLst>
                                          <p:attrName>style.visibility</p:attrName>
                                        </p:attrNameLst>
                                      </p:cBhvr>
                                      <p:to>
                                        <p:strVal val="visible"/>
                                      </p:to>
                                    </p:set>
                                    <p:anim calcmode="lin" valueType="num">
                                      <p:cBhvr additive="base">
                                        <p:cTn id="61" dur="500" fill="hold"/>
                                        <p:tgtEl>
                                          <p:spTgt spid="831531"/>
                                        </p:tgtEl>
                                        <p:attrNameLst>
                                          <p:attrName>ppt_x</p:attrName>
                                        </p:attrNameLst>
                                      </p:cBhvr>
                                      <p:tavLst>
                                        <p:tav tm="0">
                                          <p:val>
                                            <p:strVal val="#ppt_x"/>
                                          </p:val>
                                        </p:tav>
                                        <p:tav tm="100000">
                                          <p:val>
                                            <p:strVal val="#ppt_x"/>
                                          </p:val>
                                        </p:tav>
                                      </p:tavLst>
                                    </p:anim>
                                    <p:anim calcmode="lin" valueType="num">
                                      <p:cBhvr additive="base">
                                        <p:cTn id="62" dur="500" fill="hold"/>
                                        <p:tgtEl>
                                          <p:spTgt spid="831531"/>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9"/>
                                            </p:cond>
                                          </p:stCondLst>
                                          <p:endCondLst>
                                            <p:cond evt="onStopAudio" delay="0">
                                              <p:tgtEl>
                                                <p:sldTgt/>
                                              </p:tgtEl>
                                            </p:cond>
                                          </p:endCondLst>
                                        </p:cTn>
                                        <p:tgtEl>
                                          <p:sndTgt r:embed="rId2" name="camera.wav"/>
                                        </p:tgtEl>
                                      </p:cMediaNode>
                                    </p:audio>
                                  </p:sub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831532"/>
                                        </p:tgtEl>
                                        <p:attrNameLst>
                                          <p:attrName>style.visibility</p:attrName>
                                        </p:attrNameLst>
                                      </p:cBhvr>
                                      <p:to>
                                        <p:strVal val="visible"/>
                                      </p:to>
                                    </p:set>
                                    <p:anim calcmode="lin" valueType="num">
                                      <p:cBhvr additive="base">
                                        <p:cTn id="67" dur="500" fill="hold"/>
                                        <p:tgtEl>
                                          <p:spTgt spid="831532"/>
                                        </p:tgtEl>
                                        <p:attrNameLst>
                                          <p:attrName>ppt_x</p:attrName>
                                        </p:attrNameLst>
                                      </p:cBhvr>
                                      <p:tavLst>
                                        <p:tav tm="0">
                                          <p:val>
                                            <p:strVal val="#ppt_x"/>
                                          </p:val>
                                        </p:tav>
                                        <p:tav tm="100000">
                                          <p:val>
                                            <p:strVal val="#ppt_x"/>
                                          </p:val>
                                        </p:tav>
                                      </p:tavLst>
                                    </p:anim>
                                    <p:anim calcmode="lin" valueType="num">
                                      <p:cBhvr additive="base">
                                        <p:cTn id="68" dur="500" fill="hold"/>
                                        <p:tgtEl>
                                          <p:spTgt spid="831532"/>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5"/>
                                            </p:cond>
                                          </p:stCondLst>
                                          <p:endCondLst>
                                            <p:cond evt="onStopAudio" delay="0">
                                              <p:tgtEl>
                                                <p:sldTgt/>
                                              </p:tgtEl>
                                            </p:cond>
                                          </p:endCondLst>
                                        </p:cTn>
                                        <p:tgtEl>
                                          <p:sndTgt r:embed="rId2" name="camera.wav"/>
                                        </p:tgtEl>
                                      </p:cMediaNode>
                                    </p:audio>
                                  </p:sub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831533"/>
                                        </p:tgtEl>
                                        <p:attrNameLst>
                                          <p:attrName>style.visibility</p:attrName>
                                        </p:attrNameLst>
                                      </p:cBhvr>
                                      <p:to>
                                        <p:strVal val="visible"/>
                                      </p:to>
                                    </p:set>
                                    <p:anim calcmode="lin" valueType="num">
                                      <p:cBhvr additive="base">
                                        <p:cTn id="73" dur="500" fill="hold"/>
                                        <p:tgtEl>
                                          <p:spTgt spid="831533"/>
                                        </p:tgtEl>
                                        <p:attrNameLst>
                                          <p:attrName>ppt_x</p:attrName>
                                        </p:attrNameLst>
                                      </p:cBhvr>
                                      <p:tavLst>
                                        <p:tav tm="0">
                                          <p:val>
                                            <p:strVal val="#ppt_x"/>
                                          </p:val>
                                        </p:tav>
                                        <p:tav tm="100000">
                                          <p:val>
                                            <p:strVal val="#ppt_x"/>
                                          </p:val>
                                        </p:tav>
                                      </p:tavLst>
                                    </p:anim>
                                    <p:anim calcmode="lin" valueType="num">
                                      <p:cBhvr additive="base">
                                        <p:cTn id="74" dur="500" fill="hold"/>
                                        <p:tgtEl>
                                          <p:spTgt spid="831533"/>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1"/>
                                            </p:cond>
                                          </p:stCondLst>
                                          <p:endCondLst>
                                            <p:cond evt="onStopAudio" delay="0">
                                              <p:tgtEl>
                                                <p:sldTgt/>
                                              </p:tgtEl>
                                            </p:cond>
                                          </p:endCondLst>
                                        </p:cTn>
                                        <p:tgtEl>
                                          <p:sndTgt r:embed="rId2" name="camera.wav"/>
                                        </p:tgtEl>
                                      </p:cMediaNode>
                                    </p:audio>
                                  </p:subTnLst>
                                </p:cTn>
                              </p:par>
                            </p:childTnLst>
                          </p:cTn>
                        </p:par>
                      </p:childTnLst>
                    </p:cTn>
                  </p:par>
                  <p:par>
                    <p:cTn id="75" fill="hold">
                      <p:stCondLst>
                        <p:cond delay="indefinite"/>
                      </p:stCondLst>
                      <p:childTnLst>
                        <p:par>
                          <p:cTn id="76" fill="hold">
                            <p:stCondLst>
                              <p:cond delay="0"/>
                            </p:stCondLst>
                            <p:childTnLst>
                              <p:par>
                                <p:cTn id="77" presetID="4" presetClass="entr" presetSubtype="32" fill="hold" grpId="0" nodeType="clickEffect">
                                  <p:stCondLst>
                                    <p:cond delay="0"/>
                                  </p:stCondLst>
                                  <p:childTnLst>
                                    <p:set>
                                      <p:cBhvr>
                                        <p:cTn id="78" dur="1" fill="hold">
                                          <p:stCondLst>
                                            <p:cond delay="0"/>
                                          </p:stCondLst>
                                        </p:cTn>
                                        <p:tgtEl>
                                          <p:spTgt spid="831534"/>
                                        </p:tgtEl>
                                        <p:attrNameLst>
                                          <p:attrName>style.visibility</p:attrName>
                                        </p:attrNameLst>
                                      </p:cBhvr>
                                      <p:to>
                                        <p:strVal val="visible"/>
                                      </p:to>
                                    </p:set>
                                    <p:animEffect transition="in" filter="box(out)">
                                      <p:cBhvr>
                                        <p:cTn id="79" dur="500"/>
                                        <p:tgtEl>
                                          <p:spTgt spid="831534"/>
                                        </p:tgtEl>
                                      </p:cBhvr>
                                    </p:animEffect>
                                  </p:childTnLst>
                                  <p:subTnLst>
                                    <p:audio>
                                      <p:cMediaNode>
                                        <p:cTn display="0" masterRel="sameClick">
                                          <p:stCondLst>
                                            <p:cond evt="begin" delay="0">
                                              <p:tn val="77"/>
                                            </p:cond>
                                          </p:stCondLst>
                                          <p:endCondLst>
                                            <p:cond evt="onStopAudio" delay="0">
                                              <p:tgtEl>
                                                <p:sldTgt/>
                                              </p:tgtEl>
                                            </p:cond>
                                          </p:endCondLst>
                                        </p:cTn>
                                        <p:tgtEl>
                                          <p:sndTgt r:embed="rId2" name="CAMERA.WAV"/>
                                        </p:tgtEl>
                                      </p:cMediaNode>
                                    </p:audio>
                                  </p:subTnLst>
                                </p:cTn>
                              </p:par>
                            </p:childTnLst>
                          </p:cTn>
                        </p:par>
                      </p:childTnLst>
                    </p:cTn>
                  </p:par>
                  <p:par>
                    <p:cTn id="80" fill="hold">
                      <p:stCondLst>
                        <p:cond delay="indefinite"/>
                      </p:stCondLst>
                      <p:childTnLst>
                        <p:par>
                          <p:cTn id="81" fill="hold">
                            <p:stCondLst>
                              <p:cond delay="0"/>
                            </p:stCondLst>
                            <p:childTnLst>
                              <p:par>
                                <p:cTn id="82" presetID="4" presetClass="entr" presetSubtype="32" fill="hold" grpId="0" nodeType="clickEffect">
                                  <p:stCondLst>
                                    <p:cond delay="0"/>
                                  </p:stCondLst>
                                  <p:childTnLst>
                                    <p:set>
                                      <p:cBhvr>
                                        <p:cTn id="83" dur="1" fill="hold">
                                          <p:stCondLst>
                                            <p:cond delay="0"/>
                                          </p:stCondLst>
                                        </p:cTn>
                                        <p:tgtEl>
                                          <p:spTgt spid="831535">
                                            <p:txEl>
                                              <p:pRg st="0" end="0"/>
                                            </p:txEl>
                                          </p:spTgt>
                                        </p:tgtEl>
                                        <p:attrNameLst>
                                          <p:attrName>style.visibility</p:attrName>
                                        </p:attrNameLst>
                                      </p:cBhvr>
                                      <p:to>
                                        <p:strVal val="visible"/>
                                      </p:to>
                                    </p:set>
                                    <p:animEffect transition="in" filter="box(out)">
                                      <p:cBhvr>
                                        <p:cTn id="84" dur="500"/>
                                        <p:tgtEl>
                                          <p:spTgt spid="831535">
                                            <p:txEl>
                                              <p:pRg st="0" end="0"/>
                                            </p:txEl>
                                          </p:spTgt>
                                        </p:tgtEl>
                                      </p:cBhvr>
                                    </p:animEffect>
                                  </p:childTnLst>
                                  <p:subTnLst>
                                    <p:audio>
                                      <p:cMediaNode>
                                        <p:cTn display="0" masterRel="sameClick">
                                          <p:stCondLst>
                                            <p:cond evt="begin" delay="0">
                                              <p:tn val="82"/>
                                            </p:cond>
                                          </p:stCondLst>
                                          <p:endCondLst>
                                            <p:cond evt="onStopAudio" delay="0">
                                              <p:tgtEl>
                                                <p:sldTgt/>
                                              </p:tgtEl>
                                            </p:cond>
                                          </p:endCondLst>
                                        </p:cTn>
                                        <p:tgtEl>
                                          <p:sndTgt r:embed="rId2" name="CAMERA.WAV"/>
                                        </p:tgtEl>
                                      </p:cMediaNode>
                                    </p:audio>
                                  </p:subTnLst>
                                </p:cTn>
                              </p:par>
                            </p:childTnLst>
                          </p:cTn>
                        </p:par>
                      </p:childTnLst>
                    </p:cTn>
                  </p:par>
                  <p:par>
                    <p:cTn id="85" fill="hold">
                      <p:stCondLst>
                        <p:cond delay="indefinite"/>
                      </p:stCondLst>
                      <p:childTnLst>
                        <p:par>
                          <p:cTn id="86" fill="hold">
                            <p:stCondLst>
                              <p:cond delay="0"/>
                            </p:stCondLst>
                            <p:childTnLst>
                              <p:par>
                                <p:cTn id="87" presetID="4" presetClass="entr" presetSubtype="32" fill="hold" grpId="0" nodeType="clickEffect">
                                  <p:stCondLst>
                                    <p:cond delay="0"/>
                                  </p:stCondLst>
                                  <p:childTnLst>
                                    <p:set>
                                      <p:cBhvr>
                                        <p:cTn id="88" dur="1" fill="hold">
                                          <p:stCondLst>
                                            <p:cond delay="0"/>
                                          </p:stCondLst>
                                        </p:cTn>
                                        <p:tgtEl>
                                          <p:spTgt spid="831536"/>
                                        </p:tgtEl>
                                        <p:attrNameLst>
                                          <p:attrName>style.visibility</p:attrName>
                                        </p:attrNameLst>
                                      </p:cBhvr>
                                      <p:to>
                                        <p:strVal val="visible"/>
                                      </p:to>
                                    </p:set>
                                    <p:animEffect transition="in" filter="box(out)">
                                      <p:cBhvr>
                                        <p:cTn id="89" dur="500"/>
                                        <p:tgtEl>
                                          <p:spTgt spid="831536"/>
                                        </p:tgtEl>
                                      </p:cBhvr>
                                    </p:animEffect>
                                  </p:childTnLst>
                                  <p:subTnLst>
                                    <p:audio>
                                      <p:cMediaNode>
                                        <p:cTn display="0" masterRel="sameClick">
                                          <p:stCondLst>
                                            <p:cond evt="begin" delay="0">
                                              <p:tn val="87"/>
                                            </p:cond>
                                          </p:stCondLst>
                                          <p:endCondLst>
                                            <p:cond evt="onStopAudio" delay="0">
                                              <p:tgtEl>
                                                <p:sldTgt/>
                                              </p:tgtEl>
                                            </p:cond>
                                          </p:endCondLst>
                                        </p:cTn>
                                        <p:tgtEl>
                                          <p:sndTgt r:embed="rId2" name="CAMERA.WAV"/>
                                        </p:tgtEl>
                                      </p:cMediaNode>
                                    </p:audio>
                                  </p:subTnLst>
                                </p:cTn>
                              </p:par>
                            </p:childTnLst>
                          </p:cTn>
                        </p:par>
                      </p:childTnLst>
                    </p:cTn>
                  </p:par>
                  <p:par>
                    <p:cTn id="90" fill="hold">
                      <p:stCondLst>
                        <p:cond delay="indefinite"/>
                      </p:stCondLst>
                      <p:childTnLst>
                        <p:par>
                          <p:cTn id="91" fill="hold">
                            <p:stCondLst>
                              <p:cond delay="0"/>
                            </p:stCondLst>
                            <p:childTnLst>
                              <p:par>
                                <p:cTn id="92" presetID="4" presetClass="entr" presetSubtype="32" fill="hold" grpId="0" nodeType="clickEffect">
                                  <p:stCondLst>
                                    <p:cond delay="0"/>
                                  </p:stCondLst>
                                  <p:childTnLst>
                                    <p:set>
                                      <p:cBhvr>
                                        <p:cTn id="93" dur="1" fill="hold">
                                          <p:stCondLst>
                                            <p:cond delay="0"/>
                                          </p:stCondLst>
                                        </p:cTn>
                                        <p:tgtEl>
                                          <p:spTgt spid="831537">
                                            <p:txEl>
                                              <p:pRg st="0" end="0"/>
                                            </p:txEl>
                                          </p:spTgt>
                                        </p:tgtEl>
                                        <p:attrNameLst>
                                          <p:attrName>style.visibility</p:attrName>
                                        </p:attrNameLst>
                                      </p:cBhvr>
                                      <p:to>
                                        <p:strVal val="visible"/>
                                      </p:to>
                                    </p:set>
                                    <p:animEffect transition="in" filter="box(out)">
                                      <p:cBhvr>
                                        <p:cTn id="94" dur="500"/>
                                        <p:tgtEl>
                                          <p:spTgt spid="831537">
                                            <p:txEl>
                                              <p:pRg st="0" end="0"/>
                                            </p:txEl>
                                          </p:spTgt>
                                        </p:tgtEl>
                                      </p:cBhvr>
                                    </p:animEffect>
                                  </p:childTnLst>
                                  <p:subTnLst>
                                    <p:audio>
                                      <p:cMediaNode>
                                        <p:cTn display="0" masterRel="sameClick">
                                          <p:stCondLst>
                                            <p:cond evt="begin" delay="0">
                                              <p:tn val="92"/>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1529" grpId="0" animBg="1"/>
      <p:bldP spid="831494" grpId="0"/>
      <p:bldP spid="831507" grpId="0" animBg="1"/>
      <p:bldP spid="831509" grpId="0"/>
      <p:bldP spid="831510" grpId="0"/>
      <p:bldP spid="831511" grpId="0"/>
      <p:bldP spid="831534" grpId="0" animBg="1" autoUpdateAnimBg="0"/>
      <p:bldP spid="831535" grpId="0" build="p" autoUpdateAnimBg="0"/>
      <p:bldP spid="831536" grpId="0" animBg="1" autoUpdateAnimBg="0"/>
      <p:bldP spid="831537" grpId="0" build="p" autoUpdateAnimBg="0"/>
      <p:bldP spid="831508" grpId="0" animBg="1" autoUpdateAnimBg="0"/>
      <p:bldP spid="33" grpId="0" animBg="1" autoUpdateAnimBg="0"/>
      <p:bldP spid="34" grpId="0" build="p" bldLvl="5"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41" name="Group 293">
            <a:extLst>
              <a:ext uri="{FF2B5EF4-FFF2-40B4-BE49-F238E27FC236}">
                <a16:creationId xmlns:a16="http://schemas.microsoft.com/office/drawing/2014/main" id="{53F21399-AD74-44B2-8190-406CB5D4CEAA}"/>
              </a:ext>
            </a:extLst>
          </p:cNvPr>
          <p:cNvGraphicFramePr>
            <a:graphicFrameLocks noGrp="1"/>
          </p:cNvGraphicFramePr>
          <p:nvPr>
            <p:extLst>
              <p:ext uri="{D42A27DB-BD31-4B8C-83A1-F6EECF244321}">
                <p14:modId xmlns:p14="http://schemas.microsoft.com/office/powerpoint/2010/main" val="2222496321"/>
              </p:ext>
            </p:extLst>
          </p:nvPr>
        </p:nvGraphicFramePr>
        <p:xfrm>
          <a:off x="2256136" y="1320318"/>
          <a:ext cx="7656288" cy="4772978"/>
        </p:xfrm>
        <a:graphic>
          <a:graphicData uri="http://schemas.openxmlformats.org/drawingml/2006/table">
            <a:tbl>
              <a:tblPr/>
              <a:tblGrid>
                <a:gridCol w="1331688">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036762">
                  <a:extLst>
                    <a:ext uri="{9D8B030D-6E8A-4147-A177-3AD203B41FA5}">
                      <a16:colId xmlns:a16="http://schemas.microsoft.com/office/drawing/2014/main" val="20002"/>
                    </a:ext>
                  </a:extLst>
                </a:gridCol>
                <a:gridCol w="1525588">
                  <a:extLst>
                    <a:ext uri="{9D8B030D-6E8A-4147-A177-3AD203B41FA5}">
                      <a16:colId xmlns:a16="http://schemas.microsoft.com/office/drawing/2014/main" val="20003"/>
                    </a:ext>
                  </a:extLst>
                </a:gridCol>
              </a:tblGrid>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bg1"/>
                          </a:solidFill>
                          <a:effectLst/>
                          <a:latin typeface="楷体" pitchFamily="49" charset="-122"/>
                          <a:ea typeface="楷体" pitchFamily="49" charset="-122"/>
                          <a:cs typeface="Times New Roman" pitchFamily="18" charset="0"/>
                        </a:rPr>
                        <a:t>优 先 级</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bg1"/>
                          </a:solidFill>
                          <a:effectLst/>
                          <a:latin typeface="楷体" pitchFamily="49" charset="-122"/>
                          <a:ea typeface="楷体" pitchFamily="49" charset="-122"/>
                          <a:cs typeface="Times New Roman" pitchFamily="18" charset="0"/>
                        </a:rPr>
                        <a:t>运 算 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bg1"/>
                          </a:solidFill>
                          <a:effectLst/>
                          <a:latin typeface="楷体" pitchFamily="49" charset="-122"/>
                          <a:ea typeface="楷体" pitchFamily="49" charset="-122"/>
                          <a:cs typeface="Times New Roman" pitchFamily="18" charset="0"/>
                        </a:rPr>
                        <a:t>需要操作数的个数</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bg1"/>
                          </a:solidFill>
                          <a:effectLst/>
                          <a:latin typeface="楷体" pitchFamily="49" charset="-122"/>
                          <a:ea typeface="楷体" pitchFamily="49" charset="-122"/>
                          <a:cs typeface="Times New Roman" pitchFamily="18" charset="0"/>
                        </a:rPr>
                        <a:t>结 合 性</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extLst>
                  <a:ext uri="{0D108BD9-81ED-4DB2-BD59-A6C34878D82A}">
                    <a16:rowId xmlns:a16="http://schemas.microsoft.com/office/drawing/2014/main" val="10000"/>
                  </a:ext>
                </a:extLst>
              </a:tr>
              <a:tr h="357188">
                <a:tc rowSpan="10">
                  <a:txBody>
                    <a:bodyPr/>
                    <a:lstStyle/>
                    <a:p>
                      <a:pPr marL="0" marR="0" lvl="0" indent="22860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楷体" pitchFamily="49" charset="-122"/>
                          <a:ea typeface="楷体" pitchFamily="49" charset="-122"/>
                          <a:cs typeface="Times New Roman" pitchFamily="18" charset="0"/>
                        </a:rPr>
                        <a:t>高</a:t>
                      </a:r>
                    </a:p>
                    <a:p>
                      <a:pPr marL="0" marR="0" lvl="0" indent="228600" algn="l"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楷体_GB2312" pitchFamily="49" charset="-122"/>
                        <a:ea typeface="楷体_GB2312" pitchFamily="49" charset="-122"/>
                        <a:cs typeface="Times New Roman" pitchFamily="18" charset="0"/>
                      </a:endParaRPr>
                    </a:p>
                    <a:p>
                      <a:pPr marL="0" marR="0" lvl="0" indent="228600" algn="l"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楷体_GB2312" pitchFamily="49" charset="-122"/>
                        <a:ea typeface="楷体_GB2312" pitchFamily="49" charset="-122"/>
                        <a:cs typeface="Times New Roman" pitchFamily="18" charset="0"/>
                      </a:endParaRPr>
                    </a:p>
                    <a:p>
                      <a:pPr marL="0" marR="0" lvl="0" indent="228600" algn="l"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楷体_GB2312" pitchFamily="49" charset="-122"/>
                        <a:ea typeface="楷体_GB2312" pitchFamily="49" charset="-122"/>
                        <a:cs typeface="Times New Roman" pitchFamily="18" charset="0"/>
                      </a:endParaRPr>
                    </a:p>
                    <a:p>
                      <a:pPr marL="0" marR="0" lvl="0" indent="228600" algn="l"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楷体_GB2312" pitchFamily="49" charset="-122"/>
                        <a:ea typeface="楷体_GB2312" pitchFamily="49" charset="-122"/>
                        <a:cs typeface="Times New Roman" pitchFamily="18" charset="0"/>
                      </a:endParaRPr>
                    </a:p>
                    <a:p>
                      <a:pPr marL="0" marR="0" lvl="0" indent="228600" algn="l"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楷体_GB2312" pitchFamily="49" charset="-122"/>
                        <a:ea typeface="楷体_GB2312" pitchFamily="49" charset="-122"/>
                        <a:cs typeface="Times New Roman" pitchFamily="18" charset="0"/>
                      </a:endParaRPr>
                    </a:p>
                    <a:p>
                      <a:pPr marL="0" marR="0" lvl="0" indent="228600" algn="l"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楷体_GB2312" pitchFamily="49" charset="-122"/>
                        <a:ea typeface="楷体_GB2312" pitchFamily="49" charset="-122"/>
                        <a:cs typeface="Times New Roman" pitchFamily="18" charset="0"/>
                      </a:endParaRPr>
                    </a:p>
                    <a:p>
                      <a:pPr marL="0" marR="0" lvl="0" indent="228600" algn="l"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楷体_GB2312" pitchFamily="49" charset="-122"/>
                        <a:ea typeface="楷体_GB2312" pitchFamily="49" charset="-122"/>
                        <a:cs typeface="Times New Roman" pitchFamily="18" charset="0"/>
                      </a:endParaRPr>
                    </a:p>
                    <a:p>
                      <a:pPr marL="0" marR="0" lvl="0" indent="228600" algn="l"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楷体_GB2312" pitchFamily="49" charset="-122"/>
                        <a:ea typeface="楷体_GB2312" pitchFamily="49" charset="-122"/>
                        <a:cs typeface="Times New Roman" pitchFamily="18" charset="0"/>
                      </a:endParaRPr>
                    </a:p>
                    <a:p>
                      <a:pPr marL="0" marR="0" lvl="0" indent="228600" algn="l"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楷体_GB2312" pitchFamily="49" charset="-122"/>
                        <a:ea typeface="楷体_GB2312" pitchFamily="49" charset="-122"/>
                        <a:cs typeface="Times New Roman" pitchFamily="18" charset="0"/>
                      </a:endParaRPr>
                    </a:p>
                    <a:p>
                      <a:pPr marL="0" marR="0" lvl="0" indent="228600" algn="l"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楷体_GB2312" pitchFamily="49" charset="-122"/>
                        <a:ea typeface="楷体_GB2312" pitchFamily="49" charset="-122"/>
                        <a:cs typeface="Times New Roman" pitchFamily="18" charset="0"/>
                      </a:endParaRPr>
                    </a:p>
                    <a:p>
                      <a:pPr marL="0" marR="0" lvl="0" indent="228600" algn="l"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楷体_GB2312" pitchFamily="49" charset="-122"/>
                        <a:ea typeface="楷体_GB2312" pitchFamily="49" charset="-122"/>
                        <a:cs typeface="Times New Roman" pitchFamily="18" charset="0"/>
                      </a:endParaRPr>
                    </a:p>
                    <a:p>
                      <a:pPr marL="0" marR="0" lvl="0" indent="228600" algn="l"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楷体_GB2312" pitchFamily="49" charset="-122"/>
                        <a:ea typeface="楷体_GB2312" pitchFamily="49" charset="-122"/>
                        <a:cs typeface="Times New Roman" pitchFamily="18" charset="0"/>
                      </a:endParaRPr>
                    </a:p>
                    <a:p>
                      <a:pPr marL="0" marR="0" lvl="0" indent="228600" algn="l"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楷体_GB2312" pitchFamily="49" charset="-122"/>
                        <a:ea typeface="楷体_GB2312" pitchFamily="49" charset="-122"/>
                        <a:cs typeface="Times New Roman" pitchFamily="18" charset="0"/>
                      </a:endParaRPr>
                    </a:p>
                    <a:p>
                      <a:pPr marL="0" marR="0" lvl="0" indent="22860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楷体" pitchFamily="49" charset="-122"/>
                          <a:ea typeface="楷体" pitchFamily="49" charset="-122"/>
                          <a:cs typeface="Times New Roman" pitchFamily="18" charset="0"/>
                        </a:rPr>
                        <a:t>低</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从左向右</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17538">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a:t>
                      </a:r>
                      <a:r>
                        <a:rPr kumimoji="1" lang="en-US" altLang="zh-CN" sz="1800" b="1"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 -- -</a:t>
                      </a:r>
                      <a:r>
                        <a:rPr kumimoji="1" lang="zh-CN" altLang="en-US" sz="1800" b="1"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（负号运算符）  </a:t>
                      </a:r>
                      <a:r>
                        <a:rPr kumimoji="1" lang="en-US" altLang="zh-CN" sz="1800" b="1" i="0" u="none" strike="noStrike" cap="none" normalizeH="0" baseline="0" dirty="0" err="1">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sizeof</a:t>
                      </a:r>
                      <a:r>
                        <a:rPr kumimoji="1" lang="en-US" altLang="zh-CN" sz="1800" b="1"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  (</a:t>
                      </a:r>
                      <a:r>
                        <a:rPr kumimoji="1" lang="zh-CN" altLang="en-US" sz="1800" b="1"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类型</a:t>
                      </a:r>
                      <a:r>
                        <a:rPr kumimoji="1" lang="en-US" altLang="zh-CN" sz="1800" b="1"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a:t>
                      </a:r>
                      <a:endPar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1 </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（单目运算符）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rgbClr val="C01920"/>
                          </a:solidFill>
                          <a:effectLst/>
                          <a:latin typeface="+mn-lt"/>
                          <a:ea typeface="楷体" pitchFamily="49" charset="-122"/>
                          <a:cs typeface="Times New Roman" pitchFamily="18" charset="0"/>
                        </a:rPr>
                        <a:t>从右向左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95275">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2 </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（双目运算符）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从左向右</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95275">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 </a:t>
                      </a: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（减法）</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2 </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（双目运算符）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从左向右</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6225">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&lt;&lt;  &gt;&gt;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2 </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（双目运算符）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从左向右</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5275">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&amp;</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2 </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（双目运算符）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从左向右</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95275">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2 </a:t>
                      </a: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（双目运算符）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从左向右</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95275">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2 </a:t>
                      </a: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（双目运算符）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从左向右</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81013">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  -=  *=  /=  %=</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&gt;&gt;=  &lt;&lt;=  &amp;=  ^=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2 </a:t>
                      </a: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（双目运算符）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rgbClr val="C01920"/>
                          </a:solidFill>
                          <a:effectLst/>
                          <a:latin typeface="+mn-lt"/>
                          <a:ea typeface="楷体" pitchFamily="49" charset="-122"/>
                          <a:cs typeface="Times New Roman" pitchFamily="18" charset="0"/>
                        </a:rPr>
                        <a:t>从右向左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566738">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从左向右</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42" name="Line 291">
            <a:extLst>
              <a:ext uri="{FF2B5EF4-FFF2-40B4-BE49-F238E27FC236}">
                <a16:creationId xmlns:a16="http://schemas.microsoft.com/office/drawing/2014/main" id="{FCEC7D8E-85B4-4CEA-B442-430416BB8392}"/>
              </a:ext>
            </a:extLst>
          </p:cNvPr>
          <p:cNvSpPr>
            <a:spLocks noChangeShapeType="1"/>
          </p:cNvSpPr>
          <p:nvPr/>
        </p:nvSpPr>
        <p:spPr bwMode="auto">
          <a:xfrm flipV="1">
            <a:off x="3062361" y="1709255"/>
            <a:ext cx="0" cy="4248150"/>
          </a:xfrm>
          <a:prstGeom prst="line">
            <a:avLst/>
          </a:prstGeom>
          <a:noFill/>
          <a:ln w="28575">
            <a:solidFill>
              <a:srgbClr val="C01920"/>
            </a:solidFill>
            <a:round/>
            <a:headEnd/>
            <a:tailEnd type="stealth" w="lg" len="lg"/>
          </a:ln>
          <a:effectLst/>
        </p:spPr>
        <p:txBody>
          <a:bodyPr/>
          <a:lstStyle/>
          <a:p>
            <a:endParaRPr lang="zh-CN" altLang="en-US"/>
          </a:p>
        </p:txBody>
      </p:sp>
      <p:sp>
        <p:nvSpPr>
          <p:cNvPr id="832534" name="Rectangle 22"/>
          <p:cNvSpPr>
            <a:spLocks noChangeArrowheads="1"/>
          </p:cNvSpPr>
          <p:nvPr/>
        </p:nvSpPr>
        <p:spPr bwMode="auto">
          <a:xfrm>
            <a:off x="3439367" y="1879031"/>
            <a:ext cx="184731" cy="461665"/>
          </a:xfrm>
          <a:prstGeom prst="rect">
            <a:avLst/>
          </a:prstGeom>
          <a:noFill/>
          <a:ln w="9525">
            <a:noFill/>
            <a:miter lim="800000"/>
            <a:headEnd/>
            <a:tailEnd/>
          </a:ln>
          <a:effectLst/>
        </p:spPr>
        <p:txBody>
          <a:bodyPr wrap="none">
            <a:spAutoFit/>
          </a:bodyPr>
          <a:lstStyle/>
          <a:p>
            <a:endParaRPr lang="zh-CN" altLang="en-US"/>
          </a:p>
        </p:txBody>
      </p:sp>
      <p:sp>
        <p:nvSpPr>
          <p:cNvPr id="832806" name="Text Box 294" descr="新闻纸"/>
          <p:cNvSpPr txBox="1">
            <a:spLocks noChangeArrowheads="1"/>
          </p:cNvSpPr>
          <p:nvPr/>
        </p:nvSpPr>
        <p:spPr bwMode="auto">
          <a:xfrm>
            <a:off x="1559495" y="1254491"/>
            <a:ext cx="9073009" cy="4876800"/>
          </a:xfrm>
          <a:prstGeom prst="rect">
            <a:avLst/>
          </a:prstGeom>
          <a:gradFill>
            <a:gsLst>
              <a:gs pos="0">
                <a:srgbClr val="CFCFD1"/>
              </a:gs>
              <a:gs pos="100000">
                <a:schemeClr val="bg1">
                  <a:lumMod val="95000"/>
                </a:schemeClr>
              </a:gs>
            </a:gsLst>
            <a:lin ang="18900000" scaled="1"/>
          </a:gradFill>
          <a:ln w="38100">
            <a:solidFill>
              <a:srgbClr val="C01920"/>
            </a:solidFill>
            <a:miter lim="800000"/>
            <a:headEnd/>
            <a:tailEnd/>
          </a:ln>
          <a:effectLst>
            <a:outerShdw blurRad="50800" dist="106680" dir="2700000" algn="tl" rotWithShape="0">
              <a:prstClr val="black">
                <a:alpha val="43000"/>
              </a:prstClr>
            </a:outerShdw>
          </a:effectLst>
        </p:spPr>
        <p:txBody>
          <a:bodyPr wrap="square">
            <a:spAutoFit/>
          </a:bodyPr>
          <a:lstStyle/>
          <a:p>
            <a:pPr>
              <a:spcBef>
                <a:spcPct val="50000"/>
              </a:spcBef>
            </a:pPr>
            <a:r>
              <a:rPr lang="en-US" altLang="zh-CN" b="1" dirty="0">
                <a:solidFill>
                  <a:srgbClr val="C01920"/>
                </a:solidFill>
                <a:latin typeface="楷体_GB2312" pitchFamily="49" charset="-122"/>
                <a:ea typeface="楷体_GB2312" pitchFamily="49" charset="-122"/>
              </a:rPr>
              <a:t>   </a:t>
            </a:r>
            <a:r>
              <a:rPr lang="zh-CN" altLang="en-US" b="1" dirty="0">
                <a:solidFill>
                  <a:srgbClr val="C01920"/>
                </a:solidFill>
                <a:latin typeface="隶书" pitchFamily="49" charset="-122"/>
                <a:ea typeface="隶书" pitchFamily="49" charset="-122"/>
              </a:rPr>
              <a:t>判断表达式</a:t>
            </a:r>
            <a:r>
              <a:rPr lang="en-US" altLang="zh-CN" b="1" dirty="0">
                <a:solidFill>
                  <a:srgbClr val="C01920"/>
                </a:solidFill>
                <a:ea typeface="楷体_GB2312" pitchFamily="49" charset="-122"/>
              </a:rPr>
              <a:t>0XF0F0 &amp; 0X1010 + 0X0A0A &lt;&lt; 5/2</a:t>
            </a:r>
            <a:r>
              <a:rPr lang="zh-CN" altLang="en-US" b="1" dirty="0">
                <a:solidFill>
                  <a:srgbClr val="C01920"/>
                </a:solidFill>
                <a:latin typeface="隶书" pitchFamily="49" charset="-122"/>
                <a:ea typeface="隶书" pitchFamily="49" charset="-122"/>
              </a:rPr>
              <a:t>的值？</a:t>
            </a:r>
          </a:p>
          <a:p>
            <a:pPr>
              <a:spcBef>
                <a:spcPct val="50000"/>
              </a:spcBef>
            </a:pPr>
            <a:r>
              <a:rPr lang="zh-CN" altLang="en-US" b="1" dirty="0">
                <a:solidFill>
                  <a:srgbClr val="FF0066"/>
                </a:solidFill>
                <a:effectLst>
                  <a:outerShdw blurRad="38100" dist="38100" dir="2700000" algn="tl">
                    <a:srgbClr val="C0C0C0"/>
                  </a:outerShdw>
                </a:effectLst>
              </a:rPr>
              <a:t>                </a:t>
            </a:r>
            <a:r>
              <a:rPr lang="en-US" altLang="zh-CN" b="1" dirty="0">
                <a:effectLst>
                  <a:outerShdw blurRad="38100" dist="38100" dir="2700000" algn="tl">
                    <a:srgbClr val="C0C0C0"/>
                  </a:outerShdw>
                </a:effectLst>
              </a:rPr>
              <a:t>0XF0F0 &amp; 0X1010 + 0X0A0A &lt;&lt; 5/2</a:t>
            </a:r>
          </a:p>
          <a:p>
            <a:pPr>
              <a:spcBef>
                <a:spcPct val="50000"/>
              </a:spcBef>
            </a:pPr>
            <a:endParaRPr lang="en-US" altLang="zh-CN" b="1" dirty="0">
              <a:effectLst>
                <a:outerShdw blurRad="38100" dist="38100" dir="2700000" algn="tl">
                  <a:srgbClr val="C0C0C0"/>
                </a:outerShdw>
              </a:effectLst>
            </a:endParaRPr>
          </a:p>
          <a:p>
            <a:pPr>
              <a:spcBef>
                <a:spcPct val="50000"/>
              </a:spcBef>
            </a:pPr>
            <a:endParaRPr lang="en-US" altLang="zh-CN" b="1" dirty="0">
              <a:effectLst>
                <a:outerShdw blurRad="38100" dist="38100" dir="2700000" algn="tl">
                  <a:srgbClr val="C0C0C0"/>
                </a:outerShdw>
              </a:effectLst>
            </a:endParaRPr>
          </a:p>
          <a:p>
            <a:pPr>
              <a:spcBef>
                <a:spcPct val="50000"/>
              </a:spcBef>
            </a:pPr>
            <a:endParaRPr lang="en-US" altLang="zh-CN" b="1" dirty="0">
              <a:effectLst>
                <a:outerShdw blurRad="38100" dist="38100" dir="2700000" algn="tl">
                  <a:srgbClr val="C0C0C0"/>
                </a:outerShdw>
              </a:effectLst>
            </a:endParaRPr>
          </a:p>
          <a:p>
            <a:pPr>
              <a:spcBef>
                <a:spcPct val="50000"/>
              </a:spcBef>
            </a:pPr>
            <a:endParaRPr lang="en-US" altLang="zh-CN" b="1" dirty="0">
              <a:effectLst>
                <a:outerShdw blurRad="38100" dist="38100" dir="2700000" algn="tl">
                  <a:srgbClr val="C0C0C0"/>
                </a:outerShdw>
              </a:effectLst>
            </a:endParaRPr>
          </a:p>
          <a:p>
            <a:pPr>
              <a:spcBef>
                <a:spcPct val="50000"/>
              </a:spcBef>
            </a:pPr>
            <a:endParaRPr lang="en-US" altLang="zh-CN" b="1" dirty="0">
              <a:effectLst>
                <a:outerShdw blurRad="38100" dist="38100" dir="2700000" algn="tl">
                  <a:srgbClr val="C0C0C0"/>
                </a:outerShdw>
              </a:effectLst>
            </a:endParaRPr>
          </a:p>
          <a:p>
            <a:pPr>
              <a:spcBef>
                <a:spcPct val="50000"/>
              </a:spcBef>
            </a:pPr>
            <a:endParaRPr lang="en-US" altLang="zh-CN" b="1" dirty="0">
              <a:effectLst>
                <a:outerShdw blurRad="38100" dist="38100" dir="2700000" algn="tl">
                  <a:srgbClr val="C0C0C0"/>
                </a:outerShdw>
              </a:effectLst>
            </a:endParaRPr>
          </a:p>
          <a:p>
            <a:pPr>
              <a:spcBef>
                <a:spcPct val="50000"/>
              </a:spcBef>
            </a:pPr>
            <a:endParaRPr lang="en-US" altLang="zh-CN" b="1" dirty="0">
              <a:effectLst>
                <a:outerShdw blurRad="38100" dist="38100" dir="2700000" algn="tl">
                  <a:srgbClr val="C0C0C0"/>
                </a:outerShdw>
              </a:effectLst>
            </a:endParaRPr>
          </a:p>
        </p:txBody>
      </p:sp>
      <p:sp>
        <p:nvSpPr>
          <p:cNvPr id="832808" name="Text Box 296"/>
          <p:cNvSpPr txBox="1">
            <a:spLocks noChangeArrowheads="1"/>
          </p:cNvSpPr>
          <p:nvPr/>
        </p:nvSpPr>
        <p:spPr bwMode="auto">
          <a:xfrm>
            <a:off x="7270705" y="3017268"/>
            <a:ext cx="504825" cy="457200"/>
          </a:xfrm>
          <a:prstGeom prst="rect">
            <a:avLst/>
          </a:prstGeom>
          <a:noFill/>
          <a:ln w="9525">
            <a:noFill/>
            <a:miter lim="800000"/>
            <a:headEnd/>
            <a:tailEnd/>
          </a:ln>
          <a:effectLst/>
        </p:spPr>
        <p:txBody>
          <a:bodyPr>
            <a:spAutoFit/>
          </a:bodyPr>
          <a:lstStyle/>
          <a:p>
            <a:pPr>
              <a:spcBef>
                <a:spcPct val="50000"/>
              </a:spcBef>
            </a:pPr>
            <a:r>
              <a:rPr lang="en-US" altLang="zh-CN" b="1"/>
              <a:t>2</a:t>
            </a:r>
          </a:p>
        </p:txBody>
      </p:sp>
      <p:grpSp>
        <p:nvGrpSpPr>
          <p:cNvPr id="832829" name="Group 317"/>
          <p:cNvGrpSpPr>
            <a:grpSpLocks/>
          </p:cNvGrpSpPr>
          <p:nvPr/>
        </p:nvGrpSpPr>
        <p:grpSpPr bwMode="auto">
          <a:xfrm>
            <a:off x="7359604" y="2329880"/>
            <a:ext cx="287338" cy="755650"/>
            <a:chOff x="4206" y="1344"/>
            <a:chExt cx="181" cy="476"/>
          </a:xfrm>
          <a:effectLst>
            <a:outerShdw blurRad="50800" dist="38100" dir="2700000" algn="tl" rotWithShape="0">
              <a:prstClr val="black">
                <a:alpha val="40000"/>
              </a:prstClr>
            </a:outerShdw>
          </a:effectLst>
        </p:grpSpPr>
        <p:sp>
          <p:nvSpPr>
            <p:cNvPr id="832807" name="Line 295"/>
            <p:cNvSpPr>
              <a:spLocks noChangeShapeType="1"/>
            </p:cNvSpPr>
            <p:nvPr/>
          </p:nvSpPr>
          <p:spPr bwMode="auto">
            <a:xfrm>
              <a:off x="4241" y="1344"/>
              <a:ext cx="0" cy="476"/>
            </a:xfrm>
            <a:prstGeom prst="line">
              <a:avLst/>
            </a:prstGeom>
            <a:noFill/>
            <a:ln w="28575">
              <a:solidFill>
                <a:srgbClr val="0000FF"/>
              </a:solidFill>
              <a:round/>
              <a:headEnd/>
              <a:tailEnd type="stealth" w="lg" len="lg"/>
            </a:ln>
            <a:effectLst/>
          </p:spPr>
          <p:txBody>
            <a:bodyPr/>
            <a:lstStyle/>
            <a:p>
              <a:endParaRPr lang="zh-CN" altLang="en-US"/>
            </a:p>
          </p:txBody>
        </p:sp>
        <p:sp>
          <p:nvSpPr>
            <p:cNvPr id="832809" name="Text Box 297"/>
            <p:cNvSpPr txBox="1">
              <a:spLocks noChangeArrowheads="1"/>
            </p:cNvSpPr>
            <p:nvPr/>
          </p:nvSpPr>
          <p:spPr bwMode="auto">
            <a:xfrm>
              <a:off x="4206" y="1417"/>
              <a:ext cx="181" cy="231"/>
            </a:xfrm>
            <a:prstGeom prst="rect">
              <a:avLst/>
            </a:prstGeom>
            <a:noFill/>
            <a:ln w="9525">
              <a:noFill/>
              <a:miter lim="800000"/>
              <a:headEnd/>
              <a:tailEnd/>
            </a:ln>
            <a:effectLst/>
          </p:spPr>
          <p:txBody>
            <a:bodyPr>
              <a:spAutoFit/>
            </a:bodyPr>
            <a:lstStyle/>
            <a:p>
              <a:pPr>
                <a:spcBef>
                  <a:spcPct val="50000"/>
                </a:spcBef>
              </a:pPr>
              <a:r>
                <a:rPr lang="en-US" altLang="zh-CN" sz="1800" b="1">
                  <a:solidFill>
                    <a:schemeClr val="accent2"/>
                  </a:solidFill>
                  <a:effectLst>
                    <a:outerShdw blurRad="38100" dist="38100" dir="2700000" algn="tl">
                      <a:srgbClr val="000000"/>
                    </a:outerShdw>
                  </a:effectLst>
                </a:rPr>
                <a:t>①</a:t>
              </a:r>
            </a:p>
          </p:txBody>
        </p:sp>
      </p:grpSp>
      <p:grpSp>
        <p:nvGrpSpPr>
          <p:cNvPr id="832831" name="Group 319"/>
          <p:cNvGrpSpPr>
            <a:grpSpLocks/>
          </p:cNvGrpSpPr>
          <p:nvPr/>
        </p:nvGrpSpPr>
        <p:grpSpPr bwMode="auto">
          <a:xfrm>
            <a:off x="4417237" y="2256855"/>
            <a:ext cx="2260600" cy="833438"/>
            <a:chOff x="2318" y="1298"/>
            <a:chExt cx="1424" cy="525"/>
          </a:xfrm>
          <a:effectLst>
            <a:outerShdw blurRad="50800" dist="38100" dir="2700000" algn="tl" rotWithShape="0">
              <a:prstClr val="black">
                <a:alpha val="40000"/>
              </a:prstClr>
            </a:outerShdw>
          </a:effectLst>
        </p:grpSpPr>
        <p:sp>
          <p:nvSpPr>
            <p:cNvPr id="832811" name="AutoShape 299"/>
            <p:cNvSpPr>
              <a:spLocks/>
            </p:cNvSpPr>
            <p:nvPr/>
          </p:nvSpPr>
          <p:spPr bwMode="auto">
            <a:xfrm rot="-5400000">
              <a:off x="2930" y="686"/>
              <a:ext cx="200" cy="1424"/>
            </a:xfrm>
            <a:prstGeom prst="leftBrace">
              <a:avLst>
                <a:gd name="adj1" fmla="val 59333"/>
                <a:gd name="adj2" fmla="val 50000"/>
              </a:avLst>
            </a:prstGeom>
            <a:noFill/>
            <a:ln w="28575">
              <a:solidFill>
                <a:srgbClr val="0000FF"/>
              </a:solidFill>
              <a:round/>
              <a:headEnd/>
              <a:tailEnd/>
            </a:ln>
            <a:effectLst/>
          </p:spPr>
          <p:txBody>
            <a:bodyPr wrap="none" anchor="ctr"/>
            <a:lstStyle/>
            <a:p>
              <a:endParaRPr lang="zh-CN" altLang="en-US"/>
            </a:p>
          </p:txBody>
        </p:sp>
        <p:grpSp>
          <p:nvGrpSpPr>
            <p:cNvPr id="832812" name="Group 300"/>
            <p:cNvGrpSpPr>
              <a:grpSpLocks/>
            </p:cNvGrpSpPr>
            <p:nvPr/>
          </p:nvGrpSpPr>
          <p:grpSpPr bwMode="auto">
            <a:xfrm>
              <a:off x="2998" y="1516"/>
              <a:ext cx="181" cy="307"/>
              <a:chOff x="4206" y="1309"/>
              <a:chExt cx="181" cy="307"/>
            </a:xfrm>
          </p:grpSpPr>
          <p:sp>
            <p:nvSpPr>
              <p:cNvPr id="832813" name="Line 301"/>
              <p:cNvSpPr>
                <a:spLocks noChangeShapeType="1"/>
              </p:cNvSpPr>
              <p:nvPr/>
            </p:nvSpPr>
            <p:spPr bwMode="auto">
              <a:xfrm>
                <a:off x="4241" y="1344"/>
                <a:ext cx="0" cy="272"/>
              </a:xfrm>
              <a:prstGeom prst="line">
                <a:avLst/>
              </a:prstGeom>
              <a:noFill/>
              <a:ln w="28575">
                <a:solidFill>
                  <a:srgbClr val="0000FF"/>
                </a:solidFill>
                <a:round/>
                <a:headEnd/>
                <a:tailEnd type="stealth" w="lg" len="lg"/>
              </a:ln>
              <a:effectLst/>
            </p:spPr>
            <p:txBody>
              <a:bodyPr/>
              <a:lstStyle/>
              <a:p>
                <a:endParaRPr lang="zh-CN" altLang="en-US"/>
              </a:p>
            </p:txBody>
          </p:sp>
          <p:sp>
            <p:nvSpPr>
              <p:cNvPr id="832814" name="Text Box 302"/>
              <p:cNvSpPr txBox="1">
                <a:spLocks noChangeArrowheads="1"/>
              </p:cNvSpPr>
              <p:nvPr/>
            </p:nvSpPr>
            <p:spPr bwMode="auto">
              <a:xfrm>
                <a:off x="4206" y="1309"/>
                <a:ext cx="181" cy="231"/>
              </a:xfrm>
              <a:prstGeom prst="rect">
                <a:avLst/>
              </a:prstGeom>
              <a:noFill/>
              <a:ln w="9525">
                <a:noFill/>
                <a:miter lim="800000"/>
                <a:headEnd/>
                <a:tailEnd/>
              </a:ln>
              <a:effectLst/>
            </p:spPr>
            <p:txBody>
              <a:bodyPr>
                <a:spAutoFit/>
              </a:bodyPr>
              <a:lstStyle/>
              <a:p>
                <a:pPr>
                  <a:spcBef>
                    <a:spcPct val="50000"/>
                  </a:spcBef>
                </a:pPr>
                <a:r>
                  <a:rPr lang="en-US" altLang="en-US" sz="1800" b="1">
                    <a:solidFill>
                      <a:schemeClr val="accent2"/>
                    </a:solidFill>
                    <a:effectLst>
                      <a:outerShdw blurRad="38100" dist="38100" dir="2700000" algn="tl">
                        <a:srgbClr val="000000"/>
                      </a:outerShdw>
                    </a:effectLst>
                  </a:rPr>
                  <a:t>②</a:t>
                </a:r>
                <a:endParaRPr lang="en-US" altLang="zh-CN" sz="1800" b="1">
                  <a:solidFill>
                    <a:schemeClr val="accent2"/>
                  </a:solidFill>
                  <a:effectLst>
                    <a:outerShdw blurRad="38100" dist="38100" dir="2700000" algn="tl">
                      <a:srgbClr val="000000"/>
                    </a:outerShdw>
                  </a:effectLst>
                </a:endParaRPr>
              </a:p>
            </p:txBody>
          </p:sp>
        </p:grpSp>
      </p:grpSp>
      <p:sp>
        <p:nvSpPr>
          <p:cNvPr id="832815" name="Text Box 303"/>
          <p:cNvSpPr txBox="1">
            <a:spLocks noChangeArrowheads="1"/>
          </p:cNvSpPr>
          <p:nvPr/>
        </p:nvSpPr>
        <p:spPr bwMode="auto">
          <a:xfrm>
            <a:off x="5027168" y="3020443"/>
            <a:ext cx="1422400" cy="457200"/>
          </a:xfrm>
          <a:prstGeom prst="rect">
            <a:avLst/>
          </a:prstGeom>
          <a:noFill/>
          <a:ln w="9525">
            <a:noFill/>
            <a:miter lim="800000"/>
            <a:headEnd/>
            <a:tailEnd/>
          </a:ln>
          <a:effectLst/>
        </p:spPr>
        <p:txBody>
          <a:bodyPr>
            <a:spAutoFit/>
          </a:bodyPr>
          <a:lstStyle/>
          <a:p>
            <a:pPr>
              <a:spcBef>
                <a:spcPct val="50000"/>
              </a:spcBef>
            </a:pPr>
            <a:r>
              <a:rPr lang="en-US" altLang="zh-CN" b="1" dirty="0"/>
              <a:t>0X1A1A</a:t>
            </a:r>
          </a:p>
        </p:txBody>
      </p:sp>
      <p:grpSp>
        <p:nvGrpSpPr>
          <p:cNvPr id="832835" name="Group 323"/>
          <p:cNvGrpSpPr>
            <a:grpSpLocks/>
          </p:cNvGrpSpPr>
          <p:nvPr/>
        </p:nvGrpSpPr>
        <p:grpSpPr bwMode="auto">
          <a:xfrm>
            <a:off x="3143671" y="3007743"/>
            <a:ext cx="3986214" cy="468312"/>
            <a:chOff x="1324" y="1771"/>
            <a:chExt cx="2511" cy="295"/>
          </a:xfrm>
        </p:grpSpPr>
        <p:sp>
          <p:nvSpPr>
            <p:cNvPr id="832817" name="Text Box 305"/>
            <p:cNvSpPr txBox="1">
              <a:spLocks noChangeArrowheads="1"/>
            </p:cNvSpPr>
            <p:nvPr/>
          </p:nvSpPr>
          <p:spPr bwMode="auto">
            <a:xfrm>
              <a:off x="1324" y="1771"/>
              <a:ext cx="1193" cy="288"/>
            </a:xfrm>
            <a:prstGeom prst="rect">
              <a:avLst/>
            </a:prstGeom>
            <a:noFill/>
            <a:ln w="9525">
              <a:noFill/>
              <a:miter lim="800000"/>
              <a:headEnd/>
              <a:tailEnd/>
            </a:ln>
            <a:effectLst/>
          </p:spPr>
          <p:txBody>
            <a:bodyPr>
              <a:spAutoFit/>
            </a:bodyPr>
            <a:lstStyle/>
            <a:p>
              <a:pPr>
                <a:spcBef>
                  <a:spcPct val="50000"/>
                </a:spcBef>
              </a:pPr>
              <a:r>
                <a:rPr lang="en-US" altLang="zh-CN" b="1" dirty="0"/>
                <a:t>0XF0F0    &amp;</a:t>
              </a:r>
            </a:p>
          </p:txBody>
        </p:sp>
        <p:sp>
          <p:nvSpPr>
            <p:cNvPr id="832818" name="Text Box 306"/>
            <p:cNvSpPr txBox="1">
              <a:spLocks noChangeArrowheads="1"/>
            </p:cNvSpPr>
            <p:nvPr/>
          </p:nvSpPr>
          <p:spPr bwMode="auto">
            <a:xfrm>
              <a:off x="3432" y="1778"/>
              <a:ext cx="403" cy="288"/>
            </a:xfrm>
            <a:prstGeom prst="rect">
              <a:avLst/>
            </a:prstGeom>
            <a:noFill/>
            <a:ln w="9525">
              <a:noFill/>
              <a:miter lim="800000"/>
              <a:headEnd/>
              <a:tailEnd/>
            </a:ln>
            <a:effectLst/>
          </p:spPr>
          <p:txBody>
            <a:bodyPr>
              <a:spAutoFit/>
            </a:bodyPr>
            <a:lstStyle/>
            <a:p>
              <a:pPr>
                <a:spcBef>
                  <a:spcPct val="50000"/>
                </a:spcBef>
              </a:pPr>
              <a:r>
                <a:rPr lang="en-US" altLang="zh-CN" b="1" dirty="0"/>
                <a:t>&lt;&lt;</a:t>
              </a:r>
            </a:p>
          </p:txBody>
        </p:sp>
      </p:grpSp>
      <p:grpSp>
        <p:nvGrpSpPr>
          <p:cNvPr id="832830" name="Group 318"/>
          <p:cNvGrpSpPr>
            <a:grpSpLocks/>
          </p:cNvGrpSpPr>
          <p:nvPr/>
        </p:nvGrpSpPr>
        <p:grpSpPr bwMode="auto">
          <a:xfrm>
            <a:off x="5299994" y="3480818"/>
            <a:ext cx="2103438" cy="811212"/>
            <a:chOff x="2916" y="2069"/>
            <a:chExt cx="1325" cy="511"/>
          </a:xfrm>
          <a:effectLst>
            <a:outerShdw blurRad="50800" dist="38100" dir="2700000" algn="tl" rotWithShape="0">
              <a:prstClr val="black">
                <a:alpha val="40000"/>
              </a:prstClr>
            </a:outerShdw>
          </a:effectLst>
        </p:grpSpPr>
        <p:sp>
          <p:nvSpPr>
            <p:cNvPr id="832816" name="AutoShape 304"/>
            <p:cNvSpPr>
              <a:spLocks/>
            </p:cNvSpPr>
            <p:nvPr/>
          </p:nvSpPr>
          <p:spPr bwMode="auto">
            <a:xfrm rot="-5400000">
              <a:off x="3487" y="1498"/>
              <a:ext cx="183" cy="1325"/>
            </a:xfrm>
            <a:prstGeom prst="leftBrace">
              <a:avLst>
                <a:gd name="adj1" fmla="val 60337"/>
                <a:gd name="adj2" fmla="val 50000"/>
              </a:avLst>
            </a:prstGeom>
            <a:noFill/>
            <a:ln w="28575">
              <a:solidFill>
                <a:srgbClr val="0000FF"/>
              </a:solidFill>
              <a:round/>
              <a:headEnd/>
              <a:tailEnd/>
            </a:ln>
            <a:effectLst/>
          </p:spPr>
          <p:txBody>
            <a:bodyPr wrap="none" anchor="ctr"/>
            <a:lstStyle/>
            <a:p>
              <a:endParaRPr lang="zh-CN" altLang="en-US"/>
            </a:p>
          </p:txBody>
        </p:sp>
        <p:grpSp>
          <p:nvGrpSpPr>
            <p:cNvPr id="832819" name="Group 307"/>
            <p:cNvGrpSpPr>
              <a:grpSpLocks/>
            </p:cNvGrpSpPr>
            <p:nvPr/>
          </p:nvGrpSpPr>
          <p:grpSpPr bwMode="auto">
            <a:xfrm>
              <a:off x="3539" y="2273"/>
              <a:ext cx="181" cy="307"/>
              <a:chOff x="4206" y="1309"/>
              <a:chExt cx="181" cy="307"/>
            </a:xfrm>
          </p:grpSpPr>
          <p:sp>
            <p:nvSpPr>
              <p:cNvPr id="832820" name="Line 308"/>
              <p:cNvSpPr>
                <a:spLocks noChangeShapeType="1"/>
              </p:cNvSpPr>
              <p:nvPr/>
            </p:nvSpPr>
            <p:spPr bwMode="auto">
              <a:xfrm>
                <a:off x="4241" y="1344"/>
                <a:ext cx="0" cy="272"/>
              </a:xfrm>
              <a:prstGeom prst="line">
                <a:avLst/>
              </a:prstGeom>
              <a:noFill/>
              <a:ln w="28575">
                <a:solidFill>
                  <a:srgbClr val="0000FF"/>
                </a:solidFill>
                <a:round/>
                <a:headEnd/>
                <a:tailEnd type="stealth" w="lg" len="lg"/>
              </a:ln>
              <a:effectLst/>
            </p:spPr>
            <p:txBody>
              <a:bodyPr/>
              <a:lstStyle/>
              <a:p>
                <a:endParaRPr lang="zh-CN" altLang="en-US"/>
              </a:p>
            </p:txBody>
          </p:sp>
          <p:sp>
            <p:nvSpPr>
              <p:cNvPr id="832821" name="Text Box 309"/>
              <p:cNvSpPr txBox="1">
                <a:spLocks noChangeArrowheads="1"/>
              </p:cNvSpPr>
              <p:nvPr/>
            </p:nvSpPr>
            <p:spPr bwMode="auto">
              <a:xfrm>
                <a:off x="4206" y="1309"/>
                <a:ext cx="181" cy="231"/>
              </a:xfrm>
              <a:prstGeom prst="rect">
                <a:avLst/>
              </a:prstGeom>
              <a:noFill/>
              <a:ln w="9525">
                <a:noFill/>
                <a:miter lim="800000"/>
                <a:headEnd/>
                <a:tailEnd/>
              </a:ln>
              <a:effectLst/>
            </p:spPr>
            <p:txBody>
              <a:bodyPr>
                <a:spAutoFit/>
              </a:bodyPr>
              <a:lstStyle/>
              <a:p>
                <a:pPr>
                  <a:spcBef>
                    <a:spcPct val="50000"/>
                  </a:spcBef>
                </a:pPr>
                <a:r>
                  <a:rPr lang="en-US" altLang="en-US" sz="1800" b="1">
                    <a:solidFill>
                      <a:schemeClr val="accent2"/>
                    </a:solidFill>
                    <a:effectLst>
                      <a:outerShdw blurRad="38100" dist="38100" dir="2700000" algn="tl">
                        <a:srgbClr val="000000"/>
                      </a:outerShdw>
                    </a:effectLst>
                  </a:rPr>
                  <a:t>③</a:t>
                </a:r>
                <a:endParaRPr lang="en-US" altLang="zh-CN" sz="1800" b="1">
                  <a:solidFill>
                    <a:schemeClr val="accent2"/>
                  </a:solidFill>
                  <a:effectLst>
                    <a:outerShdw blurRad="38100" dist="38100" dir="2700000" algn="tl">
                      <a:srgbClr val="000000"/>
                    </a:outerShdw>
                  </a:effectLst>
                </a:endParaRPr>
              </a:p>
            </p:txBody>
          </p:sp>
        </p:grpSp>
      </p:grpSp>
      <p:sp>
        <p:nvSpPr>
          <p:cNvPr id="832822" name="Text Box 310"/>
          <p:cNvSpPr txBox="1">
            <a:spLocks noChangeArrowheads="1"/>
          </p:cNvSpPr>
          <p:nvPr/>
        </p:nvSpPr>
        <p:spPr bwMode="auto">
          <a:xfrm>
            <a:off x="5762811" y="4230118"/>
            <a:ext cx="1422400" cy="457200"/>
          </a:xfrm>
          <a:prstGeom prst="rect">
            <a:avLst/>
          </a:prstGeom>
          <a:noFill/>
          <a:ln w="9525">
            <a:noFill/>
            <a:miter lim="800000"/>
            <a:headEnd/>
            <a:tailEnd/>
          </a:ln>
          <a:effectLst/>
        </p:spPr>
        <p:txBody>
          <a:bodyPr>
            <a:spAutoFit/>
          </a:bodyPr>
          <a:lstStyle/>
          <a:p>
            <a:pPr>
              <a:spcBef>
                <a:spcPct val="50000"/>
              </a:spcBef>
            </a:pPr>
            <a:r>
              <a:rPr lang="en-US" altLang="zh-CN" b="1" dirty="0"/>
              <a:t>0X6868</a:t>
            </a:r>
          </a:p>
        </p:txBody>
      </p:sp>
      <p:sp>
        <p:nvSpPr>
          <p:cNvPr id="832823" name="Text Box 311"/>
          <p:cNvSpPr txBox="1">
            <a:spLocks noChangeArrowheads="1"/>
          </p:cNvSpPr>
          <p:nvPr/>
        </p:nvSpPr>
        <p:spPr bwMode="auto">
          <a:xfrm>
            <a:off x="3137792" y="4180905"/>
            <a:ext cx="2670175" cy="457200"/>
          </a:xfrm>
          <a:prstGeom prst="rect">
            <a:avLst/>
          </a:prstGeom>
          <a:noFill/>
          <a:ln w="9525">
            <a:noFill/>
            <a:miter lim="800000"/>
            <a:headEnd/>
            <a:tailEnd/>
          </a:ln>
          <a:effectLst/>
        </p:spPr>
        <p:txBody>
          <a:bodyPr>
            <a:spAutoFit/>
          </a:bodyPr>
          <a:lstStyle/>
          <a:p>
            <a:pPr>
              <a:spcBef>
                <a:spcPct val="50000"/>
              </a:spcBef>
            </a:pPr>
            <a:r>
              <a:rPr lang="en-US" altLang="zh-CN" b="1" dirty="0"/>
              <a:t>0XF0F0         &amp;</a:t>
            </a:r>
          </a:p>
        </p:txBody>
      </p:sp>
      <p:grpSp>
        <p:nvGrpSpPr>
          <p:cNvPr id="832832" name="Group 320"/>
          <p:cNvGrpSpPr>
            <a:grpSpLocks/>
          </p:cNvGrpSpPr>
          <p:nvPr/>
        </p:nvGrpSpPr>
        <p:grpSpPr bwMode="auto">
          <a:xfrm>
            <a:off x="3442992" y="4633344"/>
            <a:ext cx="3097212" cy="833437"/>
            <a:chOff x="1655" y="2795"/>
            <a:chExt cx="1951" cy="525"/>
          </a:xfrm>
          <a:effectLst>
            <a:outerShdw blurRad="50800" dist="38100" dir="2700000" algn="tl" rotWithShape="0">
              <a:prstClr val="black">
                <a:alpha val="40000"/>
              </a:prstClr>
            </a:outerShdw>
          </a:effectLst>
        </p:grpSpPr>
        <p:sp>
          <p:nvSpPr>
            <p:cNvPr id="832824" name="AutoShape 312"/>
            <p:cNvSpPr>
              <a:spLocks/>
            </p:cNvSpPr>
            <p:nvPr/>
          </p:nvSpPr>
          <p:spPr bwMode="auto">
            <a:xfrm rot="-5400000">
              <a:off x="2517" y="1933"/>
              <a:ext cx="228" cy="1951"/>
            </a:xfrm>
            <a:prstGeom prst="leftBrace">
              <a:avLst>
                <a:gd name="adj1" fmla="val 71308"/>
                <a:gd name="adj2" fmla="val 50000"/>
              </a:avLst>
            </a:prstGeom>
            <a:noFill/>
            <a:ln w="28575">
              <a:solidFill>
                <a:srgbClr val="0000FF"/>
              </a:solidFill>
              <a:round/>
              <a:headEnd/>
              <a:tailEnd/>
            </a:ln>
            <a:effectLst/>
          </p:spPr>
          <p:txBody>
            <a:bodyPr wrap="none" anchor="ctr"/>
            <a:lstStyle/>
            <a:p>
              <a:endParaRPr lang="zh-CN" altLang="en-US"/>
            </a:p>
          </p:txBody>
        </p:sp>
        <p:grpSp>
          <p:nvGrpSpPr>
            <p:cNvPr id="832825" name="Group 313"/>
            <p:cNvGrpSpPr>
              <a:grpSpLocks/>
            </p:cNvGrpSpPr>
            <p:nvPr/>
          </p:nvGrpSpPr>
          <p:grpSpPr bwMode="auto">
            <a:xfrm>
              <a:off x="2590" y="3013"/>
              <a:ext cx="181" cy="307"/>
              <a:chOff x="4206" y="1309"/>
              <a:chExt cx="181" cy="307"/>
            </a:xfrm>
          </p:grpSpPr>
          <p:sp>
            <p:nvSpPr>
              <p:cNvPr id="832826" name="Line 314"/>
              <p:cNvSpPr>
                <a:spLocks noChangeShapeType="1"/>
              </p:cNvSpPr>
              <p:nvPr/>
            </p:nvSpPr>
            <p:spPr bwMode="auto">
              <a:xfrm>
                <a:off x="4241" y="1344"/>
                <a:ext cx="0" cy="272"/>
              </a:xfrm>
              <a:prstGeom prst="line">
                <a:avLst/>
              </a:prstGeom>
              <a:noFill/>
              <a:ln w="28575">
                <a:solidFill>
                  <a:srgbClr val="0000FF"/>
                </a:solidFill>
                <a:round/>
                <a:headEnd/>
                <a:tailEnd type="stealth" w="lg" len="lg"/>
              </a:ln>
              <a:effectLst/>
            </p:spPr>
            <p:txBody>
              <a:bodyPr/>
              <a:lstStyle/>
              <a:p>
                <a:endParaRPr lang="zh-CN" altLang="en-US"/>
              </a:p>
            </p:txBody>
          </p:sp>
          <p:sp>
            <p:nvSpPr>
              <p:cNvPr id="832827" name="Text Box 315"/>
              <p:cNvSpPr txBox="1">
                <a:spLocks noChangeArrowheads="1"/>
              </p:cNvSpPr>
              <p:nvPr/>
            </p:nvSpPr>
            <p:spPr bwMode="auto">
              <a:xfrm>
                <a:off x="4206" y="1309"/>
                <a:ext cx="181" cy="231"/>
              </a:xfrm>
              <a:prstGeom prst="rect">
                <a:avLst/>
              </a:prstGeom>
              <a:noFill/>
              <a:ln w="9525">
                <a:noFill/>
                <a:miter lim="800000"/>
                <a:headEnd/>
                <a:tailEnd/>
              </a:ln>
              <a:effectLst/>
            </p:spPr>
            <p:txBody>
              <a:bodyPr>
                <a:spAutoFit/>
              </a:bodyPr>
              <a:lstStyle/>
              <a:p>
                <a:pPr>
                  <a:spcBef>
                    <a:spcPct val="50000"/>
                  </a:spcBef>
                </a:pPr>
                <a:r>
                  <a:rPr lang="en-US" altLang="en-US" sz="1800" b="1">
                    <a:solidFill>
                      <a:schemeClr val="accent2"/>
                    </a:solidFill>
                    <a:effectLst>
                      <a:outerShdw blurRad="38100" dist="38100" dir="2700000" algn="tl">
                        <a:srgbClr val="000000"/>
                      </a:outerShdw>
                    </a:effectLst>
                  </a:rPr>
                  <a:t>④</a:t>
                </a:r>
                <a:endParaRPr lang="en-US" altLang="zh-CN" sz="1800" b="1">
                  <a:solidFill>
                    <a:schemeClr val="accent2"/>
                  </a:solidFill>
                  <a:effectLst>
                    <a:outerShdw blurRad="38100" dist="38100" dir="2700000" algn="tl">
                      <a:srgbClr val="000000"/>
                    </a:outerShdw>
                  </a:effectLst>
                </a:endParaRPr>
              </a:p>
            </p:txBody>
          </p:sp>
        </p:grpSp>
      </p:grpSp>
      <p:sp>
        <p:nvSpPr>
          <p:cNvPr id="832828" name="Text Box 316"/>
          <p:cNvSpPr txBox="1">
            <a:spLocks noChangeArrowheads="1"/>
          </p:cNvSpPr>
          <p:nvPr/>
        </p:nvSpPr>
        <p:spPr bwMode="auto">
          <a:xfrm>
            <a:off x="4422479" y="5396930"/>
            <a:ext cx="1422400" cy="457200"/>
          </a:xfrm>
          <a:prstGeom prst="rect">
            <a:avLst/>
          </a:prstGeom>
          <a:noFill/>
          <a:ln w="9525">
            <a:noFill/>
            <a:miter lim="800000"/>
            <a:headEnd/>
            <a:tailEnd/>
          </a:ln>
          <a:effectLst/>
        </p:spPr>
        <p:txBody>
          <a:bodyPr>
            <a:spAutoFit/>
          </a:bodyPr>
          <a:lstStyle/>
          <a:p>
            <a:pPr>
              <a:spcBef>
                <a:spcPct val="50000"/>
              </a:spcBef>
            </a:pPr>
            <a:r>
              <a:rPr lang="en-US" altLang="zh-CN" b="1" dirty="0">
                <a:solidFill>
                  <a:srgbClr val="C01920"/>
                </a:solidFill>
              </a:rPr>
              <a:t>0X6060</a:t>
            </a:r>
          </a:p>
        </p:txBody>
      </p:sp>
      <p:sp>
        <p:nvSpPr>
          <p:cNvPr id="832833" name="AutoShape 321"/>
          <p:cNvSpPr>
            <a:spLocks/>
          </p:cNvSpPr>
          <p:nvPr/>
        </p:nvSpPr>
        <p:spPr bwMode="auto">
          <a:xfrm>
            <a:off x="8760468" y="2492896"/>
            <a:ext cx="1223963" cy="720725"/>
          </a:xfrm>
          <a:prstGeom prst="borderCallout2">
            <a:avLst>
              <a:gd name="adj1" fmla="val 15861"/>
              <a:gd name="adj2" fmla="val -6227"/>
              <a:gd name="adj3" fmla="val 15861"/>
              <a:gd name="adj4" fmla="val -34500"/>
              <a:gd name="adj5" fmla="val -36566"/>
              <a:gd name="adj6" fmla="val -108476"/>
            </a:avLst>
          </a:prstGeom>
          <a:gradFill flip="none" rotWithShape="1">
            <a:gsLst>
              <a:gs pos="0">
                <a:srgbClr val="F0E5B7"/>
              </a:gs>
              <a:gs pos="100000">
                <a:srgbClr val="F0E5B7"/>
              </a:gs>
            </a:gsLst>
            <a:lin ang="16200000" scaled="1"/>
            <a:tileRect/>
          </a:gradFill>
          <a:ln w="9525">
            <a:solidFill>
              <a:srgbClr val="FF0000"/>
            </a:solidFill>
            <a:miter lim="800000"/>
            <a:headEnd/>
            <a:tailEnd/>
          </a:ln>
          <a:effectLst>
            <a:outerShdw blurRad="50800" dist="106680" dir="2700000" algn="tl" rotWithShape="0">
              <a:prstClr val="black">
                <a:alpha val="43000"/>
              </a:prstClr>
            </a:outerShdw>
          </a:effectLst>
        </p:spPr>
        <p:txBody>
          <a:bodyPr/>
          <a:lstStyle/>
          <a:p>
            <a:pPr algn="ctr"/>
            <a:r>
              <a:rPr lang="en-US" altLang="zh-CN" sz="2000" b="1" dirty="0">
                <a:effectLst>
                  <a:outerShdw blurRad="38100" dist="38100" dir="2700000" algn="tl">
                    <a:srgbClr val="FFFFFF"/>
                  </a:outerShdw>
                </a:effectLst>
                <a:latin typeface="+mn-lt"/>
                <a:ea typeface="楷体" pitchFamily="49" charset="-122"/>
              </a:rPr>
              <a:t>/</a:t>
            </a:r>
            <a:r>
              <a:rPr lang="zh-CN" altLang="en-US" sz="2000" b="1" dirty="0">
                <a:effectLst>
                  <a:outerShdw blurRad="38100" dist="38100" dir="2700000" algn="tl">
                    <a:srgbClr val="FFFFFF"/>
                  </a:outerShdw>
                </a:effectLst>
                <a:latin typeface="+mn-lt"/>
                <a:ea typeface="楷体" pitchFamily="49" charset="-122"/>
              </a:rPr>
              <a:t>的优先级最高 </a:t>
            </a:r>
          </a:p>
        </p:txBody>
      </p:sp>
      <p:sp>
        <p:nvSpPr>
          <p:cNvPr id="832834" name="AutoShape 322"/>
          <p:cNvSpPr>
            <a:spLocks/>
          </p:cNvSpPr>
          <p:nvPr/>
        </p:nvSpPr>
        <p:spPr bwMode="auto">
          <a:xfrm>
            <a:off x="1798097" y="2329881"/>
            <a:ext cx="1665288" cy="720725"/>
          </a:xfrm>
          <a:prstGeom prst="borderCallout2">
            <a:avLst>
              <a:gd name="adj1" fmla="val 15861"/>
              <a:gd name="adj2" fmla="val 104574"/>
              <a:gd name="adj3" fmla="val 15861"/>
              <a:gd name="adj4" fmla="val 159866"/>
              <a:gd name="adj5" fmla="val -17181"/>
              <a:gd name="adj6" fmla="val 218111"/>
            </a:avLst>
          </a:prstGeom>
          <a:gradFill flip="none" rotWithShape="1">
            <a:gsLst>
              <a:gs pos="0">
                <a:srgbClr val="F0E5B7"/>
              </a:gs>
              <a:gs pos="100000">
                <a:srgbClr val="F0E5B7"/>
              </a:gs>
            </a:gsLst>
            <a:lin ang="16200000" scaled="1"/>
            <a:tileRect/>
          </a:gradFill>
          <a:ln w="9525">
            <a:solidFill>
              <a:srgbClr val="FF0000"/>
            </a:solidFill>
            <a:miter lim="800000"/>
            <a:headEnd/>
            <a:tailEnd/>
          </a:ln>
          <a:effectLst>
            <a:outerShdw blurRad="50800" dist="106680" dir="2700000" algn="tl" rotWithShape="0">
              <a:prstClr val="black">
                <a:alpha val="43000"/>
              </a:prstClr>
            </a:outerShdw>
          </a:effectLst>
        </p:spPr>
        <p:txBody>
          <a:bodyPr/>
          <a:lstStyle/>
          <a:p>
            <a:pPr algn="ctr"/>
            <a:r>
              <a:rPr lang="en-US" altLang="zh-CN" sz="2000" b="1">
                <a:effectLst>
                  <a:outerShdw blurRad="38100" dist="38100" dir="2700000" algn="tl">
                    <a:srgbClr val="FFFFFF"/>
                  </a:outerShdw>
                </a:effectLst>
                <a:latin typeface="+mn-lt"/>
                <a:ea typeface="楷体" pitchFamily="49" charset="-122"/>
              </a:rPr>
              <a:t>+</a:t>
            </a:r>
            <a:r>
              <a:rPr lang="zh-CN" altLang="en-US" sz="2000" b="1">
                <a:effectLst>
                  <a:outerShdw blurRad="38100" dist="38100" dir="2700000" algn="tl">
                    <a:srgbClr val="FFFFFF"/>
                  </a:outerShdw>
                </a:effectLst>
                <a:latin typeface="+mn-lt"/>
                <a:ea typeface="楷体" pitchFamily="49" charset="-122"/>
              </a:rPr>
              <a:t>的优先级比</a:t>
            </a:r>
            <a:r>
              <a:rPr lang="en-US" altLang="zh-CN" sz="2000" b="1">
                <a:effectLst>
                  <a:outerShdw blurRad="38100" dist="38100" dir="2700000" algn="tl">
                    <a:srgbClr val="FFFFFF"/>
                  </a:outerShdw>
                </a:effectLst>
                <a:latin typeface="+mn-lt"/>
                <a:ea typeface="楷体" pitchFamily="49" charset="-122"/>
              </a:rPr>
              <a:t>&amp;</a:t>
            </a:r>
            <a:r>
              <a:rPr lang="zh-CN" altLang="en-US" sz="2000" b="1">
                <a:effectLst>
                  <a:outerShdw blurRad="38100" dist="38100" dir="2700000" algn="tl">
                    <a:srgbClr val="FFFFFF"/>
                  </a:outerShdw>
                </a:effectLst>
                <a:latin typeface="+mn-lt"/>
                <a:ea typeface="楷体" pitchFamily="49" charset="-122"/>
              </a:rPr>
              <a:t>、</a:t>
            </a:r>
            <a:r>
              <a:rPr lang="en-US" altLang="zh-CN" sz="2000" b="1">
                <a:effectLst>
                  <a:outerShdw blurRad="38100" dist="38100" dir="2700000" algn="tl">
                    <a:srgbClr val="FFFFFF"/>
                  </a:outerShdw>
                </a:effectLst>
                <a:latin typeface="+mn-lt"/>
                <a:ea typeface="楷体" pitchFamily="49" charset="-122"/>
              </a:rPr>
              <a:t>&lt;&lt;</a:t>
            </a:r>
            <a:r>
              <a:rPr lang="zh-CN" altLang="en-US" sz="2000" b="1">
                <a:effectLst>
                  <a:outerShdw blurRad="38100" dist="38100" dir="2700000" algn="tl">
                    <a:srgbClr val="FFFFFF"/>
                  </a:outerShdw>
                </a:effectLst>
                <a:latin typeface="+mn-lt"/>
                <a:ea typeface="楷体" pitchFamily="49" charset="-122"/>
              </a:rPr>
              <a:t>高 </a:t>
            </a:r>
          </a:p>
        </p:txBody>
      </p:sp>
      <p:sp>
        <p:nvSpPr>
          <p:cNvPr id="832836" name="AutoShape 324"/>
          <p:cNvSpPr>
            <a:spLocks/>
          </p:cNvSpPr>
          <p:nvPr/>
        </p:nvSpPr>
        <p:spPr bwMode="auto">
          <a:xfrm>
            <a:off x="8148513" y="3933056"/>
            <a:ext cx="1475878" cy="720725"/>
          </a:xfrm>
          <a:prstGeom prst="borderCallout2">
            <a:avLst>
              <a:gd name="adj1" fmla="val 15861"/>
              <a:gd name="adj2" fmla="val -6227"/>
              <a:gd name="adj3" fmla="val 15861"/>
              <a:gd name="adj4" fmla="val -34500"/>
              <a:gd name="adj5" fmla="val -78857"/>
              <a:gd name="adj6" fmla="val -87916"/>
            </a:avLst>
          </a:prstGeom>
          <a:gradFill flip="none" rotWithShape="1">
            <a:gsLst>
              <a:gs pos="0">
                <a:srgbClr val="F0E5B7"/>
              </a:gs>
              <a:gs pos="100000">
                <a:srgbClr val="F0E5B7"/>
              </a:gs>
            </a:gsLst>
            <a:lin ang="16200000" scaled="1"/>
            <a:tileRect/>
          </a:gradFill>
          <a:ln w="9525">
            <a:solidFill>
              <a:srgbClr val="FF0000"/>
            </a:solidFill>
            <a:miter lim="800000"/>
            <a:headEnd/>
            <a:tailEnd/>
          </a:ln>
          <a:effectLst>
            <a:outerShdw blurRad="50800" dist="106680" dir="2700000" algn="tl" rotWithShape="0">
              <a:prstClr val="black">
                <a:alpha val="43000"/>
              </a:prstClr>
            </a:outerShdw>
          </a:effectLst>
        </p:spPr>
        <p:txBody>
          <a:bodyPr/>
          <a:lstStyle/>
          <a:p>
            <a:pPr algn="ctr"/>
            <a:r>
              <a:rPr lang="en-US" altLang="zh-CN" sz="2000" b="1" dirty="0">
                <a:effectLst>
                  <a:outerShdw blurRad="38100" dist="38100" dir="2700000" algn="tl">
                    <a:srgbClr val="FFFFFF"/>
                  </a:outerShdw>
                </a:effectLst>
                <a:latin typeface="+mn-lt"/>
                <a:ea typeface="楷体" pitchFamily="49" charset="-122"/>
              </a:rPr>
              <a:t>&lt;&lt;</a:t>
            </a:r>
            <a:r>
              <a:rPr lang="zh-CN" altLang="en-US" sz="2000" b="1" dirty="0">
                <a:effectLst>
                  <a:outerShdw blurRad="38100" dist="38100" dir="2700000" algn="tl">
                    <a:srgbClr val="FFFFFF"/>
                  </a:outerShdw>
                </a:effectLst>
                <a:latin typeface="+mn-lt"/>
                <a:ea typeface="楷体" pitchFamily="49" charset="-122"/>
              </a:rPr>
              <a:t>的</a:t>
            </a:r>
            <a:r>
              <a:rPr lang="zh-CN" altLang="en-US" sz="2000" b="1">
                <a:effectLst>
                  <a:outerShdw blurRad="38100" dist="38100" dir="2700000" algn="tl">
                    <a:srgbClr val="FFFFFF"/>
                  </a:outerShdw>
                </a:effectLst>
                <a:latin typeface="+mn-lt"/>
                <a:ea typeface="楷体" pitchFamily="49" charset="-122"/>
              </a:rPr>
              <a:t>优先级比</a:t>
            </a:r>
            <a:r>
              <a:rPr lang="en-US" altLang="zh-CN" sz="2000" b="1" dirty="0">
                <a:effectLst>
                  <a:outerShdw blurRad="38100" dist="38100" dir="2700000" algn="tl">
                    <a:srgbClr val="FFFFFF"/>
                  </a:outerShdw>
                </a:effectLst>
                <a:latin typeface="+mn-lt"/>
                <a:ea typeface="楷体" pitchFamily="49" charset="-122"/>
              </a:rPr>
              <a:t>&amp;</a:t>
            </a:r>
            <a:r>
              <a:rPr lang="zh-CN" altLang="en-US" sz="2000" b="1" dirty="0">
                <a:effectLst>
                  <a:outerShdw blurRad="38100" dist="38100" dir="2700000" algn="tl">
                    <a:srgbClr val="FFFFFF"/>
                  </a:outerShdw>
                </a:effectLst>
                <a:latin typeface="+mn-lt"/>
                <a:ea typeface="楷体" pitchFamily="49" charset="-122"/>
              </a:rPr>
              <a:t>高 </a:t>
            </a:r>
          </a:p>
        </p:txBody>
      </p:sp>
      <p:sp>
        <p:nvSpPr>
          <p:cNvPr id="40" name="Rectangle 4">
            <a:extLst>
              <a:ext uri="{FF2B5EF4-FFF2-40B4-BE49-F238E27FC236}">
                <a16:creationId xmlns:a16="http://schemas.microsoft.com/office/drawing/2014/main" id="{53DA2AFD-0867-4C94-9A59-6801760C7BD9}"/>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3.5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运算符的优先级和结合性</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32806"/>
                                        </p:tgtEl>
                                        <p:attrNameLst>
                                          <p:attrName>style.visibility</p:attrName>
                                        </p:attrNameLst>
                                      </p:cBhvr>
                                      <p:to>
                                        <p:strVal val="visible"/>
                                      </p:to>
                                    </p:set>
                                    <p:animEffect transition="in" filter="box(out)">
                                      <p:cBhvr>
                                        <p:cTn id="7" dur="500"/>
                                        <p:tgtEl>
                                          <p:spTgt spid="832806"/>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832829"/>
                                        </p:tgtEl>
                                        <p:attrNameLst>
                                          <p:attrName>style.visibility</p:attrName>
                                        </p:attrNameLst>
                                      </p:cBhvr>
                                      <p:to>
                                        <p:strVal val="visible"/>
                                      </p:to>
                                    </p:set>
                                    <p:animEffect transition="in" filter="strips(downLeft)">
                                      <p:cBhvr>
                                        <p:cTn id="12" dur="500"/>
                                        <p:tgtEl>
                                          <p:spTgt spid="832829"/>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832808"/>
                                        </p:tgtEl>
                                        <p:attrNameLst>
                                          <p:attrName>style.visibility</p:attrName>
                                        </p:attrNameLst>
                                      </p:cBhvr>
                                      <p:to>
                                        <p:strVal val="visible"/>
                                      </p:to>
                                    </p:set>
                                    <p:animEffect transition="in" filter="blinds(horizontal)">
                                      <p:cBhvr>
                                        <p:cTn id="16" dur="500"/>
                                        <p:tgtEl>
                                          <p:spTgt spid="832808"/>
                                        </p:tgtEl>
                                      </p:cBhvr>
                                    </p:animEffect>
                                  </p:childTnLst>
                                  <p:subTnLst>
                                    <p:audio>
                                      <p:cMediaNode>
                                        <p:cTn display="0" masterRel="sameClick">
                                          <p:stCondLst>
                                            <p:cond evt="begin" delay="0">
                                              <p:tn val="14"/>
                                            </p:cond>
                                          </p:stCondLst>
                                          <p:endCondLst>
                                            <p:cond evt="onStopAudio" delay="0">
                                              <p:tgtEl>
                                                <p:sldTgt/>
                                              </p:tgtEl>
                                            </p:cond>
                                          </p:endCondLst>
                                        </p:cTn>
                                        <p:tgtEl>
                                          <p:sndTgt r:embed="rId3" name="camera.wav"/>
                                        </p:tgtEl>
                                      </p:cMediaNode>
                                    </p:audio>
                                  </p:subTnLst>
                                </p:cTn>
                              </p:par>
                            </p:childTnLst>
                          </p:cTn>
                        </p:par>
                        <p:par>
                          <p:cTn id="17" fill="hold">
                            <p:stCondLst>
                              <p:cond delay="1000"/>
                            </p:stCondLst>
                            <p:childTnLst>
                              <p:par>
                                <p:cTn id="18" presetID="18" presetClass="entr" presetSubtype="6" fill="hold" grpId="0" nodeType="afterEffect">
                                  <p:stCondLst>
                                    <p:cond delay="0"/>
                                  </p:stCondLst>
                                  <p:childTnLst>
                                    <p:set>
                                      <p:cBhvr>
                                        <p:cTn id="19" dur="1" fill="hold">
                                          <p:stCondLst>
                                            <p:cond delay="0"/>
                                          </p:stCondLst>
                                        </p:cTn>
                                        <p:tgtEl>
                                          <p:spTgt spid="832833"/>
                                        </p:tgtEl>
                                        <p:attrNameLst>
                                          <p:attrName>style.visibility</p:attrName>
                                        </p:attrNameLst>
                                      </p:cBhvr>
                                      <p:to>
                                        <p:strVal val="visible"/>
                                      </p:to>
                                    </p:set>
                                    <p:animEffect transition="in" filter="strips(downRight)">
                                      <p:cBhvr>
                                        <p:cTn id="20" dur="500"/>
                                        <p:tgtEl>
                                          <p:spTgt spid="832833"/>
                                        </p:tgtEl>
                                      </p:cBhvr>
                                    </p:animEffect>
                                  </p:childTnLst>
                                  <p:subTnLst>
                                    <p:audio>
                                      <p:cMediaNode>
                                        <p:cTn display="0" masterRel="sameClick">
                                          <p:stCondLst>
                                            <p:cond evt="begin" delay="0">
                                              <p:tn val="18"/>
                                            </p:cond>
                                          </p:stCondLst>
                                          <p:endCondLst>
                                            <p:cond evt="onStopAudio" delay="0">
                                              <p:tgtEl>
                                                <p:sldTgt/>
                                              </p:tgtEl>
                                            </p:cond>
                                          </p:endCondLst>
                                        </p:cTn>
                                        <p:tgtEl>
                                          <p:sndTgt r:embed="rId4" name="laser.wav"/>
                                        </p:tgtEl>
                                      </p:cMediaNode>
                                    </p:audio>
                                  </p:subTnLst>
                                </p:cTn>
                              </p:par>
                            </p:childTnLst>
                          </p:cTn>
                        </p:par>
                      </p:childTnLst>
                    </p:cTn>
                  </p:par>
                  <p:par>
                    <p:cTn id="21" fill="hold">
                      <p:stCondLst>
                        <p:cond delay="indefinite"/>
                      </p:stCondLst>
                      <p:childTnLst>
                        <p:par>
                          <p:cTn id="22" fill="hold">
                            <p:stCondLst>
                              <p:cond delay="0"/>
                            </p:stCondLst>
                            <p:childTnLst>
                              <p:par>
                                <p:cTn id="23" presetID="18" presetClass="entr" presetSubtype="12" fill="hold" nodeType="clickEffect">
                                  <p:stCondLst>
                                    <p:cond delay="0"/>
                                  </p:stCondLst>
                                  <p:childTnLst>
                                    <p:set>
                                      <p:cBhvr>
                                        <p:cTn id="24" dur="1" fill="hold">
                                          <p:stCondLst>
                                            <p:cond delay="0"/>
                                          </p:stCondLst>
                                        </p:cTn>
                                        <p:tgtEl>
                                          <p:spTgt spid="832831"/>
                                        </p:tgtEl>
                                        <p:attrNameLst>
                                          <p:attrName>style.visibility</p:attrName>
                                        </p:attrNameLst>
                                      </p:cBhvr>
                                      <p:to>
                                        <p:strVal val="visible"/>
                                      </p:to>
                                    </p:set>
                                    <p:animEffect transition="in" filter="strips(downLeft)">
                                      <p:cBhvr>
                                        <p:cTn id="25" dur="500"/>
                                        <p:tgtEl>
                                          <p:spTgt spid="832831"/>
                                        </p:tgtEl>
                                      </p:cBhvr>
                                    </p:animEffect>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par>
                          <p:cTn id="26" fill="hold">
                            <p:stCondLst>
                              <p:cond delay="500"/>
                            </p:stCondLst>
                            <p:childTnLst>
                              <p:par>
                                <p:cTn id="27" presetID="3" presetClass="entr" presetSubtype="10" fill="hold" grpId="0" nodeType="afterEffect">
                                  <p:stCondLst>
                                    <p:cond delay="0"/>
                                  </p:stCondLst>
                                  <p:childTnLst>
                                    <p:set>
                                      <p:cBhvr>
                                        <p:cTn id="28" dur="1" fill="hold">
                                          <p:stCondLst>
                                            <p:cond delay="0"/>
                                          </p:stCondLst>
                                        </p:cTn>
                                        <p:tgtEl>
                                          <p:spTgt spid="832815"/>
                                        </p:tgtEl>
                                        <p:attrNameLst>
                                          <p:attrName>style.visibility</p:attrName>
                                        </p:attrNameLst>
                                      </p:cBhvr>
                                      <p:to>
                                        <p:strVal val="visible"/>
                                      </p:to>
                                    </p:set>
                                    <p:animEffect transition="in" filter="blinds(horizontal)">
                                      <p:cBhvr>
                                        <p:cTn id="29" dur="500"/>
                                        <p:tgtEl>
                                          <p:spTgt spid="832815"/>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par>
                          <p:cTn id="30" fill="hold">
                            <p:stCondLst>
                              <p:cond delay="1000"/>
                            </p:stCondLst>
                            <p:childTnLst>
                              <p:par>
                                <p:cTn id="31" presetID="18" presetClass="entr" presetSubtype="6" fill="hold" grpId="0" nodeType="afterEffect">
                                  <p:stCondLst>
                                    <p:cond delay="0"/>
                                  </p:stCondLst>
                                  <p:childTnLst>
                                    <p:set>
                                      <p:cBhvr>
                                        <p:cTn id="32" dur="1" fill="hold">
                                          <p:stCondLst>
                                            <p:cond delay="0"/>
                                          </p:stCondLst>
                                        </p:cTn>
                                        <p:tgtEl>
                                          <p:spTgt spid="832834"/>
                                        </p:tgtEl>
                                        <p:attrNameLst>
                                          <p:attrName>style.visibility</p:attrName>
                                        </p:attrNameLst>
                                      </p:cBhvr>
                                      <p:to>
                                        <p:strVal val="visible"/>
                                      </p:to>
                                    </p:set>
                                    <p:animEffect transition="in" filter="strips(downRight)">
                                      <p:cBhvr>
                                        <p:cTn id="33" dur="500"/>
                                        <p:tgtEl>
                                          <p:spTgt spid="832834"/>
                                        </p:tgtEl>
                                      </p:cBhvr>
                                    </p:animEffect>
                                  </p:childTnLst>
                                  <p:subTnLst>
                                    <p:audio>
                                      <p:cMediaNode>
                                        <p:cTn display="0" masterRel="sameClick">
                                          <p:stCondLst>
                                            <p:cond evt="begin" delay="0">
                                              <p:tn val="31"/>
                                            </p:cond>
                                          </p:stCondLst>
                                          <p:endCondLst>
                                            <p:cond evt="onStopAudio" delay="0">
                                              <p:tgtEl>
                                                <p:sldTgt/>
                                              </p:tgtEl>
                                            </p:cond>
                                          </p:endCondLst>
                                        </p:cTn>
                                        <p:tgtEl>
                                          <p:sndTgt r:embed="rId4" name="laser.wav"/>
                                        </p:tgtEl>
                                      </p:cMediaNode>
                                    </p:audio>
                                  </p:sub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832835"/>
                                        </p:tgtEl>
                                        <p:attrNameLst>
                                          <p:attrName>style.visibility</p:attrName>
                                        </p:attrNameLst>
                                      </p:cBhvr>
                                      <p:to>
                                        <p:strVal val="visible"/>
                                      </p:to>
                                    </p:set>
                                    <p:animEffect transition="in" filter="blinds(horizontal)">
                                      <p:cBhvr>
                                        <p:cTn id="38" dur="500"/>
                                        <p:tgtEl>
                                          <p:spTgt spid="832835"/>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childTnLst>
                    </p:cTn>
                  </p:par>
                  <p:par>
                    <p:cTn id="39" fill="hold">
                      <p:stCondLst>
                        <p:cond delay="indefinite"/>
                      </p:stCondLst>
                      <p:childTnLst>
                        <p:par>
                          <p:cTn id="40" fill="hold">
                            <p:stCondLst>
                              <p:cond delay="0"/>
                            </p:stCondLst>
                            <p:childTnLst>
                              <p:par>
                                <p:cTn id="41" presetID="18" presetClass="entr" presetSubtype="12" fill="hold" nodeType="clickEffect">
                                  <p:stCondLst>
                                    <p:cond delay="0"/>
                                  </p:stCondLst>
                                  <p:childTnLst>
                                    <p:set>
                                      <p:cBhvr>
                                        <p:cTn id="42" dur="1" fill="hold">
                                          <p:stCondLst>
                                            <p:cond delay="0"/>
                                          </p:stCondLst>
                                        </p:cTn>
                                        <p:tgtEl>
                                          <p:spTgt spid="832830"/>
                                        </p:tgtEl>
                                        <p:attrNameLst>
                                          <p:attrName>style.visibility</p:attrName>
                                        </p:attrNameLst>
                                      </p:cBhvr>
                                      <p:to>
                                        <p:strVal val="visible"/>
                                      </p:to>
                                    </p:set>
                                    <p:animEffect transition="in" filter="strips(downLeft)">
                                      <p:cBhvr>
                                        <p:cTn id="43" dur="500"/>
                                        <p:tgtEl>
                                          <p:spTgt spid="832830"/>
                                        </p:tgtEl>
                                      </p:cBhvr>
                                    </p:animEffect>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par>
                          <p:cTn id="44" fill="hold">
                            <p:stCondLst>
                              <p:cond delay="500"/>
                            </p:stCondLst>
                            <p:childTnLst>
                              <p:par>
                                <p:cTn id="45" presetID="3" presetClass="entr" presetSubtype="10" fill="hold" grpId="0" nodeType="afterEffect">
                                  <p:stCondLst>
                                    <p:cond delay="0"/>
                                  </p:stCondLst>
                                  <p:childTnLst>
                                    <p:set>
                                      <p:cBhvr>
                                        <p:cTn id="46" dur="1" fill="hold">
                                          <p:stCondLst>
                                            <p:cond delay="0"/>
                                          </p:stCondLst>
                                        </p:cTn>
                                        <p:tgtEl>
                                          <p:spTgt spid="832822"/>
                                        </p:tgtEl>
                                        <p:attrNameLst>
                                          <p:attrName>style.visibility</p:attrName>
                                        </p:attrNameLst>
                                      </p:cBhvr>
                                      <p:to>
                                        <p:strVal val="visible"/>
                                      </p:to>
                                    </p:set>
                                    <p:animEffect transition="in" filter="blinds(horizontal)">
                                      <p:cBhvr>
                                        <p:cTn id="47" dur="500"/>
                                        <p:tgtEl>
                                          <p:spTgt spid="832822"/>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par>
                          <p:cTn id="48" fill="hold">
                            <p:stCondLst>
                              <p:cond delay="1000"/>
                            </p:stCondLst>
                            <p:childTnLst>
                              <p:par>
                                <p:cTn id="49" presetID="18" presetClass="entr" presetSubtype="6" fill="hold" grpId="0" nodeType="afterEffect">
                                  <p:stCondLst>
                                    <p:cond delay="0"/>
                                  </p:stCondLst>
                                  <p:childTnLst>
                                    <p:set>
                                      <p:cBhvr>
                                        <p:cTn id="50" dur="1" fill="hold">
                                          <p:stCondLst>
                                            <p:cond delay="0"/>
                                          </p:stCondLst>
                                        </p:cTn>
                                        <p:tgtEl>
                                          <p:spTgt spid="832836"/>
                                        </p:tgtEl>
                                        <p:attrNameLst>
                                          <p:attrName>style.visibility</p:attrName>
                                        </p:attrNameLst>
                                      </p:cBhvr>
                                      <p:to>
                                        <p:strVal val="visible"/>
                                      </p:to>
                                    </p:set>
                                    <p:animEffect transition="in" filter="strips(downRight)">
                                      <p:cBhvr>
                                        <p:cTn id="51" dur="500"/>
                                        <p:tgtEl>
                                          <p:spTgt spid="832836"/>
                                        </p:tgtEl>
                                      </p:cBhvr>
                                    </p:animEffect>
                                  </p:childTnLst>
                                  <p:subTnLst>
                                    <p:audio>
                                      <p:cMediaNode>
                                        <p:cTn display="0" masterRel="sameClick">
                                          <p:stCondLst>
                                            <p:cond evt="begin" delay="0">
                                              <p:tn val="49"/>
                                            </p:cond>
                                          </p:stCondLst>
                                          <p:endCondLst>
                                            <p:cond evt="onStopAudio" delay="0">
                                              <p:tgtEl>
                                                <p:sldTgt/>
                                              </p:tgtEl>
                                            </p:cond>
                                          </p:endCondLst>
                                        </p:cTn>
                                        <p:tgtEl>
                                          <p:sndTgt r:embed="rId4" name="laser.wav"/>
                                        </p:tgtEl>
                                      </p:cMediaNode>
                                    </p:audio>
                                  </p:sub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832823"/>
                                        </p:tgtEl>
                                        <p:attrNameLst>
                                          <p:attrName>style.visibility</p:attrName>
                                        </p:attrNameLst>
                                      </p:cBhvr>
                                      <p:to>
                                        <p:strVal val="visible"/>
                                      </p:to>
                                    </p:set>
                                    <p:animEffect transition="in" filter="blinds(horizontal)">
                                      <p:cBhvr>
                                        <p:cTn id="56" dur="500"/>
                                        <p:tgtEl>
                                          <p:spTgt spid="832823"/>
                                        </p:tgtEl>
                                      </p:cBhvr>
                                    </p:animEffect>
                                  </p:childTnLst>
                                  <p:subTnLst>
                                    <p:audio>
                                      <p:cMediaNode>
                                        <p:cTn display="0" masterRel="sameClick">
                                          <p:stCondLst>
                                            <p:cond evt="begin" delay="0">
                                              <p:tn val="54"/>
                                            </p:cond>
                                          </p:stCondLst>
                                          <p:endCondLst>
                                            <p:cond evt="onStopAudio" delay="0">
                                              <p:tgtEl>
                                                <p:sldTgt/>
                                              </p:tgtEl>
                                            </p:cond>
                                          </p:endCondLst>
                                        </p:cTn>
                                        <p:tgtEl>
                                          <p:sndTgt r:embed="rId3" name="camera.wav"/>
                                        </p:tgtEl>
                                      </p:cMediaNode>
                                    </p:audio>
                                  </p:subTnLst>
                                </p:cTn>
                              </p:par>
                            </p:childTnLst>
                          </p:cTn>
                        </p:par>
                      </p:childTnLst>
                    </p:cTn>
                  </p:par>
                  <p:par>
                    <p:cTn id="57" fill="hold">
                      <p:stCondLst>
                        <p:cond delay="indefinite"/>
                      </p:stCondLst>
                      <p:childTnLst>
                        <p:par>
                          <p:cTn id="58" fill="hold">
                            <p:stCondLst>
                              <p:cond delay="0"/>
                            </p:stCondLst>
                            <p:childTnLst>
                              <p:par>
                                <p:cTn id="59" presetID="18" presetClass="entr" presetSubtype="12" fill="hold" nodeType="clickEffect">
                                  <p:stCondLst>
                                    <p:cond delay="0"/>
                                  </p:stCondLst>
                                  <p:childTnLst>
                                    <p:set>
                                      <p:cBhvr>
                                        <p:cTn id="60" dur="1" fill="hold">
                                          <p:stCondLst>
                                            <p:cond delay="0"/>
                                          </p:stCondLst>
                                        </p:cTn>
                                        <p:tgtEl>
                                          <p:spTgt spid="832832"/>
                                        </p:tgtEl>
                                        <p:attrNameLst>
                                          <p:attrName>style.visibility</p:attrName>
                                        </p:attrNameLst>
                                      </p:cBhvr>
                                      <p:to>
                                        <p:strVal val="visible"/>
                                      </p:to>
                                    </p:set>
                                    <p:animEffect transition="in" filter="strips(downLeft)">
                                      <p:cBhvr>
                                        <p:cTn id="61" dur="500"/>
                                        <p:tgtEl>
                                          <p:spTgt spid="832832"/>
                                        </p:tgtEl>
                                      </p:cBhvr>
                                    </p:animEffect>
                                  </p:childTnLst>
                                  <p:subTnLst>
                                    <p:audio>
                                      <p:cMediaNode>
                                        <p:cTn display="0" masterRel="sameClick">
                                          <p:stCondLst>
                                            <p:cond evt="begin" delay="0">
                                              <p:tn val="59"/>
                                            </p:cond>
                                          </p:stCondLst>
                                          <p:endCondLst>
                                            <p:cond evt="onStopAudio" delay="0">
                                              <p:tgtEl>
                                                <p:sldTgt/>
                                              </p:tgtEl>
                                            </p:cond>
                                          </p:endCondLst>
                                        </p:cTn>
                                        <p:tgtEl>
                                          <p:sndTgt r:embed="rId3" name="camera.wav"/>
                                        </p:tgtEl>
                                      </p:cMediaNode>
                                    </p:audio>
                                  </p:subTnLst>
                                </p:cTn>
                              </p:par>
                            </p:childTnLst>
                          </p:cTn>
                        </p:par>
                        <p:par>
                          <p:cTn id="62" fill="hold">
                            <p:stCondLst>
                              <p:cond delay="500"/>
                            </p:stCondLst>
                            <p:childTnLst>
                              <p:par>
                                <p:cTn id="63" presetID="3" presetClass="entr" presetSubtype="10" fill="hold" grpId="0" nodeType="afterEffect">
                                  <p:stCondLst>
                                    <p:cond delay="0"/>
                                  </p:stCondLst>
                                  <p:childTnLst>
                                    <p:set>
                                      <p:cBhvr>
                                        <p:cTn id="64" dur="1" fill="hold">
                                          <p:stCondLst>
                                            <p:cond delay="0"/>
                                          </p:stCondLst>
                                        </p:cTn>
                                        <p:tgtEl>
                                          <p:spTgt spid="832828"/>
                                        </p:tgtEl>
                                        <p:attrNameLst>
                                          <p:attrName>style.visibility</p:attrName>
                                        </p:attrNameLst>
                                      </p:cBhvr>
                                      <p:to>
                                        <p:strVal val="visible"/>
                                      </p:to>
                                    </p:set>
                                    <p:animEffect transition="in" filter="blinds(horizontal)">
                                      <p:cBhvr>
                                        <p:cTn id="65" dur="500"/>
                                        <p:tgtEl>
                                          <p:spTgt spid="832828"/>
                                        </p:tgtEl>
                                      </p:cBhvr>
                                    </p:animEffect>
                                  </p:childTnLst>
                                  <p:subTnLst>
                                    <p:audio>
                                      <p:cMediaNode>
                                        <p:cTn display="0" masterRel="sameClick">
                                          <p:stCondLst>
                                            <p:cond evt="begin" delay="0">
                                              <p:tn val="63"/>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2806" grpId="0" animBg="1"/>
      <p:bldP spid="832808" grpId="0"/>
      <p:bldP spid="832815" grpId="0"/>
      <p:bldP spid="832822" grpId="0"/>
      <p:bldP spid="832823" grpId="0"/>
      <p:bldP spid="832828" grpId="0"/>
      <p:bldP spid="832833" grpId="0" animBg="1"/>
      <p:bldP spid="832834" grpId="0" animBg="1"/>
      <p:bldP spid="832836" grpId="0" animBg="1"/>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6700" name="Rectangle 92"/>
          <p:cNvSpPr>
            <a:spLocks noChangeArrowheads="1"/>
          </p:cNvSpPr>
          <p:nvPr/>
        </p:nvSpPr>
        <p:spPr bwMode="auto">
          <a:xfrm>
            <a:off x="646927" y="782042"/>
            <a:ext cx="11038545" cy="1569660"/>
          </a:xfrm>
          <a:prstGeom prst="rect">
            <a:avLst/>
          </a:prstGeom>
          <a:noFill/>
          <a:ln w="9525">
            <a:noFill/>
            <a:miter lim="800000"/>
            <a:headEnd/>
            <a:tailEnd/>
          </a:ln>
          <a:effectLst/>
        </p:spPr>
        <p:txBody>
          <a:bodyPr wrap="square" anchor="ctr">
            <a:spAutoFit/>
          </a:bodyPr>
          <a:lstStyle/>
          <a:p>
            <a:pPr indent="266700"/>
            <a:r>
              <a:rPr lang="zh-CN" altLang="en-US" b="1" dirty="0">
                <a:solidFill>
                  <a:srgbClr val="C01920"/>
                </a:solidFill>
                <a:latin typeface="楷体" panose="02010609060101010101" pitchFamily="49" charset="-122"/>
                <a:ea typeface="楷体" panose="02010609060101010101" pitchFamily="49" charset="-122"/>
              </a:rPr>
              <a:t>１、有符号数与无符号数在内存中的表示 </a:t>
            </a:r>
            <a:endParaRPr lang="en-US" altLang="zh-CN" b="1" dirty="0">
              <a:solidFill>
                <a:srgbClr val="C01920"/>
              </a:solidFill>
              <a:latin typeface="楷体" panose="02010609060101010101" pitchFamily="49" charset="-122"/>
              <a:ea typeface="楷体" panose="02010609060101010101" pitchFamily="49" charset="-122"/>
            </a:endParaRPr>
          </a:p>
          <a:p>
            <a:pPr indent="266700"/>
            <a:r>
              <a:rPr lang="zh-CN" altLang="en-US" b="1" dirty="0">
                <a:solidFill>
                  <a:srgbClr val="C01920"/>
                </a:solidFill>
                <a:latin typeface="楷体" panose="02010609060101010101" pitchFamily="49" charset="-122"/>
                <a:ea typeface="楷体" panose="02010609060101010101" pitchFamily="49" charset="-122"/>
              </a:rPr>
              <a:t>   </a:t>
            </a:r>
          </a:p>
          <a:p>
            <a:pPr indent="266700"/>
            <a:r>
              <a:rPr lang="zh-CN" altLang="en-US" b="1" dirty="0">
                <a:effectLst>
                  <a:outerShdw blurRad="38100" dist="38100" dir="2700000" algn="tl">
                    <a:srgbClr val="FFFFFF"/>
                  </a:outerShdw>
                </a:effectLst>
                <a:latin typeface="楷体_GB2312" pitchFamily="49" charset="-122"/>
                <a:ea typeface="楷体_GB2312" pitchFamily="49" charset="-122"/>
              </a:rPr>
              <a:t>　</a:t>
            </a:r>
            <a:r>
              <a:rPr lang="zh-CN" altLang="en-US" b="1" dirty="0">
                <a:effectLst>
                  <a:outerShdw blurRad="38100" dist="38100" dir="2700000" algn="tl">
                    <a:srgbClr val="FFFFFF"/>
                  </a:outerShdw>
                </a:effectLst>
                <a:latin typeface="楷体" pitchFamily="49" charset="-122"/>
                <a:ea typeface="楷体" pitchFamily="49" charset="-122"/>
              </a:rPr>
              <a:t>有符号数与无符号数都是以其补码的形式存贮在内存中，从内存表示形式上二者并无差异。</a:t>
            </a:r>
            <a:r>
              <a:rPr lang="zh-CN" altLang="en-US" b="1" dirty="0">
                <a:effectLst>
                  <a:outerShdw blurRad="38100" dist="38100" dir="2700000" algn="tl">
                    <a:srgbClr val="FFFFFF"/>
                  </a:outerShdw>
                </a:effectLst>
                <a:latin typeface="楷体_GB2312" pitchFamily="49" charset="-122"/>
                <a:ea typeface="楷体_GB2312" pitchFamily="49" charset="-122"/>
              </a:rPr>
              <a:t>　　</a:t>
            </a:r>
            <a:endParaRPr lang="zh-CN" altLang="en-US" b="1" dirty="0">
              <a:effectLst>
                <a:outerShdw blurRad="38100" dist="38100" dir="2700000" algn="tl">
                  <a:srgbClr val="FFFFFF"/>
                </a:outerShdw>
              </a:effectLst>
              <a:ea typeface="楷体_GB2312" pitchFamily="49" charset="-122"/>
            </a:endParaRPr>
          </a:p>
        </p:txBody>
      </p:sp>
      <p:graphicFrame>
        <p:nvGraphicFramePr>
          <p:cNvPr id="836733" name="Group 125"/>
          <p:cNvGraphicFramePr>
            <a:graphicFrameLocks noGrp="1"/>
          </p:cNvGraphicFramePr>
          <p:nvPr>
            <p:extLst>
              <p:ext uri="{D42A27DB-BD31-4B8C-83A1-F6EECF244321}">
                <p14:modId xmlns:p14="http://schemas.microsoft.com/office/powerpoint/2010/main" val="2846099813"/>
              </p:ext>
            </p:extLst>
          </p:nvPr>
        </p:nvGraphicFramePr>
        <p:xfrm>
          <a:off x="4893318" y="3216396"/>
          <a:ext cx="1943100" cy="1092835"/>
        </p:xfrm>
        <a:graphic>
          <a:graphicData uri="http://schemas.openxmlformats.org/drawingml/2006/table">
            <a:tbl>
              <a:tblPr/>
              <a:tblGrid>
                <a:gridCol w="1943100">
                  <a:extLst>
                    <a:ext uri="{9D8B030D-6E8A-4147-A177-3AD203B41FA5}">
                      <a16:colId xmlns:a16="http://schemas.microsoft.com/office/drawing/2014/main" val="20000"/>
                    </a:ext>
                  </a:extLst>
                </a:gridCol>
              </a:tblGrid>
              <a:tr h="4889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chemeClr val="accent2"/>
                          </a:solidFill>
                          <a:effectLst>
                            <a:outerShdw blurRad="38100" dist="38100" dir="2700000" algn="tl">
                              <a:srgbClr val="000000"/>
                            </a:outerShdw>
                          </a:effectLst>
                          <a:latin typeface="Times New Roman" pitchFamily="18" charset="0"/>
                          <a:ea typeface="宋体" pitchFamily="2" charset="-122"/>
                        </a:rPr>
                        <a:t>11111110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5746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C01920"/>
                          </a:solidFill>
                          <a:effectLst>
                            <a:outerShdw blurRad="38100" dist="38100" dir="2700000" algn="tl">
                              <a:srgbClr val="000000"/>
                            </a:outerShdw>
                          </a:effectLst>
                          <a:latin typeface="Times New Roman" pitchFamily="18" charset="0"/>
                          <a:ea typeface="宋体" pitchFamily="2" charset="-122"/>
                        </a:rPr>
                        <a:t>1</a:t>
                      </a:r>
                      <a:r>
                        <a:rPr kumimoji="1" lang="en-US" altLang="zh-CN" sz="2800" b="1" i="0" u="none" strike="noStrike" cap="none" normalizeH="0" baseline="0" dirty="0">
                          <a:ln>
                            <a:noFill/>
                          </a:ln>
                          <a:solidFill>
                            <a:schemeClr val="accent2"/>
                          </a:solidFill>
                          <a:effectLst>
                            <a:outerShdw blurRad="38100" dist="38100" dir="2700000" algn="tl">
                              <a:srgbClr val="000000"/>
                            </a:outerShdw>
                          </a:effectLst>
                          <a:latin typeface="Times New Roman" pitchFamily="18" charset="0"/>
                          <a:ea typeface="宋体" pitchFamily="2" charset="-122"/>
                        </a:rPr>
                        <a:t>1111111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1"/>
                  </a:ext>
                </a:extLst>
              </a:tr>
            </a:tbl>
          </a:graphicData>
        </a:graphic>
      </p:graphicFrame>
      <p:grpSp>
        <p:nvGrpSpPr>
          <p:cNvPr id="836709" name="Group 101"/>
          <p:cNvGrpSpPr>
            <a:grpSpLocks/>
          </p:cNvGrpSpPr>
          <p:nvPr/>
        </p:nvGrpSpPr>
        <p:grpSpPr bwMode="auto">
          <a:xfrm>
            <a:off x="3883668" y="3144958"/>
            <a:ext cx="1023938" cy="1027112"/>
            <a:chOff x="1654" y="2714"/>
            <a:chExt cx="645" cy="647"/>
          </a:xfrm>
        </p:grpSpPr>
        <p:sp>
          <p:nvSpPr>
            <p:cNvPr id="836710" name="Text Box 102"/>
            <p:cNvSpPr txBox="1">
              <a:spLocks noChangeArrowheads="1"/>
            </p:cNvSpPr>
            <p:nvPr/>
          </p:nvSpPr>
          <p:spPr bwMode="auto">
            <a:xfrm>
              <a:off x="1654" y="2714"/>
              <a:ext cx="635" cy="250"/>
            </a:xfrm>
            <a:prstGeom prst="rect">
              <a:avLst/>
            </a:prstGeom>
            <a:noFill/>
            <a:ln w="9525">
              <a:noFill/>
              <a:miter lim="800000"/>
              <a:headEnd/>
              <a:tailEnd/>
            </a:ln>
            <a:effectLst/>
          </p:spPr>
          <p:txBody>
            <a:bodyPr>
              <a:spAutoFit/>
            </a:bodyPr>
            <a:lstStyle/>
            <a:p>
              <a:pPr>
                <a:spcBef>
                  <a:spcPct val="50000"/>
                </a:spcBef>
              </a:pPr>
              <a:r>
                <a:rPr lang="zh-CN" altLang="en-US" sz="2000" b="1" dirty="0">
                  <a:latin typeface="楷体" pitchFamily="49" charset="-122"/>
                  <a:ea typeface="楷体" pitchFamily="49" charset="-122"/>
                </a:rPr>
                <a:t>低字节</a:t>
              </a:r>
            </a:p>
          </p:txBody>
        </p:sp>
        <p:sp>
          <p:nvSpPr>
            <p:cNvPr id="836711" name="Text Box 103"/>
            <p:cNvSpPr txBox="1">
              <a:spLocks noChangeArrowheads="1"/>
            </p:cNvSpPr>
            <p:nvPr/>
          </p:nvSpPr>
          <p:spPr bwMode="auto">
            <a:xfrm>
              <a:off x="1664" y="3111"/>
              <a:ext cx="635" cy="250"/>
            </a:xfrm>
            <a:prstGeom prst="rect">
              <a:avLst/>
            </a:prstGeom>
            <a:noFill/>
            <a:ln w="9525">
              <a:noFill/>
              <a:miter lim="800000"/>
              <a:headEnd/>
              <a:tailEnd/>
            </a:ln>
            <a:effectLst/>
          </p:spPr>
          <p:txBody>
            <a:bodyPr>
              <a:spAutoFit/>
            </a:bodyPr>
            <a:lstStyle/>
            <a:p>
              <a:pPr>
                <a:spcBef>
                  <a:spcPct val="50000"/>
                </a:spcBef>
              </a:pPr>
              <a:r>
                <a:rPr lang="zh-CN" altLang="en-US" sz="2000" b="1">
                  <a:latin typeface="楷体" pitchFamily="49" charset="-122"/>
                  <a:ea typeface="楷体" pitchFamily="49" charset="-122"/>
                </a:rPr>
                <a:t>高字节</a:t>
              </a:r>
            </a:p>
          </p:txBody>
        </p:sp>
      </p:grpSp>
      <p:grpSp>
        <p:nvGrpSpPr>
          <p:cNvPr id="836734" name="Group 126"/>
          <p:cNvGrpSpPr>
            <a:grpSpLocks/>
          </p:cNvGrpSpPr>
          <p:nvPr/>
        </p:nvGrpSpPr>
        <p:grpSpPr bwMode="auto">
          <a:xfrm>
            <a:off x="6979293" y="3144958"/>
            <a:ext cx="1023938" cy="1223962"/>
            <a:chOff x="3596" y="1979"/>
            <a:chExt cx="645" cy="771"/>
          </a:xfrm>
        </p:grpSpPr>
        <p:grpSp>
          <p:nvGrpSpPr>
            <p:cNvPr id="836712" name="Group 104"/>
            <p:cNvGrpSpPr>
              <a:grpSpLocks/>
            </p:cNvGrpSpPr>
            <p:nvPr/>
          </p:nvGrpSpPr>
          <p:grpSpPr bwMode="auto">
            <a:xfrm>
              <a:off x="3598" y="2006"/>
              <a:ext cx="643" cy="620"/>
              <a:chOff x="3606" y="2741"/>
              <a:chExt cx="643" cy="620"/>
            </a:xfrm>
          </p:grpSpPr>
          <p:sp>
            <p:nvSpPr>
              <p:cNvPr id="836713" name="Text Box 105"/>
              <p:cNvSpPr txBox="1">
                <a:spLocks noChangeArrowheads="1"/>
              </p:cNvSpPr>
              <p:nvPr/>
            </p:nvSpPr>
            <p:spPr bwMode="auto">
              <a:xfrm>
                <a:off x="3614" y="2741"/>
                <a:ext cx="635" cy="250"/>
              </a:xfrm>
              <a:prstGeom prst="rect">
                <a:avLst/>
              </a:prstGeom>
              <a:noFill/>
              <a:ln w="9525">
                <a:noFill/>
                <a:miter lim="800000"/>
                <a:headEnd/>
                <a:tailEnd/>
              </a:ln>
              <a:effectLst/>
            </p:spPr>
            <p:txBody>
              <a:bodyPr>
                <a:spAutoFit/>
              </a:bodyPr>
              <a:lstStyle/>
              <a:p>
                <a:pPr>
                  <a:spcBef>
                    <a:spcPct val="50000"/>
                  </a:spcBef>
                </a:pPr>
                <a:r>
                  <a:rPr lang="zh-CN" altLang="en-US" sz="2000" b="1">
                    <a:latin typeface="楷体" pitchFamily="49" charset="-122"/>
                    <a:ea typeface="楷体" pitchFamily="49" charset="-122"/>
                  </a:rPr>
                  <a:t>低地址</a:t>
                </a:r>
              </a:p>
            </p:txBody>
          </p:sp>
          <p:sp>
            <p:nvSpPr>
              <p:cNvPr id="836714" name="Text Box 106"/>
              <p:cNvSpPr txBox="1">
                <a:spLocks noChangeArrowheads="1"/>
              </p:cNvSpPr>
              <p:nvPr/>
            </p:nvSpPr>
            <p:spPr bwMode="auto">
              <a:xfrm>
                <a:off x="3606" y="3111"/>
                <a:ext cx="635" cy="250"/>
              </a:xfrm>
              <a:prstGeom prst="rect">
                <a:avLst/>
              </a:prstGeom>
              <a:noFill/>
              <a:ln w="9525">
                <a:noFill/>
                <a:miter lim="800000"/>
                <a:headEnd/>
                <a:tailEnd/>
              </a:ln>
              <a:effectLst/>
            </p:spPr>
            <p:txBody>
              <a:bodyPr>
                <a:spAutoFit/>
              </a:bodyPr>
              <a:lstStyle/>
              <a:p>
                <a:pPr>
                  <a:spcBef>
                    <a:spcPct val="50000"/>
                  </a:spcBef>
                </a:pPr>
                <a:r>
                  <a:rPr lang="zh-CN" altLang="en-US" sz="2000" b="1">
                    <a:latin typeface="楷体" pitchFamily="49" charset="-122"/>
                    <a:ea typeface="楷体" pitchFamily="49" charset="-122"/>
                  </a:rPr>
                  <a:t>高地址</a:t>
                </a:r>
              </a:p>
            </p:txBody>
          </p:sp>
        </p:grpSp>
        <p:sp>
          <p:nvSpPr>
            <p:cNvPr id="836715" name="Line 107"/>
            <p:cNvSpPr>
              <a:spLocks noChangeShapeType="1"/>
            </p:cNvSpPr>
            <p:nvPr/>
          </p:nvSpPr>
          <p:spPr bwMode="auto">
            <a:xfrm>
              <a:off x="3596" y="1979"/>
              <a:ext cx="0" cy="771"/>
            </a:xfrm>
            <a:prstGeom prst="line">
              <a:avLst/>
            </a:prstGeom>
            <a:noFill/>
            <a:ln w="28575">
              <a:solidFill>
                <a:srgbClr val="C01920"/>
              </a:solidFill>
              <a:round/>
              <a:headEnd/>
              <a:tailEnd type="stealth" w="lg" len="lg"/>
            </a:ln>
            <a:effectLst/>
          </p:spPr>
          <p:txBody>
            <a:bodyPr/>
            <a:lstStyle/>
            <a:p>
              <a:endParaRPr lang="zh-CN" altLang="en-US">
                <a:latin typeface="楷体" pitchFamily="49" charset="-122"/>
                <a:ea typeface="楷体" pitchFamily="49" charset="-122"/>
              </a:endParaRPr>
            </a:p>
          </p:txBody>
        </p:sp>
      </p:grpSp>
      <p:sp>
        <p:nvSpPr>
          <p:cNvPr id="836721" name="Rectangle 113"/>
          <p:cNvSpPr>
            <a:spLocks noChangeArrowheads="1"/>
          </p:cNvSpPr>
          <p:nvPr/>
        </p:nvSpPr>
        <p:spPr bwMode="auto">
          <a:xfrm>
            <a:off x="1631503" y="4866743"/>
            <a:ext cx="3706021" cy="1225550"/>
          </a:xfrm>
          <a:prstGeom prst="rect">
            <a:avLst/>
          </a:prstGeom>
          <a:gradFill rotWithShape="1">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("%hu\n", a);</a:t>
            </a:r>
          </a:p>
          <a:p>
            <a:r>
              <a:rPr lang="zh-CN" altLang="en-US" b="1" dirty="0">
                <a:effectLst>
                  <a:outerShdw blurRad="38100" dist="38100" dir="2700000" algn="tl">
                    <a:srgbClr val="FFFFFF"/>
                  </a:outerShdw>
                </a:effectLst>
                <a:ea typeface="楷体_GB2312" pitchFamily="49" charset="-122"/>
              </a:rPr>
              <a:t>　　　</a:t>
            </a:r>
            <a:r>
              <a:rPr lang="zh-CN" altLang="en-US" b="1" dirty="0">
                <a:effectLst>
                  <a:outerShdw blurRad="38100" dist="38100" dir="2700000" algn="tl">
                    <a:srgbClr val="FFFFFF"/>
                  </a:outerShdw>
                </a:effectLst>
                <a:latin typeface="楷体" pitchFamily="49" charset="-122"/>
                <a:ea typeface="楷体" pitchFamily="49" charset="-122"/>
              </a:rPr>
              <a:t>或</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("%hu\n", b);</a:t>
            </a:r>
            <a:r>
              <a:rPr lang="en-US" altLang="zh-CN" dirty="0">
                <a:effectLst>
                  <a:outerShdw blurRad="38100" dist="38100" dir="2700000" algn="tl">
                    <a:srgbClr val="FFFFFF"/>
                  </a:outerShdw>
                </a:effectLst>
              </a:rPr>
              <a:t>  </a:t>
            </a:r>
          </a:p>
        </p:txBody>
      </p:sp>
      <p:grpSp>
        <p:nvGrpSpPr>
          <p:cNvPr id="836737" name="Group 129"/>
          <p:cNvGrpSpPr>
            <a:grpSpLocks/>
          </p:cNvGrpSpPr>
          <p:nvPr/>
        </p:nvGrpSpPr>
        <p:grpSpPr bwMode="auto">
          <a:xfrm>
            <a:off x="2991948" y="3821234"/>
            <a:ext cx="2462213" cy="979487"/>
            <a:chOff x="1020" y="2405"/>
            <a:chExt cx="1551" cy="617"/>
          </a:xfrm>
        </p:grpSpPr>
        <p:grpSp>
          <p:nvGrpSpPr>
            <p:cNvPr id="836736" name="Group 128"/>
            <p:cNvGrpSpPr>
              <a:grpSpLocks/>
            </p:cNvGrpSpPr>
            <p:nvPr/>
          </p:nvGrpSpPr>
          <p:grpSpPr bwMode="auto">
            <a:xfrm>
              <a:off x="1610" y="2405"/>
              <a:ext cx="961" cy="617"/>
              <a:chOff x="1610" y="2405"/>
              <a:chExt cx="961" cy="617"/>
            </a:xfrm>
          </p:grpSpPr>
          <p:sp>
            <p:nvSpPr>
              <p:cNvPr id="836722" name="Oval 114"/>
              <p:cNvSpPr>
                <a:spLocks noChangeArrowheads="1"/>
              </p:cNvSpPr>
              <p:nvPr/>
            </p:nvSpPr>
            <p:spPr bwMode="auto">
              <a:xfrm>
                <a:off x="2390" y="2405"/>
                <a:ext cx="181" cy="227"/>
              </a:xfrm>
              <a:prstGeom prst="ellipse">
                <a:avLst/>
              </a:prstGeom>
              <a:noFill/>
              <a:ln w="28575">
                <a:solidFill>
                  <a:srgbClr val="C01920"/>
                </a:solidFill>
                <a:round/>
                <a:headEnd/>
                <a:tailEnd/>
              </a:ln>
              <a:effectLst/>
            </p:spPr>
            <p:txBody>
              <a:bodyPr wrap="none" anchor="ctr"/>
              <a:lstStyle/>
              <a:p>
                <a:endParaRPr lang="zh-CN" altLang="en-US">
                  <a:solidFill>
                    <a:srgbClr val="C01920"/>
                  </a:solidFill>
                </a:endParaRPr>
              </a:p>
            </p:txBody>
          </p:sp>
          <p:sp>
            <p:nvSpPr>
              <p:cNvPr id="836723" name="Line 115"/>
              <p:cNvSpPr>
                <a:spLocks noChangeShapeType="1"/>
              </p:cNvSpPr>
              <p:nvPr/>
            </p:nvSpPr>
            <p:spPr bwMode="auto">
              <a:xfrm flipH="1">
                <a:off x="1610" y="2523"/>
                <a:ext cx="771" cy="499"/>
              </a:xfrm>
              <a:prstGeom prst="line">
                <a:avLst/>
              </a:prstGeom>
              <a:noFill/>
              <a:ln w="28575">
                <a:solidFill>
                  <a:srgbClr val="C01920"/>
                </a:solidFill>
                <a:round/>
                <a:headEnd/>
                <a:tailEnd type="stealth" w="lg" len="lg"/>
              </a:ln>
              <a:effectLst/>
            </p:spPr>
            <p:txBody>
              <a:bodyPr/>
              <a:lstStyle/>
              <a:p>
                <a:endParaRPr lang="zh-CN" altLang="en-US">
                  <a:solidFill>
                    <a:srgbClr val="C01920"/>
                  </a:solidFill>
                </a:endParaRPr>
              </a:p>
            </p:txBody>
          </p:sp>
        </p:grpSp>
        <p:sp>
          <p:nvSpPr>
            <p:cNvPr id="836724" name="Text Box 116"/>
            <p:cNvSpPr txBox="1">
              <a:spLocks noChangeArrowheads="1"/>
            </p:cNvSpPr>
            <p:nvPr/>
          </p:nvSpPr>
          <p:spPr bwMode="auto">
            <a:xfrm>
              <a:off x="1020" y="2636"/>
              <a:ext cx="1134" cy="233"/>
            </a:xfrm>
            <a:prstGeom prst="rect">
              <a:avLst/>
            </a:prstGeom>
            <a:noFill/>
            <a:ln w="9525">
              <a:noFill/>
              <a:miter lim="800000"/>
              <a:headEnd/>
              <a:tailEnd/>
            </a:ln>
            <a:effectLst/>
          </p:spPr>
          <p:txBody>
            <a:bodyPr>
              <a:spAutoFit/>
            </a:bodyPr>
            <a:lstStyle/>
            <a:p>
              <a:pPr>
                <a:spcBef>
                  <a:spcPct val="50000"/>
                </a:spcBef>
              </a:pPr>
              <a:r>
                <a:rPr lang="zh-CN" altLang="en-US" sz="1800" b="1" dirty="0">
                  <a:solidFill>
                    <a:srgbClr val="C01920"/>
                  </a:solidFill>
                  <a:latin typeface="楷体" pitchFamily="49" charset="-122"/>
                  <a:ea typeface="楷体" pitchFamily="49" charset="-122"/>
                </a:rPr>
                <a:t>当成数据位</a:t>
              </a:r>
            </a:p>
          </p:txBody>
        </p:sp>
      </p:grpSp>
      <p:sp>
        <p:nvSpPr>
          <p:cNvPr id="836725" name="Rectangle 117"/>
          <p:cNvSpPr>
            <a:spLocks noChangeArrowheads="1"/>
          </p:cNvSpPr>
          <p:nvPr/>
        </p:nvSpPr>
        <p:spPr bwMode="auto">
          <a:xfrm>
            <a:off x="2403681" y="6196128"/>
            <a:ext cx="2036135" cy="461665"/>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r>
              <a:rPr lang="zh-CN" altLang="en-US" b="1" dirty="0">
                <a:solidFill>
                  <a:srgbClr val="C01920"/>
                </a:solidFill>
                <a:latin typeface="隶书" pitchFamily="49" charset="-122"/>
                <a:ea typeface="隶书" pitchFamily="49" charset="-122"/>
              </a:rPr>
              <a:t>输出：</a:t>
            </a:r>
            <a:r>
              <a:rPr lang="en-US" altLang="zh-CN" b="1" dirty="0">
                <a:solidFill>
                  <a:srgbClr val="C01920"/>
                </a:solidFill>
              </a:rPr>
              <a:t>65534</a:t>
            </a:r>
            <a:r>
              <a:rPr lang="en-US" altLang="zh-CN" dirty="0">
                <a:solidFill>
                  <a:srgbClr val="C01920"/>
                </a:solidFill>
              </a:rPr>
              <a:t>  </a:t>
            </a:r>
          </a:p>
        </p:txBody>
      </p:sp>
      <p:sp>
        <p:nvSpPr>
          <p:cNvPr id="836726" name="Rectangle 118"/>
          <p:cNvSpPr>
            <a:spLocks noChangeArrowheads="1"/>
          </p:cNvSpPr>
          <p:nvPr/>
        </p:nvSpPr>
        <p:spPr bwMode="auto">
          <a:xfrm>
            <a:off x="7068520" y="4840626"/>
            <a:ext cx="3708000" cy="1200329"/>
          </a:xfrm>
          <a:prstGeom prst="rect">
            <a:avLst/>
          </a:prstGeom>
          <a:gradFill rotWithShape="1">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a:t>
            </a:r>
            <a:r>
              <a:rPr lang="en-US" altLang="zh-CN" b="1" dirty="0" err="1">
                <a:effectLst>
                  <a:outerShdw blurRad="38100" dist="38100" dir="2700000" algn="tl">
                    <a:srgbClr val="FFFFFF"/>
                  </a:outerShdw>
                </a:effectLst>
              </a:rPr>
              <a:t>hd</a:t>
            </a:r>
            <a:r>
              <a:rPr lang="en-US" altLang="zh-CN" b="1" dirty="0">
                <a:effectLst>
                  <a:outerShdw blurRad="38100" dist="38100" dir="2700000" algn="tl">
                    <a:srgbClr val="FFFFFF"/>
                  </a:outerShdw>
                </a:effectLst>
              </a:rPr>
              <a:t>\n", a);</a:t>
            </a:r>
          </a:p>
          <a:p>
            <a:r>
              <a:rPr lang="zh-CN" altLang="en-US" b="1" dirty="0">
                <a:effectLst>
                  <a:outerShdw blurRad="38100" dist="38100" dir="2700000" algn="tl">
                    <a:srgbClr val="FFFFFF"/>
                  </a:outerShdw>
                </a:effectLst>
                <a:ea typeface="楷体_GB2312" pitchFamily="49" charset="-122"/>
              </a:rPr>
              <a:t>　　　</a:t>
            </a:r>
            <a:r>
              <a:rPr lang="zh-CN" altLang="en-US" b="1" dirty="0">
                <a:effectLst>
                  <a:outerShdw blurRad="38100" dist="38100" dir="2700000" algn="tl">
                    <a:srgbClr val="FFFFFF"/>
                  </a:outerShdw>
                </a:effectLst>
                <a:latin typeface="楷体" pitchFamily="49" charset="-122"/>
                <a:ea typeface="楷体" pitchFamily="49" charset="-122"/>
              </a:rPr>
              <a:t>或</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a:t>
            </a:r>
            <a:r>
              <a:rPr lang="en-US" altLang="zh-CN" b="1" dirty="0" err="1">
                <a:effectLst>
                  <a:outerShdw blurRad="38100" dist="38100" dir="2700000" algn="tl">
                    <a:srgbClr val="FFFFFF"/>
                  </a:outerShdw>
                </a:effectLst>
              </a:rPr>
              <a:t>hd</a:t>
            </a:r>
            <a:r>
              <a:rPr lang="en-US" altLang="zh-CN" b="1" dirty="0">
                <a:effectLst>
                  <a:outerShdw blurRad="38100" dist="38100" dir="2700000" algn="tl">
                    <a:srgbClr val="FFFFFF"/>
                  </a:outerShdw>
                </a:effectLst>
              </a:rPr>
              <a:t>\n", b);</a:t>
            </a:r>
            <a:r>
              <a:rPr lang="en-US" altLang="zh-CN" dirty="0">
                <a:effectLst>
                  <a:outerShdw blurRad="38100" dist="38100" dir="2700000" algn="tl">
                    <a:srgbClr val="FFFFFF"/>
                  </a:outerShdw>
                </a:effectLst>
              </a:rPr>
              <a:t>  </a:t>
            </a:r>
          </a:p>
        </p:txBody>
      </p:sp>
      <p:grpSp>
        <p:nvGrpSpPr>
          <p:cNvPr id="836738" name="Group 130"/>
          <p:cNvGrpSpPr>
            <a:grpSpLocks/>
          </p:cNvGrpSpPr>
          <p:nvPr/>
        </p:nvGrpSpPr>
        <p:grpSpPr bwMode="auto">
          <a:xfrm>
            <a:off x="5337525" y="4179039"/>
            <a:ext cx="2549525" cy="1042988"/>
            <a:chOff x="2544" y="2596"/>
            <a:chExt cx="1606" cy="657"/>
          </a:xfrm>
        </p:grpSpPr>
        <p:sp>
          <p:nvSpPr>
            <p:cNvPr id="836727" name="Line 119"/>
            <p:cNvSpPr>
              <a:spLocks noChangeShapeType="1"/>
            </p:cNvSpPr>
            <p:nvPr/>
          </p:nvSpPr>
          <p:spPr bwMode="auto">
            <a:xfrm>
              <a:off x="2544" y="2596"/>
              <a:ext cx="1044" cy="657"/>
            </a:xfrm>
            <a:prstGeom prst="line">
              <a:avLst/>
            </a:prstGeom>
            <a:noFill/>
            <a:ln w="28575">
              <a:solidFill>
                <a:srgbClr val="C01920"/>
              </a:solidFill>
              <a:round/>
              <a:headEnd/>
              <a:tailEnd type="stealth" w="lg" len="lg"/>
            </a:ln>
            <a:effectLst/>
          </p:spPr>
          <p:txBody>
            <a:bodyPr/>
            <a:lstStyle/>
            <a:p>
              <a:endParaRPr lang="zh-CN" altLang="en-US">
                <a:solidFill>
                  <a:srgbClr val="C01920"/>
                </a:solidFill>
              </a:endParaRPr>
            </a:p>
          </p:txBody>
        </p:sp>
        <p:sp>
          <p:nvSpPr>
            <p:cNvPr id="836728" name="Text Box 120"/>
            <p:cNvSpPr txBox="1">
              <a:spLocks noChangeArrowheads="1"/>
            </p:cNvSpPr>
            <p:nvPr/>
          </p:nvSpPr>
          <p:spPr bwMode="auto">
            <a:xfrm>
              <a:off x="3016" y="2745"/>
              <a:ext cx="1134" cy="233"/>
            </a:xfrm>
            <a:prstGeom prst="rect">
              <a:avLst/>
            </a:prstGeom>
            <a:noFill/>
            <a:ln w="9525">
              <a:noFill/>
              <a:miter lim="800000"/>
              <a:headEnd/>
              <a:tailEnd/>
            </a:ln>
            <a:effectLst/>
          </p:spPr>
          <p:txBody>
            <a:bodyPr>
              <a:spAutoFit/>
            </a:bodyPr>
            <a:lstStyle/>
            <a:p>
              <a:pPr>
                <a:spcBef>
                  <a:spcPct val="50000"/>
                </a:spcBef>
              </a:pPr>
              <a:r>
                <a:rPr lang="zh-CN" altLang="en-US" sz="1800" b="1" dirty="0">
                  <a:solidFill>
                    <a:srgbClr val="C01920"/>
                  </a:solidFill>
                  <a:latin typeface="楷体" pitchFamily="49" charset="-122"/>
                  <a:ea typeface="楷体" pitchFamily="49" charset="-122"/>
                </a:rPr>
                <a:t>当成符号位</a:t>
              </a:r>
            </a:p>
          </p:txBody>
        </p:sp>
      </p:grpSp>
      <p:sp>
        <p:nvSpPr>
          <p:cNvPr id="836729" name="Rectangle 121"/>
          <p:cNvSpPr>
            <a:spLocks noChangeArrowheads="1"/>
          </p:cNvSpPr>
          <p:nvPr/>
        </p:nvSpPr>
        <p:spPr bwMode="auto">
          <a:xfrm>
            <a:off x="7968208" y="6165304"/>
            <a:ext cx="1523174" cy="461665"/>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r>
              <a:rPr lang="zh-CN" altLang="en-US" b="1" dirty="0">
                <a:solidFill>
                  <a:srgbClr val="C01920"/>
                </a:solidFill>
                <a:latin typeface="隶书" pitchFamily="49" charset="-122"/>
                <a:ea typeface="隶书" pitchFamily="49" charset="-122"/>
              </a:rPr>
              <a:t>输出：</a:t>
            </a:r>
            <a:r>
              <a:rPr lang="en-US" altLang="zh-CN" b="1" dirty="0">
                <a:solidFill>
                  <a:srgbClr val="C01920"/>
                </a:solidFill>
                <a:ea typeface="楷体_GB2312" pitchFamily="49" charset="-122"/>
              </a:rPr>
              <a:t>-2</a:t>
            </a:r>
            <a:r>
              <a:rPr lang="en-US" altLang="zh-CN" dirty="0">
                <a:solidFill>
                  <a:srgbClr val="C01920"/>
                </a:solidFill>
              </a:rPr>
              <a:t>  </a:t>
            </a:r>
          </a:p>
        </p:txBody>
      </p:sp>
      <p:sp>
        <p:nvSpPr>
          <p:cNvPr id="836731" name="Rectangle 123"/>
          <p:cNvSpPr>
            <a:spLocks noChangeArrowheads="1"/>
          </p:cNvSpPr>
          <p:nvPr/>
        </p:nvSpPr>
        <p:spPr bwMode="auto">
          <a:xfrm>
            <a:off x="3010562" y="2001951"/>
            <a:ext cx="6325797" cy="860425"/>
          </a:xfrm>
          <a:prstGeom prst="rect">
            <a:avLst/>
          </a:prstGeom>
          <a:gradFill rotWithShape="1">
            <a:gsLst>
              <a:gs pos="0">
                <a:srgbClr val="CFCFD1">
                  <a:lumMod val="99000"/>
                </a:srgbClr>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sp3d extrusionH="57150">
              <a:bevelT w="57150" h="38100" prst="hardEdge"/>
            </a:sp3d>
          </a:bodyPr>
          <a:lstStyle/>
          <a:p>
            <a:r>
              <a:rPr lang="zh-CN" altLang="en-US" b="1" dirty="0">
                <a:solidFill>
                  <a:srgbClr val="C01920"/>
                </a:solidFill>
                <a:effectLst>
                  <a:outerShdw blurRad="38100" dist="38100" dir="2700000" algn="tl">
                    <a:srgbClr val="FFFFFF"/>
                  </a:outerShdw>
                </a:effectLst>
                <a:latin typeface="隶书" pitchFamily="49" charset="-122"/>
                <a:ea typeface="隶书" pitchFamily="49" charset="-122"/>
              </a:rPr>
              <a:t>例如：</a:t>
            </a:r>
            <a:r>
              <a:rPr lang="en-US" altLang="zh-CN" b="1" dirty="0">
                <a:effectLst>
                  <a:outerShdw blurRad="38100" dist="38100" dir="2700000" algn="tl">
                    <a:srgbClr val="FFFFFF"/>
                  </a:outerShdw>
                </a:effectLst>
              </a:rPr>
              <a:t>short  a = -2;</a:t>
            </a:r>
          </a:p>
          <a:p>
            <a:r>
              <a:rPr lang="zh-CN" altLang="en-US" b="1" dirty="0">
                <a:effectLst>
                  <a:outerShdw blurRad="38100" dist="38100" dir="2700000" algn="tl">
                    <a:srgbClr val="FFFFFF"/>
                  </a:outerShdw>
                </a:effectLst>
              </a:rPr>
              <a:t>　　　</a:t>
            </a:r>
            <a:r>
              <a:rPr lang="en-US" altLang="zh-CN" b="1" dirty="0">
                <a:effectLst>
                  <a:outerShdw blurRad="38100" dist="38100" dir="2700000" algn="tl">
                    <a:srgbClr val="FFFFFF"/>
                  </a:outerShdw>
                </a:effectLst>
              </a:rPr>
              <a:t>unsigned short  b = -2;</a:t>
            </a:r>
          </a:p>
        </p:txBody>
      </p:sp>
      <p:grpSp>
        <p:nvGrpSpPr>
          <p:cNvPr id="836735" name="Group 127"/>
          <p:cNvGrpSpPr>
            <a:grpSpLocks/>
          </p:cNvGrpSpPr>
          <p:nvPr/>
        </p:nvGrpSpPr>
        <p:grpSpPr bwMode="auto">
          <a:xfrm>
            <a:off x="8112224" y="2564755"/>
            <a:ext cx="2054225" cy="1584325"/>
            <a:chOff x="4195" y="1480"/>
            <a:chExt cx="1294" cy="998"/>
          </a:xfrm>
          <a:effectLst>
            <a:outerShdw blurRad="50800" dist="106680" dir="2700000" algn="tl" rotWithShape="0">
              <a:prstClr val="black">
                <a:alpha val="43000"/>
              </a:prstClr>
            </a:outerShdw>
          </a:effectLst>
        </p:grpSpPr>
        <p:sp>
          <p:nvSpPr>
            <p:cNvPr id="836732" name="Text Box 124"/>
            <p:cNvSpPr txBox="1">
              <a:spLocks noChangeArrowheads="1"/>
            </p:cNvSpPr>
            <p:nvPr/>
          </p:nvSpPr>
          <p:spPr bwMode="auto">
            <a:xfrm>
              <a:off x="5012" y="1706"/>
              <a:ext cx="477" cy="442"/>
            </a:xfrm>
            <a:prstGeom prst="rect">
              <a:avLst/>
            </a:prstGeom>
            <a:noFill/>
            <a:ln w="9525">
              <a:noFill/>
              <a:miter lim="800000"/>
              <a:headEnd/>
              <a:tailEnd/>
            </a:ln>
            <a:effectLst/>
          </p:spPr>
          <p:txBody>
            <a:bodyPr>
              <a:spAutoFit/>
            </a:bodyPr>
            <a:lstStyle/>
            <a:p>
              <a:pPr>
                <a:spcBef>
                  <a:spcPct val="50000"/>
                </a:spcBef>
              </a:pPr>
              <a:r>
                <a:rPr lang="zh-CN" altLang="en-US" sz="2000" b="1" dirty="0">
                  <a:solidFill>
                    <a:srgbClr val="C01920"/>
                  </a:solidFill>
                  <a:latin typeface="楷体" pitchFamily="49" charset="-122"/>
                  <a:ea typeface="楷体" pitchFamily="49" charset="-122"/>
                </a:rPr>
                <a:t>内存表示</a:t>
              </a:r>
            </a:p>
          </p:txBody>
        </p:sp>
        <p:sp>
          <p:nvSpPr>
            <p:cNvPr id="836730" name="AutoShape 122"/>
            <p:cNvSpPr>
              <a:spLocks noChangeArrowheads="1"/>
            </p:cNvSpPr>
            <p:nvPr/>
          </p:nvSpPr>
          <p:spPr bwMode="auto">
            <a:xfrm>
              <a:off x="4195" y="1480"/>
              <a:ext cx="817" cy="998"/>
            </a:xfrm>
            <a:prstGeom prst="curvedLeftArrow">
              <a:avLst>
                <a:gd name="adj1" fmla="val 23741"/>
                <a:gd name="adj2" fmla="val 43817"/>
                <a:gd name="adj3" fmla="val 31565"/>
              </a:avLst>
            </a:prstGeom>
            <a:gradFill>
              <a:gsLst>
                <a:gs pos="0">
                  <a:srgbClr val="0070C0"/>
                </a:gs>
                <a:gs pos="100000">
                  <a:srgbClr val="002060">
                    <a:alpha val="50000"/>
                  </a:srgbClr>
                </a:gs>
              </a:gsLst>
              <a:lin ang="5400000" scaled="1"/>
            </a:gradFill>
            <a:ln w="9525">
              <a:noFill/>
              <a:miter lim="800000"/>
              <a:headEnd/>
              <a:tailEnd/>
            </a:ln>
            <a:effectLst/>
          </p:spPr>
          <p:txBody>
            <a:bodyPr wrap="none" anchor="ctr"/>
            <a:lstStyle/>
            <a:p>
              <a:endParaRPr lang="zh-CN" altLang="en-US"/>
            </a:p>
          </p:txBody>
        </p:sp>
      </p:grpSp>
      <p:sp>
        <p:nvSpPr>
          <p:cNvPr id="836739" name="AutoShape 131"/>
          <p:cNvSpPr>
            <a:spLocks noChangeArrowheads="1"/>
          </p:cNvSpPr>
          <p:nvPr/>
        </p:nvSpPr>
        <p:spPr bwMode="auto">
          <a:xfrm>
            <a:off x="3010562" y="3725119"/>
            <a:ext cx="6643734" cy="1785950"/>
          </a:xfrm>
          <a:prstGeom prst="cloudCallout">
            <a:avLst>
              <a:gd name="adj1" fmla="val -36879"/>
              <a:gd name="adj2" fmla="val -103101"/>
            </a:avLst>
          </a:prstGeom>
          <a:gradFill>
            <a:gsLst>
              <a:gs pos="0">
                <a:srgbClr val="CFCFD1"/>
              </a:gs>
              <a:gs pos="100000">
                <a:schemeClr val="bg1">
                  <a:lumMod val="95000"/>
                </a:schemeClr>
              </a:gs>
            </a:gsLst>
            <a:lin ang="5400000" scaled="1"/>
          </a:gradFill>
          <a:ln w="9525">
            <a:noFill/>
            <a:round/>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lstStyle/>
          <a:p>
            <a:pPr algn="ctr"/>
            <a:r>
              <a:rPr lang="zh-CN" altLang="en-US" b="1" dirty="0">
                <a:solidFill>
                  <a:srgbClr val="C01920"/>
                </a:solidFill>
                <a:latin typeface="楷体_GB2312" pitchFamily="49" charset="-122"/>
                <a:ea typeface="楷体_GB2312" pitchFamily="49" charset="-122"/>
              </a:rPr>
              <a:t>　</a:t>
            </a:r>
            <a:r>
              <a:rPr lang="zh-CN" altLang="en-US" b="1" dirty="0">
                <a:solidFill>
                  <a:srgbClr val="C01920"/>
                </a:solidFill>
                <a:latin typeface="隶书" pitchFamily="49" charset="-122"/>
                <a:ea typeface="隶书" pitchFamily="49" charset="-122"/>
              </a:rPr>
              <a:t>问：有符号短整型变量</a:t>
            </a:r>
            <a:r>
              <a:rPr lang="en-US" altLang="zh-CN" b="1" dirty="0">
                <a:solidFill>
                  <a:srgbClr val="C01920"/>
                </a:solidFill>
                <a:latin typeface="隶书" pitchFamily="49" charset="-122"/>
                <a:ea typeface="隶书" pitchFamily="49" charset="-122"/>
              </a:rPr>
              <a:t>a</a:t>
            </a:r>
            <a:r>
              <a:rPr lang="zh-CN" altLang="en-US" b="1" dirty="0">
                <a:solidFill>
                  <a:srgbClr val="C01920"/>
                </a:solidFill>
                <a:latin typeface="隶书" pitchFamily="49" charset="-122"/>
                <a:ea typeface="隶书" pitchFamily="49" charset="-122"/>
              </a:rPr>
              <a:t>与无符号短整型变量</a:t>
            </a:r>
            <a:r>
              <a:rPr lang="en-US" altLang="zh-CN" b="1" dirty="0">
                <a:solidFill>
                  <a:srgbClr val="C01920"/>
                </a:solidFill>
                <a:latin typeface="隶书" pitchFamily="49" charset="-122"/>
                <a:ea typeface="隶书" pitchFamily="49" charset="-122"/>
              </a:rPr>
              <a:t>b</a:t>
            </a:r>
            <a:r>
              <a:rPr lang="zh-CN" altLang="en-US" b="1" dirty="0">
                <a:solidFill>
                  <a:srgbClr val="C01920"/>
                </a:solidFill>
                <a:latin typeface="隶书" pitchFamily="49" charset="-122"/>
                <a:ea typeface="隶书" pitchFamily="49" charset="-122"/>
              </a:rPr>
              <a:t>是否完全等价？</a:t>
            </a:r>
          </a:p>
          <a:p>
            <a:pPr algn="ctr"/>
            <a:r>
              <a:rPr lang="zh-CN" altLang="en-US" b="1" dirty="0">
                <a:solidFill>
                  <a:srgbClr val="FF0066"/>
                </a:solidFill>
                <a:effectLst>
                  <a:outerShdw blurRad="38100" dist="38100" dir="2700000" algn="tl">
                    <a:srgbClr val="000000"/>
                  </a:outerShdw>
                </a:effectLst>
                <a:latin typeface="楷体_GB2312" pitchFamily="49" charset="-122"/>
                <a:ea typeface="楷体_GB2312" pitchFamily="49" charset="-122"/>
              </a:rPr>
              <a:t> </a:t>
            </a:r>
          </a:p>
        </p:txBody>
      </p:sp>
      <p:sp>
        <p:nvSpPr>
          <p:cNvPr id="836740" name="Text Box 132"/>
          <p:cNvSpPr txBox="1">
            <a:spLocks noChangeArrowheads="1"/>
          </p:cNvSpPr>
          <p:nvPr/>
        </p:nvSpPr>
        <p:spPr bwMode="auto">
          <a:xfrm>
            <a:off x="5725261" y="4703876"/>
            <a:ext cx="792162" cy="641350"/>
          </a:xfrm>
          <a:prstGeom prst="rect">
            <a:avLst/>
          </a:prstGeom>
          <a:noFill/>
          <a:ln w="9525">
            <a:noFill/>
            <a:miter lim="800000"/>
            <a:headEnd/>
            <a:tailEnd/>
          </a:ln>
          <a:effectLst/>
        </p:spPr>
        <p:txBody>
          <a:bodyPr>
            <a:spAutoFit/>
          </a:bodyPr>
          <a:lstStyle/>
          <a:p>
            <a:pPr>
              <a:spcBef>
                <a:spcPct val="50000"/>
              </a:spcBef>
            </a:pPr>
            <a:r>
              <a:rPr lang="zh-CN" altLang="en-US" sz="3600" b="1" dirty="0">
                <a:solidFill>
                  <a:srgbClr val="002060"/>
                </a:solidFill>
                <a:ea typeface="隶书" pitchFamily="49" charset="-122"/>
              </a:rPr>
              <a:t>否</a:t>
            </a:r>
          </a:p>
        </p:txBody>
      </p:sp>
      <p:sp>
        <p:nvSpPr>
          <p:cNvPr id="35" name="Rectangle 4">
            <a:extLst>
              <a:ext uri="{FF2B5EF4-FFF2-40B4-BE49-F238E27FC236}">
                <a16:creationId xmlns:a16="http://schemas.microsoft.com/office/drawing/2014/main" id="{42F790C7-7589-43E9-BF60-D7C36598E6CF}"/>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3.6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有符号数与无符号数之间运算问题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36700">
                                            <p:txEl>
                                              <p:pRg st="0" end="0"/>
                                            </p:txEl>
                                          </p:spTgt>
                                        </p:tgtEl>
                                        <p:attrNameLst>
                                          <p:attrName>style.visibility</p:attrName>
                                        </p:attrNameLst>
                                      </p:cBhvr>
                                      <p:to>
                                        <p:strVal val="visible"/>
                                      </p:to>
                                    </p:set>
                                    <p:anim calcmode="lin" valueType="num">
                                      <p:cBhvr additive="base">
                                        <p:cTn id="7" dur="500" fill="hold"/>
                                        <p:tgtEl>
                                          <p:spTgt spid="83670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3670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836700">
                                            <p:txEl>
                                              <p:pRg st="2" end="2"/>
                                            </p:txEl>
                                          </p:spTgt>
                                        </p:tgtEl>
                                        <p:attrNameLst>
                                          <p:attrName>style.visibility</p:attrName>
                                        </p:attrNameLst>
                                      </p:cBhvr>
                                      <p:to>
                                        <p:strVal val="visible"/>
                                      </p:to>
                                    </p:set>
                                    <p:animEffect transition="in" filter="box(out)">
                                      <p:cBhvr>
                                        <p:cTn id="13" dur="500"/>
                                        <p:tgtEl>
                                          <p:spTgt spid="836700">
                                            <p:txEl>
                                              <p:pRg st="2" end="2"/>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836731"/>
                                        </p:tgtEl>
                                        <p:attrNameLst>
                                          <p:attrName>style.visibility</p:attrName>
                                        </p:attrNameLst>
                                      </p:cBhvr>
                                      <p:to>
                                        <p:strVal val="visible"/>
                                      </p:to>
                                    </p:set>
                                    <p:animEffect transition="in" filter="box(out)">
                                      <p:cBhvr>
                                        <p:cTn id="18" dur="500"/>
                                        <p:tgtEl>
                                          <p:spTgt spid="836731"/>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18" presetClass="entr" presetSubtype="12" fill="hold" nodeType="clickEffect">
                                  <p:stCondLst>
                                    <p:cond delay="0"/>
                                  </p:stCondLst>
                                  <p:childTnLst>
                                    <p:set>
                                      <p:cBhvr>
                                        <p:cTn id="22" dur="1" fill="hold">
                                          <p:stCondLst>
                                            <p:cond delay="0"/>
                                          </p:stCondLst>
                                        </p:cTn>
                                        <p:tgtEl>
                                          <p:spTgt spid="836735"/>
                                        </p:tgtEl>
                                        <p:attrNameLst>
                                          <p:attrName>style.visibility</p:attrName>
                                        </p:attrNameLst>
                                      </p:cBhvr>
                                      <p:to>
                                        <p:strVal val="visible"/>
                                      </p:to>
                                    </p:set>
                                    <p:animEffect transition="in" filter="strips(downLeft)">
                                      <p:cBhvr>
                                        <p:cTn id="23" dur="500"/>
                                        <p:tgtEl>
                                          <p:spTgt spid="836735"/>
                                        </p:tgtEl>
                                      </p:cBhvr>
                                    </p:animEffect>
                                  </p:childTnLst>
                                  <p:subTnLst>
                                    <p:audio>
                                      <p:cMediaNode>
                                        <p:cTn display="0" masterRel="sameClick">
                                          <p:stCondLst>
                                            <p:cond evt="begin" delay="0">
                                              <p:tn val="21"/>
                                            </p:cond>
                                          </p:stCondLst>
                                          <p:endCondLst>
                                            <p:cond evt="onStopAudio" delay="0">
                                              <p:tgtEl>
                                                <p:sldTgt/>
                                              </p:tgtEl>
                                            </p:cond>
                                          </p:endCondLst>
                                        </p:cTn>
                                        <p:tgtEl>
                                          <p:sndTgt r:embed="rId4" name="laser.wav"/>
                                        </p:tgtEl>
                                      </p:cMediaNode>
                                    </p:audio>
                                  </p:subTnLst>
                                </p:cTn>
                              </p:par>
                            </p:childTnLst>
                          </p:cTn>
                        </p:par>
                        <p:par>
                          <p:cTn id="24" fill="hold">
                            <p:stCondLst>
                              <p:cond delay="500"/>
                            </p:stCondLst>
                            <p:childTnLst>
                              <p:par>
                                <p:cTn id="25" presetID="4" presetClass="entr" presetSubtype="16" fill="hold" nodeType="afterEffect">
                                  <p:stCondLst>
                                    <p:cond delay="0"/>
                                  </p:stCondLst>
                                  <p:childTnLst>
                                    <p:set>
                                      <p:cBhvr>
                                        <p:cTn id="26" dur="1" fill="hold">
                                          <p:stCondLst>
                                            <p:cond delay="0"/>
                                          </p:stCondLst>
                                        </p:cTn>
                                        <p:tgtEl>
                                          <p:spTgt spid="836733"/>
                                        </p:tgtEl>
                                        <p:attrNameLst>
                                          <p:attrName>style.visibility</p:attrName>
                                        </p:attrNameLst>
                                      </p:cBhvr>
                                      <p:to>
                                        <p:strVal val="visible"/>
                                      </p:to>
                                    </p:set>
                                    <p:animEffect transition="in" filter="box(in)">
                                      <p:cBhvr>
                                        <p:cTn id="27" dur="500"/>
                                        <p:tgtEl>
                                          <p:spTgt spid="836733"/>
                                        </p:tgtEl>
                                      </p:cBhvr>
                                    </p:animEffect>
                                  </p:childTnLst>
                                  <p:subTnLst>
                                    <p:audio>
                                      <p:cMediaNode>
                                        <p:cTn display="0" masterRel="sameClick">
                                          <p:stCondLst>
                                            <p:cond evt="begin" delay="0">
                                              <p:tn val="25"/>
                                            </p:cond>
                                          </p:stCondLst>
                                          <p:endCondLst>
                                            <p:cond evt="onStopAudio" delay="0">
                                              <p:tgtEl>
                                                <p:sldTgt/>
                                              </p:tgtEl>
                                            </p:cond>
                                          </p:endCondLst>
                                        </p:cTn>
                                        <p:tgtEl>
                                          <p:sndTgt r:embed="rId5" name="chimes.wav"/>
                                        </p:tgtEl>
                                      </p:cMediaNode>
                                    </p:audio>
                                  </p:subTnLst>
                                </p:cTn>
                              </p:par>
                            </p:childTnLst>
                          </p:cTn>
                        </p:par>
                        <p:par>
                          <p:cTn id="28" fill="hold">
                            <p:stCondLst>
                              <p:cond delay="1000"/>
                            </p:stCondLst>
                            <p:childTnLst>
                              <p:par>
                                <p:cTn id="29" presetID="18" presetClass="entr" presetSubtype="12" fill="hold" nodeType="afterEffect">
                                  <p:stCondLst>
                                    <p:cond delay="0"/>
                                  </p:stCondLst>
                                  <p:childTnLst>
                                    <p:set>
                                      <p:cBhvr>
                                        <p:cTn id="30" dur="1" fill="hold">
                                          <p:stCondLst>
                                            <p:cond delay="0"/>
                                          </p:stCondLst>
                                        </p:cTn>
                                        <p:tgtEl>
                                          <p:spTgt spid="836709"/>
                                        </p:tgtEl>
                                        <p:attrNameLst>
                                          <p:attrName>style.visibility</p:attrName>
                                        </p:attrNameLst>
                                      </p:cBhvr>
                                      <p:to>
                                        <p:strVal val="visible"/>
                                      </p:to>
                                    </p:set>
                                    <p:animEffect transition="in" filter="strips(downLeft)">
                                      <p:cBhvr>
                                        <p:cTn id="31" dur="500"/>
                                        <p:tgtEl>
                                          <p:spTgt spid="836709"/>
                                        </p:tgtEl>
                                      </p:cBhvr>
                                    </p:animEffect>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par>
                          <p:cTn id="32" fill="hold">
                            <p:stCondLst>
                              <p:cond delay="1500"/>
                            </p:stCondLst>
                            <p:childTnLst>
                              <p:par>
                                <p:cTn id="33" presetID="18" presetClass="entr" presetSubtype="12" fill="hold" nodeType="afterEffect">
                                  <p:stCondLst>
                                    <p:cond delay="0"/>
                                  </p:stCondLst>
                                  <p:childTnLst>
                                    <p:set>
                                      <p:cBhvr>
                                        <p:cTn id="34" dur="1" fill="hold">
                                          <p:stCondLst>
                                            <p:cond delay="0"/>
                                          </p:stCondLst>
                                        </p:cTn>
                                        <p:tgtEl>
                                          <p:spTgt spid="836734"/>
                                        </p:tgtEl>
                                        <p:attrNameLst>
                                          <p:attrName>style.visibility</p:attrName>
                                        </p:attrNameLst>
                                      </p:cBhvr>
                                      <p:to>
                                        <p:strVal val="visible"/>
                                      </p:to>
                                    </p:set>
                                    <p:animEffect transition="in" filter="strips(downLeft)">
                                      <p:cBhvr>
                                        <p:cTn id="35" dur="500"/>
                                        <p:tgtEl>
                                          <p:spTgt spid="836734"/>
                                        </p:tgtEl>
                                      </p:cBhvr>
                                    </p:animEffect>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childTnLst>
                    </p:cTn>
                  </p:par>
                  <p:par>
                    <p:cTn id="36" fill="hold">
                      <p:stCondLst>
                        <p:cond delay="indefinite"/>
                      </p:stCondLst>
                      <p:childTnLst>
                        <p:par>
                          <p:cTn id="37" fill="hold">
                            <p:stCondLst>
                              <p:cond delay="0"/>
                            </p:stCondLst>
                            <p:childTnLst>
                              <p:par>
                                <p:cTn id="38" presetID="18" presetClass="entr" presetSubtype="12" fill="hold" nodeType="clickEffect">
                                  <p:stCondLst>
                                    <p:cond delay="0"/>
                                  </p:stCondLst>
                                  <p:childTnLst>
                                    <p:set>
                                      <p:cBhvr>
                                        <p:cTn id="39" dur="1" fill="hold">
                                          <p:stCondLst>
                                            <p:cond delay="0"/>
                                          </p:stCondLst>
                                        </p:cTn>
                                        <p:tgtEl>
                                          <p:spTgt spid="836737"/>
                                        </p:tgtEl>
                                        <p:attrNameLst>
                                          <p:attrName>style.visibility</p:attrName>
                                        </p:attrNameLst>
                                      </p:cBhvr>
                                      <p:to>
                                        <p:strVal val="visible"/>
                                      </p:to>
                                    </p:set>
                                    <p:animEffect transition="in" filter="strips(downLeft)">
                                      <p:cBhvr>
                                        <p:cTn id="40" dur="500"/>
                                        <p:tgtEl>
                                          <p:spTgt spid="836737"/>
                                        </p:tgtEl>
                                      </p:cBhvr>
                                    </p:animEffect>
                                  </p:childTnLst>
                                  <p:subTnLst>
                                    <p:audio>
                                      <p:cMediaNode>
                                        <p:cTn display="0" masterRel="sameClick">
                                          <p:stCondLst>
                                            <p:cond evt="begin" delay="0">
                                              <p:tn val="38"/>
                                            </p:cond>
                                          </p:stCondLst>
                                          <p:endCondLst>
                                            <p:cond evt="onStopAudio" delay="0">
                                              <p:tgtEl>
                                                <p:sldTgt/>
                                              </p:tgtEl>
                                            </p:cond>
                                          </p:endCondLst>
                                        </p:cTn>
                                        <p:tgtEl>
                                          <p:sndTgt r:embed="rId4" name="laser.wav"/>
                                        </p:tgtEl>
                                      </p:cMediaNode>
                                    </p:audio>
                                  </p:subTnLst>
                                </p:cTn>
                              </p:par>
                            </p:childTnLst>
                          </p:cTn>
                        </p:par>
                        <p:par>
                          <p:cTn id="41" fill="hold">
                            <p:stCondLst>
                              <p:cond delay="500"/>
                            </p:stCondLst>
                            <p:childTnLst>
                              <p:par>
                                <p:cTn id="42" presetID="4" presetClass="entr" presetSubtype="32" fill="hold" grpId="0" nodeType="afterEffect">
                                  <p:stCondLst>
                                    <p:cond delay="0"/>
                                  </p:stCondLst>
                                  <p:childTnLst>
                                    <p:set>
                                      <p:cBhvr>
                                        <p:cTn id="43" dur="1" fill="hold">
                                          <p:stCondLst>
                                            <p:cond delay="0"/>
                                          </p:stCondLst>
                                        </p:cTn>
                                        <p:tgtEl>
                                          <p:spTgt spid="836721"/>
                                        </p:tgtEl>
                                        <p:attrNameLst>
                                          <p:attrName>style.visibility</p:attrName>
                                        </p:attrNameLst>
                                      </p:cBhvr>
                                      <p:to>
                                        <p:strVal val="visible"/>
                                      </p:to>
                                    </p:set>
                                    <p:animEffect transition="in" filter="box(out)">
                                      <p:cBhvr>
                                        <p:cTn id="44" dur="500"/>
                                        <p:tgtEl>
                                          <p:spTgt spid="836721"/>
                                        </p:tgtEl>
                                      </p:cBhvr>
                                    </p:animEffect>
                                  </p:childTnLst>
                                  <p:subTnLst>
                                    <p:audio>
                                      <p:cMediaNode>
                                        <p:cTn display="0" masterRel="sameClick">
                                          <p:stCondLst>
                                            <p:cond evt="begin" delay="0">
                                              <p:tn val="42"/>
                                            </p:cond>
                                          </p:stCondLst>
                                          <p:endCondLst>
                                            <p:cond evt="onStopAudio" delay="0">
                                              <p:tgtEl>
                                                <p:sldTgt/>
                                              </p:tgtEl>
                                            </p:cond>
                                          </p:endCondLst>
                                        </p:cTn>
                                        <p:tgtEl>
                                          <p:sndTgt r:embed="rId3" name="camera.wav"/>
                                        </p:tgtEl>
                                      </p:cMediaNode>
                                    </p:audio>
                                  </p:subTnLst>
                                </p:cTn>
                              </p:par>
                            </p:childTnLst>
                          </p:cTn>
                        </p:par>
                      </p:childTnLst>
                    </p:cTn>
                  </p:par>
                  <p:par>
                    <p:cTn id="45" fill="hold">
                      <p:stCondLst>
                        <p:cond delay="indefinite"/>
                      </p:stCondLst>
                      <p:childTnLst>
                        <p:par>
                          <p:cTn id="46" fill="hold">
                            <p:stCondLst>
                              <p:cond delay="0"/>
                            </p:stCondLst>
                            <p:childTnLst>
                              <p:par>
                                <p:cTn id="47" presetID="4" presetClass="entr" presetSubtype="32" fill="hold" grpId="0" nodeType="clickEffect">
                                  <p:stCondLst>
                                    <p:cond delay="0"/>
                                  </p:stCondLst>
                                  <p:childTnLst>
                                    <p:set>
                                      <p:cBhvr>
                                        <p:cTn id="48" dur="1" fill="hold">
                                          <p:stCondLst>
                                            <p:cond delay="0"/>
                                          </p:stCondLst>
                                        </p:cTn>
                                        <p:tgtEl>
                                          <p:spTgt spid="836725"/>
                                        </p:tgtEl>
                                        <p:attrNameLst>
                                          <p:attrName>style.visibility</p:attrName>
                                        </p:attrNameLst>
                                      </p:cBhvr>
                                      <p:to>
                                        <p:strVal val="visible"/>
                                      </p:to>
                                    </p:set>
                                    <p:animEffect transition="in" filter="box(out)">
                                      <p:cBhvr>
                                        <p:cTn id="49" dur="500"/>
                                        <p:tgtEl>
                                          <p:spTgt spid="836725"/>
                                        </p:tgtEl>
                                      </p:cBhvr>
                                    </p:animEffect>
                                  </p:childTnLst>
                                  <p:subTnLst>
                                    <p:audio>
                                      <p:cMediaNode>
                                        <p:cTn display="0" masterRel="sameClick">
                                          <p:stCondLst>
                                            <p:cond evt="begin" delay="0">
                                              <p:tn val="47"/>
                                            </p:cond>
                                          </p:stCondLst>
                                          <p:endCondLst>
                                            <p:cond evt="onStopAudio" delay="0">
                                              <p:tgtEl>
                                                <p:sldTgt/>
                                              </p:tgtEl>
                                            </p:cond>
                                          </p:endCondLst>
                                        </p:cTn>
                                        <p:tgtEl>
                                          <p:sndTgt r:embed="rId5" name="chimes.wav"/>
                                        </p:tgtEl>
                                      </p:cMediaNode>
                                    </p:audio>
                                  </p:subTnLst>
                                </p:cTn>
                              </p:par>
                            </p:childTnLst>
                          </p:cTn>
                        </p:par>
                      </p:childTnLst>
                    </p:cTn>
                  </p:par>
                  <p:par>
                    <p:cTn id="50" fill="hold">
                      <p:stCondLst>
                        <p:cond delay="indefinite"/>
                      </p:stCondLst>
                      <p:childTnLst>
                        <p:par>
                          <p:cTn id="51" fill="hold">
                            <p:stCondLst>
                              <p:cond delay="0"/>
                            </p:stCondLst>
                            <p:childTnLst>
                              <p:par>
                                <p:cTn id="52" presetID="18" presetClass="entr" presetSubtype="6" fill="hold" nodeType="clickEffect">
                                  <p:stCondLst>
                                    <p:cond delay="0"/>
                                  </p:stCondLst>
                                  <p:childTnLst>
                                    <p:set>
                                      <p:cBhvr>
                                        <p:cTn id="53" dur="1" fill="hold">
                                          <p:stCondLst>
                                            <p:cond delay="0"/>
                                          </p:stCondLst>
                                        </p:cTn>
                                        <p:tgtEl>
                                          <p:spTgt spid="836738"/>
                                        </p:tgtEl>
                                        <p:attrNameLst>
                                          <p:attrName>style.visibility</p:attrName>
                                        </p:attrNameLst>
                                      </p:cBhvr>
                                      <p:to>
                                        <p:strVal val="visible"/>
                                      </p:to>
                                    </p:set>
                                    <p:animEffect transition="in" filter="strips(downRight)">
                                      <p:cBhvr>
                                        <p:cTn id="54" dur="500"/>
                                        <p:tgtEl>
                                          <p:spTgt spid="836738"/>
                                        </p:tgtEl>
                                      </p:cBhvr>
                                    </p:animEffect>
                                  </p:childTnLst>
                                  <p:subTnLst>
                                    <p:audio>
                                      <p:cMediaNode>
                                        <p:cTn display="0" masterRel="sameClick">
                                          <p:stCondLst>
                                            <p:cond evt="begin" delay="0">
                                              <p:tn val="52"/>
                                            </p:cond>
                                          </p:stCondLst>
                                          <p:endCondLst>
                                            <p:cond evt="onStopAudio" delay="0">
                                              <p:tgtEl>
                                                <p:sldTgt/>
                                              </p:tgtEl>
                                            </p:cond>
                                          </p:endCondLst>
                                        </p:cTn>
                                        <p:tgtEl>
                                          <p:sndTgt r:embed="rId4" name="laser.wav"/>
                                        </p:tgtEl>
                                      </p:cMediaNode>
                                    </p:audio>
                                  </p:subTnLst>
                                </p:cTn>
                              </p:par>
                            </p:childTnLst>
                          </p:cTn>
                        </p:par>
                        <p:par>
                          <p:cTn id="55" fill="hold">
                            <p:stCondLst>
                              <p:cond delay="500"/>
                            </p:stCondLst>
                            <p:childTnLst>
                              <p:par>
                                <p:cTn id="56" presetID="4" presetClass="entr" presetSubtype="32" fill="hold" grpId="0" nodeType="afterEffect">
                                  <p:stCondLst>
                                    <p:cond delay="0"/>
                                  </p:stCondLst>
                                  <p:childTnLst>
                                    <p:set>
                                      <p:cBhvr>
                                        <p:cTn id="57" dur="1" fill="hold">
                                          <p:stCondLst>
                                            <p:cond delay="0"/>
                                          </p:stCondLst>
                                        </p:cTn>
                                        <p:tgtEl>
                                          <p:spTgt spid="836726"/>
                                        </p:tgtEl>
                                        <p:attrNameLst>
                                          <p:attrName>style.visibility</p:attrName>
                                        </p:attrNameLst>
                                      </p:cBhvr>
                                      <p:to>
                                        <p:strVal val="visible"/>
                                      </p:to>
                                    </p:set>
                                    <p:animEffect transition="in" filter="box(out)">
                                      <p:cBhvr>
                                        <p:cTn id="58" dur="500"/>
                                        <p:tgtEl>
                                          <p:spTgt spid="836726"/>
                                        </p:tgtEl>
                                      </p:cBhvr>
                                    </p:animEffect>
                                  </p:childTnLst>
                                  <p:subTnLst>
                                    <p:audio>
                                      <p:cMediaNode>
                                        <p:cTn display="0" masterRel="sameClick">
                                          <p:stCondLst>
                                            <p:cond evt="begin" delay="0">
                                              <p:tn val="56"/>
                                            </p:cond>
                                          </p:stCondLst>
                                          <p:endCondLst>
                                            <p:cond evt="onStopAudio" delay="0">
                                              <p:tgtEl>
                                                <p:sldTgt/>
                                              </p:tgtEl>
                                            </p:cond>
                                          </p:endCondLst>
                                        </p:cTn>
                                        <p:tgtEl>
                                          <p:sndTgt r:embed="rId3" name="camera.wav"/>
                                        </p:tgtEl>
                                      </p:cMediaNode>
                                    </p:audio>
                                  </p:subTnLst>
                                </p:cTn>
                              </p:par>
                            </p:childTnLst>
                          </p:cTn>
                        </p:par>
                      </p:childTnLst>
                    </p:cTn>
                  </p:par>
                  <p:par>
                    <p:cTn id="59" fill="hold">
                      <p:stCondLst>
                        <p:cond delay="indefinite"/>
                      </p:stCondLst>
                      <p:childTnLst>
                        <p:par>
                          <p:cTn id="60" fill="hold">
                            <p:stCondLst>
                              <p:cond delay="0"/>
                            </p:stCondLst>
                            <p:childTnLst>
                              <p:par>
                                <p:cTn id="61" presetID="4" presetClass="entr" presetSubtype="32" fill="hold" grpId="0" nodeType="clickEffect">
                                  <p:stCondLst>
                                    <p:cond delay="0"/>
                                  </p:stCondLst>
                                  <p:childTnLst>
                                    <p:set>
                                      <p:cBhvr>
                                        <p:cTn id="62" dur="1" fill="hold">
                                          <p:stCondLst>
                                            <p:cond delay="0"/>
                                          </p:stCondLst>
                                        </p:cTn>
                                        <p:tgtEl>
                                          <p:spTgt spid="836729"/>
                                        </p:tgtEl>
                                        <p:attrNameLst>
                                          <p:attrName>style.visibility</p:attrName>
                                        </p:attrNameLst>
                                      </p:cBhvr>
                                      <p:to>
                                        <p:strVal val="visible"/>
                                      </p:to>
                                    </p:set>
                                    <p:animEffect transition="in" filter="box(out)">
                                      <p:cBhvr>
                                        <p:cTn id="63" dur="500"/>
                                        <p:tgtEl>
                                          <p:spTgt spid="836729"/>
                                        </p:tgtEl>
                                      </p:cBhvr>
                                    </p:animEffect>
                                  </p:childTnLst>
                                  <p:subTnLst>
                                    <p:audio>
                                      <p:cMediaNode>
                                        <p:cTn display="0" masterRel="sameClick">
                                          <p:stCondLst>
                                            <p:cond evt="begin" delay="0">
                                              <p:tn val="61"/>
                                            </p:cond>
                                          </p:stCondLst>
                                          <p:endCondLst>
                                            <p:cond evt="onStopAudio" delay="0">
                                              <p:tgtEl>
                                                <p:sldTgt/>
                                              </p:tgtEl>
                                            </p:cond>
                                          </p:endCondLst>
                                        </p:cTn>
                                        <p:tgtEl>
                                          <p:sndTgt r:embed="rId5" name="chimes.wav"/>
                                        </p:tgtEl>
                                      </p:cMediaNode>
                                    </p:audio>
                                  </p:subTnLst>
                                </p:cTn>
                              </p:par>
                            </p:childTnLst>
                          </p:cTn>
                        </p:par>
                      </p:childTnLst>
                    </p:cTn>
                  </p:par>
                  <p:par>
                    <p:cTn id="64" fill="hold">
                      <p:stCondLst>
                        <p:cond delay="indefinite"/>
                      </p:stCondLst>
                      <p:childTnLst>
                        <p:par>
                          <p:cTn id="65" fill="hold">
                            <p:stCondLst>
                              <p:cond delay="0"/>
                            </p:stCondLst>
                            <p:childTnLst>
                              <p:par>
                                <p:cTn id="66" presetID="18" presetClass="entr" presetSubtype="6" fill="hold" grpId="0" nodeType="clickEffect">
                                  <p:stCondLst>
                                    <p:cond delay="0"/>
                                  </p:stCondLst>
                                  <p:childTnLst>
                                    <p:set>
                                      <p:cBhvr>
                                        <p:cTn id="67" dur="1" fill="hold">
                                          <p:stCondLst>
                                            <p:cond delay="0"/>
                                          </p:stCondLst>
                                        </p:cTn>
                                        <p:tgtEl>
                                          <p:spTgt spid="836739">
                                            <p:bg/>
                                          </p:spTgt>
                                        </p:tgtEl>
                                        <p:attrNameLst>
                                          <p:attrName>style.visibility</p:attrName>
                                        </p:attrNameLst>
                                      </p:cBhvr>
                                      <p:to>
                                        <p:strVal val="visible"/>
                                      </p:to>
                                    </p:set>
                                    <p:animEffect transition="in" filter="strips(downRight)">
                                      <p:cBhvr>
                                        <p:cTn id="68" dur="500"/>
                                        <p:tgtEl>
                                          <p:spTgt spid="836739">
                                            <p:bg/>
                                          </p:spTgt>
                                        </p:tgtEl>
                                      </p:cBhvr>
                                    </p:animEffect>
                                  </p:childTnLst>
                                  <p:subTnLst>
                                    <p:audio>
                                      <p:cMediaNode>
                                        <p:cTn display="0" masterRel="sameClick">
                                          <p:stCondLst>
                                            <p:cond evt="begin" delay="0">
                                              <p:tn val="66"/>
                                            </p:cond>
                                          </p:stCondLst>
                                          <p:endCondLst>
                                            <p:cond evt="onStopAudio" delay="0">
                                              <p:tgtEl>
                                                <p:sldTgt/>
                                              </p:tgtEl>
                                            </p:cond>
                                          </p:endCondLst>
                                        </p:cTn>
                                        <p:tgtEl>
                                          <p:sndTgt r:embed="rId5" name="chimes.wav"/>
                                        </p:tgtEl>
                                      </p:cMediaNode>
                                    </p:audio>
                                  </p:subTnLst>
                                </p:cTn>
                              </p:par>
                              <p:par>
                                <p:cTn id="69" presetID="18" presetClass="entr" presetSubtype="6" fill="hold" grpId="0" nodeType="withEffect">
                                  <p:stCondLst>
                                    <p:cond delay="0"/>
                                  </p:stCondLst>
                                  <p:childTnLst>
                                    <p:set>
                                      <p:cBhvr>
                                        <p:cTn id="70" dur="1" fill="hold">
                                          <p:stCondLst>
                                            <p:cond delay="0"/>
                                          </p:stCondLst>
                                        </p:cTn>
                                        <p:tgtEl>
                                          <p:spTgt spid="836739">
                                            <p:txEl>
                                              <p:pRg st="0" end="0"/>
                                            </p:txEl>
                                          </p:spTgt>
                                        </p:tgtEl>
                                        <p:attrNameLst>
                                          <p:attrName>style.visibility</p:attrName>
                                        </p:attrNameLst>
                                      </p:cBhvr>
                                      <p:to>
                                        <p:strVal val="visible"/>
                                      </p:to>
                                    </p:set>
                                    <p:animEffect transition="in" filter="strips(downRight)">
                                      <p:cBhvr>
                                        <p:cTn id="71" dur="500"/>
                                        <p:tgtEl>
                                          <p:spTgt spid="836739">
                                            <p:txEl>
                                              <p:pRg st="0" end="0"/>
                                            </p:txEl>
                                          </p:spTgt>
                                        </p:tgtEl>
                                      </p:cBhvr>
                                    </p:animEffect>
                                  </p:childTnLst>
                                  <p:subTnLst>
                                    <p:audio>
                                      <p:cMediaNode>
                                        <p:cTn display="0" masterRel="sameClick">
                                          <p:stCondLst>
                                            <p:cond evt="begin" delay="0">
                                              <p:tn val="69"/>
                                            </p:cond>
                                          </p:stCondLst>
                                          <p:endCondLst>
                                            <p:cond evt="onStopAudio" delay="0">
                                              <p:tgtEl>
                                                <p:sldTgt/>
                                              </p:tgtEl>
                                            </p:cond>
                                          </p:endCondLst>
                                        </p:cTn>
                                        <p:tgtEl>
                                          <p:sndTgt r:embed="rId5" name="chimes.wav"/>
                                        </p:tgtEl>
                                      </p:cMediaNode>
                                    </p:audio>
                                  </p:subTnLst>
                                </p:cTn>
                              </p:par>
                              <p:par>
                                <p:cTn id="72" presetID="18" presetClass="entr" presetSubtype="6" fill="hold" grpId="0" nodeType="withEffect">
                                  <p:stCondLst>
                                    <p:cond delay="0"/>
                                  </p:stCondLst>
                                  <p:childTnLst>
                                    <p:set>
                                      <p:cBhvr>
                                        <p:cTn id="73" dur="1" fill="hold">
                                          <p:stCondLst>
                                            <p:cond delay="0"/>
                                          </p:stCondLst>
                                        </p:cTn>
                                        <p:tgtEl>
                                          <p:spTgt spid="836739">
                                            <p:txEl>
                                              <p:pRg st="1" end="1"/>
                                            </p:txEl>
                                          </p:spTgt>
                                        </p:tgtEl>
                                        <p:attrNameLst>
                                          <p:attrName>style.visibility</p:attrName>
                                        </p:attrNameLst>
                                      </p:cBhvr>
                                      <p:to>
                                        <p:strVal val="visible"/>
                                      </p:to>
                                    </p:set>
                                    <p:animEffect transition="in" filter="strips(downRight)">
                                      <p:cBhvr>
                                        <p:cTn id="74" dur="500"/>
                                        <p:tgtEl>
                                          <p:spTgt spid="836739">
                                            <p:txEl>
                                              <p:pRg st="1" end="1"/>
                                            </p:txEl>
                                          </p:spTgt>
                                        </p:tgtEl>
                                      </p:cBhvr>
                                    </p:animEffect>
                                  </p:childTnLst>
                                  <p:subTnLst>
                                    <p:audio>
                                      <p:cMediaNode>
                                        <p:cTn display="0" masterRel="sameClick">
                                          <p:stCondLst>
                                            <p:cond evt="begin" delay="0">
                                              <p:tn val="72"/>
                                            </p:cond>
                                          </p:stCondLst>
                                          <p:endCondLst>
                                            <p:cond evt="onStopAudio" delay="0">
                                              <p:tgtEl>
                                                <p:sldTgt/>
                                              </p:tgtEl>
                                            </p:cond>
                                          </p:endCondLst>
                                        </p:cTn>
                                        <p:tgtEl>
                                          <p:sndTgt r:embed="rId5" name="chimes.wav"/>
                                        </p:tgtEl>
                                      </p:cMediaNode>
                                    </p:audio>
                                  </p:subTnLst>
                                </p:cTn>
                              </p:par>
                            </p:childTnLst>
                          </p:cTn>
                        </p:par>
                      </p:childTnLst>
                    </p:cTn>
                  </p:par>
                  <p:par>
                    <p:cTn id="75" fill="hold">
                      <p:stCondLst>
                        <p:cond delay="indefinite"/>
                      </p:stCondLst>
                      <p:childTnLst>
                        <p:par>
                          <p:cTn id="76" fill="hold">
                            <p:stCondLst>
                              <p:cond delay="0"/>
                            </p:stCondLst>
                            <p:childTnLst>
                              <p:par>
                                <p:cTn id="77" presetID="4" presetClass="entr" presetSubtype="16" fill="hold" grpId="0" nodeType="clickEffect">
                                  <p:stCondLst>
                                    <p:cond delay="0"/>
                                  </p:stCondLst>
                                  <p:childTnLst>
                                    <p:set>
                                      <p:cBhvr>
                                        <p:cTn id="78" dur="1" fill="hold">
                                          <p:stCondLst>
                                            <p:cond delay="0"/>
                                          </p:stCondLst>
                                        </p:cTn>
                                        <p:tgtEl>
                                          <p:spTgt spid="836740"/>
                                        </p:tgtEl>
                                        <p:attrNameLst>
                                          <p:attrName>style.visibility</p:attrName>
                                        </p:attrNameLst>
                                      </p:cBhvr>
                                      <p:to>
                                        <p:strVal val="visible"/>
                                      </p:to>
                                    </p:set>
                                    <p:animEffect transition="in" filter="box(in)">
                                      <p:cBhvr>
                                        <p:cTn id="79" dur="500"/>
                                        <p:tgtEl>
                                          <p:spTgt spid="836740"/>
                                        </p:tgtEl>
                                      </p:cBhvr>
                                    </p:animEffect>
                                  </p:childTnLst>
                                  <p:subTnLst>
                                    <p:audio>
                                      <p:cMediaNode>
                                        <p:cTn display="0" masterRel="sameClick">
                                          <p:stCondLst>
                                            <p:cond evt="begin" delay="0">
                                              <p:tn val="77"/>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6721" grpId="0" animBg="1"/>
      <p:bldP spid="836725" grpId="0" animBg="1"/>
      <p:bldP spid="836726" grpId="0" animBg="1"/>
      <p:bldP spid="836729" grpId="0" animBg="1"/>
      <p:bldP spid="836731" grpId="0" animBg="1"/>
      <p:bldP spid="836739" grpId="0" uiExpand="1" build="allAtOnce" animBg="1"/>
      <p:bldP spid="836740" grpId="0"/>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8662" name="Rectangle 6"/>
          <p:cNvSpPr>
            <a:spLocks noChangeArrowheads="1"/>
          </p:cNvSpPr>
          <p:nvPr/>
        </p:nvSpPr>
        <p:spPr bwMode="auto">
          <a:xfrm>
            <a:off x="690487" y="957284"/>
            <a:ext cx="6889769" cy="461665"/>
          </a:xfrm>
          <a:prstGeom prst="rect">
            <a:avLst/>
          </a:prstGeom>
          <a:noFill/>
          <a:ln w="9525">
            <a:noFill/>
            <a:miter lim="800000"/>
            <a:headEnd/>
            <a:tailEnd/>
          </a:ln>
          <a:effectLst/>
        </p:spPr>
        <p:txBody>
          <a:bodyPr wrap="square" anchor="ctr">
            <a:spAutoFit/>
          </a:bodyPr>
          <a:lstStyle/>
          <a:p>
            <a:pPr indent="266700"/>
            <a:r>
              <a:rPr lang="en-US" altLang="zh-CN" b="1" dirty="0">
                <a:solidFill>
                  <a:srgbClr val="C01920"/>
                </a:solidFill>
                <a:latin typeface="楷体" panose="02010609060101010101" pitchFamily="49" charset="-122"/>
                <a:ea typeface="楷体" panose="02010609060101010101" pitchFamily="49" charset="-122"/>
              </a:rPr>
              <a:t>2</a:t>
            </a:r>
            <a:r>
              <a:rPr lang="zh-CN" altLang="en-US" b="1" dirty="0">
                <a:solidFill>
                  <a:srgbClr val="C01920"/>
                </a:solidFill>
                <a:latin typeface="楷体" panose="02010609060101010101" pitchFamily="49" charset="-122"/>
                <a:ea typeface="楷体" panose="02010609060101010101" pitchFamily="49" charset="-122"/>
              </a:rPr>
              <a:t>、表达式中有符号数与无符号数的计算问题</a:t>
            </a:r>
          </a:p>
        </p:txBody>
      </p:sp>
      <p:grpSp>
        <p:nvGrpSpPr>
          <p:cNvPr id="838697" name="Group 41"/>
          <p:cNvGrpSpPr>
            <a:grpSpLocks/>
          </p:cNvGrpSpPr>
          <p:nvPr/>
        </p:nvGrpSpPr>
        <p:grpSpPr bwMode="auto">
          <a:xfrm>
            <a:off x="1172791" y="1420719"/>
            <a:ext cx="4275138" cy="3925888"/>
            <a:chOff x="747" y="527"/>
            <a:chExt cx="2693" cy="2473"/>
          </a:xfrm>
          <a:effectLst>
            <a:outerShdw blurRad="50800" dist="38100" dir="2700000" algn="tl" rotWithShape="0">
              <a:prstClr val="black">
                <a:alpha val="40000"/>
              </a:prstClr>
            </a:outerShdw>
          </a:effectLst>
        </p:grpSpPr>
        <p:sp>
          <p:nvSpPr>
            <p:cNvPr id="838698" name="Rectangle 42"/>
            <p:cNvSpPr>
              <a:spLocks noChangeArrowheads="1"/>
            </p:cNvSpPr>
            <p:nvPr/>
          </p:nvSpPr>
          <p:spPr bwMode="auto">
            <a:xfrm>
              <a:off x="747" y="527"/>
              <a:ext cx="2693" cy="2473"/>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pPr algn="ctr" eaLnBrk="0" hangingPunct="0"/>
              <a:endParaRPr lang="zh-CN" altLang="zh-CN" sz="4000"/>
            </a:p>
          </p:txBody>
        </p:sp>
        <p:grpSp>
          <p:nvGrpSpPr>
            <p:cNvPr id="838699" name="Group 43"/>
            <p:cNvGrpSpPr>
              <a:grpSpLocks/>
            </p:cNvGrpSpPr>
            <p:nvPr/>
          </p:nvGrpSpPr>
          <p:grpSpPr bwMode="auto">
            <a:xfrm>
              <a:off x="930" y="700"/>
              <a:ext cx="2127" cy="2131"/>
              <a:chOff x="930" y="700"/>
              <a:chExt cx="2127" cy="2131"/>
            </a:xfrm>
          </p:grpSpPr>
          <p:sp>
            <p:nvSpPr>
              <p:cNvPr id="838700" name="Line 44"/>
              <p:cNvSpPr>
                <a:spLocks noChangeShapeType="1"/>
              </p:cNvSpPr>
              <p:nvPr/>
            </p:nvSpPr>
            <p:spPr bwMode="auto">
              <a:xfrm flipV="1">
                <a:off x="1291" y="752"/>
                <a:ext cx="0" cy="2040"/>
              </a:xfrm>
              <a:prstGeom prst="line">
                <a:avLst/>
              </a:prstGeom>
              <a:noFill/>
              <a:ln w="28575">
                <a:solidFill>
                  <a:srgbClr val="C01920"/>
                </a:solidFill>
                <a:round/>
                <a:headEnd/>
                <a:tailEnd type="stealth" w="lg" len="lg"/>
              </a:ln>
              <a:effectLst/>
              <a:scene3d>
                <a:camera prst="orthographicFront"/>
                <a:lightRig rig="threePt" dir="t"/>
              </a:scene3d>
              <a:sp3d>
                <a:bevelT w="114300" prst="hardEdge"/>
              </a:sp3d>
            </p:spPr>
            <p:txBody>
              <a:bodyPr wrap="none" anchor="ctr"/>
              <a:lstStyle/>
              <a:p>
                <a:endParaRPr lang="zh-CN" altLang="en-US"/>
              </a:p>
            </p:txBody>
          </p:sp>
          <p:sp>
            <p:nvSpPr>
              <p:cNvPr id="838701" name="Text Box 45"/>
              <p:cNvSpPr txBox="1">
                <a:spLocks noChangeArrowheads="1"/>
              </p:cNvSpPr>
              <p:nvPr/>
            </p:nvSpPr>
            <p:spPr bwMode="auto">
              <a:xfrm>
                <a:off x="930" y="2434"/>
                <a:ext cx="279" cy="252"/>
              </a:xfrm>
              <a:prstGeom prst="rect">
                <a:avLst/>
              </a:prstGeom>
              <a:noFill/>
              <a:ln w="9525">
                <a:noFill/>
                <a:miter lim="800000"/>
                <a:headEnd/>
                <a:tailEnd/>
              </a:ln>
              <a:effectLst/>
              <a:scene3d>
                <a:camera prst="orthographicFront"/>
                <a:lightRig rig="threePt" dir="t"/>
              </a:scene3d>
              <a:sp3d>
                <a:bevelT w="114300" prst="hardEdge"/>
              </a:sp3d>
            </p:spPr>
            <p:txBody>
              <a:bodyPr wrap="none">
                <a:spAutoFit/>
              </a:bodyPr>
              <a:lstStyle/>
              <a:p>
                <a:pPr eaLnBrk="0" hangingPunct="0"/>
                <a:r>
                  <a:rPr lang="zh-CN" altLang="en-US" sz="2000" b="1" dirty="0">
                    <a:solidFill>
                      <a:srgbClr val="C01920"/>
                    </a:solidFill>
                    <a:latin typeface="楷体" pitchFamily="49" charset="-122"/>
                    <a:ea typeface="楷体" pitchFamily="49" charset="-122"/>
                  </a:rPr>
                  <a:t>低</a:t>
                </a:r>
              </a:p>
            </p:txBody>
          </p:sp>
          <p:sp>
            <p:nvSpPr>
              <p:cNvPr id="838702" name="Text Box 46"/>
              <p:cNvSpPr txBox="1">
                <a:spLocks noChangeArrowheads="1"/>
              </p:cNvSpPr>
              <p:nvPr/>
            </p:nvSpPr>
            <p:spPr bwMode="auto">
              <a:xfrm>
                <a:off x="930" y="849"/>
                <a:ext cx="279" cy="252"/>
              </a:xfrm>
              <a:prstGeom prst="rect">
                <a:avLst/>
              </a:prstGeom>
              <a:noFill/>
              <a:ln w="9525">
                <a:noFill/>
                <a:miter lim="800000"/>
                <a:headEnd/>
                <a:tailEnd/>
              </a:ln>
              <a:effectLst/>
              <a:scene3d>
                <a:camera prst="orthographicFront"/>
                <a:lightRig rig="threePt" dir="t"/>
              </a:scene3d>
              <a:sp3d>
                <a:bevelT w="114300" prst="hardEdge"/>
              </a:sp3d>
            </p:spPr>
            <p:txBody>
              <a:bodyPr wrap="none">
                <a:spAutoFit/>
              </a:bodyPr>
              <a:lstStyle/>
              <a:p>
                <a:pPr eaLnBrk="0" hangingPunct="0"/>
                <a:r>
                  <a:rPr lang="zh-CN" altLang="en-US" sz="2000" b="1" dirty="0">
                    <a:solidFill>
                      <a:srgbClr val="C01920"/>
                    </a:solidFill>
                    <a:latin typeface="楷体" pitchFamily="49" charset="-122"/>
                    <a:ea typeface="楷体" pitchFamily="49" charset="-122"/>
                  </a:rPr>
                  <a:t>高</a:t>
                </a:r>
              </a:p>
            </p:txBody>
          </p:sp>
          <p:grpSp>
            <p:nvGrpSpPr>
              <p:cNvPr id="838703" name="Group 47"/>
              <p:cNvGrpSpPr>
                <a:grpSpLocks/>
              </p:cNvGrpSpPr>
              <p:nvPr/>
            </p:nvGrpSpPr>
            <p:grpSpPr bwMode="auto">
              <a:xfrm>
                <a:off x="1451" y="700"/>
                <a:ext cx="1606" cy="2131"/>
                <a:chOff x="1699" y="700"/>
                <a:chExt cx="1606" cy="2131"/>
              </a:xfrm>
            </p:grpSpPr>
            <p:sp>
              <p:nvSpPr>
                <p:cNvPr id="838704" name="Text Box 48"/>
                <p:cNvSpPr txBox="1">
                  <a:spLocks noChangeArrowheads="1"/>
                </p:cNvSpPr>
                <p:nvPr/>
              </p:nvSpPr>
              <p:spPr bwMode="auto">
                <a:xfrm>
                  <a:off x="1699" y="1172"/>
                  <a:ext cx="578" cy="250"/>
                </a:xfrm>
                <a:prstGeom prst="rect">
                  <a:avLst/>
                </a:prstGeom>
                <a:noFill/>
                <a:ln w="9525">
                  <a:noFill/>
                  <a:miter lim="800000"/>
                  <a:headEnd/>
                  <a:tailEnd/>
                </a:ln>
                <a:effectLst/>
                <a:scene3d>
                  <a:camera prst="orthographicFront"/>
                  <a:lightRig rig="threePt" dir="t"/>
                </a:scene3d>
                <a:sp3d>
                  <a:bevelT w="114300" prst="hardEdge"/>
                </a:sp3d>
              </p:spPr>
              <p:txBody>
                <a:bodyPr wrap="none">
                  <a:spAutoFit/>
                </a:bodyPr>
                <a:lstStyle/>
                <a:p>
                  <a:pPr eaLnBrk="0" hangingPunct="0"/>
                  <a:r>
                    <a:rPr lang="en-US" altLang="zh-CN" sz="2000" b="1">
                      <a:effectLst>
                        <a:outerShdw blurRad="38100" dist="38100" dir="2700000" algn="tl">
                          <a:srgbClr val="FFFFFF"/>
                        </a:outerShdw>
                      </a:effectLst>
                    </a:rPr>
                    <a:t>double</a:t>
                  </a:r>
                </a:p>
              </p:txBody>
            </p:sp>
            <p:sp>
              <p:nvSpPr>
                <p:cNvPr id="838705" name="Text Box 49"/>
                <p:cNvSpPr txBox="1">
                  <a:spLocks noChangeArrowheads="1"/>
                </p:cNvSpPr>
                <p:nvPr/>
              </p:nvSpPr>
              <p:spPr bwMode="auto">
                <a:xfrm>
                  <a:off x="2491" y="1172"/>
                  <a:ext cx="426" cy="250"/>
                </a:xfrm>
                <a:prstGeom prst="rect">
                  <a:avLst/>
                </a:prstGeom>
                <a:noFill/>
                <a:ln w="9525">
                  <a:noFill/>
                  <a:miter lim="800000"/>
                  <a:headEnd/>
                  <a:tailEnd/>
                </a:ln>
                <a:effectLst/>
                <a:scene3d>
                  <a:camera prst="orthographicFront"/>
                  <a:lightRig rig="threePt" dir="t"/>
                </a:scene3d>
                <a:sp3d>
                  <a:bevelT w="114300" prst="hardEdge"/>
                </a:sp3d>
              </p:spPr>
              <p:txBody>
                <a:bodyPr wrap="none">
                  <a:spAutoFit/>
                </a:bodyPr>
                <a:lstStyle/>
                <a:p>
                  <a:pPr eaLnBrk="0" hangingPunct="0"/>
                  <a:r>
                    <a:rPr lang="en-US" altLang="zh-CN" sz="2000" b="1">
                      <a:effectLst>
                        <a:outerShdw blurRad="38100" dist="38100" dir="2700000" algn="tl">
                          <a:srgbClr val="FFFFFF"/>
                        </a:outerShdw>
                      </a:effectLst>
                    </a:rPr>
                    <a:t>float</a:t>
                  </a:r>
                </a:p>
              </p:txBody>
            </p:sp>
            <p:sp>
              <p:nvSpPr>
                <p:cNvPr id="838706" name="Text Box 50"/>
                <p:cNvSpPr txBox="1">
                  <a:spLocks noChangeArrowheads="1"/>
                </p:cNvSpPr>
                <p:nvPr/>
              </p:nvSpPr>
              <p:spPr bwMode="auto">
                <a:xfrm>
                  <a:off x="1813" y="1615"/>
                  <a:ext cx="409" cy="250"/>
                </a:xfrm>
                <a:prstGeom prst="rect">
                  <a:avLst/>
                </a:prstGeom>
                <a:noFill/>
                <a:ln w="9525">
                  <a:noFill/>
                  <a:miter lim="800000"/>
                  <a:headEnd/>
                  <a:tailEnd/>
                </a:ln>
                <a:effectLst/>
                <a:scene3d>
                  <a:camera prst="orthographicFront"/>
                  <a:lightRig rig="threePt" dir="t"/>
                </a:scene3d>
                <a:sp3d>
                  <a:bevelT w="114300" prst="hardEdge"/>
                </a:sp3d>
              </p:spPr>
              <p:txBody>
                <a:bodyPr wrap="none">
                  <a:spAutoFit/>
                </a:bodyPr>
                <a:lstStyle/>
                <a:p>
                  <a:pPr eaLnBrk="0" hangingPunct="0"/>
                  <a:r>
                    <a:rPr lang="en-US" altLang="zh-CN" sz="2000" b="1">
                      <a:effectLst>
                        <a:outerShdw blurRad="38100" dist="38100" dir="2700000" algn="tl">
                          <a:srgbClr val="FFFFFF"/>
                        </a:outerShdw>
                      </a:effectLst>
                    </a:rPr>
                    <a:t>long</a:t>
                  </a:r>
                </a:p>
              </p:txBody>
            </p:sp>
            <p:sp>
              <p:nvSpPr>
                <p:cNvPr id="838707" name="Text Box 51"/>
                <p:cNvSpPr txBox="1">
                  <a:spLocks noChangeArrowheads="1"/>
                </p:cNvSpPr>
                <p:nvPr/>
              </p:nvSpPr>
              <p:spPr bwMode="auto">
                <a:xfrm>
                  <a:off x="1727" y="2080"/>
                  <a:ext cx="729" cy="250"/>
                </a:xfrm>
                <a:prstGeom prst="rect">
                  <a:avLst/>
                </a:prstGeom>
                <a:noFill/>
                <a:ln w="9525">
                  <a:noFill/>
                  <a:miter lim="800000"/>
                  <a:headEnd/>
                  <a:tailEnd/>
                </a:ln>
                <a:effectLst/>
                <a:scene3d>
                  <a:camera prst="orthographicFront"/>
                  <a:lightRig rig="threePt" dir="t"/>
                </a:scene3d>
                <a:sp3d>
                  <a:bevelT w="114300" prst="hardEdge"/>
                </a:sp3d>
              </p:spPr>
              <p:txBody>
                <a:bodyPr wrap="none">
                  <a:spAutoFit/>
                </a:bodyPr>
                <a:lstStyle/>
                <a:p>
                  <a:pPr eaLnBrk="0" hangingPunct="0"/>
                  <a:r>
                    <a:rPr lang="en-US" altLang="zh-CN" sz="2000" b="1" dirty="0">
                      <a:solidFill>
                        <a:srgbClr val="C01920"/>
                      </a:solidFill>
                    </a:rPr>
                    <a:t>unsigned</a:t>
                  </a:r>
                </a:p>
              </p:txBody>
            </p:sp>
            <p:sp>
              <p:nvSpPr>
                <p:cNvPr id="838708" name="Text Box 52"/>
                <p:cNvSpPr txBox="1">
                  <a:spLocks noChangeArrowheads="1"/>
                </p:cNvSpPr>
                <p:nvPr/>
              </p:nvSpPr>
              <p:spPr bwMode="auto">
                <a:xfrm>
                  <a:off x="1825" y="2581"/>
                  <a:ext cx="302" cy="250"/>
                </a:xfrm>
                <a:prstGeom prst="rect">
                  <a:avLst/>
                </a:prstGeom>
                <a:noFill/>
                <a:ln w="9525">
                  <a:noFill/>
                  <a:miter lim="800000"/>
                  <a:headEnd/>
                  <a:tailEnd/>
                </a:ln>
                <a:effectLst/>
                <a:scene3d>
                  <a:camera prst="orthographicFront"/>
                  <a:lightRig rig="threePt" dir="t"/>
                </a:scene3d>
                <a:sp3d>
                  <a:bevelT w="114300" prst="hardEdge"/>
                </a:sp3d>
              </p:spPr>
              <p:txBody>
                <a:bodyPr wrap="none">
                  <a:spAutoFit/>
                </a:bodyPr>
                <a:lstStyle/>
                <a:p>
                  <a:pPr eaLnBrk="0" hangingPunct="0"/>
                  <a:r>
                    <a:rPr lang="en-US" altLang="zh-CN" sz="2000" b="1">
                      <a:effectLst>
                        <a:outerShdw blurRad="38100" dist="38100" dir="2700000" algn="tl">
                          <a:srgbClr val="FFFFFF"/>
                        </a:outerShdw>
                      </a:effectLst>
                    </a:rPr>
                    <a:t>int</a:t>
                  </a:r>
                </a:p>
              </p:txBody>
            </p:sp>
            <p:sp>
              <p:nvSpPr>
                <p:cNvPr id="838709" name="Text Box 53"/>
                <p:cNvSpPr txBox="1">
                  <a:spLocks noChangeArrowheads="1"/>
                </p:cNvSpPr>
                <p:nvPr/>
              </p:nvSpPr>
              <p:spPr bwMode="auto">
                <a:xfrm>
                  <a:off x="2443" y="2581"/>
                  <a:ext cx="862" cy="250"/>
                </a:xfrm>
                <a:prstGeom prst="rect">
                  <a:avLst/>
                </a:prstGeom>
                <a:noFill/>
                <a:ln w="9525">
                  <a:noFill/>
                  <a:miter lim="800000"/>
                  <a:headEnd/>
                  <a:tailEnd/>
                </a:ln>
                <a:effectLst/>
                <a:scene3d>
                  <a:camera prst="orthographicFront"/>
                  <a:lightRig rig="threePt" dir="t"/>
                </a:scene3d>
                <a:sp3d>
                  <a:bevelT w="114300" prst="hardEdge"/>
                </a:sp3d>
              </p:spPr>
              <p:txBody>
                <a:bodyPr wrap="none">
                  <a:spAutoFit/>
                </a:bodyPr>
                <a:lstStyle/>
                <a:p>
                  <a:pPr eaLnBrk="0" hangingPunct="0"/>
                  <a:r>
                    <a:rPr lang="en-US" altLang="zh-CN" sz="2000" b="1" dirty="0">
                      <a:effectLst>
                        <a:outerShdw blurRad="38100" dist="38100" dir="2700000" algn="tl">
                          <a:srgbClr val="FFFFFF"/>
                        </a:outerShdw>
                      </a:effectLst>
                    </a:rPr>
                    <a:t>char, short</a:t>
                  </a:r>
                </a:p>
              </p:txBody>
            </p:sp>
            <p:sp>
              <p:nvSpPr>
                <p:cNvPr id="838710" name="Line 54"/>
                <p:cNvSpPr>
                  <a:spLocks noChangeShapeType="1"/>
                </p:cNvSpPr>
                <p:nvPr/>
              </p:nvSpPr>
              <p:spPr bwMode="auto">
                <a:xfrm rot="10800000">
                  <a:off x="1968" y="1378"/>
                  <a:ext cx="0" cy="293"/>
                </a:xfrm>
                <a:prstGeom prst="line">
                  <a:avLst/>
                </a:prstGeom>
                <a:noFill/>
                <a:ln w="28575">
                  <a:solidFill>
                    <a:srgbClr val="0000FF"/>
                  </a:solidFill>
                  <a:round/>
                  <a:headEnd/>
                  <a:tailEnd type="stealth" w="lg" len="lg"/>
                </a:ln>
                <a:effectLst/>
                <a:scene3d>
                  <a:camera prst="orthographicFront"/>
                  <a:lightRig rig="threePt" dir="t"/>
                </a:scene3d>
                <a:sp3d>
                  <a:bevelT w="114300" prst="hardEdge"/>
                </a:sp3d>
              </p:spPr>
              <p:txBody>
                <a:bodyPr wrap="none" anchor="ctr"/>
                <a:lstStyle/>
                <a:p>
                  <a:endParaRPr lang="zh-CN" altLang="en-US"/>
                </a:p>
              </p:txBody>
            </p:sp>
            <p:sp>
              <p:nvSpPr>
                <p:cNvPr id="838711" name="Line 55"/>
                <p:cNvSpPr>
                  <a:spLocks noChangeShapeType="1"/>
                </p:cNvSpPr>
                <p:nvPr/>
              </p:nvSpPr>
              <p:spPr bwMode="auto">
                <a:xfrm rot="10800000">
                  <a:off x="1971" y="1837"/>
                  <a:ext cx="0" cy="293"/>
                </a:xfrm>
                <a:prstGeom prst="line">
                  <a:avLst/>
                </a:prstGeom>
                <a:noFill/>
                <a:ln w="28575">
                  <a:solidFill>
                    <a:srgbClr val="0000FF"/>
                  </a:solidFill>
                  <a:round/>
                  <a:headEnd/>
                  <a:tailEnd type="stealth" w="lg" len="lg"/>
                </a:ln>
                <a:effectLst/>
                <a:scene3d>
                  <a:camera prst="orthographicFront"/>
                  <a:lightRig rig="threePt" dir="t"/>
                </a:scene3d>
                <a:sp3d>
                  <a:bevelT w="114300" prst="hardEdge"/>
                </a:sp3d>
              </p:spPr>
              <p:txBody>
                <a:bodyPr wrap="none" anchor="ctr"/>
                <a:lstStyle/>
                <a:p>
                  <a:endParaRPr lang="zh-CN" altLang="en-US"/>
                </a:p>
              </p:txBody>
            </p:sp>
            <p:sp>
              <p:nvSpPr>
                <p:cNvPr id="838712" name="Line 56"/>
                <p:cNvSpPr>
                  <a:spLocks noChangeShapeType="1"/>
                </p:cNvSpPr>
                <p:nvPr/>
              </p:nvSpPr>
              <p:spPr bwMode="auto">
                <a:xfrm rot="10800000">
                  <a:off x="1963" y="2320"/>
                  <a:ext cx="0" cy="293"/>
                </a:xfrm>
                <a:prstGeom prst="line">
                  <a:avLst/>
                </a:prstGeom>
                <a:noFill/>
                <a:ln w="28575">
                  <a:solidFill>
                    <a:srgbClr val="0000FF"/>
                  </a:solidFill>
                  <a:round/>
                  <a:headEnd/>
                  <a:tailEnd type="stealth" w="lg" len="lg"/>
                </a:ln>
                <a:effectLst/>
                <a:scene3d>
                  <a:camera prst="orthographicFront"/>
                  <a:lightRig rig="threePt" dir="t"/>
                </a:scene3d>
                <a:sp3d>
                  <a:bevelT w="114300" prst="hardEdge"/>
                </a:sp3d>
              </p:spPr>
              <p:txBody>
                <a:bodyPr wrap="none" anchor="ctr"/>
                <a:lstStyle/>
                <a:p>
                  <a:endParaRPr lang="zh-CN" altLang="en-US"/>
                </a:p>
              </p:txBody>
            </p:sp>
            <p:sp>
              <p:nvSpPr>
                <p:cNvPr id="838713" name="Line 57"/>
                <p:cNvSpPr>
                  <a:spLocks noChangeShapeType="1"/>
                </p:cNvSpPr>
                <p:nvPr/>
              </p:nvSpPr>
              <p:spPr bwMode="auto">
                <a:xfrm flipH="1">
                  <a:off x="2219" y="1320"/>
                  <a:ext cx="320" cy="0"/>
                </a:xfrm>
                <a:prstGeom prst="line">
                  <a:avLst/>
                </a:prstGeom>
                <a:noFill/>
                <a:ln w="28575">
                  <a:solidFill>
                    <a:srgbClr val="C01920"/>
                  </a:solidFill>
                  <a:round/>
                  <a:headEnd/>
                  <a:tailEnd type="stealth" w="lg" len="lg"/>
                </a:ln>
                <a:effectLst/>
                <a:scene3d>
                  <a:camera prst="orthographicFront"/>
                  <a:lightRig rig="threePt" dir="t"/>
                </a:scene3d>
                <a:sp3d>
                  <a:bevelT w="114300" prst="hardEdge"/>
                </a:sp3d>
              </p:spPr>
              <p:txBody>
                <a:bodyPr wrap="none" anchor="ctr"/>
                <a:lstStyle/>
                <a:p>
                  <a:endParaRPr lang="zh-CN" altLang="en-US"/>
                </a:p>
              </p:txBody>
            </p:sp>
            <p:sp>
              <p:nvSpPr>
                <p:cNvPr id="838714" name="Line 58"/>
                <p:cNvSpPr>
                  <a:spLocks noChangeShapeType="1"/>
                </p:cNvSpPr>
                <p:nvPr/>
              </p:nvSpPr>
              <p:spPr bwMode="auto">
                <a:xfrm flipH="1">
                  <a:off x="2086" y="2704"/>
                  <a:ext cx="375" cy="0"/>
                </a:xfrm>
                <a:prstGeom prst="line">
                  <a:avLst/>
                </a:prstGeom>
                <a:noFill/>
                <a:ln w="28575">
                  <a:solidFill>
                    <a:srgbClr val="C01920"/>
                  </a:solidFill>
                  <a:round/>
                  <a:headEnd/>
                  <a:tailEnd type="stealth" w="lg" len="lg"/>
                </a:ln>
                <a:effectLst/>
                <a:scene3d>
                  <a:camera prst="orthographicFront"/>
                  <a:lightRig rig="threePt" dir="t"/>
                </a:scene3d>
                <a:sp3d>
                  <a:bevelT w="114300" prst="hardEdge"/>
                </a:sp3d>
              </p:spPr>
              <p:txBody>
                <a:bodyPr wrap="none" anchor="ctr"/>
                <a:lstStyle/>
                <a:p>
                  <a:endParaRPr lang="zh-CN" altLang="en-US"/>
                </a:p>
              </p:txBody>
            </p:sp>
            <p:sp>
              <p:nvSpPr>
                <p:cNvPr id="838715" name="Line 59"/>
                <p:cNvSpPr>
                  <a:spLocks noChangeShapeType="1"/>
                </p:cNvSpPr>
                <p:nvPr/>
              </p:nvSpPr>
              <p:spPr bwMode="auto">
                <a:xfrm rot="10800000">
                  <a:off x="1968" y="938"/>
                  <a:ext cx="0" cy="293"/>
                </a:xfrm>
                <a:prstGeom prst="line">
                  <a:avLst/>
                </a:prstGeom>
                <a:noFill/>
                <a:ln w="28575">
                  <a:solidFill>
                    <a:srgbClr val="0000FF"/>
                  </a:solidFill>
                  <a:round/>
                  <a:headEnd/>
                  <a:tailEnd type="stealth" w="lg" len="lg"/>
                </a:ln>
                <a:effectLst/>
                <a:scene3d>
                  <a:camera prst="orthographicFront"/>
                  <a:lightRig rig="threePt" dir="t"/>
                </a:scene3d>
                <a:sp3d>
                  <a:bevelT w="114300" prst="hardEdge"/>
                </a:sp3d>
              </p:spPr>
              <p:txBody>
                <a:bodyPr wrap="none" anchor="ctr"/>
                <a:lstStyle/>
                <a:p>
                  <a:endParaRPr lang="zh-CN" altLang="en-US"/>
                </a:p>
              </p:txBody>
            </p:sp>
            <p:sp>
              <p:nvSpPr>
                <p:cNvPr id="838716" name="Text Box 60"/>
                <p:cNvSpPr txBox="1">
                  <a:spLocks noChangeArrowheads="1"/>
                </p:cNvSpPr>
                <p:nvPr/>
              </p:nvSpPr>
              <p:spPr bwMode="auto">
                <a:xfrm>
                  <a:off x="1707" y="700"/>
                  <a:ext cx="911" cy="250"/>
                </a:xfrm>
                <a:prstGeom prst="rect">
                  <a:avLst/>
                </a:prstGeom>
                <a:noFill/>
                <a:ln w="9525">
                  <a:noFill/>
                  <a:miter lim="800000"/>
                  <a:headEnd/>
                  <a:tailEnd/>
                </a:ln>
                <a:effectLst/>
                <a:scene3d>
                  <a:camera prst="orthographicFront"/>
                  <a:lightRig rig="threePt" dir="t"/>
                </a:scene3d>
                <a:sp3d>
                  <a:bevelT w="114300" prst="hardEdge"/>
                </a:sp3d>
              </p:spPr>
              <p:txBody>
                <a:bodyPr wrap="none">
                  <a:spAutoFit/>
                </a:bodyPr>
                <a:lstStyle/>
                <a:p>
                  <a:pPr eaLnBrk="0" hangingPunct="0"/>
                  <a:r>
                    <a:rPr kumimoji="0" lang="en-US" altLang="zh-CN" sz="2000" b="1" dirty="0">
                      <a:effectLst>
                        <a:outerShdw blurRad="38100" dist="38100" dir="2700000" algn="tl">
                          <a:srgbClr val="FFFFFF"/>
                        </a:outerShdw>
                      </a:effectLst>
                    </a:rPr>
                    <a:t>long d</a:t>
                  </a:r>
                  <a:r>
                    <a:rPr lang="en-US" altLang="zh-CN" sz="2000" b="1" dirty="0">
                      <a:effectLst>
                        <a:outerShdw blurRad="38100" dist="38100" dir="2700000" algn="tl">
                          <a:srgbClr val="FFFFFF"/>
                        </a:outerShdw>
                      </a:effectLst>
                    </a:rPr>
                    <a:t>ouble</a:t>
                  </a:r>
                </a:p>
              </p:txBody>
            </p:sp>
          </p:grpSp>
        </p:grpSp>
      </p:grpSp>
      <p:grpSp>
        <p:nvGrpSpPr>
          <p:cNvPr id="838717" name="Group 61"/>
          <p:cNvGrpSpPr>
            <a:grpSpLocks/>
          </p:cNvGrpSpPr>
          <p:nvPr/>
        </p:nvGrpSpPr>
        <p:grpSpPr bwMode="auto">
          <a:xfrm>
            <a:off x="1092623" y="5413973"/>
            <a:ext cx="4219575" cy="1233488"/>
            <a:chOff x="3016" y="527"/>
            <a:chExt cx="2658" cy="777"/>
          </a:xfrm>
        </p:grpSpPr>
        <p:sp>
          <p:nvSpPr>
            <p:cNvPr id="838718" name="Text Box 62"/>
            <p:cNvSpPr txBox="1">
              <a:spLocks noChangeArrowheads="1"/>
            </p:cNvSpPr>
            <p:nvPr/>
          </p:nvSpPr>
          <p:spPr bwMode="auto">
            <a:xfrm>
              <a:off x="3016" y="527"/>
              <a:ext cx="536" cy="250"/>
            </a:xfrm>
            <a:prstGeom prst="rect">
              <a:avLst/>
            </a:prstGeom>
            <a:noFill/>
            <a:ln w="9525">
              <a:noFill/>
              <a:miter lim="800000"/>
              <a:headEnd/>
              <a:tailEnd/>
            </a:ln>
            <a:effectLst/>
          </p:spPr>
          <p:txBody>
            <a:bodyPr>
              <a:spAutoFit/>
            </a:bodyPr>
            <a:lstStyle/>
            <a:p>
              <a:pPr eaLnBrk="0" hangingPunct="0"/>
              <a:r>
                <a:rPr lang="zh-CN" altLang="en-US" sz="2000" b="1" dirty="0">
                  <a:effectLst>
                    <a:outerShdw blurRad="38100" dist="38100" dir="2700000" algn="tl">
                      <a:srgbClr val="FFFFFF"/>
                    </a:outerShdw>
                  </a:effectLst>
                  <a:latin typeface="楷体" pitchFamily="49" charset="-122"/>
                  <a:ea typeface="楷体" pitchFamily="49" charset="-122"/>
                </a:rPr>
                <a:t>说明</a:t>
              </a:r>
              <a:r>
                <a:rPr lang="en-US" altLang="zh-CN" sz="2000" b="1" dirty="0">
                  <a:effectLst>
                    <a:outerShdw blurRad="38100" dist="38100" dir="2700000" algn="tl">
                      <a:srgbClr val="FFFFFF"/>
                    </a:outerShdw>
                  </a:effectLst>
                  <a:latin typeface="楷体" pitchFamily="49" charset="-122"/>
                  <a:ea typeface="楷体" pitchFamily="49" charset="-122"/>
                </a:rPr>
                <a:t>:</a:t>
              </a:r>
            </a:p>
          </p:txBody>
        </p:sp>
        <p:sp>
          <p:nvSpPr>
            <p:cNvPr id="838719" name="Line 63"/>
            <p:cNvSpPr>
              <a:spLocks noChangeShapeType="1"/>
            </p:cNvSpPr>
            <p:nvPr/>
          </p:nvSpPr>
          <p:spPr bwMode="auto">
            <a:xfrm flipH="1">
              <a:off x="3419" y="845"/>
              <a:ext cx="495" cy="0"/>
            </a:xfrm>
            <a:prstGeom prst="line">
              <a:avLst/>
            </a:prstGeom>
            <a:noFill/>
            <a:ln w="28575">
              <a:solidFill>
                <a:srgbClr val="C01920"/>
              </a:solidFill>
              <a:round/>
              <a:headEnd/>
              <a:tailEnd type="stealth" w="lg" len="lg"/>
            </a:ln>
            <a:effectLst/>
          </p:spPr>
          <p:txBody>
            <a:bodyPr wrap="none" anchor="ctr"/>
            <a:lstStyle/>
            <a:p>
              <a:endParaRPr lang="zh-CN" altLang="en-US"/>
            </a:p>
          </p:txBody>
        </p:sp>
        <p:sp>
          <p:nvSpPr>
            <p:cNvPr id="838720" name="Text Box 64"/>
            <p:cNvSpPr txBox="1">
              <a:spLocks noChangeArrowheads="1"/>
            </p:cNvSpPr>
            <p:nvPr/>
          </p:nvSpPr>
          <p:spPr bwMode="auto">
            <a:xfrm>
              <a:off x="4003" y="709"/>
              <a:ext cx="921" cy="250"/>
            </a:xfrm>
            <a:prstGeom prst="rect">
              <a:avLst/>
            </a:prstGeom>
            <a:noFill/>
            <a:ln w="9525">
              <a:noFill/>
              <a:miter lim="800000"/>
              <a:headEnd/>
              <a:tailEnd/>
            </a:ln>
            <a:effectLst/>
          </p:spPr>
          <p:txBody>
            <a:bodyPr wrap="none">
              <a:spAutoFit/>
            </a:bodyPr>
            <a:lstStyle/>
            <a:p>
              <a:pPr eaLnBrk="0" hangingPunct="0"/>
              <a:r>
                <a:rPr lang="zh-CN" altLang="en-US" sz="2000" b="1" dirty="0">
                  <a:effectLst>
                    <a:outerShdw blurRad="38100" dist="38100" dir="2700000" algn="tl">
                      <a:srgbClr val="FFFFFF"/>
                    </a:outerShdw>
                  </a:effectLst>
                  <a:latin typeface="楷体" pitchFamily="49" charset="-122"/>
                  <a:ea typeface="楷体" pitchFamily="49" charset="-122"/>
                </a:rPr>
                <a:t>必定的转换</a:t>
              </a:r>
            </a:p>
          </p:txBody>
        </p:sp>
        <p:sp>
          <p:nvSpPr>
            <p:cNvPr id="838721" name="Line 65"/>
            <p:cNvSpPr>
              <a:spLocks noChangeShapeType="1"/>
            </p:cNvSpPr>
            <p:nvPr/>
          </p:nvSpPr>
          <p:spPr bwMode="auto">
            <a:xfrm flipV="1">
              <a:off x="3451" y="981"/>
              <a:ext cx="0" cy="323"/>
            </a:xfrm>
            <a:prstGeom prst="line">
              <a:avLst/>
            </a:prstGeom>
            <a:noFill/>
            <a:ln w="28575">
              <a:solidFill>
                <a:srgbClr val="0000FF"/>
              </a:solidFill>
              <a:round/>
              <a:headEnd/>
              <a:tailEnd type="stealth" w="lg" len="lg"/>
            </a:ln>
            <a:effectLst/>
          </p:spPr>
          <p:txBody>
            <a:bodyPr wrap="none" anchor="ctr"/>
            <a:lstStyle/>
            <a:p>
              <a:endParaRPr lang="zh-CN" altLang="en-US"/>
            </a:p>
          </p:txBody>
        </p:sp>
        <p:sp>
          <p:nvSpPr>
            <p:cNvPr id="838722" name="Text Box 66"/>
            <p:cNvSpPr txBox="1">
              <a:spLocks noChangeArrowheads="1"/>
            </p:cNvSpPr>
            <p:nvPr/>
          </p:nvSpPr>
          <p:spPr bwMode="auto">
            <a:xfrm>
              <a:off x="3787" y="1007"/>
              <a:ext cx="1887" cy="250"/>
            </a:xfrm>
            <a:prstGeom prst="rect">
              <a:avLst/>
            </a:prstGeom>
            <a:noFill/>
            <a:ln w="9525">
              <a:noFill/>
              <a:miter lim="800000"/>
              <a:headEnd/>
              <a:tailEnd/>
            </a:ln>
            <a:effectLst/>
          </p:spPr>
          <p:txBody>
            <a:bodyPr wrap="none">
              <a:spAutoFit/>
            </a:bodyPr>
            <a:lstStyle/>
            <a:p>
              <a:pPr eaLnBrk="0" hangingPunct="0"/>
              <a:r>
                <a:rPr lang="zh-CN" altLang="en-US" sz="2000" b="1">
                  <a:effectLst>
                    <a:outerShdw blurRad="38100" dist="38100" dir="2700000" algn="tl">
                      <a:srgbClr val="FFFFFF"/>
                    </a:outerShdw>
                  </a:effectLst>
                  <a:latin typeface="楷体" pitchFamily="49" charset="-122"/>
                  <a:ea typeface="楷体" pitchFamily="49" charset="-122"/>
                </a:rPr>
                <a:t>运算对象类型不同时转换</a:t>
              </a:r>
            </a:p>
          </p:txBody>
        </p:sp>
      </p:grpSp>
      <p:sp>
        <p:nvSpPr>
          <p:cNvPr id="838723" name="Rectangle 67"/>
          <p:cNvSpPr>
            <a:spLocks noChangeArrowheads="1"/>
          </p:cNvSpPr>
          <p:nvPr/>
        </p:nvSpPr>
        <p:spPr bwMode="auto">
          <a:xfrm>
            <a:off x="6096000" y="1461159"/>
            <a:ext cx="5616624" cy="1569660"/>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zh-CN" altLang="en-US" b="1" dirty="0">
                <a:effectLst>
                  <a:outerShdw blurRad="38100" dist="38100" dir="2700000" algn="tl">
                    <a:srgbClr val="FFFFFF"/>
                  </a:outerShdw>
                </a:effectLst>
                <a:latin typeface="楷体" pitchFamily="49" charset="-122"/>
                <a:ea typeface="楷体" pitchFamily="49" charset="-122"/>
              </a:rPr>
              <a:t>　　当表达式中存在有符号类型和无符号类型时，按照左图中算术运算数据类型转换规则，</a:t>
            </a:r>
            <a:r>
              <a:rPr lang="zh-CN" altLang="en-US" b="1" dirty="0">
                <a:solidFill>
                  <a:srgbClr val="C01920"/>
                </a:solidFill>
                <a:latin typeface="楷体" pitchFamily="49" charset="-122"/>
                <a:ea typeface="楷体" pitchFamily="49" charset="-122"/>
              </a:rPr>
              <a:t>所有的操作数都自动转换为无符号类型</a:t>
            </a:r>
            <a:r>
              <a:rPr lang="zh-CN" altLang="en-US" b="1" dirty="0">
                <a:effectLst>
                  <a:outerShdw blurRad="38100" dist="38100" dir="2700000" algn="tl">
                    <a:srgbClr val="FFFFFF"/>
                  </a:outerShdw>
                </a:effectLst>
                <a:latin typeface="楷体" pitchFamily="49" charset="-122"/>
                <a:ea typeface="楷体" pitchFamily="49" charset="-122"/>
              </a:rPr>
              <a:t>。 </a:t>
            </a:r>
          </a:p>
        </p:txBody>
      </p:sp>
      <p:sp>
        <p:nvSpPr>
          <p:cNvPr id="838724" name="Rectangle 68"/>
          <p:cNvSpPr>
            <a:spLocks noChangeArrowheads="1"/>
          </p:cNvSpPr>
          <p:nvPr/>
        </p:nvSpPr>
        <p:spPr bwMode="auto">
          <a:xfrm>
            <a:off x="6960096" y="3179109"/>
            <a:ext cx="4051300" cy="860425"/>
          </a:xfrm>
          <a:prstGeom prst="rect">
            <a:avLst/>
          </a:prstGeom>
          <a:gradFill rotWithShape="1">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pPr algn="ctr"/>
            <a:r>
              <a:rPr lang="zh-CN" altLang="en-US" b="1" dirty="0">
                <a:solidFill>
                  <a:srgbClr val="C01920"/>
                </a:solidFill>
                <a:latin typeface="隶书" pitchFamily="49" charset="-122"/>
                <a:ea typeface="隶书" pitchFamily="49" charset="-122"/>
              </a:rPr>
              <a:t>例： </a:t>
            </a:r>
            <a:r>
              <a:rPr lang="en-US" altLang="zh-CN" b="1" dirty="0"/>
              <a:t>unsigned </a:t>
            </a:r>
            <a:r>
              <a:rPr lang="en-US" altLang="zh-CN" b="1" dirty="0" err="1"/>
              <a:t>int</a:t>
            </a:r>
            <a:r>
              <a:rPr lang="en-US" altLang="zh-CN" b="1" dirty="0"/>
              <a:t> a = 30;</a:t>
            </a:r>
          </a:p>
          <a:p>
            <a:pPr algn="ctr"/>
            <a:r>
              <a:rPr lang="en-US" altLang="zh-CN" b="1" dirty="0" err="1"/>
              <a:t>int</a:t>
            </a:r>
            <a:r>
              <a:rPr lang="en-US" altLang="zh-CN" b="1" dirty="0"/>
              <a:t> b = -130;</a:t>
            </a:r>
          </a:p>
        </p:txBody>
      </p:sp>
      <p:sp>
        <p:nvSpPr>
          <p:cNvPr id="838725" name="Rectangle 69"/>
          <p:cNvSpPr>
            <a:spLocks noChangeArrowheads="1"/>
          </p:cNvSpPr>
          <p:nvPr/>
        </p:nvSpPr>
        <p:spPr bwMode="auto">
          <a:xfrm>
            <a:off x="6871207" y="4158801"/>
            <a:ext cx="4454525" cy="519112"/>
          </a:xfrm>
          <a:prstGeom prst="rect">
            <a:avLst/>
          </a:prstGeom>
          <a:noFill/>
          <a:ln w="9525">
            <a:noFill/>
            <a:miter lim="800000"/>
            <a:headEnd/>
            <a:tailEnd/>
          </a:ln>
          <a:effectLst/>
        </p:spPr>
        <p:txBody>
          <a:bodyPr wrap="none" anchor="ctr">
            <a:spAutoFit/>
          </a:bodyPr>
          <a:lstStyle/>
          <a:p>
            <a:r>
              <a:rPr lang="zh-CN" altLang="en-US" sz="2800" b="1" dirty="0">
                <a:solidFill>
                  <a:srgbClr val="C01920"/>
                </a:solidFill>
                <a:latin typeface="隶书" pitchFamily="49" charset="-122"/>
                <a:ea typeface="隶书" pitchFamily="49" charset="-122"/>
              </a:rPr>
              <a:t>问：</a:t>
            </a:r>
            <a:r>
              <a:rPr lang="en-US" altLang="zh-CN" sz="2800" b="1" dirty="0">
                <a:solidFill>
                  <a:srgbClr val="002060"/>
                </a:solidFill>
                <a:ea typeface="隶书" pitchFamily="49" charset="-122"/>
              </a:rPr>
              <a:t>a &gt; b</a:t>
            </a:r>
            <a:r>
              <a:rPr lang="en-US" altLang="zh-CN" sz="2800" b="1" dirty="0">
                <a:solidFill>
                  <a:srgbClr val="002060"/>
                </a:solidFill>
                <a:latin typeface="隶书" pitchFamily="49" charset="-122"/>
                <a:ea typeface="隶书" pitchFamily="49" charset="-122"/>
              </a:rPr>
              <a:t>?</a:t>
            </a:r>
            <a:r>
              <a:rPr lang="zh-CN" altLang="en-US" sz="2800" b="1" dirty="0">
                <a:solidFill>
                  <a:srgbClr val="002060"/>
                </a:solidFill>
                <a:latin typeface="隶书" pitchFamily="49" charset="-122"/>
                <a:ea typeface="隶书" pitchFamily="49" charset="-122"/>
              </a:rPr>
              <a:t>　还是　</a:t>
            </a:r>
            <a:r>
              <a:rPr lang="en-US" altLang="zh-CN" sz="2800" b="1" dirty="0">
                <a:solidFill>
                  <a:srgbClr val="002060"/>
                </a:solidFill>
                <a:ea typeface="隶书" pitchFamily="49" charset="-122"/>
              </a:rPr>
              <a:t>b &gt; a</a:t>
            </a:r>
            <a:r>
              <a:rPr lang="zh-CN" altLang="en-US" sz="2800" b="1" dirty="0">
                <a:solidFill>
                  <a:srgbClr val="002060"/>
                </a:solidFill>
                <a:latin typeface="隶书" pitchFamily="49" charset="-122"/>
                <a:ea typeface="隶书" pitchFamily="49" charset="-122"/>
              </a:rPr>
              <a:t>？</a:t>
            </a:r>
            <a:r>
              <a:rPr lang="zh-CN" altLang="en-US" dirty="0">
                <a:solidFill>
                  <a:srgbClr val="002060"/>
                </a:solidFill>
              </a:rPr>
              <a:t> </a:t>
            </a:r>
          </a:p>
        </p:txBody>
      </p:sp>
      <p:sp>
        <p:nvSpPr>
          <p:cNvPr id="838726" name="Text Box 70"/>
          <p:cNvSpPr txBox="1">
            <a:spLocks noChangeArrowheads="1"/>
          </p:cNvSpPr>
          <p:nvPr/>
        </p:nvSpPr>
        <p:spPr bwMode="auto">
          <a:xfrm>
            <a:off x="9623871" y="3954760"/>
            <a:ext cx="936625" cy="914400"/>
          </a:xfrm>
          <a:prstGeom prst="rect">
            <a:avLst/>
          </a:prstGeom>
          <a:noFill/>
          <a:ln w="9525">
            <a:noFill/>
            <a:miter lim="800000"/>
            <a:headEnd/>
            <a:tailEnd/>
          </a:ln>
          <a:effectLst/>
        </p:spPr>
        <p:txBody>
          <a:bodyPr>
            <a:spAutoFit/>
          </a:bodyPr>
          <a:lstStyle/>
          <a:p>
            <a:pPr>
              <a:spcBef>
                <a:spcPct val="50000"/>
              </a:spcBef>
            </a:pPr>
            <a:r>
              <a:rPr lang="en-US" altLang="zh-CN" sz="5400" b="1" dirty="0">
                <a:solidFill>
                  <a:srgbClr val="C01920"/>
                </a:solidFill>
              </a:rPr>
              <a:t>√</a:t>
            </a:r>
          </a:p>
        </p:txBody>
      </p:sp>
      <p:sp>
        <p:nvSpPr>
          <p:cNvPr id="838727" name="Rectangle 71"/>
          <p:cNvSpPr>
            <a:spLocks noChangeArrowheads="1"/>
          </p:cNvSpPr>
          <p:nvPr/>
        </p:nvSpPr>
        <p:spPr bwMode="auto">
          <a:xfrm>
            <a:off x="6243269" y="4869160"/>
            <a:ext cx="5469347" cy="1569660"/>
          </a:xfrm>
          <a:prstGeom prst="rect">
            <a:avLst/>
          </a:prstGeom>
          <a:solidFill>
            <a:srgbClr val="FFFFFF"/>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effectLst>
                  <a:outerShdw blurRad="38100" dist="38100" dir="2700000" algn="tl">
                    <a:srgbClr val="C0C0C0"/>
                  </a:outerShdw>
                </a:effectLst>
                <a:latin typeface="楷体_GB2312" pitchFamily="49" charset="-122"/>
                <a:ea typeface="楷体" pitchFamily="49" charset="-122"/>
              </a:rPr>
              <a:t>    </a:t>
            </a:r>
            <a:r>
              <a:rPr lang="zh-CN" altLang="en-US" b="1" dirty="0">
                <a:effectLst>
                  <a:outerShdw blurRad="38100" dist="38100" dir="2700000" algn="tl">
                    <a:srgbClr val="C0C0C0"/>
                  </a:outerShdw>
                </a:effectLst>
                <a:latin typeface="+mn-lt"/>
                <a:ea typeface="楷体" pitchFamily="49" charset="-122"/>
              </a:rPr>
              <a:t>因为在</a:t>
            </a:r>
            <a:r>
              <a:rPr lang="en-US" altLang="zh-CN" b="1" dirty="0">
                <a:effectLst>
                  <a:outerShdw blurRad="38100" dist="38100" dir="2700000" algn="tl">
                    <a:srgbClr val="C0C0C0"/>
                  </a:outerShdw>
                </a:effectLst>
                <a:latin typeface="+mn-lt"/>
                <a:ea typeface="楷体" pitchFamily="49" charset="-122"/>
              </a:rPr>
              <a:t>C</a:t>
            </a:r>
            <a:r>
              <a:rPr lang="zh-CN" altLang="en-US" b="1" dirty="0">
                <a:effectLst>
                  <a:outerShdw blurRad="38100" dist="38100" dir="2700000" algn="tl">
                    <a:srgbClr val="C0C0C0"/>
                  </a:outerShdw>
                </a:effectLst>
                <a:latin typeface="+mn-lt"/>
                <a:ea typeface="楷体" pitchFamily="49" charset="-122"/>
              </a:rPr>
              <a:t>语言操作中，如果遇到无符号数与有符号数之间的操作，编译器会自动转化为无符号数来进行处理，因此</a:t>
            </a:r>
            <a:r>
              <a:rPr lang="en-US" altLang="zh-CN" b="1" dirty="0">
                <a:solidFill>
                  <a:srgbClr val="A50021"/>
                </a:solidFill>
                <a:effectLst>
                  <a:outerShdw blurRad="38100" dist="38100" dir="2700000" algn="tl">
                    <a:srgbClr val="C0C0C0"/>
                  </a:outerShdw>
                </a:effectLst>
                <a:latin typeface="+mn-lt"/>
                <a:ea typeface="楷体" pitchFamily="49" charset="-122"/>
              </a:rPr>
              <a:t>a</a:t>
            </a:r>
            <a:r>
              <a:rPr lang="zh-CN" altLang="en-US" b="1" dirty="0">
                <a:solidFill>
                  <a:srgbClr val="A50021"/>
                </a:solidFill>
                <a:effectLst>
                  <a:outerShdw blurRad="38100" dist="38100" dir="2700000" algn="tl">
                    <a:srgbClr val="C0C0C0"/>
                  </a:outerShdw>
                </a:effectLst>
                <a:latin typeface="+mn-lt"/>
                <a:ea typeface="楷体" pitchFamily="49" charset="-122"/>
              </a:rPr>
              <a:t>＝</a:t>
            </a:r>
            <a:r>
              <a:rPr lang="en-US" altLang="zh-CN" b="1" dirty="0">
                <a:solidFill>
                  <a:srgbClr val="A50021"/>
                </a:solidFill>
                <a:effectLst>
                  <a:outerShdw blurRad="38100" dist="38100" dir="2700000" algn="tl">
                    <a:srgbClr val="C0C0C0"/>
                  </a:outerShdw>
                </a:effectLst>
                <a:latin typeface="+mn-lt"/>
                <a:ea typeface="楷体" pitchFamily="49" charset="-122"/>
              </a:rPr>
              <a:t>30</a:t>
            </a:r>
            <a:r>
              <a:rPr lang="zh-CN" altLang="en-US" b="1" dirty="0">
                <a:solidFill>
                  <a:srgbClr val="A50021"/>
                </a:solidFill>
                <a:effectLst>
                  <a:outerShdw blurRad="38100" dist="38100" dir="2700000" algn="tl">
                    <a:srgbClr val="C0C0C0"/>
                  </a:outerShdw>
                </a:effectLst>
                <a:latin typeface="+mn-lt"/>
                <a:ea typeface="楷体" pitchFamily="49" charset="-122"/>
              </a:rPr>
              <a:t>，</a:t>
            </a:r>
            <a:r>
              <a:rPr lang="en-US" altLang="zh-CN" b="1" dirty="0">
                <a:solidFill>
                  <a:srgbClr val="A50021"/>
                </a:solidFill>
                <a:effectLst>
                  <a:outerShdw blurRad="38100" dist="38100" dir="2700000" algn="tl">
                    <a:srgbClr val="C0C0C0"/>
                  </a:outerShdw>
                </a:effectLst>
                <a:latin typeface="+mn-lt"/>
                <a:ea typeface="楷体" pitchFamily="49" charset="-122"/>
              </a:rPr>
              <a:t>b</a:t>
            </a:r>
            <a:r>
              <a:rPr lang="zh-CN" altLang="en-US" b="1" dirty="0">
                <a:solidFill>
                  <a:srgbClr val="A50021"/>
                </a:solidFill>
                <a:effectLst>
                  <a:outerShdw blurRad="38100" dist="38100" dir="2700000" algn="tl">
                    <a:srgbClr val="C0C0C0"/>
                  </a:outerShdw>
                </a:effectLst>
                <a:latin typeface="+mn-lt"/>
                <a:ea typeface="楷体" pitchFamily="49" charset="-122"/>
              </a:rPr>
              <a:t>＝</a:t>
            </a:r>
            <a:r>
              <a:rPr lang="en-US" altLang="zh-CN" b="1" dirty="0">
                <a:solidFill>
                  <a:srgbClr val="A50021"/>
                </a:solidFill>
                <a:effectLst>
                  <a:outerShdw blurRad="38100" dist="38100" dir="2700000" algn="tl">
                    <a:srgbClr val="C0C0C0"/>
                  </a:outerShdw>
                </a:effectLst>
                <a:latin typeface="+mn-lt"/>
                <a:ea typeface="楷体" pitchFamily="49" charset="-122"/>
              </a:rPr>
              <a:t>4294967166</a:t>
            </a:r>
            <a:r>
              <a:rPr lang="zh-CN" altLang="en-US" b="1" dirty="0">
                <a:solidFill>
                  <a:srgbClr val="A50021"/>
                </a:solidFill>
                <a:effectLst>
                  <a:outerShdw blurRad="38100" dist="38100" dir="2700000" algn="tl">
                    <a:srgbClr val="C0C0C0"/>
                  </a:outerShdw>
                </a:effectLst>
                <a:latin typeface="+mn-lt"/>
                <a:ea typeface="楷体" pitchFamily="49" charset="-122"/>
              </a:rPr>
              <a:t>（</a:t>
            </a:r>
            <a:r>
              <a:rPr lang="en-US" altLang="zh-CN" b="1" dirty="0">
                <a:solidFill>
                  <a:srgbClr val="A50021"/>
                </a:solidFill>
                <a:effectLst>
                  <a:outerShdw blurRad="38100" dist="38100" dir="2700000" algn="tl">
                    <a:srgbClr val="C0C0C0"/>
                  </a:outerShdw>
                </a:effectLst>
                <a:latin typeface="+mn-lt"/>
                <a:ea typeface="楷体" pitchFamily="49" charset="-122"/>
              </a:rPr>
              <a:t>VC</a:t>
            </a:r>
            <a:r>
              <a:rPr lang="zh-CN" altLang="en-US" b="1" dirty="0">
                <a:solidFill>
                  <a:srgbClr val="A50021"/>
                </a:solidFill>
                <a:effectLst>
                  <a:outerShdw blurRad="38100" dist="38100" dir="2700000" algn="tl">
                    <a:srgbClr val="C0C0C0"/>
                  </a:outerShdw>
                </a:effectLst>
                <a:latin typeface="+mn-lt"/>
                <a:ea typeface="楷体" pitchFamily="49" charset="-122"/>
              </a:rPr>
              <a:t>、</a:t>
            </a:r>
            <a:r>
              <a:rPr lang="en-US" altLang="zh-CN" b="1" dirty="0">
                <a:solidFill>
                  <a:srgbClr val="A50021"/>
                </a:solidFill>
                <a:effectLst>
                  <a:outerShdw blurRad="38100" dist="38100" dir="2700000" algn="tl">
                    <a:srgbClr val="C0C0C0"/>
                  </a:outerShdw>
                </a:effectLst>
                <a:latin typeface="+mn-lt"/>
                <a:ea typeface="楷体" pitchFamily="49" charset="-122"/>
              </a:rPr>
              <a:t>CB</a:t>
            </a:r>
            <a:r>
              <a:rPr lang="zh-CN" altLang="en-US" b="1" dirty="0">
                <a:solidFill>
                  <a:srgbClr val="A50021"/>
                </a:solidFill>
                <a:effectLst>
                  <a:outerShdw blurRad="38100" dist="38100" dir="2700000" algn="tl">
                    <a:srgbClr val="C0C0C0"/>
                  </a:outerShdw>
                </a:effectLst>
                <a:latin typeface="+mn-lt"/>
                <a:ea typeface="楷体" pitchFamily="49" charset="-122"/>
              </a:rPr>
              <a:t>下）</a:t>
            </a:r>
            <a:r>
              <a:rPr lang="zh-CN" altLang="en-US" b="1" dirty="0">
                <a:effectLst>
                  <a:outerShdw blurRad="38100" dist="38100" dir="2700000" algn="tl">
                    <a:srgbClr val="C0C0C0"/>
                  </a:outerShdw>
                </a:effectLst>
                <a:latin typeface="+mn-lt"/>
                <a:ea typeface="楷体" pitchFamily="49" charset="-122"/>
              </a:rPr>
              <a:t> </a:t>
            </a:r>
          </a:p>
        </p:txBody>
      </p:sp>
      <p:sp>
        <p:nvSpPr>
          <p:cNvPr id="37" name="Rectangle 4">
            <a:extLst>
              <a:ext uri="{FF2B5EF4-FFF2-40B4-BE49-F238E27FC236}">
                <a16:creationId xmlns:a16="http://schemas.microsoft.com/office/drawing/2014/main" id="{0C1C6028-39C3-434B-8147-106EA956FF16}"/>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3.6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有符号数与无符号数之间运算问题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38662"/>
                                        </p:tgtEl>
                                        <p:attrNameLst>
                                          <p:attrName>style.visibility</p:attrName>
                                        </p:attrNameLst>
                                      </p:cBhvr>
                                      <p:to>
                                        <p:strVal val="visible"/>
                                      </p:to>
                                    </p:set>
                                    <p:animEffect transition="in" filter="box(in)">
                                      <p:cBhvr>
                                        <p:cTn id="7" dur="500"/>
                                        <p:tgtEl>
                                          <p:spTgt spid="83866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838697"/>
                                        </p:tgtEl>
                                        <p:attrNameLst>
                                          <p:attrName>style.visibility</p:attrName>
                                        </p:attrNameLst>
                                      </p:cBhvr>
                                      <p:to>
                                        <p:strVal val="visible"/>
                                      </p:to>
                                    </p:set>
                                    <p:animEffect transition="in" filter="box(in)">
                                      <p:cBhvr>
                                        <p:cTn id="12" dur="500"/>
                                        <p:tgtEl>
                                          <p:spTgt spid="838697"/>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3" fill="hold">
                            <p:stCondLst>
                              <p:cond delay="500"/>
                            </p:stCondLst>
                            <p:childTnLst>
                              <p:par>
                                <p:cTn id="14" presetID="4" presetClass="entr" presetSubtype="16" fill="hold" nodeType="afterEffect">
                                  <p:stCondLst>
                                    <p:cond delay="0"/>
                                  </p:stCondLst>
                                  <p:childTnLst>
                                    <p:set>
                                      <p:cBhvr>
                                        <p:cTn id="15" dur="1" fill="hold">
                                          <p:stCondLst>
                                            <p:cond delay="0"/>
                                          </p:stCondLst>
                                        </p:cTn>
                                        <p:tgtEl>
                                          <p:spTgt spid="838717"/>
                                        </p:tgtEl>
                                        <p:attrNameLst>
                                          <p:attrName>style.visibility</p:attrName>
                                        </p:attrNameLst>
                                      </p:cBhvr>
                                      <p:to>
                                        <p:strVal val="visible"/>
                                      </p:to>
                                    </p:set>
                                    <p:animEffect transition="in" filter="box(in)">
                                      <p:cBhvr>
                                        <p:cTn id="16" dur="500"/>
                                        <p:tgtEl>
                                          <p:spTgt spid="838717"/>
                                        </p:tgtEl>
                                      </p:cBhvr>
                                    </p:animEffect>
                                  </p:childTnLst>
                                  <p:subTnLst>
                                    <p:audio>
                                      <p:cMediaNode>
                                        <p:cTn display="0" masterRel="sameClick">
                                          <p:stCondLst>
                                            <p:cond evt="begin" delay="0">
                                              <p:tn val="14"/>
                                            </p:cond>
                                          </p:stCondLst>
                                          <p:endCondLst>
                                            <p:cond evt="onStopAudio" delay="0">
                                              <p:tgtEl>
                                                <p:sldTgt/>
                                              </p:tgtEl>
                                            </p:cond>
                                          </p:endCondLst>
                                        </p:cTn>
                                        <p:tgtEl>
                                          <p:sndTgt r:embed="rId3" name="camera.wav"/>
                                        </p:tgtEl>
                                      </p:cMediaNode>
                                    </p:audio>
                                  </p:sub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838723"/>
                                        </p:tgtEl>
                                        <p:attrNameLst>
                                          <p:attrName>style.visibility</p:attrName>
                                        </p:attrNameLst>
                                      </p:cBhvr>
                                      <p:to>
                                        <p:strVal val="visible"/>
                                      </p:to>
                                    </p:set>
                                    <p:animEffect transition="in" filter="box(in)">
                                      <p:cBhvr>
                                        <p:cTn id="21" dur="500"/>
                                        <p:tgtEl>
                                          <p:spTgt spid="838723"/>
                                        </p:tgtEl>
                                      </p:cBhvr>
                                    </p:animEffect>
                                  </p:childTnLst>
                                  <p:subTnLst>
                                    <p:audio>
                                      <p:cMediaNode>
                                        <p:cTn display="0" masterRel="sameClick">
                                          <p:stCondLst>
                                            <p:cond evt="begin" delay="0">
                                              <p:tn val="19"/>
                                            </p:cond>
                                          </p:stCondLst>
                                          <p:endCondLst>
                                            <p:cond evt="onStopAudio" delay="0">
                                              <p:tgtEl>
                                                <p:sldTgt/>
                                              </p:tgtEl>
                                            </p:cond>
                                          </p:endCondLst>
                                        </p:cTn>
                                        <p:tgtEl>
                                          <p:sndTgt r:embed="rId3" name="camera.wav"/>
                                        </p:tgtEl>
                                      </p:cMediaNode>
                                    </p:audio>
                                  </p:subTnLst>
                                </p:cTn>
                              </p:par>
                            </p:childTnLst>
                          </p:cTn>
                        </p:par>
                      </p:childTnLst>
                    </p:cTn>
                  </p:par>
                  <p:par>
                    <p:cTn id="22" fill="hold">
                      <p:stCondLst>
                        <p:cond delay="indefinite"/>
                      </p:stCondLst>
                      <p:childTnLst>
                        <p:par>
                          <p:cTn id="23" fill="hold">
                            <p:stCondLst>
                              <p:cond delay="0"/>
                            </p:stCondLst>
                            <p:childTnLst>
                              <p:par>
                                <p:cTn id="24" presetID="4" presetClass="entr" presetSubtype="16" fill="hold" grpId="0" nodeType="clickEffect">
                                  <p:stCondLst>
                                    <p:cond delay="0"/>
                                  </p:stCondLst>
                                  <p:childTnLst>
                                    <p:set>
                                      <p:cBhvr>
                                        <p:cTn id="25" dur="1" fill="hold">
                                          <p:stCondLst>
                                            <p:cond delay="0"/>
                                          </p:stCondLst>
                                        </p:cTn>
                                        <p:tgtEl>
                                          <p:spTgt spid="838724"/>
                                        </p:tgtEl>
                                        <p:attrNameLst>
                                          <p:attrName>style.visibility</p:attrName>
                                        </p:attrNameLst>
                                      </p:cBhvr>
                                      <p:to>
                                        <p:strVal val="visible"/>
                                      </p:to>
                                    </p:set>
                                    <p:animEffect transition="in" filter="box(in)">
                                      <p:cBhvr>
                                        <p:cTn id="26" dur="500"/>
                                        <p:tgtEl>
                                          <p:spTgt spid="838724"/>
                                        </p:tgtEl>
                                      </p:cBhvr>
                                    </p:animEffect>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38725"/>
                                        </p:tgtEl>
                                        <p:attrNameLst>
                                          <p:attrName>style.visibility</p:attrName>
                                        </p:attrNameLst>
                                      </p:cBhvr>
                                      <p:to>
                                        <p:strVal val="visible"/>
                                      </p:to>
                                    </p:set>
                                    <p:anim calcmode="lin" valueType="num">
                                      <p:cBhvr additive="base">
                                        <p:cTn id="31" dur="500" fill="hold"/>
                                        <p:tgtEl>
                                          <p:spTgt spid="838725"/>
                                        </p:tgtEl>
                                        <p:attrNameLst>
                                          <p:attrName>ppt_x</p:attrName>
                                        </p:attrNameLst>
                                      </p:cBhvr>
                                      <p:tavLst>
                                        <p:tav tm="0">
                                          <p:val>
                                            <p:strVal val="#ppt_x"/>
                                          </p:val>
                                        </p:tav>
                                        <p:tav tm="100000">
                                          <p:val>
                                            <p:strVal val="#ppt_x"/>
                                          </p:val>
                                        </p:tav>
                                      </p:tavLst>
                                    </p:anim>
                                    <p:anim calcmode="lin" valueType="num">
                                      <p:cBhvr additive="base">
                                        <p:cTn id="32" dur="500" fill="hold"/>
                                        <p:tgtEl>
                                          <p:spTgt spid="838725"/>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38726"/>
                                        </p:tgtEl>
                                        <p:attrNameLst>
                                          <p:attrName>style.visibility</p:attrName>
                                        </p:attrNameLst>
                                      </p:cBhvr>
                                      <p:to>
                                        <p:strVal val="visible"/>
                                      </p:to>
                                    </p:set>
                                    <p:anim calcmode="lin" valueType="num">
                                      <p:cBhvr additive="base">
                                        <p:cTn id="37" dur="500" fill="hold"/>
                                        <p:tgtEl>
                                          <p:spTgt spid="838726"/>
                                        </p:tgtEl>
                                        <p:attrNameLst>
                                          <p:attrName>ppt_x</p:attrName>
                                        </p:attrNameLst>
                                      </p:cBhvr>
                                      <p:tavLst>
                                        <p:tav tm="0">
                                          <p:val>
                                            <p:strVal val="#ppt_x"/>
                                          </p:val>
                                        </p:tav>
                                        <p:tav tm="100000">
                                          <p:val>
                                            <p:strVal val="#ppt_x"/>
                                          </p:val>
                                        </p:tav>
                                      </p:tavLst>
                                    </p:anim>
                                    <p:anim calcmode="lin" valueType="num">
                                      <p:cBhvr additive="base">
                                        <p:cTn id="38" dur="500" fill="hold"/>
                                        <p:tgtEl>
                                          <p:spTgt spid="838726"/>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4" name="laser.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16" fill="hold" grpId="0" nodeType="clickEffect">
                                  <p:stCondLst>
                                    <p:cond delay="0"/>
                                  </p:stCondLst>
                                  <p:childTnLst>
                                    <p:set>
                                      <p:cBhvr>
                                        <p:cTn id="42" dur="1" fill="hold">
                                          <p:stCondLst>
                                            <p:cond delay="0"/>
                                          </p:stCondLst>
                                        </p:cTn>
                                        <p:tgtEl>
                                          <p:spTgt spid="838727"/>
                                        </p:tgtEl>
                                        <p:attrNameLst>
                                          <p:attrName>style.visibility</p:attrName>
                                        </p:attrNameLst>
                                      </p:cBhvr>
                                      <p:to>
                                        <p:strVal val="visible"/>
                                      </p:to>
                                    </p:set>
                                    <p:animEffect transition="in" filter="box(in)">
                                      <p:cBhvr>
                                        <p:cTn id="43" dur="500"/>
                                        <p:tgtEl>
                                          <p:spTgt spid="838727"/>
                                        </p:tgtEl>
                                      </p:cBhvr>
                                    </p:animEffect>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8662" grpId="0"/>
      <p:bldP spid="838723" grpId="0" animBg="1"/>
      <p:bldP spid="838724" grpId="0" animBg="1"/>
      <p:bldP spid="838725" grpId="0"/>
      <p:bldP spid="838726" grpId="0"/>
      <p:bldP spid="838727" grpId="0" animBg="1"/>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0799" name="Rectangle 95"/>
          <p:cNvSpPr>
            <a:spLocks noChangeArrowheads="1"/>
          </p:cNvSpPr>
          <p:nvPr/>
        </p:nvSpPr>
        <p:spPr bwMode="auto">
          <a:xfrm>
            <a:off x="1788899" y="5950204"/>
            <a:ext cx="3970638" cy="461665"/>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隶书" pitchFamily="49" charset="-122"/>
                <a:ea typeface="隶书" pitchFamily="49" charset="-122"/>
              </a:rPr>
              <a:t>运行结果：</a:t>
            </a:r>
            <a:r>
              <a:rPr lang="en-US" altLang="zh-CN" b="1" dirty="0">
                <a:effectLst>
                  <a:outerShdw blurRad="38100" dist="38100" dir="2700000" algn="tl">
                    <a:srgbClr val="C0C0C0"/>
                  </a:outerShdw>
                </a:effectLst>
                <a:ea typeface="楷体_GB2312" pitchFamily="49" charset="-122"/>
              </a:rPr>
              <a:t>c = 2147483598</a:t>
            </a:r>
            <a:r>
              <a:rPr lang="en-US" altLang="zh-CN" b="1" dirty="0">
                <a:effectLst>
                  <a:outerShdw blurRad="38100" dist="38100" dir="2700000" algn="tl">
                    <a:srgbClr val="C0C0C0"/>
                  </a:outerShdw>
                </a:effectLst>
                <a:latin typeface="楷体_GB2312" pitchFamily="49" charset="-122"/>
                <a:ea typeface="楷体_GB2312" pitchFamily="49" charset="-122"/>
              </a:rPr>
              <a:t> </a:t>
            </a:r>
            <a:endParaRPr lang="zh-CN" altLang="en-US" b="1" dirty="0">
              <a:effectLst>
                <a:outerShdw blurRad="38100" dist="38100" dir="2700000" algn="tl">
                  <a:srgbClr val="C0C0C0"/>
                </a:outerShdw>
              </a:effectLst>
              <a:latin typeface="楷体_GB2312" pitchFamily="49" charset="-122"/>
              <a:ea typeface="楷体_GB2312" pitchFamily="49" charset="-122"/>
            </a:endParaRPr>
          </a:p>
        </p:txBody>
      </p:sp>
      <p:sp>
        <p:nvSpPr>
          <p:cNvPr id="840800" name="Rectangle 96"/>
          <p:cNvSpPr>
            <a:spLocks noChangeArrowheads="1"/>
          </p:cNvSpPr>
          <p:nvPr/>
        </p:nvSpPr>
        <p:spPr bwMode="auto">
          <a:xfrm>
            <a:off x="6432465" y="5950203"/>
            <a:ext cx="3985200" cy="461665"/>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隶书" pitchFamily="49" charset="-122"/>
                <a:ea typeface="隶书" pitchFamily="49" charset="-122"/>
              </a:rPr>
              <a:t>运行结果：</a:t>
            </a:r>
            <a:r>
              <a:rPr lang="en-US" altLang="zh-CN" b="1" dirty="0">
                <a:effectLst>
                  <a:outerShdw blurRad="38100" dist="38100" dir="2700000" algn="tl">
                    <a:srgbClr val="C0C0C0"/>
                  </a:outerShdw>
                </a:effectLst>
                <a:ea typeface="楷体_GB2312" pitchFamily="49" charset="-122"/>
              </a:rPr>
              <a:t>c = -50</a:t>
            </a:r>
            <a:r>
              <a:rPr lang="en-US" altLang="zh-CN" b="1" dirty="0">
                <a:effectLst>
                  <a:outerShdw blurRad="38100" dist="38100" dir="2700000" algn="tl">
                    <a:srgbClr val="C0C0C0"/>
                  </a:outerShdw>
                </a:effectLst>
                <a:latin typeface="楷体_GB2312" pitchFamily="49" charset="-122"/>
                <a:ea typeface="楷体_GB2312" pitchFamily="49" charset="-122"/>
              </a:rPr>
              <a:t> </a:t>
            </a:r>
            <a:r>
              <a:rPr lang="zh-CN" altLang="en-US" b="1" dirty="0">
                <a:effectLst>
                  <a:outerShdw blurRad="38100" dist="38100" dir="2700000" algn="tl">
                    <a:srgbClr val="C0C0C0"/>
                  </a:outerShdw>
                </a:effectLst>
                <a:latin typeface="楷体_GB2312" pitchFamily="49" charset="-122"/>
                <a:ea typeface="楷体_GB2312" pitchFamily="49" charset="-122"/>
              </a:rPr>
              <a:t> </a:t>
            </a:r>
          </a:p>
        </p:txBody>
      </p:sp>
      <p:grpSp>
        <p:nvGrpSpPr>
          <p:cNvPr id="840806" name="Group 102"/>
          <p:cNvGrpSpPr>
            <a:grpSpLocks/>
          </p:cNvGrpSpPr>
          <p:nvPr/>
        </p:nvGrpSpPr>
        <p:grpSpPr bwMode="auto">
          <a:xfrm>
            <a:off x="1789038" y="1588566"/>
            <a:ext cx="3983681" cy="4154488"/>
            <a:chOff x="521" y="405"/>
            <a:chExt cx="2087" cy="2617"/>
          </a:xfrm>
          <a:gradFill>
            <a:gsLst>
              <a:gs pos="0">
                <a:srgbClr val="CFCFD1"/>
              </a:gs>
              <a:gs pos="100000">
                <a:schemeClr val="bg1">
                  <a:lumMod val="95000"/>
                </a:schemeClr>
              </a:gs>
            </a:gsLst>
            <a:lin ang="2700000" scaled="1"/>
          </a:gradFill>
        </p:grpSpPr>
        <p:sp>
          <p:nvSpPr>
            <p:cNvPr id="840797" name="Rectangle 93" descr="信纸"/>
            <p:cNvSpPr>
              <a:spLocks noChangeArrowheads="1"/>
            </p:cNvSpPr>
            <p:nvPr/>
          </p:nvSpPr>
          <p:spPr bwMode="auto">
            <a:xfrm>
              <a:off x="521" y="405"/>
              <a:ext cx="2087" cy="2617"/>
            </a:xfrm>
            <a:prstGeom prst="rect">
              <a:avLst/>
            </a:prstGeom>
            <a:grp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r>
                <a:rPr lang="en-US" altLang="zh-CN" b="1" dirty="0">
                  <a:effectLst>
                    <a:outerShdw blurRad="38100" dist="38100" dir="2700000" algn="tl">
                      <a:srgbClr val="FFFFFF"/>
                    </a:outerShdw>
                  </a:effectLst>
                </a:rPr>
                <a:t>#include &lt;</a:t>
              </a:r>
              <a:r>
                <a:rPr lang="en-US" altLang="zh-CN" b="1" dirty="0" err="1">
                  <a:effectLst>
                    <a:outerShdw blurRad="38100" dist="38100" dir="2700000" algn="tl">
                      <a:srgbClr val="FFFFFF"/>
                    </a:outerShdw>
                  </a:effectLst>
                </a:rPr>
                <a:t>stdio.h</a:t>
              </a:r>
              <a:r>
                <a:rPr lang="en-US" altLang="zh-CN" b="1" dirty="0">
                  <a:effectLst>
                    <a:outerShdw blurRad="38100" dist="38100" dir="2700000" algn="tl">
                      <a:srgbClr val="FFFFFF"/>
                    </a:outerShdw>
                  </a:effectLst>
                </a:rPr>
                <a:t>&gt; </a:t>
              </a:r>
            </a:p>
            <a:p>
              <a:endParaRPr lang="en-US" altLang="zh-CN" b="1" dirty="0">
                <a:effectLst>
                  <a:outerShdw blurRad="38100" dist="38100" dir="2700000" algn="tl">
                    <a:srgbClr val="FFFFFF"/>
                  </a:outerShdw>
                </a:effectLst>
              </a:endParaRPr>
            </a:p>
            <a:p>
              <a:r>
                <a:rPr lang="en-US" altLang="zh-CN" b="1" dirty="0" err="1">
                  <a:solidFill>
                    <a:srgbClr val="C00000"/>
                  </a:solidFill>
                  <a:effectLst>
                    <a:outerShdw blurRad="38100" dist="38100" dir="2700000" algn="tl">
                      <a:srgbClr val="FFFFFF"/>
                    </a:outerShdw>
                  </a:effectLst>
                </a:rPr>
                <a:t>int</a:t>
              </a:r>
              <a:r>
                <a:rPr lang="en-US" altLang="zh-CN" b="1" dirty="0">
                  <a:solidFill>
                    <a:srgbClr val="C00000"/>
                  </a:solidFill>
                  <a:effectLst>
                    <a:outerShdw blurRad="38100" dist="38100" dir="2700000" algn="tl">
                      <a:srgbClr val="FFFFFF"/>
                    </a:outerShdw>
                  </a:effectLst>
                </a:rPr>
                <a:t> main ( ) </a:t>
              </a:r>
            </a:p>
            <a:p>
              <a:r>
                <a:rPr lang="en-US" altLang="zh-CN" b="1" dirty="0">
                  <a:effectLst>
                    <a:outerShdw blurRad="38100" dist="38100" dir="2700000" algn="tl">
                      <a:srgbClr val="FFFFFF"/>
                    </a:outerShdw>
                  </a:effectLst>
                </a:rPr>
                <a:t>{ </a:t>
              </a:r>
            </a:p>
            <a:p>
              <a:r>
                <a:rPr lang="en-US" altLang="zh-CN" b="1" dirty="0">
                  <a:effectLst>
                    <a:outerShdw blurRad="38100" dist="38100" dir="2700000" algn="tl">
                      <a:srgbClr val="FFFFFF"/>
                    </a:outerShdw>
                  </a:effectLst>
                </a:rPr>
                <a:t>   </a:t>
              </a:r>
              <a:r>
                <a:rPr lang="en-US" altLang="zh-CN" b="1" dirty="0">
                  <a:solidFill>
                    <a:srgbClr val="A50021"/>
                  </a:solidFill>
                  <a:effectLst>
                    <a:outerShdw blurRad="38100" dist="38100" dir="2700000" algn="tl">
                      <a:srgbClr val="000000"/>
                    </a:outerShdw>
                  </a:effectLst>
                </a:rPr>
                <a:t>unsigned </a:t>
              </a:r>
              <a:r>
                <a:rPr lang="en-US" altLang="zh-CN" b="1" dirty="0" err="1">
                  <a:solidFill>
                    <a:srgbClr val="A50021"/>
                  </a:solidFill>
                  <a:effectLst>
                    <a:outerShdw blurRad="38100" dist="38100" dir="2700000" algn="tl">
                      <a:srgbClr val="000000"/>
                    </a:outerShdw>
                  </a:effectLst>
                </a:rPr>
                <a:t>int</a:t>
              </a:r>
              <a:r>
                <a:rPr lang="en-US" altLang="zh-CN" b="1" dirty="0">
                  <a:solidFill>
                    <a:srgbClr val="A50021"/>
                  </a:solidFill>
                  <a:effectLst>
                    <a:outerShdw blurRad="38100" dist="38100" dir="2700000" algn="tl">
                      <a:srgbClr val="000000"/>
                    </a:outerShdw>
                  </a:effectLst>
                </a:rPr>
                <a:t> a = 30;</a:t>
              </a:r>
              <a:r>
                <a:rPr lang="en-US" altLang="zh-CN" b="1" dirty="0">
                  <a:effectLst>
                    <a:outerShdw blurRad="38100" dist="38100" dir="2700000" algn="tl">
                      <a:srgbClr val="FFFFFF"/>
                    </a:outerShdw>
                  </a:effectLst>
                </a:rPr>
                <a:t> </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b = -130, c; </a:t>
              </a:r>
            </a:p>
            <a:p>
              <a:endParaRPr lang="en-US" altLang="zh-CN" b="1" dirty="0">
                <a:effectLst>
                  <a:outerShdw blurRad="38100" dist="38100" dir="2700000" algn="tl">
                    <a:srgbClr val="FFFFFF"/>
                  </a:outerShdw>
                </a:effectLst>
              </a:endParaRPr>
            </a:p>
            <a:p>
              <a:r>
                <a:rPr lang="en-US" altLang="zh-CN" b="1" dirty="0">
                  <a:effectLst>
                    <a:outerShdw blurRad="38100" dist="38100" dir="2700000" algn="tl">
                      <a:srgbClr val="FFFFFF"/>
                    </a:outerShdw>
                  </a:effectLst>
                </a:rPr>
                <a:t>   c = (a + b) / 2; </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("c = %d\n", c);</a:t>
              </a:r>
            </a:p>
            <a:p>
              <a:r>
                <a:rPr lang="en-US" altLang="zh-CN" b="1" dirty="0">
                  <a:effectLst>
                    <a:outerShdw blurRad="38100" dist="38100" dir="2700000" algn="tl">
                      <a:srgbClr val="FFFFFF"/>
                    </a:outerShdw>
                  </a:effectLst>
                </a:rPr>
                <a:t>   return 0; </a:t>
              </a:r>
            </a:p>
            <a:p>
              <a:r>
                <a:rPr lang="en-US" altLang="zh-CN" b="1" dirty="0">
                  <a:effectLst>
                    <a:outerShdw blurRad="38100" dist="38100" dir="2700000" algn="tl">
                      <a:srgbClr val="FFFFFF"/>
                    </a:outerShdw>
                  </a:effectLst>
                </a:rPr>
                <a:t>} </a:t>
              </a:r>
            </a:p>
          </p:txBody>
        </p:sp>
        <p:sp>
          <p:nvSpPr>
            <p:cNvPr id="840801" name="Rectangle 97"/>
            <p:cNvSpPr>
              <a:spLocks noChangeArrowheads="1"/>
            </p:cNvSpPr>
            <p:nvPr/>
          </p:nvSpPr>
          <p:spPr bwMode="auto">
            <a:xfrm>
              <a:off x="1755" y="723"/>
              <a:ext cx="771" cy="233"/>
            </a:xfrm>
            <a:prstGeom prst="rect">
              <a:avLst/>
            </a:prstGeom>
            <a:grpFill/>
            <a:ln w="38100">
              <a:solidFill>
                <a:srgbClr val="C0192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anchor="ctr">
              <a:spAutoFit/>
            </a:bodyPr>
            <a:lstStyle/>
            <a:p>
              <a:pPr algn="ctr"/>
              <a:r>
                <a:rPr lang="zh-CN" altLang="en-US" sz="1800" b="1" dirty="0">
                  <a:solidFill>
                    <a:srgbClr val="002060"/>
                  </a:solidFill>
                  <a:effectLst>
                    <a:outerShdw blurRad="38100" dist="38100" dir="2700000" algn="tl">
                      <a:srgbClr val="C0C0C0"/>
                    </a:outerShdw>
                  </a:effectLst>
                  <a:latin typeface="隶书" pitchFamily="49" charset="-122"/>
                  <a:ea typeface="隶书" pitchFamily="49" charset="-122"/>
                </a:rPr>
                <a:t>程序一</a:t>
              </a:r>
            </a:p>
          </p:txBody>
        </p:sp>
      </p:grpSp>
      <p:grpSp>
        <p:nvGrpSpPr>
          <p:cNvPr id="840807" name="Group 103"/>
          <p:cNvGrpSpPr>
            <a:grpSpLocks/>
          </p:cNvGrpSpPr>
          <p:nvPr/>
        </p:nvGrpSpPr>
        <p:grpSpPr bwMode="auto">
          <a:xfrm>
            <a:off x="6419283" y="1588566"/>
            <a:ext cx="3985200" cy="4154400"/>
            <a:chOff x="3288" y="754"/>
            <a:chExt cx="2574" cy="2385"/>
          </a:xfrm>
          <a:gradFill>
            <a:gsLst>
              <a:gs pos="0">
                <a:srgbClr val="CFCFD1"/>
              </a:gs>
              <a:gs pos="100000">
                <a:schemeClr val="bg1">
                  <a:lumMod val="95000"/>
                </a:schemeClr>
              </a:gs>
            </a:gsLst>
            <a:lin ang="2700000" scaled="1"/>
          </a:gradFill>
        </p:grpSpPr>
        <p:sp>
          <p:nvSpPr>
            <p:cNvPr id="840798" name="Rectangle 94" descr="信纸"/>
            <p:cNvSpPr>
              <a:spLocks noChangeArrowheads="1"/>
            </p:cNvSpPr>
            <p:nvPr/>
          </p:nvSpPr>
          <p:spPr bwMode="auto">
            <a:xfrm>
              <a:off x="3288" y="754"/>
              <a:ext cx="2574" cy="2385"/>
            </a:xfrm>
            <a:prstGeom prst="rect">
              <a:avLst/>
            </a:prstGeom>
            <a:grp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b="1" dirty="0">
                  <a:effectLst>
                    <a:outerShdw blurRad="38100" dist="38100" dir="2700000" algn="tl">
                      <a:srgbClr val="FFFFFF"/>
                    </a:outerShdw>
                  </a:effectLst>
                </a:rPr>
                <a:t>#include &lt;</a:t>
              </a:r>
              <a:r>
                <a:rPr lang="en-US" altLang="zh-CN" b="1" dirty="0" err="1">
                  <a:effectLst>
                    <a:outerShdw blurRad="38100" dist="38100" dir="2700000" algn="tl">
                      <a:srgbClr val="FFFFFF"/>
                    </a:outerShdw>
                  </a:effectLst>
                </a:rPr>
                <a:t>stdio.h</a:t>
              </a:r>
              <a:r>
                <a:rPr lang="en-US" altLang="zh-CN" b="1" dirty="0">
                  <a:effectLst>
                    <a:outerShdw blurRad="38100" dist="38100" dir="2700000" algn="tl">
                      <a:srgbClr val="FFFFFF"/>
                    </a:outerShdw>
                  </a:effectLst>
                </a:rPr>
                <a:t>&gt; </a:t>
              </a:r>
            </a:p>
            <a:p>
              <a:endParaRPr lang="en-US" altLang="zh-CN" b="1" dirty="0">
                <a:effectLst>
                  <a:outerShdw blurRad="38100" dist="38100" dir="2700000" algn="tl">
                    <a:srgbClr val="FFFFFF"/>
                  </a:outerShdw>
                </a:effectLst>
              </a:endParaRPr>
            </a:p>
            <a:p>
              <a:r>
                <a:rPr lang="en-US" altLang="zh-CN" b="1" dirty="0" err="1">
                  <a:solidFill>
                    <a:srgbClr val="C00000"/>
                  </a:solidFill>
                  <a:effectLst>
                    <a:outerShdw blurRad="38100" dist="38100" dir="2700000" algn="tl">
                      <a:srgbClr val="FFFFFF"/>
                    </a:outerShdw>
                  </a:effectLst>
                </a:rPr>
                <a:t>int</a:t>
              </a:r>
              <a:r>
                <a:rPr lang="en-US" altLang="zh-CN" b="1" dirty="0">
                  <a:solidFill>
                    <a:srgbClr val="C00000"/>
                  </a:solidFill>
                  <a:effectLst>
                    <a:outerShdw blurRad="38100" dist="38100" dir="2700000" algn="tl">
                      <a:srgbClr val="FFFFFF"/>
                    </a:outerShdw>
                  </a:effectLst>
                </a:rPr>
                <a:t> main ( ) </a:t>
              </a:r>
            </a:p>
            <a:p>
              <a:r>
                <a:rPr lang="en-US" altLang="zh-CN" b="1" dirty="0">
                  <a:effectLst>
                    <a:outerShdw blurRad="38100" dist="38100" dir="2700000" algn="tl">
                      <a:srgbClr val="FFFFFF"/>
                    </a:outerShdw>
                  </a:effectLst>
                </a:rPr>
                <a:t>{ </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b = -130, c; </a:t>
              </a:r>
            </a:p>
            <a:p>
              <a:endParaRPr lang="en-US" altLang="zh-CN" b="1" dirty="0">
                <a:effectLst>
                  <a:outerShdw blurRad="38100" dist="38100" dir="2700000" algn="tl">
                    <a:srgbClr val="FFFFFF"/>
                  </a:outerShdw>
                </a:effectLst>
              </a:endParaRPr>
            </a:p>
            <a:p>
              <a:r>
                <a:rPr lang="en-US" altLang="zh-CN" b="1" dirty="0">
                  <a:effectLst>
                    <a:outerShdw blurRad="38100" dist="38100" dir="2700000" algn="tl">
                      <a:srgbClr val="FFFFFF"/>
                    </a:outerShdw>
                  </a:effectLst>
                </a:rPr>
                <a:t>   c = (30 + b) / 2; </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("c = %d\n", c);</a:t>
              </a:r>
            </a:p>
            <a:p>
              <a:r>
                <a:rPr lang="en-US" altLang="zh-CN" b="1" dirty="0">
                  <a:effectLst>
                    <a:outerShdw blurRad="38100" dist="38100" dir="2700000" algn="tl">
                      <a:srgbClr val="FFFFFF"/>
                    </a:outerShdw>
                  </a:effectLst>
                </a:rPr>
                <a:t>   return 0; </a:t>
              </a:r>
            </a:p>
            <a:p>
              <a:r>
                <a:rPr lang="en-US" altLang="zh-CN" b="1" dirty="0">
                  <a:effectLst>
                    <a:outerShdw blurRad="38100" dist="38100" dir="2700000" algn="tl">
                      <a:srgbClr val="FFFFFF"/>
                    </a:outerShdw>
                  </a:effectLst>
                </a:rPr>
                <a:t>} </a:t>
              </a:r>
            </a:p>
          </p:txBody>
        </p:sp>
        <p:sp>
          <p:nvSpPr>
            <p:cNvPr id="840802" name="Rectangle 98"/>
            <p:cNvSpPr>
              <a:spLocks noChangeArrowheads="1"/>
            </p:cNvSpPr>
            <p:nvPr/>
          </p:nvSpPr>
          <p:spPr bwMode="auto">
            <a:xfrm>
              <a:off x="4513" y="1093"/>
              <a:ext cx="771" cy="212"/>
            </a:xfrm>
            <a:prstGeom prst="rect">
              <a:avLst/>
            </a:prstGeom>
            <a:grpFill/>
            <a:ln w="38100">
              <a:solidFill>
                <a:srgbClr val="C0192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anchor="ctr">
              <a:spAutoFit/>
            </a:bodyPr>
            <a:lstStyle/>
            <a:p>
              <a:pPr algn="ctr"/>
              <a:r>
                <a:rPr lang="zh-CN" altLang="en-US" sz="1800" b="1" dirty="0">
                  <a:solidFill>
                    <a:srgbClr val="002060"/>
                  </a:solidFill>
                  <a:effectLst>
                    <a:outerShdw blurRad="38100" dist="38100" dir="2700000" algn="tl">
                      <a:srgbClr val="C0C0C0"/>
                    </a:outerShdw>
                  </a:effectLst>
                  <a:latin typeface="隶书" pitchFamily="49" charset="-122"/>
                  <a:ea typeface="隶书" pitchFamily="49" charset="-122"/>
                </a:rPr>
                <a:t>程序二</a:t>
              </a:r>
            </a:p>
          </p:txBody>
        </p:sp>
      </p:grpSp>
      <p:sp>
        <p:nvSpPr>
          <p:cNvPr id="840803" name="AutoShape 99"/>
          <p:cNvSpPr>
            <a:spLocks noChangeArrowheads="1"/>
          </p:cNvSpPr>
          <p:nvPr/>
        </p:nvSpPr>
        <p:spPr bwMode="auto">
          <a:xfrm>
            <a:off x="-168696" y="4917935"/>
            <a:ext cx="2428892" cy="928694"/>
          </a:xfrm>
          <a:prstGeom prst="cloudCallout">
            <a:avLst>
              <a:gd name="adj1" fmla="val 107277"/>
              <a:gd name="adj2" fmla="val 99146"/>
            </a:avLst>
          </a:prstGeom>
          <a:gradFill flip="none" rotWithShape="1">
            <a:gsLst>
              <a:gs pos="0">
                <a:srgbClr val="F0E5B7"/>
              </a:gs>
              <a:gs pos="100000">
                <a:srgbClr val="F0E5B7"/>
              </a:gs>
            </a:gsLst>
            <a:lin ang="2700000" scaled="1"/>
            <a:tileRect/>
          </a:gradFill>
          <a:ln w="9525">
            <a:solidFill>
              <a:schemeClr val="tx1"/>
            </a:solidFill>
            <a:round/>
            <a:headEnd/>
            <a:tailEnd/>
          </a:ln>
          <a:effectLst>
            <a:outerShdw blurRad="50800" dist="106680" dir="2700000" algn="tl" rotWithShape="0">
              <a:prstClr val="black">
                <a:alpha val="43000"/>
              </a:prstClr>
            </a:outerShdw>
          </a:effectLst>
        </p:spPr>
        <p:txBody>
          <a:bodyPr/>
          <a:lstStyle/>
          <a:p>
            <a:pPr algn="ctr"/>
            <a:r>
              <a:rPr lang="en-US" altLang="zh-CN" sz="3200" b="1" dirty="0">
                <a:solidFill>
                  <a:srgbClr val="C01920"/>
                </a:solidFill>
                <a:effectLst>
                  <a:outerShdw blurRad="38100" dist="38100" dir="2700000" algn="tl">
                    <a:srgbClr val="000000"/>
                  </a:outerShdw>
                </a:effectLst>
              </a:rPr>
              <a:t>Why?</a:t>
            </a:r>
          </a:p>
        </p:txBody>
      </p:sp>
      <p:sp>
        <p:nvSpPr>
          <p:cNvPr id="840804" name="AutoShape 100"/>
          <p:cNvSpPr>
            <a:spLocks/>
          </p:cNvSpPr>
          <p:nvPr/>
        </p:nvSpPr>
        <p:spPr bwMode="auto">
          <a:xfrm>
            <a:off x="5496694" y="2633936"/>
            <a:ext cx="3983682" cy="2000264"/>
          </a:xfrm>
          <a:prstGeom prst="borderCallout2">
            <a:avLst>
              <a:gd name="adj1" fmla="val 2907"/>
              <a:gd name="adj2" fmla="val -1375"/>
              <a:gd name="adj3" fmla="val 2907"/>
              <a:gd name="adj4" fmla="val -20602"/>
              <a:gd name="adj5" fmla="val 159898"/>
              <a:gd name="adj6" fmla="val -50145"/>
            </a:avLst>
          </a:prstGeom>
          <a:gradFill rotWithShape="1">
            <a:gsLst>
              <a:gs pos="0">
                <a:srgbClr val="CFCFD1"/>
              </a:gs>
              <a:gs pos="100000">
                <a:schemeClr val="bg1"/>
              </a:gs>
            </a:gsLst>
            <a:lin ang="5400000" scaled="1"/>
          </a:gradFill>
          <a:ln w="28575">
            <a:solidFill>
              <a:schemeClr val="accent1">
                <a:lumMod val="50000"/>
              </a:schemeClr>
            </a:solidFill>
            <a:miter lim="800000"/>
            <a:headEnd/>
            <a:tailEnd/>
          </a:ln>
          <a:effectLst>
            <a:outerShdw blurRad="50800" dist="106680" dir="2700000" algn="tl" rotWithShape="0">
              <a:prstClr val="black">
                <a:alpha val="43000"/>
              </a:prstClr>
            </a:outerShdw>
          </a:effectLst>
        </p:spPr>
        <p:txBody>
          <a:bodyPr/>
          <a:lstStyle/>
          <a:p>
            <a:r>
              <a:rPr lang="zh-CN" altLang="en-US" sz="1800" b="1" dirty="0">
                <a:effectLst>
                  <a:outerShdw blurRad="38100" dist="38100" dir="2700000" algn="tl">
                    <a:srgbClr val="FFFFFF"/>
                  </a:outerShdw>
                </a:effectLst>
                <a:latin typeface="+mn-lt"/>
                <a:ea typeface="楷体_GB2312" pitchFamily="49" charset="-122"/>
              </a:rPr>
              <a:t>        </a:t>
            </a:r>
            <a:r>
              <a:rPr lang="zh-CN" altLang="en-US" sz="1800" b="1" dirty="0">
                <a:effectLst>
                  <a:outerShdw blurRad="38100" dist="38100" dir="2700000" algn="tl">
                    <a:srgbClr val="FFFFFF"/>
                  </a:outerShdw>
                </a:effectLst>
                <a:latin typeface="+mn-lt"/>
                <a:ea typeface="楷体" pitchFamily="49" charset="-122"/>
              </a:rPr>
              <a:t>对于表达式</a:t>
            </a:r>
            <a:r>
              <a:rPr lang="en-US" altLang="zh-CN" sz="1800" b="1" dirty="0">
                <a:effectLst>
                  <a:outerShdw blurRad="38100" dist="38100" dir="2700000" algn="tl">
                    <a:srgbClr val="FFFFFF"/>
                  </a:outerShdw>
                </a:effectLst>
                <a:latin typeface="+mn-lt"/>
                <a:ea typeface="楷体" pitchFamily="49" charset="-122"/>
              </a:rPr>
              <a:t>(a + b) / 2</a:t>
            </a:r>
            <a:r>
              <a:rPr lang="zh-CN" altLang="en-US" sz="1800" b="1" dirty="0">
                <a:effectLst>
                  <a:outerShdw blurRad="38100" dist="38100" dir="2700000" algn="tl">
                    <a:srgbClr val="FFFFFF"/>
                  </a:outerShdw>
                </a:effectLst>
                <a:latin typeface="+mn-lt"/>
                <a:ea typeface="楷体" pitchFamily="49" charset="-122"/>
              </a:rPr>
              <a:t>在运算之前，考虑到变量</a:t>
            </a:r>
            <a:r>
              <a:rPr lang="en-US" altLang="zh-CN" sz="1800" b="1" dirty="0">
                <a:effectLst>
                  <a:outerShdw blurRad="38100" dist="38100" dir="2700000" algn="tl">
                    <a:srgbClr val="FFFFFF"/>
                  </a:outerShdw>
                </a:effectLst>
                <a:latin typeface="+mn-lt"/>
                <a:ea typeface="楷体" pitchFamily="49" charset="-122"/>
              </a:rPr>
              <a:t>a</a:t>
            </a:r>
            <a:r>
              <a:rPr lang="zh-CN" altLang="en-US" sz="1800" b="1" dirty="0">
                <a:effectLst>
                  <a:outerShdw blurRad="38100" dist="38100" dir="2700000" algn="tl">
                    <a:srgbClr val="FFFFFF"/>
                  </a:outerShdw>
                </a:effectLst>
                <a:latin typeface="+mn-lt"/>
                <a:ea typeface="楷体" pitchFamily="49" charset="-122"/>
              </a:rPr>
              <a:t>为无符号整型，因此</a:t>
            </a:r>
            <a:r>
              <a:rPr lang="en-US" altLang="zh-CN" sz="1800" b="1" dirty="0">
                <a:effectLst>
                  <a:outerShdw blurRad="38100" dist="38100" dir="2700000" algn="tl">
                    <a:srgbClr val="FFFFFF"/>
                  </a:outerShdw>
                </a:effectLst>
                <a:latin typeface="+mn-lt"/>
                <a:ea typeface="楷体" pitchFamily="49" charset="-122"/>
              </a:rPr>
              <a:t>b</a:t>
            </a:r>
            <a:r>
              <a:rPr lang="zh-CN" altLang="en-US" sz="1800" b="1" dirty="0">
                <a:effectLst>
                  <a:outerShdw blurRad="38100" dist="38100" dir="2700000" algn="tl">
                    <a:srgbClr val="FFFFFF"/>
                  </a:outerShdw>
                </a:effectLst>
                <a:latin typeface="+mn-lt"/>
                <a:ea typeface="楷体" pitchFamily="49" charset="-122"/>
              </a:rPr>
              <a:t>必须被转化为无符号整型，即</a:t>
            </a:r>
            <a:r>
              <a:rPr lang="en-US" altLang="zh-CN" sz="1800" b="1" dirty="0">
                <a:effectLst>
                  <a:outerShdw blurRad="38100" dist="38100" dir="2700000" algn="tl">
                    <a:srgbClr val="FFFFFF"/>
                  </a:outerShdw>
                </a:effectLst>
                <a:latin typeface="+mn-lt"/>
                <a:ea typeface="楷体" pitchFamily="49" charset="-122"/>
              </a:rPr>
              <a:t>b</a:t>
            </a:r>
            <a:r>
              <a:rPr lang="zh-CN" altLang="en-US" sz="1800" b="1" dirty="0">
                <a:effectLst>
                  <a:outerShdw blurRad="38100" dist="38100" dir="2700000" algn="tl">
                    <a:srgbClr val="FFFFFF"/>
                  </a:outerShdw>
                </a:effectLst>
                <a:latin typeface="+mn-lt"/>
                <a:ea typeface="楷体" pitchFamily="49" charset="-122"/>
              </a:rPr>
              <a:t>被转化为</a:t>
            </a:r>
            <a:r>
              <a:rPr lang="en-US" altLang="zh-CN" sz="1800" b="1" dirty="0">
                <a:effectLst>
                  <a:outerShdw blurRad="38100" dist="38100" dir="2700000" algn="tl">
                    <a:srgbClr val="FFFFFF"/>
                  </a:outerShdw>
                </a:effectLst>
                <a:latin typeface="+mn-lt"/>
                <a:ea typeface="楷体" pitchFamily="49" charset="-122"/>
              </a:rPr>
              <a:t>4294967166</a:t>
            </a:r>
            <a:r>
              <a:rPr lang="zh-CN" altLang="en-US" sz="1800" b="1" dirty="0">
                <a:effectLst>
                  <a:outerShdw blurRad="38100" dist="38100" dir="2700000" algn="tl">
                    <a:srgbClr val="FFFFFF"/>
                  </a:outerShdw>
                </a:effectLst>
                <a:latin typeface="+mn-lt"/>
                <a:ea typeface="楷体" pitchFamily="49" charset="-122"/>
              </a:rPr>
              <a:t>（</a:t>
            </a:r>
            <a:r>
              <a:rPr lang="en-US" altLang="zh-CN" sz="1800" b="1" dirty="0">
                <a:effectLst>
                  <a:outerShdw blurRad="38100" dist="38100" dir="2700000" algn="tl">
                    <a:srgbClr val="FFFFFF"/>
                  </a:outerShdw>
                </a:effectLst>
                <a:latin typeface="+mn-lt"/>
                <a:ea typeface="楷体" pitchFamily="49" charset="-122"/>
              </a:rPr>
              <a:t>-130</a:t>
            </a:r>
            <a:r>
              <a:rPr lang="zh-CN" altLang="en-US" sz="1800" b="1" dirty="0">
                <a:effectLst>
                  <a:outerShdw blurRad="38100" dist="38100" dir="2700000" algn="tl">
                    <a:srgbClr val="FFFFFF"/>
                  </a:outerShdw>
                </a:effectLst>
                <a:latin typeface="+mn-lt"/>
                <a:ea typeface="楷体" pitchFamily="49" charset="-122"/>
              </a:rPr>
              <a:t>的四个字节的补码，最高位为数据位），所以</a:t>
            </a:r>
            <a:r>
              <a:rPr lang="en-US" altLang="zh-CN" sz="1800" b="1" dirty="0">
                <a:effectLst>
                  <a:outerShdw blurRad="38100" dist="38100" dir="2700000" algn="tl">
                    <a:srgbClr val="FFFFFF"/>
                  </a:outerShdw>
                </a:effectLst>
                <a:latin typeface="+mn-lt"/>
                <a:ea typeface="楷体" pitchFamily="49" charset="-122"/>
              </a:rPr>
              <a:t>(a + b)/2 </a:t>
            </a:r>
            <a:r>
              <a:rPr lang="zh-CN" altLang="en-US" sz="1800" b="1" dirty="0">
                <a:effectLst>
                  <a:outerShdw blurRad="38100" dist="38100" dir="2700000" algn="tl">
                    <a:srgbClr val="FFFFFF"/>
                  </a:outerShdw>
                </a:effectLst>
                <a:latin typeface="+mn-lt"/>
                <a:ea typeface="楷体" pitchFamily="49" charset="-122"/>
              </a:rPr>
              <a:t>其实就是</a:t>
            </a:r>
            <a:r>
              <a:rPr lang="en-US" altLang="zh-CN" sz="1800" b="1" dirty="0">
                <a:solidFill>
                  <a:srgbClr val="C01920"/>
                </a:solidFill>
                <a:latin typeface="+mn-lt"/>
                <a:ea typeface="楷体" pitchFamily="49" charset="-122"/>
              </a:rPr>
              <a:t>(30 + 4294967166) / 2 = 2147483598</a:t>
            </a:r>
            <a:r>
              <a:rPr lang="zh-CN" altLang="en-US" sz="1800" b="1" dirty="0">
                <a:effectLst>
                  <a:outerShdw blurRad="38100" dist="38100" dir="2700000" algn="tl">
                    <a:srgbClr val="FFFFFF"/>
                  </a:outerShdw>
                </a:effectLst>
                <a:latin typeface="+mn-lt"/>
                <a:ea typeface="楷体" pitchFamily="49" charset="-122"/>
              </a:rPr>
              <a:t>。</a:t>
            </a:r>
            <a:r>
              <a:rPr lang="zh-CN" altLang="en-US" sz="1800" dirty="0">
                <a:effectLst>
                  <a:outerShdw blurRad="38100" dist="38100" dir="2700000" algn="tl">
                    <a:srgbClr val="FFFFFF"/>
                  </a:outerShdw>
                </a:effectLst>
                <a:latin typeface="+mn-lt"/>
                <a:ea typeface="楷体" pitchFamily="49" charset="-122"/>
              </a:rPr>
              <a:t> </a:t>
            </a:r>
          </a:p>
        </p:txBody>
      </p:sp>
      <p:sp>
        <p:nvSpPr>
          <p:cNvPr id="840808" name="AutoShape 104"/>
          <p:cNvSpPr>
            <a:spLocks noChangeArrowheads="1"/>
          </p:cNvSpPr>
          <p:nvPr/>
        </p:nvSpPr>
        <p:spPr bwMode="auto">
          <a:xfrm>
            <a:off x="9905984" y="4957149"/>
            <a:ext cx="2286016" cy="785817"/>
          </a:xfrm>
          <a:prstGeom prst="cloudCallout">
            <a:avLst>
              <a:gd name="adj1" fmla="val -88568"/>
              <a:gd name="adj2" fmla="val 99609"/>
            </a:avLst>
          </a:prstGeom>
          <a:solidFill>
            <a:srgbClr val="BEDFC4"/>
          </a:solidFill>
          <a:ln w="9525">
            <a:solidFill>
              <a:schemeClr val="tx1"/>
            </a:solidFill>
            <a:round/>
            <a:headEnd/>
            <a:tailEnd/>
          </a:ln>
          <a:effectLst>
            <a:outerShdw blurRad="50800" dist="106680" dir="2700000" algn="tl" rotWithShape="0">
              <a:prstClr val="black">
                <a:alpha val="43000"/>
              </a:prstClr>
            </a:outerShdw>
          </a:effectLst>
        </p:spPr>
        <p:txBody>
          <a:bodyPr/>
          <a:lstStyle/>
          <a:p>
            <a:pPr algn="ctr"/>
            <a:r>
              <a:rPr lang="en-US" altLang="zh-CN" sz="3200" b="1">
                <a:solidFill>
                  <a:srgbClr val="C01920"/>
                </a:solidFill>
                <a:effectLst>
                  <a:outerShdw blurRad="38100" dist="38100" dir="2700000" algn="tl">
                    <a:srgbClr val="000000"/>
                  </a:outerShdw>
                </a:effectLst>
              </a:rPr>
              <a:t>Why?</a:t>
            </a:r>
          </a:p>
        </p:txBody>
      </p:sp>
      <p:sp>
        <p:nvSpPr>
          <p:cNvPr id="840809" name="AutoShape 105"/>
          <p:cNvSpPr>
            <a:spLocks/>
          </p:cNvSpPr>
          <p:nvPr/>
        </p:nvSpPr>
        <p:spPr bwMode="auto">
          <a:xfrm>
            <a:off x="2634088" y="2783954"/>
            <a:ext cx="3500462" cy="1500198"/>
          </a:xfrm>
          <a:prstGeom prst="borderCallout2">
            <a:avLst>
              <a:gd name="adj1" fmla="val 3644"/>
              <a:gd name="adj2" fmla="val 101824"/>
              <a:gd name="adj3" fmla="val 3644"/>
              <a:gd name="adj4" fmla="val 128204"/>
              <a:gd name="adj5" fmla="val 202116"/>
              <a:gd name="adj6" fmla="val 162615"/>
            </a:avLst>
          </a:prstGeom>
          <a:gradFill rotWithShape="1">
            <a:gsLst>
              <a:gs pos="0">
                <a:srgbClr val="CFCFD1"/>
              </a:gs>
              <a:gs pos="100000">
                <a:schemeClr val="bg1"/>
              </a:gs>
            </a:gsLst>
            <a:lin ang="5400000" scaled="1"/>
          </a:gradFill>
          <a:ln w="28575">
            <a:solidFill>
              <a:schemeClr val="accent1">
                <a:lumMod val="50000"/>
              </a:schemeClr>
            </a:solidFill>
            <a:miter lim="800000"/>
            <a:headEnd/>
            <a:tailEnd/>
          </a:ln>
          <a:effectLst>
            <a:outerShdw blurRad="50800" dist="106680" dir="2700000" algn="tl" rotWithShape="0">
              <a:prstClr val="black">
                <a:alpha val="43000"/>
              </a:prstClr>
            </a:outerShdw>
          </a:effectLst>
        </p:spPr>
        <p:txBody>
          <a:bodyPr/>
          <a:lstStyle/>
          <a:p>
            <a:r>
              <a:rPr lang="zh-CN" altLang="en-US" sz="1800" b="1" dirty="0">
                <a:effectLst>
                  <a:outerShdw blurRad="38100" dist="38100" dir="2700000" algn="tl">
                    <a:srgbClr val="FFFFFF"/>
                  </a:outerShdw>
                </a:effectLst>
                <a:latin typeface="+mn-lt"/>
                <a:ea typeface="楷体" pitchFamily="49" charset="-122"/>
              </a:rPr>
              <a:t>        表达式</a:t>
            </a:r>
            <a:r>
              <a:rPr lang="en-US" altLang="zh-CN" sz="1800" b="1" dirty="0">
                <a:effectLst>
                  <a:outerShdw blurRad="38100" dist="38100" dir="2700000" algn="tl">
                    <a:srgbClr val="FFFFFF"/>
                  </a:outerShdw>
                </a:effectLst>
                <a:latin typeface="+mn-lt"/>
                <a:ea typeface="楷体" pitchFamily="49" charset="-122"/>
              </a:rPr>
              <a:t>(30+b)/2 </a:t>
            </a:r>
            <a:r>
              <a:rPr lang="zh-CN" altLang="en-US" sz="1800" b="1" dirty="0">
                <a:effectLst>
                  <a:outerShdw blurRad="38100" dist="38100" dir="2700000" algn="tl">
                    <a:srgbClr val="FFFFFF"/>
                  </a:outerShdw>
                </a:effectLst>
                <a:latin typeface="+mn-lt"/>
                <a:ea typeface="楷体" pitchFamily="49" charset="-122"/>
              </a:rPr>
              <a:t>的计算，因整常数</a:t>
            </a:r>
            <a:r>
              <a:rPr lang="en-US" altLang="zh-CN" sz="1800" b="1" dirty="0">
                <a:effectLst>
                  <a:outerShdw blurRad="38100" dist="38100" dir="2700000" algn="tl">
                    <a:srgbClr val="FFFFFF"/>
                  </a:outerShdw>
                </a:effectLst>
                <a:latin typeface="+mn-lt"/>
                <a:ea typeface="楷体" pitchFamily="49" charset="-122"/>
              </a:rPr>
              <a:t>30</a:t>
            </a:r>
            <a:r>
              <a:rPr lang="zh-CN" altLang="en-US" sz="1800" b="1" dirty="0">
                <a:effectLst>
                  <a:outerShdw blurRad="38100" dist="38100" dir="2700000" algn="tl">
                    <a:srgbClr val="FFFFFF"/>
                  </a:outerShdw>
                </a:effectLst>
                <a:latin typeface="+mn-lt"/>
                <a:ea typeface="楷体" pitchFamily="49" charset="-122"/>
              </a:rPr>
              <a:t>为有符号数，</a:t>
            </a:r>
            <a:r>
              <a:rPr lang="en-US" altLang="zh-CN" sz="1800" b="1" dirty="0">
                <a:effectLst>
                  <a:outerShdw blurRad="38100" dist="38100" dir="2700000" algn="tl">
                    <a:srgbClr val="FFFFFF"/>
                  </a:outerShdw>
                </a:effectLst>
                <a:latin typeface="+mn-lt"/>
                <a:ea typeface="楷体" pitchFamily="49" charset="-122"/>
              </a:rPr>
              <a:t>b</a:t>
            </a:r>
            <a:r>
              <a:rPr lang="zh-CN" altLang="en-US" sz="1800" b="1" dirty="0">
                <a:effectLst>
                  <a:outerShdw blurRad="38100" dist="38100" dir="2700000" algn="tl">
                    <a:srgbClr val="FFFFFF"/>
                  </a:outerShdw>
                </a:effectLst>
                <a:latin typeface="+mn-lt"/>
                <a:ea typeface="楷体" pitchFamily="49" charset="-122"/>
              </a:rPr>
              <a:t>与整常数之间操作时不影响</a:t>
            </a:r>
            <a:r>
              <a:rPr lang="en-US" altLang="zh-CN" sz="1800" b="1" dirty="0">
                <a:effectLst>
                  <a:outerShdw blurRad="38100" dist="38100" dir="2700000" algn="tl">
                    <a:srgbClr val="FFFFFF"/>
                  </a:outerShdw>
                </a:effectLst>
                <a:latin typeface="+mn-lt"/>
                <a:ea typeface="楷体" pitchFamily="49" charset="-122"/>
              </a:rPr>
              <a:t>b</a:t>
            </a:r>
            <a:r>
              <a:rPr lang="zh-CN" altLang="en-US" sz="1800" b="1" dirty="0">
                <a:effectLst>
                  <a:outerShdw blurRad="38100" dist="38100" dir="2700000" algn="tl">
                    <a:srgbClr val="FFFFFF"/>
                  </a:outerShdw>
                </a:effectLst>
                <a:latin typeface="+mn-lt"/>
                <a:ea typeface="楷体" pitchFamily="49" charset="-122"/>
              </a:rPr>
              <a:t>的类型，运算结果仍然为</a:t>
            </a:r>
            <a:r>
              <a:rPr lang="en-US" altLang="zh-CN" sz="1800" b="1" dirty="0" err="1">
                <a:effectLst>
                  <a:outerShdw blurRad="38100" dist="38100" dir="2700000" algn="tl">
                    <a:srgbClr val="FFFFFF"/>
                  </a:outerShdw>
                </a:effectLst>
                <a:latin typeface="+mn-lt"/>
                <a:ea typeface="楷体" pitchFamily="49" charset="-122"/>
              </a:rPr>
              <a:t>int</a:t>
            </a:r>
            <a:r>
              <a:rPr lang="zh-CN" altLang="en-US" sz="1800" b="1" dirty="0">
                <a:effectLst>
                  <a:outerShdw blurRad="38100" dist="38100" dir="2700000" algn="tl">
                    <a:srgbClr val="FFFFFF"/>
                  </a:outerShdw>
                </a:effectLst>
                <a:latin typeface="+mn-lt"/>
                <a:ea typeface="楷体" pitchFamily="49" charset="-122"/>
              </a:rPr>
              <a:t>型，所以</a:t>
            </a:r>
            <a:r>
              <a:rPr lang="en-US" altLang="zh-CN" sz="1800" b="1" dirty="0">
                <a:effectLst>
                  <a:outerShdw blurRad="38100" dist="38100" dir="2700000" algn="tl">
                    <a:srgbClr val="FFFFFF"/>
                  </a:outerShdw>
                </a:effectLst>
                <a:latin typeface="+mn-lt"/>
                <a:ea typeface="楷体" pitchFamily="49" charset="-122"/>
              </a:rPr>
              <a:t>(30 + b)/2</a:t>
            </a:r>
            <a:r>
              <a:rPr lang="zh-CN" altLang="en-US" sz="1800" b="1" dirty="0">
                <a:effectLst>
                  <a:outerShdw blurRad="38100" dist="38100" dir="2700000" algn="tl">
                    <a:srgbClr val="FFFFFF"/>
                  </a:outerShdw>
                </a:effectLst>
                <a:latin typeface="+mn-lt"/>
                <a:ea typeface="楷体" pitchFamily="49" charset="-122"/>
              </a:rPr>
              <a:t>其实就是</a:t>
            </a:r>
            <a:r>
              <a:rPr lang="en-US" altLang="zh-CN" sz="1800" b="1" dirty="0">
                <a:solidFill>
                  <a:srgbClr val="C01920"/>
                </a:solidFill>
                <a:latin typeface="+mn-lt"/>
                <a:ea typeface="楷体" pitchFamily="49" charset="-122"/>
              </a:rPr>
              <a:t>(30 - 130) / 2 = -50</a:t>
            </a:r>
            <a:r>
              <a:rPr lang="zh-CN" altLang="en-US" sz="1800" b="1" dirty="0">
                <a:effectLst>
                  <a:outerShdw blurRad="38100" dist="38100" dir="2700000" algn="tl">
                    <a:srgbClr val="FFFFFF"/>
                  </a:outerShdw>
                </a:effectLst>
                <a:latin typeface="+mn-lt"/>
                <a:ea typeface="楷体" pitchFamily="49" charset="-122"/>
              </a:rPr>
              <a:t>。</a:t>
            </a:r>
          </a:p>
        </p:txBody>
      </p:sp>
      <p:sp>
        <p:nvSpPr>
          <p:cNvPr id="18" name="Rectangle 6">
            <a:extLst>
              <a:ext uri="{FF2B5EF4-FFF2-40B4-BE49-F238E27FC236}">
                <a16:creationId xmlns:a16="http://schemas.microsoft.com/office/drawing/2014/main" id="{49050433-8F39-4D74-B113-B4792F21DE2E}"/>
              </a:ext>
            </a:extLst>
          </p:cNvPr>
          <p:cNvSpPr>
            <a:spLocks noChangeArrowheads="1"/>
          </p:cNvSpPr>
          <p:nvPr/>
        </p:nvSpPr>
        <p:spPr bwMode="auto">
          <a:xfrm>
            <a:off x="690487" y="957284"/>
            <a:ext cx="6889769" cy="461665"/>
          </a:xfrm>
          <a:prstGeom prst="rect">
            <a:avLst/>
          </a:prstGeom>
          <a:noFill/>
          <a:ln w="9525">
            <a:noFill/>
            <a:miter lim="800000"/>
            <a:headEnd/>
            <a:tailEnd/>
          </a:ln>
          <a:effectLst/>
        </p:spPr>
        <p:txBody>
          <a:bodyPr wrap="square" anchor="ctr">
            <a:spAutoFit/>
          </a:bodyPr>
          <a:lstStyle/>
          <a:p>
            <a:pPr indent="266700"/>
            <a:r>
              <a:rPr lang="en-US" altLang="zh-CN" b="1" dirty="0">
                <a:solidFill>
                  <a:srgbClr val="C01920"/>
                </a:solidFill>
                <a:latin typeface="楷体" panose="02010609060101010101" pitchFamily="49" charset="-122"/>
                <a:ea typeface="楷体" panose="02010609060101010101" pitchFamily="49" charset="-122"/>
              </a:rPr>
              <a:t>2</a:t>
            </a:r>
            <a:r>
              <a:rPr lang="zh-CN" altLang="en-US" b="1" dirty="0">
                <a:solidFill>
                  <a:srgbClr val="C01920"/>
                </a:solidFill>
                <a:latin typeface="楷体" panose="02010609060101010101" pitchFamily="49" charset="-122"/>
                <a:ea typeface="楷体" panose="02010609060101010101" pitchFamily="49" charset="-122"/>
              </a:rPr>
              <a:t>、表达式中有符号数与无符号数的计算问题</a:t>
            </a:r>
          </a:p>
        </p:txBody>
      </p:sp>
      <p:sp>
        <p:nvSpPr>
          <p:cNvPr id="19" name="Rectangle 4">
            <a:extLst>
              <a:ext uri="{FF2B5EF4-FFF2-40B4-BE49-F238E27FC236}">
                <a16:creationId xmlns:a16="http://schemas.microsoft.com/office/drawing/2014/main" id="{0A9C0B29-0064-4F89-B368-882255EC6FC1}"/>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3.6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有符号数与无符号数之间运算问题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ox(in)">
                                      <p:cBhvr>
                                        <p:cTn id="7" dur="500"/>
                                        <p:tgtEl>
                                          <p:spTgt spid="18"/>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840806"/>
                                        </p:tgtEl>
                                        <p:attrNameLst>
                                          <p:attrName>style.visibility</p:attrName>
                                        </p:attrNameLst>
                                      </p:cBhvr>
                                      <p:to>
                                        <p:strVal val="visible"/>
                                      </p:to>
                                    </p:set>
                                    <p:animEffect transition="in" filter="box(in)">
                                      <p:cBhvr>
                                        <p:cTn id="12" dur="500"/>
                                        <p:tgtEl>
                                          <p:spTgt spid="840806"/>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840799"/>
                                        </p:tgtEl>
                                        <p:attrNameLst>
                                          <p:attrName>style.visibility</p:attrName>
                                        </p:attrNameLst>
                                      </p:cBhvr>
                                      <p:to>
                                        <p:strVal val="visible"/>
                                      </p:to>
                                    </p:set>
                                    <p:animEffect transition="in" filter="box(in)">
                                      <p:cBhvr>
                                        <p:cTn id="17" dur="500"/>
                                        <p:tgtEl>
                                          <p:spTgt spid="840799"/>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840803"/>
                                        </p:tgtEl>
                                        <p:attrNameLst>
                                          <p:attrName>style.visibility</p:attrName>
                                        </p:attrNameLst>
                                      </p:cBhvr>
                                      <p:to>
                                        <p:strVal val="visible"/>
                                      </p:to>
                                    </p:set>
                                    <p:animEffect transition="in" filter="strips(downLeft)">
                                      <p:cBhvr>
                                        <p:cTn id="22" dur="500"/>
                                        <p:tgtEl>
                                          <p:spTgt spid="840803"/>
                                        </p:tgtEl>
                                      </p:cBhvr>
                                    </p:animEffect>
                                  </p:childTnLst>
                                  <p:subTnLst>
                                    <p:set>
                                      <p:cBhvr override="childStyle">
                                        <p:cTn dur="1" fill="hold" display="0" masterRel="nextClick" afterEffect="1"/>
                                        <p:tgtEl>
                                          <p:spTgt spid="840803"/>
                                        </p:tgtEl>
                                        <p:attrNameLst>
                                          <p:attrName>style.visibility</p:attrName>
                                        </p:attrNameLst>
                                      </p:cBhvr>
                                      <p:to>
                                        <p:strVal val="hidden"/>
                                      </p:to>
                                    </p:set>
                                    <p:audio>
                                      <p:cMediaNode>
                                        <p:cTn display="0" masterRel="sameClick">
                                          <p:stCondLst>
                                            <p:cond evt="begin" delay="0">
                                              <p:tn val="20"/>
                                            </p:cond>
                                          </p:stCondLst>
                                          <p:endCondLst>
                                            <p:cond evt="onStopAudio" delay="0">
                                              <p:tgtEl>
                                                <p:sldTgt/>
                                              </p:tgtEl>
                                            </p:cond>
                                          </p:endCondLst>
                                        </p:cTn>
                                        <p:tgtEl>
                                          <p:sndTgt r:embed="rId5" name="laser.wav"/>
                                        </p:tgtEl>
                                      </p:cMediaNode>
                                    </p:audio>
                                  </p:subTnLst>
                                </p:cTn>
                              </p:par>
                            </p:childTnLst>
                          </p:cTn>
                        </p:par>
                      </p:childTnLst>
                    </p:cTn>
                  </p:par>
                  <p:par>
                    <p:cTn id="23" fill="hold">
                      <p:stCondLst>
                        <p:cond delay="indefinite"/>
                      </p:stCondLst>
                      <p:childTnLst>
                        <p:par>
                          <p:cTn id="24" fill="hold">
                            <p:stCondLst>
                              <p:cond delay="0"/>
                            </p:stCondLst>
                            <p:childTnLst>
                              <p:par>
                                <p:cTn id="25" presetID="18" presetClass="entr" presetSubtype="3" fill="hold" grpId="0" nodeType="clickEffect">
                                  <p:stCondLst>
                                    <p:cond delay="0"/>
                                  </p:stCondLst>
                                  <p:childTnLst>
                                    <p:set>
                                      <p:cBhvr>
                                        <p:cTn id="26" dur="1" fill="hold">
                                          <p:stCondLst>
                                            <p:cond delay="0"/>
                                          </p:stCondLst>
                                        </p:cTn>
                                        <p:tgtEl>
                                          <p:spTgt spid="840804"/>
                                        </p:tgtEl>
                                        <p:attrNameLst>
                                          <p:attrName>style.visibility</p:attrName>
                                        </p:attrNameLst>
                                      </p:cBhvr>
                                      <p:to>
                                        <p:strVal val="visible"/>
                                      </p:to>
                                    </p:set>
                                    <p:animEffect transition="in" filter="strips(upRight)">
                                      <p:cBhvr>
                                        <p:cTn id="27" dur="500"/>
                                        <p:tgtEl>
                                          <p:spTgt spid="840804"/>
                                        </p:tgtEl>
                                      </p:cBhvr>
                                    </p:animEffect>
                                  </p:childTnLst>
                                  <p:subTnLst>
                                    <p:set>
                                      <p:cBhvr override="childStyle">
                                        <p:cTn dur="1" fill="hold" display="0" masterRel="nextClick" afterEffect="1"/>
                                        <p:tgtEl>
                                          <p:spTgt spid="840804"/>
                                        </p:tgtEl>
                                        <p:attrNameLst>
                                          <p:attrName>style.visibility</p:attrName>
                                        </p:attrNameLst>
                                      </p:cBhvr>
                                      <p:to>
                                        <p:strVal val="hidden"/>
                                      </p:to>
                                    </p:set>
                                    <p:audio>
                                      <p:cMediaNode>
                                        <p:cTn display="0" masterRel="sameClick">
                                          <p:stCondLst>
                                            <p:cond evt="begin" delay="0">
                                              <p:tn val="25"/>
                                            </p:cond>
                                          </p:stCondLst>
                                          <p:endCondLst>
                                            <p:cond evt="onStopAudio" delay="0">
                                              <p:tgtEl>
                                                <p:sldTgt/>
                                              </p:tgtEl>
                                            </p:cond>
                                          </p:endCondLst>
                                        </p:cTn>
                                        <p:tgtEl>
                                          <p:sndTgt r:embed="rId4" name="chimes.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840807"/>
                                        </p:tgtEl>
                                        <p:attrNameLst>
                                          <p:attrName>style.visibility</p:attrName>
                                        </p:attrNameLst>
                                      </p:cBhvr>
                                      <p:to>
                                        <p:strVal val="visible"/>
                                      </p:to>
                                    </p:set>
                                    <p:animEffect transition="in" filter="box(in)">
                                      <p:cBhvr>
                                        <p:cTn id="32" dur="500"/>
                                        <p:tgtEl>
                                          <p:spTgt spid="840807"/>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840800"/>
                                        </p:tgtEl>
                                        <p:attrNameLst>
                                          <p:attrName>style.visibility</p:attrName>
                                        </p:attrNameLst>
                                      </p:cBhvr>
                                      <p:to>
                                        <p:strVal val="visible"/>
                                      </p:to>
                                    </p:set>
                                    <p:animEffect transition="in" filter="box(in)">
                                      <p:cBhvr>
                                        <p:cTn id="37" dur="500"/>
                                        <p:tgtEl>
                                          <p:spTgt spid="840800"/>
                                        </p:tgtEl>
                                      </p:cBhvr>
                                    </p:animEffect>
                                  </p:childTnLst>
                                  <p:subTnLst>
                                    <p:audio>
                                      <p:cMediaNode>
                                        <p:cTn display="0" masterRel="sameClick">
                                          <p:stCondLst>
                                            <p:cond evt="begin" delay="0">
                                              <p:tn val="35"/>
                                            </p:cond>
                                          </p:stCondLst>
                                          <p:endCondLst>
                                            <p:cond evt="onStopAudio" delay="0">
                                              <p:tgtEl>
                                                <p:sldTgt/>
                                              </p:tgtEl>
                                            </p:cond>
                                          </p:endCondLst>
                                        </p:cTn>
                                        <p:tgtEl>
                                          <p:sndTgt r:embed="rId4" name="chimes.wav"/>
                                        </p:tgtEl>
                                      </p:cMediaNode>
                                    </p:audio>
                                  </p:subTnLst>
                                </p:cTn>
                              </p:par>
                            </p:childTnLst>
                          </p:cTn>
                        </p:par>
                      </p:childTnLst>
                    </p:cTn>
                  </p:par>
                  <p:par>
                    <p:cTn id="38" fill="hold">
                      <p:stCondLst>
                        <p:cond delay="indefinite"/>
                      </p:stCondLst>
                      <p:childTnLst>
                        <p:par>
                          <p:cTn id="39" fill="hold">
                            <p:stCondLst>
                              <p:cond delay="0"/>
                            </p:stCondLst>
                            <p:childTnLst>
                              <p:par>
                                <p:cTn id="40" presetID="18" presetClass="entr" presetSubtype="12" fill="hold" grpId="0" nodeType="clickEffect">
                                  <p:stCondLst>
                                    <p:cond delay="0"/>
                                  </p:stCondLst>
                                  <p:childTnLst>
                                    <p:set>
                                      <p:cBhvr>
                                        <p:cTn id="41" dur="1" fill="hold">
                                          <p:stCondLst>
                                            <p:cond delay="0"/>
                                          </p:stCondLst>
                                        </p:cTn>
                                        <p:tgtEl>
                                          <p:spTgt spid="840808"/>
                                        </p:tgtEl>
                                        <p:attrNameLst>
                                          <p:attrName>style.visibility</p:attrName>
                                        </p:attrNameLst>
                                      </p:cBhvr>
                                      <p:to>
                                        <p:strVal val="visible"/>
                                      </p:to>
                                    </p:set>
                                    <p:animEffect transition="in" filter="strips(downLeft)">
                                      <p:cBhvr>
                                        <p:cTn id="42" dur="500"/>
                                        <p:tgtEl>
                                          <p:spTgt spid="840808"/>
                                        </p:tgtEl>
                                      </p:cBhvr>
                                    </p:animEffect>
                                  </p:childTnLst>
                                  <p:subTnLst>
                                    <p:set>
                                      <p:cBhvr override="childStyle">
                                        <p:cTn dur="1" fill="hold" display="0" masterRel="nextClick" afterEffect="1"/>
                                        <p:tgtEl>
                                          <p:spTgt spid="840808"/>
                                        </p:tgtEl>
                                        <p:attrNameLst>
                                          <p:attrName>style.visibility</p:attrName>
                                        </p:attrNameLst>
                                      </p:cBhvr>
                                      <p:to>
                                        <p:strVal val="hidden"/>
                                      </p:to>
                                    </p:set>
                                    <p:audio>
                                      <p:cMediaNode>
                                        <p:cTn display="0" masterRel="sameClick">
                                          <p:stCondLst>
                                            <p:cond evt="begin" delay="0">
                                              <p:tn val="40"/>
                                            </p:cond>
                                          </p:stCondLst>
                                          <p:endCondLst>
                                            <p:cond evt="onStopAudio" delay="0">
                                              <p:tgtEl>
                                                <p:sldTgt/>
                                              </p:tgtEl>
                                            </p:cond>
                                          </p:endCondLst>
                                        </p:cTn>
                                        <p:tgtEl>
                                          <p:sndTgt r:embed="rId5" name="laser.wav"/>
                                        </p:tgtEl>
                                      </p:cMediaNode>
                                    </p:audio>
                                  </p:subTnLst>
                                </p:cTn>
                              </p:par>
                            </p:childTnLst>
                          </p:cTn>
                        </p:par>
                      </p:childTnLst>
                    </p:cTn>
                  </p:par>
                  <p:par>
                    <p:cTn id="43" fill="hold">
                      <p:stCondLst>
                        <p:cond delay="indefinite"/>
                      </p:stCondLst>
                      <p:childTnLst>
                        <p:par>
                          <p:cTn id="44" fill="hold">
                            <p:stCondLst>
                              <p:cond delay="0"/>
                            </p:stCondLst>
                            <p:childTnLst>
                              <p:par>
                                <p:cTn id="45" presetID="18" presetClass="entr" presetSubtype="3" fill="hold" grpId="0" nodeType="clickEffect">
                                  <p:stCondLst>
                                    <p:cond delay="0"/>
                                  </p:stCondLst>
                                  <p:childTnLst>
                                    <p:set>
                                      <p:cBhvr>
                                        <p:cTn id="46" dur="1" fill="hold">
                                          <p:stCondLst>
                                            <p:cond delay="0"/>
                                          </p:stCondLst>
                                        </p:cTn>
                                        <p:tgtEl>
                                          <p:spTgt spid="840809"/>
                                        </p:tgtEl>
                                        <p:attrNameLst>
                                          <p:attrName>style.visibility</p:attrName>
                                        </p:attrNameLst>
                                      </p:cBhvr>
                                      <p:to>
                                        <p:strVal val="visible"/>
                                      </p:to>
                                    </p:set>
                                    <p:animEffect transition="in" filter="strips(upRight)">
                                      <p:cBhvr>
                                        <p:cTn id="47" dur="500"/>
                                        <p:tgtEl>
                                          <p:spTgt spid="840809"/>
                                        </p:tgtEl>
                                      </p:cBhvr>
                                    </p:animEffect>
                                  </p:childTnLst>
                                  <p:subTnLst>
                                    <p:set>
                                      <p:cBhvr override="childStyle">
                                        <p:cTn dur="1" fill="hold" display="0" masterRel="nextClick" afterEffect="1"/>
                                        <p:tgtEl>
                                          <p:spTgt spid="840809"/>
                                        </p:tgtEl>
                                        <p:attrNameLst>
                                          <p:attrName>style.visibility</p:attrName>
                                        </p:attrNameLst>
                                      </p:cBhvr>
                                      <p:to>
                                        <p:strVal val="hidden"/>
                                      </p:to>
                                    </p:set>
                                    <p:audio>
                                      <p:cMediaNode>
                                        <p:cTn display="0" masterRel="sameClick">
                                          <p:stCondLst>
                                            <p:cond evt="begin" delay="0">
                                              <p:tn val="4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0799" grpId="0" animBg="1"/>
      <p:bldP spid="840800" grpId="0" animBg="1"/>
      <p:bldP spid="840803" grpId="0" animBg="1"/>
      <p:bldP spid="840804" grpId="0" animBg="1"/>
      <p:bldP spid="840808" grpId="0" animBg="1"/>
      <p:bldP spid="840809" grpId="0" animBg="1"/>
      <p:bldP spid="18" grpId="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2770" name="Rectangle 18"/>
          <p:cNvSpPr>
            <a:spLocks noChangeArrowheads="1"/>
          </p:cNvSpPr>
          <p:nvPr/>
        </p:nvSpPr>
        <p:spPr bwMode="auto">
          <a:xfrm>
            <a:off x="752379" y="1399389"/>
            <a:ext cx="5749935" cy="457200"/>
          </a:xfrm>
          <a:prstGeom prst="rect">
            <a:avLst/>
          </a:prstGeom>
          <a:noFill/>
          <a:ln w="9525">
            <a:noFill/>
            <a:miter lim="800000"/>
            <a:headEnd/>
            <a:tailEnd/>
          </a:ln>
          <a:effectLst/>
        </p:spPr>
        <p:txBody>
          <a:bodyPr wrap="square" anchor="ctr">
            <a:spAutoFit/>
          </a:bodyPr>
          <a:lstStyle/>
          <a:p>
            <a:r>
              <a:rPr lang="en-US" altLang="zh-CN" b="1" dirty="0">
                <a:solidFill>
                  <a:srgbClr val="C01920"/>
                </a:solidFill>
                <a:latin typeface="楷体" panose="02010609060101010101" pitchFamily="49" charset="-122"/>
                <a:ea typeface="楷体" panose="02010609060101010101" pitchFamily="49" charset="-122"/>
              </a:rPr>
              <a:t>【</a:t>
            </a:r>
            <a:r>
              <a:rPr lang="zh-CN" altLang="en-US" b="1" dirty="0">
                <a:solidFill>
                  <a:srgbClr val="C01920"/>
                </a:solidFill>
                <a:latin typeface="楷体" panose="02010609060101010101" pitchFamily="49" charset="-122"/>
                <a:ea typeface="楷体" panose="02010609060101010101" pitchFamily="49" charset="-122"/>
              </a:rPr>
              <a:t>例</a:t>
            </a:r>
            <a:r>
              <a:rPr lang="en-US" altLang="zh-CN" b="1" dirty="0">
                <a:solidFill>
                  <a:srgbClr val="C01920"/>
                </a:solidFill>
                <a:latin typeface="楷体" panose="02010609060101010101" pitchFamily="49" charset="-122"/>
                <a:ea typeface="楷体" panose="02010609060101010101" pitchFamily="49" charset="-122"/>
              </a:rPr>
              <a:t>】 </a:t>
            </a:r>
            <a:r>
              <a:rPr lang="zh-CN" altLang="en-US" b="1" dirty="0">
                <a:solidFill>
                  <a:srgbClr val="C01920"/>
                </a:solidFill>
                <a:latin typeface="楷体" panose="02010609060101010101" pitchFamily="49" charset="-122"/>
                <a:ea typeface="楷体" panose="02010609060101010101" pitchFamily="49" charset="-122"/>
              </a:rPr>
              <a:t>有符号数与无符号数之间的运算</a:t>
            </a:r>
            <a:endParaRPr lang="zh-CN" altLang="en-US" dirty="0">
              <a:solidFill>
                <a:srgbClr val="C01920"/>
              </a:solidFill>
              <a:latin typeface="楷体" panose="02010609060101010101" pitchFamily="49" charset="-122"/>
              <a:ea typeface="楷体" panose="02010609060101010101" pitchFamily="49" charset="-122"/>
            </a:endParaRPr>
          </a:p>
        </p:txBody>
      </p:sp>
      <p:sp>
        <p:nvSpPr>
          <p:cNvPr id="12" name="Rectangle 6">
            <a:extLst>
              <a:ext uri="{FF2B5EF4-FFF2-40B4-BE49-F238E27FC236}">
                <a16:creationId xmlns:a16="http://schemas.microsoft.com/office/drawing/2014/main" id="{94F3CC15-0F56-456F-8CB6-C37B14BF9412}"/>
              </a:ext>
            </a:extLst>
          </p:cNvPr>
          <p:cNvSpPr>
            <a:spLocks noChangeArrowheads="1"/>
          </p:cNvSpPr>
          <p:nvPr/>
        </p:nvSpPr>
        <p:spPr bwMode="auto">
          <a:xfrm>
            <a:off x="690487" y="957284"/>
            <a:ext cx="6889769" cy="461665"/>
          </a:xfrm>
          <a:prstGeom prst="rect">
            <a:avLst/>
          </a:prstGeom>
          <a:noFill/>
          <a:ln w="9525">
            <a:noFill/>
            <a:miter lim="800000"/>
            <a:headEnd/>
            <a:tailEnd/>
          </a:ln>
          <a:effectLst/>
        </p:spPr>
        <p:txBody>
          <a:bodyPr wrap="square" anchor="ctr">
            <a:spAutoFit/>
          </a:bodyPr>
          <a:lstStyle/>
          <a:p>
            <a:pPr indent="266700"/>
            <a:r>
              <a:rPr lang="en-US" altLang="zh-CN" b="1" dirty="0">
                <a:solidFill>
                  <a:srgbClr val="C01920"/>
                </a:solidFill>
                <a:latin typeface="楷体" panose="02010609060101010101" pitchFamily="49" charset="-122"/>
                <a:ea typeface="楷体" panose="02010609060101010101" pitchFamily="49" charset="-122"/>
              </a:rPr>
              <a:t>2</a:t>
            </a:r>
            <a:r>
              <a:rPr lang="zh-CN" altLang="en-US" b="1" dirty="0">
                <a:solidFill>
                  <a:srgbClr val="C01920"/>
                </a:solidFill>
                <a:latin typeface="楷体" panose="02010609060101010101" pitchFamily="49" charset="-122"/>
                <a:ea typeface="楷体" panose="02010609060101010101" pitchFamily="49" charset="-122"/>
              </a:rPr>
              <a:t>、表达式中有符号数与无符号数的计算问题</a:t>
            </a:r>
          </a:p>
        </p:txBody>
      </p:sp>
      <p:sp>
        <p:nvSpPr>
          <p:cNvPr id="13" name="Rectangle 4">
            <a:extLst>
              <a:ext uri="{FF2B5EF4-FFF2-40B4-BE49-F238E27FC236}">
                <a16:creationId xmlns:a16="http://schemas.microsoft.com/office/drawing/2014/main" id="{DF4BB962-5BC0-465A-A7E2-3208CEEC6FCC}"/>
              </a:ext>
            </a:extLst>
          </p:cNvPr>
          <p:cNvSpPr>
            <a:spLocks noChangeArrowheads="1"/>
          </p:cNvSpPr>
          <p:nvPr/>
        </p:nvSpPr>
        <p:spPr bwMode="auto">
          <a:xfrm>
            <a:off x="768375" y="285669"/>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3.6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有符号数与无符号数之间运算问题 </a:t>
            </a:r>
          </a:p>
        </p:txBody>
      </p:sp>
      <p:sp>
        <p:nvSpPr>
          <p:cNvPr id="842761" name="Rectangle 9" descr="信纸"/>
          <p:cNvSpPr>
            <a:spLocks noChangeArrowheads="1"/>
          </p:cNvSpPr>
          <p:nvPr/>
        </p:nvSpPr>
        <p:spPr bwMode="auto">
          <a:xfrm>
            <a:off x="1450163" y="1928802"/>
            <a:ext cx="9193753" cy="3785652"/>
          </a:xfrm>
          <a:prstGeom prst="rect">
            <a:avLst/>
          </a:prstGeom>
          <a:gradFill>
            <a:gsLst>
              <a:gs pos="0">
                <a:srgbClr val="CFCFD1">
                  <a:lumMod val="99000"/>
                </a:srgbClr>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sp3d extrusionH="57150">
              <a:bevelT w="57150" h="38100" prst="hardEdge"/>
            </a:sp3d>
          </a:bodyPr>
          <a:lstStyle/>
          <a:p>
            <a:pPr marL="457200" indent="-457200"/>
            <a:r>
              <a:rPr lang="en-US" altLang="zh-CN" b="1" dirty="0">
                <a:effectLst>
                  <a:outerShdw blurRad="38100" dist="38100" dir="2700000" algn="tl">
                    <a:srgbClr val="FFFFFF"/>
                  </a:outerShdw>
                </a:effectLst>
              </a:rPr>
              <a:t>#include &lt;</a:t>
            </a:r>
            <a:r>
              <a:rPr lang="en-US" altLang="zh-CN" b="1" dirty="0" err="1">
                <a:effectLst>
                  <a:outerShdw blurRad="38100" dist="38100" dir="2700000" algn="tl">
                    <a:srgbClr val="FFFFFF"/>
                  </a:outerShdw>
                </a:effectLst>
              </a:rPr>
              <a:t>stdio.h</a:t>
            </a:r>
            <a:r>
              <a:rPr lang="en-US" altLang="zh-CN" b="1" dirty="0">
                <a:effectLst>
                  <a:outerShdw blurRad="38100" dist="38100" dir="2700000" algn="tl">
                    <a:srgbClr val="FFFFFF"/>
                  </a:outerShdw>
                </a:effectLst>
              </a:rPr>
              <a:t>&gt;</a:t>
            </a:r>
          </a:p>
          <a:p>
            <a:pPr marL="457200" indent="-457200"/>
            <a:r>
              <a:rPr lang="en-US" altLang="zh-CN" b="1" dirty="0" err="1">
                <a:solidFill>
                  <a:srgbClr val="C00000"/>
                </a:solidFill>
                <a:effectLst>
                  <a:outerShdw blurRad="38100" dist="38100" dir="2700000" algn="tl">
                    <a:srgbClr val="FFFFFF"/>
                  </a:outerShdw>
                </a:effectLst>
              </a:rPr>
              <a:t>int</a:t>
            </a:r>
            <a:r>
              <a:rPr lang="en-US" altLang="zh-CN" b="1" dirty="0">
                <a:solidFill>
                  <a:srgbClr val="C00000"/>
                </a:solidFill>
                <a:effectLst>
                  <a:outerShdw blurRad="38100" dist="38100" dir="2700000" algn="tl">
                    <a:srgbClr val="FFFFFF"/>
                  </a:outerShdw>
                </a:effectLst>
              </a:rPr>
              <a:t> main ( )</a:t>
            </a:r>
          </a:p>
          <a:p>
            <a:pPr marL="457200" indent="-457200"/>
            <a:r>
              <a:rPr lang="en-US" altLang="zh-CN" b="1" dirty="0">
                <a:effectLst>
                  <a:outerShdw blurRad="38100" dist="38100" dir="2700000" algn="tl">
                    <a:srgbClr val="FFFFFF"/>
                  </a:outerShdw>
                </a:effectLst>
              </a:rPr>
              <a:t>{</a:t>
            </a:r>
          </a:p>
          <a:p>
            <a:pPr marL="457200" indent="-457200"/>
            <a:r>
              <a:rPr lang="en-US" altLang="zh-CN" b="1" dirty="0">
                <a:effectLst>
                  <a:outerShdw blurRad="38100" dist="38100" dir="2700000" algn="tl">
                    <a:srgbClr val="FFFFFF"/>
                  </a:outerShdw>
                </a:effectLst>
              </a:rPr>
              <a:t>  unsigned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a = 6;</a:t>
            </a:r>
          </a:p>
          <a:p>
            <a:pPr marL="457200" indent="-457200"/>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b = -20;</a:t>
            </a:r>
          </a:p>
          <a:p>
            <a:pPr marL="457200" indent="-457200"/>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a + b = %d\n", a + b);</a:t>
            </a:r>
          </a:p>
          <a:p>
            <a:pPr marL="457200" indent="-457200"/>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("(a + b) &gt; 6?  %s\n", (a + b) &gt; 6 ? "Yes" : "No");</a:t>
            </a:r>
          </a:p>
          <a:p>
            <a:pPr marL="457200" indent="-457200"/>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("(6 + b) &gt; 6?  %s\n", (6 + b) &gt; 6 ? "Yes" : "No");</a:t>
            </a:r>
          </a:p>
          <a:p>
            <a:pPr marL="457200" indent="-457200"/>
            <a:r>
              <a:rPr lang="en-US" altLang="zh-CN" b="1" dirty="0">
                <a:effectLst>
                  <a:outerShdw blurRad="38100" dist="38100" dir="2700000" algn="tl">
                    <a:srgbClr val="FFFFFF"/>
                  </a:outerShdw>
                </a:effectLst>
              </a:rPr>
              <a:t>  return 0;</a:t>
            </a:r>
          </a:p>
          <a:p>
            <a:pPr marL="457200" indent="-457200"/>
            <a:r>
              <a:rPr lang="en-US" altLang="zh-CN" b="1" dirty="0">
                <a:effectLst>
                  <a:outerShdw blurRad="38100" dist="38100" dir="2700000" algn="tl">
                    <a:srgbClr val="FFFFFF"/>
                  </a:outerShdw>
                </a:effectLst>
              </a:rPr>
              <a:t>}</a:t>
            </a:r>
          </a:p>
        </p:txBody>
      </p:sp>
      <p:sp>
        <p:nvSpPr>
          <p:cNvPr id="842758" name="Rectangle 6"/>
          <p:cNvSpPr>
            <a:spLocks noChangeArrowheads="1"/>
          </p:cNvSpPr>
          <p:nvPr/>
        </p:nvSpPr>
        <p:spPr bwMode="auto">
          <a:xfrm>
            <a:off x="1540894" y="5053036"/>
            <a:ext cx="2898922" cy="1590675"/>
          </a:xfrm>
          <a:prstGeom prst="rect">
            <a:avLst/>
          </a:prstGeom>
          <a:solidFill>
            <a:srgbClr val="FFFFFF"/>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C01920"/>
                </a:solidFill>
                <a:latin typeface="隶书" pitchFamily="49" charset="-122"/>
                <a:ea typeface="隶书" pitchFamily="49" charset="-122"/>
              </a:rPr>
              <a:t>运行结果：</a:t>
            </a:r>
          </a:p>
          <a:p>
            <a:r>
              <a:rPr lang="en-US" altLang="zh-CN" b="1" dirty="0">
                <a:effectLst>
                  <a:outerShdw blurRad="38100" dist="38100" dir="2700000" algn="tl">
                    <a:srgbClr val="C0C0C0"/>
                  </a:outerShdw>
                </a:effectLst>
              </a:rPr>
              <a:t>a + b = -14</a:t>
            </a:r>
          </a:p>
          <a:p>
            <a:r>
              <a:rPr lang="en-US" altLang="zh-CN" b="1" dirty="0">
                <a:effectLst>
                  <a:outerShdw blurRad="38100" dist="38100" dir="2700000" algn="tl">
                    <a:srgbClr val="C0C0C0"/>
                  </a:outerShdw>
                </a:effectLst>
              </a:rPr>
              <a:t>(a + b) &gt; 6? Yes</a:t>
            </a:r>
          </a:p>
          <a:p>
            <a:r>
              <a:rPr lang="en-US" altLang="zh-CN" b="1" dirty="0">
                <a:effectLst>
                  <a:outerShdw blurRad="38100" dist="38100" dir="2700000" algn="tl">
                    <a:srgbClr val="C0C0C0"/>
                  </a:outerShdw>
                </a:effectLst>
              </a:rPr>
              <a:t>(6 + b) &gt; 6? No</a:t>
            </a:r>
          </a:p>
        </p:txBody>
      </p:sp>
      <p:sp>
        <p:nvSpPr>
          <p:cNvPr id="842771" name="AutoShape 19"/>
          <p:cNvSpPr>
            <a:spLocks/>
          </p:cNvSpPr>
          <p:nvPr/>
        </p:nvSpPr>
        <p:spPr bwMode="auto">
          <a:xfrm>
            <a:off x="6502314" y="1480964"/>
            <a:ext cx="4572032" cy="2357454"/>
          </a:xfrm>
          <a:prstGeom prst="borderCallout2">
            <a:avLst>
              <a:gd name="adj1" fmla="val 3176"/>
              <a:gd name="adj2" fmla="val -1556"/>
              <a:gd name="adj3" fmla="val 3176"/>
              <a:gd name="adj4" fmla="val -15403"/>
              <a:gd name="adj5" fmla="val 177399"/>
              <a:gd name="adj6" fmla="val -76345"/>
            </a:avLst>
          </a:prstGeom>
          <a:gradFill rotWithShape="1">
            <a:gsLst>
              <a:gs pos="0">
                <a:srgbClr val="CFCFD1"/>
              </a:gs>
              <a:gs pos="100000">
                <a:schemeClr val="bg1"/>
              </a:gs>
            </a:gsLst>
            <a:lin ang="5400000" scaled="1"/>
          </a:gradFill>
          <a:ln w="28575">
            <a:solidFill>
              <a:srgbClr val="C01920"/>
            </a:solidFill>
            <a:miter lim="800000"/>
            <a:headEnd/>
            <a:tailEnd/>
          </a:ln>
          <a:effectLst>
            <a:outerShdw blurRad="50800" dist="106680" dir="2700000" algn="tl" rotWithShape="0">
              <a:prstClr val="black">
                <a:alpha val="43000"/>
              </a:prstClr>
            </a:outerShdw>
          </a:effectLst>
        </p:spPr>
        <p:txBody>
          <a:bodyPr/>
          <a:lstStyle/>
          <a:p>
            <a:r>
              <a:rPr lang="zh-CN" altLang="en-US" sz="1800" b="1" dirty="0">
                <a:effectLst>
                  <a:outerShdw blurRad="38100" dist="38100" dir="2700000" algn="tl">
                    <a:srgbClr val="FFFFFF"/>
                  </a:outerShdw>
                </a:effectLst>
                <a:latin typeface="+mn-lt"/>
                <a:ea typeface="楷体" pitchFamily="49" charset="-122"/>
              </a:rPr>
              <a:t>        计算</a:t>
            </a:r>
            <a:r>
              <a:rPr lang="en-US" altLang="zh-CN" sz="1800" b="1" dirty="0" err="1">
                <a:effectLst>
                  <a:outerShdw blurRad="38100" dist="38100" dir="2700000" algn="tl">
                    <a:srgbClr val="FFFFFF"/>
                  </a:outerShdw>
                </a:effectLst>
                <a:latin typeface="+mn-lt"/>
                <a:ea typeface="楷体" pitchFamily="49" charset="-122"/>
              </a:rPr>
              <a:t>a+b</a:t>
            </a:r>
            <a:r>
              <a:rPr lang="zh-CN" altLang="en-US" sz="1800" b="1" dirty="0">
                <a:effectLst>
                  <a:outerShdw blurRad="38100" dist="38100" dir="2700000" algn="tl">
                    <a:srgbClr val="FFFFFF"/>
                  </a:outerShdw>
                </a:effectLst>
                <a:latin typeface="+mn-lt"/>
                <a:ea typeface="楷体" pitchFamily="49" charset="-122"/>
              </a:rPr>
              <a:t>之前先将</a:t>
            </a:r>
            <a:r>
              <a:rPr lang="en-US" altLang="zh-CN" sz="1800" b="1" dirty="0">
                <a:effectLst>
                  <a:outerShdw blurRad="38100" dist="38100" dir="2700000" algn="tl">
                    <a:srgbClr val="FFFFFF"/>
                  </a:outerShdw>
                </a:effectLst>
                <a:latin typeface="+mn-lt"/>
                <a:ea typeface="楷体" pitchFamily="49" charset="-122"/>
              </a:rPr>
              <a:t>b</a:t>
            </a:r>
            <a:r>
              <a:rPr lang="zh-CN" altLang="en-US" sz="1800" b="1" dirty="0">
                <a:effectLst>
                  <a:outerShdw blurRad="38100" dist="38100" dir="2700000" algn="tl">
                    <a:srgbClr val="FFFFFF"/>
                  </a:outerShdw>
                </a:effectLst>
                <a:latin typeface="+mn-lt"/>
                <a:ea typeface="楷体" pitchFamily="49" charset="-122"/>
              </a:rPr>
              <a:t>转化为无符号整数</a:t>
            </a:r>
            <a:r>
              <a:rPr lang="en-US" altLang="zh-CN" sz="1800" b="1" dirty="0">
                <a:effectLst>
                  <a:outerShdw blurRad="38100" dist="38100" dir="2700000" algn="tl">
                    <a:srgbClr val="FFFFFF"/>
                  </a:outerShdw>
                </a:effectLst>
                <a:latin typeface="+mn-lt"/>
                <a:ea typeface="楷体" pitchFamily="49" charset="-122"/>
              </a:rPr>
              <a:t>4294967276</a:t>
            </a:r>
            <a:r>
              <a:rPr lang="zh-CN" altLang="en-US" sz="1800" b="1" dirty="0">
                <a:effectLst>
                  <a:outerShdw blurRad="38100" dist="38100" dir="2700000" algn="tl">
                    <a:srgbClr val="FFFFFF"/>
                  </a:outerShdw>
                </a:effectLst>
                <a:latin typeface="+mn-lt"/>
                <a:ea typeface="楷体" pitchFamily="49" charset="-122"/>
              </a:rPr>
              <a:t>（</a:t>
            </a:r>
            <a:r>
              <a:rPr lang="en-US" altLang="zh-CN" sz="1800" b="1" dirty="0">
                <a:effectLst>
                  <a:outerShdw blurRad="38100" dist="38100" dir="2700000" algn="tl">
                    <a:srgbClr val="FFFFFF"/>
                  </a:outerShdw>
                </a:effectLst>
                <a:latin typeface="+mn-lt"/>
                <a:ea typeface="楷体" pitchFamily="49" charset="-122"/>
              </a:rPr>
              <a:t>-20</a:t>
            </a:r>
            <a:r>
              <a:rPr lang="zh-CN" altLang="en-US" sz="1800" b="1" dirty="0">
                <a:effectLst>
                  <a:outerShdw blurRad="38100" dist="38100" dir="2700000" algn="tl">
                    <a:srgbClr val="FFFFFF"/>
                  </a:outerShdw>
                </a:effectLst>
                <a:latin typeface="+mn-lt"/>
                <a:ea typeface="楷体" pitchFamily="49" charset="-122"/>
              </a:rPr>
              <a:t>的四个字节的补码，最高位为数据位），然后计算</a:t>
            </a:r>
            <a:r>
              <a:rPr lang="en-US" altLang="zh-CN" sz="1800" b="1" dirty="0" err="1">
                <a:effectLst>
                  <a:outerShdw blurRad="38100" dist="38100" dir="2700000" algn="tl">
                    <a:srgbClr val="FFFFFF"/>
                  </a:outerShdw>
                </a:effectLst>
                <a:latin typeface="+mn-lt"/>
                <a:ea typeface="楷体" pitchFamily="49" charset="-122"/>
              </a:rPr>
              <a:t>a+b</a:t>
            </a:r>
            <a:r>
              <a:rPr lang="zh-CN" altLang="en-US" sz="1800" b="1" dirty="0">
                <a:effectLst>
                  <a:outerShdw blurRad="38100" dist="38100" dir="2700000" algn="tl">
                    <a:srgbClr val="FFFFFF"/>
                  </a:outerShdw>
                </a:effectLst>
                <a:latin typeface="+mn-lt"/>
                <a:ea typeface="楷体" pitchFamily="49" charset="-122"/>
              </a:rPr>
              <a:t>得</a:t>
            </a:r>
            <a:r>
              <a:rPr lang="en-US" altLang="zh-CN" sz="1800" b="1" dirty="0">
                <a:effectLst>
                  <a:outerShdw blurRad="38100" dist="38100" dir="2700000" algn="tl">
                    <a:srgbClr val="FFFFFF"/>
                  </a:outerShdw>
                </a:effectLst>
                <a:latin typeface="+mn-lt"/>
                <a:ea typeface="楷体" pitchFamily="49" charset="-122"/>
              </a:rPr>
              <a:t>4294867282</a:t>
            </a:r>
            <a:r>
              <a:rPr lang="zh-CN" altLang="en-US" sz="1800" b="1" dirty="0">
                <a:effectLst>
                  <a:outerShdw blurRad="38100" dist="38100" dir="2700000" algn="tl">
                    <a:srgbClr val="FFFFFF"/>
                  </a:outerShdw>
                </a:effectLst>
                <a:latin typeface="+mn-lt"/>
                <a:ea typeface="楷体" pitchFamily="49" charset="-122"/>
              </a:rPr>
              <a:t>（十六进制内存中表示为</a:t>
            </a:r>
            <a:r>
              <a:rPr lang="en-US" altLang="zh-CN" sz="1800" b="1" dirty="0">
                <a:effectLst>
                  <a:outerShdw blurRad="38100" dist="38100" dir="2700000" algn="tl">
                    <a:srgbClr val="FFFFFF"/>
                  </a:outerShdw>
                </a:effectLst>
                <a:latin typeface="+mn-lt"/>
                <a:ea typeface="楷体" pitchFamily="49" charset="-122"/>
              </a:rPr>
              <a:t>0XFFFFFFF2</a:t>
            </a:r>
            <a:r>
              <a:rPr lang="zh-CN" altLang="en-US" sz="1800" b="1" dirty="0">
                <a:effectLst>
                  <a:outerShdw blurRad="38100" dist="38100" dir="2700000" algn="tl">
                    <a:srgbClr val="FFFFFF"/>
                  </a:outerShdw>
                </a:effectLst>
                <a:latin typeface="+mn-lt"/>
                <a:ea typeface="楷体" pitchFamily="49" charset="-122"/>
              </a:rPr>
              <a:t>），由于输出时是按有符号十进制整型数输出（</a:t>
            </a:r>
            <a:r>
              <a:rPr lang="en-US" altLang="zh-CN" sz="1800" b="1" dirty="0">
                <a:effectLst>
                  <a:outerShdw blurRad="38100" dist="38100" dir="2700000" algn="tl">
                    <a:srgbClr val="FFFFFF"/>
                  </a:outerShdw>
                </a:effectLst>
                <a:latin typeface="+mn-lt"/>
                <a:ea typeface="楷体" pitchFamily="49" charset="-122"/>
              </a:rPr>
              <a:t>%d</a:t>
            </a:r>
            <a:r>
              <a:rPr lang="zh-CN" altLang="en-US" sz="1800" b="1" dirty="0">
                <a:effectLst>
                  <a:outerShdw blurRad="38100" dist="38100" dir="2700000" algn="tl">
                    <a:srgbClr val="FFFFFF"/>
                  </a:outerShdw>
                </a:effectLst>
                <a:latin typeface="+mn-lt"/>
                <a:ea typeface="楷体" pitchFamily="49" charset="-122"/>
              </a:rPr>
              <a:t>），因此将其计算的结果的最高位（为</a:t>
            </a:r>
            <a:r>
              <a:rPr lang="en-US" altLang="zh-CN" sz="1800" b="1" dirty="0">
                <a:effectLst>
                  <a:outerShdw blurRad="38100" dist="38100" dir="2700000" algn="tl">
                    <a:srgbClr val="FFFFFF"/>
                  </a:outerShdw>
                </a:effectLst>
                <a:latin typeface="+mn-lt"/>
                <a:ea typeface="楷体" pitchFamily="49" charset="-122"/>
              </a:rPr>
              <a:t>1</a:t>
            </a:r>
            <a:r>
              <a:rPr lang="zh-CN" altLang="en-US" sz="1800" b="1" dirty="0">
                <a:effectLst>
                  <a:outerShdw blurRad="38100" dist="38100" dir="2700000" algn="tl">
                    <a:srgbClr val="FFFFFF"/>
                  </a:outerShdw>
                </a:effectLst>
                <a:latin typeface="+mn-lt"/>
                <a:ea typeface="楷体" pitchFamily="49" charset="-122"/>
              </a:rPr>
              <a:t>，表示负）看成为符号位，所以输出的结果均为</a:t>
            </a:r>
            <a:r>
              <a:rPr lang="en-US" altLang="zh-CN" sz="1800" b="1" dirty="0">
                <a:solidFill>
                  <a:srgbClr val="C01920"/>
                </a:solidFill>
                <a:latin typeface="+mn-lt"/>
                <a:ea typeface="楷体" pitchFamily="49" charset="-122"/>
              </a:rPr>
              <a:t>-14</a:t>
            </a:r>
            <a:r>
              <a:rPr lang="zh-CN" altLang="en-US" sz="1800" b="1" dirty="0">
                <a:effectLst>
                  <a:outerShdw blurRad="38100" dist="38100" dir="2700000" algn="tl">
                    <a:srgbClr val="FFFFFF"/>
                  </a:outerShdw>
                </a:effectLst>
                <a:latin typeface="+mn-lt"/>
                <a:ea typeface="楷体" pitchFamily="49" charset="-122"/>
              </a:rPr>
              <a:t>。</a:t>
            </a:r>
            <a:r>
              <a:rPr lang="zh-CN" altLang="en-US" sz="1800" dirty="0">
                <a:latin typeface="+mn-lt"/>
                <a:ea typeface="楷体" pitchFamily="49" charset="-122"/>
              </a:rPr>
              <a:t> </a:t>
            </a:r>
          </a:p>
        </p:txBody>
      </p:sp>
      <p:sp>
        <p:nvSpPr>
          <p:cNvPr id="842772" name="AutoShape 20"/>
          <p:cNvSpPr>
            <a:spLocks/>
          </p:cNvSpPr>
          <p:nvPr/>
        </p:nvSpPr>
        <p:spPr bwMode="auto">
          <a:xfrm>
            <a:off x="6502314" y="4052732"/>
            <a:ext cx="4572032" cy="714380"/>
          </a:xfrm>
          <a:prstGeom prst="borderCallout2">
            <a:avLst>
              <a:gd name="adj1" fmla="val 9338"/>
              <a:gd name="adj2" fmla="val -1630"/>
              <a:gd name="adj3" fmla="val 9338"/>
              <a:gd name="adj4" fmla="val -11088"/>
              <a:gd name="adj5" fmla="val 272115"/>
              <a:gd name="adj6" fmla="val -62638"/>
            </a:avLst>
          </a:prstGeom>
          <a:gradFill rotWithShape="1">
            <a:gsLst>
              <a:gs pos="0">
                <a:srgbClr val="BEDFC4"/>
              </a:gs>
              <a:gs pos="100000">
                <a:schemeClr val="bg1"/>
              </a:gs>
            </a:gsLst>
            <a:lin ang="5400000" scaled="1"/>
          </a:gradFill>
          <a:ln w="28575">
            <a:solidFill>
              <a:srgbClr val="C01920"/>
            </a:solidFill>
            <a:miter lim="800000"/>
            <a:headEnd/>
            <a:tailEnd/>
          </a:ln>
          <a:effectLst>
            <a:outerShdw blurRad="50800" dist="106680" dir="2700000" algn="tl" rotWithShape="0">
              <a:prstClr val="black">
                <a:alpha val="43000"/>
              </a:prstClr>
            </a:outerShdw>
          </a:effectLst>
        </p:spPr>
        <p:txBody>
          <a:bodyPr/>
          <a:lstStyle/>
          <a:p>
            <a:r>
              <a:rPr lang="zh-CN" altLang="en-US" sz="1800" b="1" dirty="0">
                <a:effectLst>
                  <a:outerShdw blurRad="38100" dist="38100" dir="2700000" algn="tl">
                    <a:srgbClr val="FFFFFF"/>
                  </a:outerShdw>
                </a:effectLst>
                <a:latin typeface="+mn-lt"/>
                <a:ea typeface="楷体" pitchFamily="49" charset="-122"/>
              </a:rPr>
              <a:t>        计算</a:t>
            </a:r>
            <a:r>
              <a:rPr lang="en-US" altLang="zh-CN" sz="1800" b="1" dirty="0">
                <a:effectLst>
                  <a:outerShdw blurRad="38100" dist="38100" dir="2700000" algn="tl">
                    <a:srgbClr val="FFFFFF"/>
                  </a:outerShdw>
                </a:effectLst>
                <a:latin typeface="+mn-lt"/>
                <a:ea typeface="楷体" pitchFamily="49" charset="-122"/>
              </a:rPr>
              <a:t>(a + b)</a:t>
            </a:r>
            <a:r>
              <a:rPr lang="zh-CN" altLang="en-US" sz="1800" b="1" dirty="0">
                <a:effectLst>
                  <a:outerShdw blurRad="38100" dist="38100" dir="2700000" algn="tl">
                    <a:srgbClr val="FFFFFF"/>
                  </a:outerShdw>
                </a:effectLst>
                <a:latin typeface="+mn-lt"/>
                <a:ea typeface="楷体" pitchFamily="49" charset="-122"/>
              </a:rPr>
              <a:t>的结果为</a:t>
            </a:r>
            <a:r>
              <a:rPr lang="en-US" altLang="zh-CN" sz="1800" b="1" dirty="0">
                <a:effectLst>
                  <a:outerShdw blurRad="38100" dist="38100" dir="2700000" algn="tl">
                    <a:srgbClr val="FFFFFF"/>
                  </a:outerShdw>
                </a:effectLst>
                <a:latin typeface="+mn-lt"/>
                <a:ea typeface="楷体" pitchFamily="49" charset="-122"/>
              </a:rPr>
              <a:t>4294967282</a:t>
            </a:r>
            <a:r>
              <a:rPr lang="zh-CN" altLang="en-US" sz="1800" b="1" dirty="0">
                <a:effectLst>
                  <a:outerShdw blurRad="38100" dist="38100" dir="2700000" algn="tl">
                    <a:srgbClr val="FFFFFF"/>
                  </a:outerShdw>
                </a:effectLst>
                <a:latin typeface="+mn-lt"/>
                <a:ea typeface="楷体" pitchFamily="49" charset="-122"/>
              </a:rPr>
              <a:t>，大于</a:t>
            </a:r>
            <a:r>
              <a:rPr lang="en-US" altLang="zh-CN" sz="1800" b="1" dirty="0">
                <a:effectLst>
                  <a:outerShdw blurRad="38100" dist="38100" dir="2700000" algn="tl">
                    <a:srgbClr val="FFFFFF"/>
                  </a:outerShdw>
                </a:effectLst>
                <a:latin typeface="+mn-lt"/>
                <a:ea typeface="楷体" pitchFamily="49" charset="-122"/>
              </a:rPr>
              <a:t>6</a:t>
            </a:r>
            <a:r>
              <a:rPr lang="zh-CN" altLang="en-US" sz="1800" b="1" dirty="0">
                <a:effectLst>
                  <a:outerShdw blurRad="38100" dist="38100" dir="2700000" algn="tl">
                    <a:srgbClr val="FFFFFF"/>
                  </a:outerShdw>
                </a:effectLst>
                <a:latin typeface="+mn-lt"/>
                <a:ea typeface="楷体" pitchFamily="49" charset="-122"/>
              </a:rPr>
              <a:t>，所以输出为</a:t>
            </a:r>
            <a:r>
              <a:rPr lang="zh-CN" altLang="en-US" sz="1800" b="1" dirty="0">
                <a:solidFill>
                  <a:srgbClr val="C01920"/>
                </a:solidFill>
                <a:latin typeface="+mn-lt"/>
                <a:ea typeface="楷体" pitchFamily="49" charset="-122"/>
              </a:rPr>
              <a:t>“</a:t>
            </a:r>
            <a:r>
              <a:rPr lang="en-US" altLang="zh-CN" sz="1800" b="1" dirty="0">
                <a:solidFill>
                  <a:srgbClr val="C01920"/>
                </a:solidFill>
                <a:latin typeface="+mn-lt"/>
                <a:ea typeface="楷体" pitchFamily="49" charset="-122"/>
              </a:rPr>
              <a:t>Yes”</a:t>
            </a:r>
            <a:r>
              <a:rPr lang="zh-CN" altLang="en-US" sz="1800" b="1" dirty="0">
                <a:effectLst>
                  <a:outerShdw blurRad="38100" dist="38100" dir="2700000" algn="tl">
                    <a:srgbClr val="FFFFFF"/>
                  </a:outerShdw>
                </a:effectLst>
                <a:latin typeface="+mn-lt"/>
                <a:ea typeface="楷体" pitchFamily="49" charset="-122"/>
              </a:rPr>
              <a:t>。</a:t>
            </a:r>
          </a:p>
        </p:txBody>
      </p:sp>
      <p:sp>
        <p:nvSpPr>
          <p:cNvPr id="842773" name="AutoShape 21"/>
          <p:cNvSpPr>
            <a:spLocks/>
          </p:cNvSpPr>
          <p:nvPr/>
        </p:nvSpPr>
        <p:spPr bwMode="auto">
          <a:xfrm>
            <a:off x="6502314" y="5124302"/>
            <a:ext cx="4572000" cy="1000132"/>
          </a:xfrm>
          <a:prstGeom prst="borderCallout2">
            <a:avLst>
              <a:gd name="adj1" fmla="val 7556"/>
              <a:gd name="adj2" fmla="val -1630"/>
              <a:gd name="adj3" fmla="val 7556"/>
              <a:gd name="adj4" fmla="val -14750"/>
              <a:gd name="adj5" fmla="val 122967"/>
              <a:gd name="adj6" fmla="val -62636"/>
            </a:avLst>
          </a:prstGeom>
          <a:gradFill rotWithShape="1">
            <a:gsLst>
              <a:gs pos="0">
                <a:srgbClr val="F0E5B7"/>
              </a:gs>
              <a:gs pos="100000">
                <a:schemeClr val="bg1"/>
              </a:gs>
            </a:gsLst>
            <a:lin ang="5400000" scaled="1"/>
          </a:gradFill>
          <a:ln w="28575">
            <a:solidFill>
              <a:srgbClr val="C01920"/>
            </a:solidFill>
            <a:miter lim="800000"/>
            <a:headEnd/>
            <a:tailEnd/>
          </a:ln>
          <a:effectLst>
            <a:outerShdw blurRad="50800" dist="106680" dir="2700000" algn="tl" rotWithShape="0">
              <a:prstClr val="black">
                <a:alpha val="43000"/>
              </a:prstClr>
            </a:outerShdw>
          </a:effectLst>
        </p:spPr>
        <p:txBody>
          <a:bodyPr/>
          <a:lstStyle/>
          <a:p>
            <a:r>
              <a:rPr lang="zh-CN" altLang="en-US" sz="1800" b="1" dirty="0">
                <a:effectLst>
                  <a:outerShdw blurRad="38100" dist="38100" dir="2700000" algn="tl">
                    <a:srgbClr val="FFFFFF"/>
                  </a:outerShdw>
                </a:effectLst>
                <a:latin typeface="+mn-lt"/>
                <a:ea typeface="楷体" pitchFamily="49" charset="-122"/>
              </a:rPr>
              <a:t>        计算</a:t>
            </a:r>
            <a:r>
              <a:rPr lang="en-US" altLang="zh-CN" sz="1800" b="1" dirty="0">
                <a:effectLst>
                  <a:outerShdw blurRad="38100" dist="38100" dir="2700000" algn="tl">
                    <a:srgbClr val="FFFFFF"/>
                  </a:outerShdw>
                </a:effectLst>
                <a:latin typeface="+mn-lt"/>
                <a:ea typeface="楷体" pitchFamily="49" charset="-122"/>
              </a:rPr>
              <a:t>(6 + b)</a:t>
            </a:r>
            <a:r>
              <a:rPr lang="zh-CN" altLang="en-US" sz="1800" b="1" dirty="0">
                <a:effectLst>
                  <a:outerShdw blurRad="38100" dist="38100" dir="2700000" algn="tl">
                    <a:srgbClr val="FFFFFF"/>
                  </a:outerShdw>
                </a:effectLst>
                <a:latin typeface="+mn-lt"/>
                <a:ea typeface="楷体" pitchFamily="49" charset="-122"/>
              </a:rPr>
              <a:t>时，</a:t>
            </a:r>
            <a:r>
              <a:rPr lang="en-US" altLang="zh-CN" sz="1800" b="1" dirty="0">
                <a:effectLst>
                  <a:outerShdw blurRad="38100" dist="38100" dir="2700000" algn="tl">
                    <a:srgbClr val="FFFFFF"/>
                  </a:outerShdw>
                </a:effectLst>
                <a:latin typeface="+mn-lt"/>
                <a:ea typeface="楷体" pitchFamily="49" charset="-122"/>
              </a:rPr>
              <a:t>b</a:t>
            </a:r>
            <a:r>
              <a:rPr lang="zh-CN" altLang="en-US" sz="1800" b="1" dirty="0">
                <a:effectLst>
                  <a:outerShdw blurRad="38100" dist="38100" dir="2700000" algn="tl">
                    <a:srgbClr val="FFFFFF"/>
                  </a:outerShdw>
                </a:effectLst>
                <a:latin typeface="+mn-lt"/>
                <a:ea typeface="楷体" pitchFamily="49" charset="-122"/>
              </a:rPr>
              <a:t>与整常数之间操作时不影响</a:t>
            </a:r>
            <a:r>
              <a:rPr lang="en-US" altLang="zh-CN" sz="1800" b="1" dirty="0">
                <a:effectLst>
                  <a:outerShdw blurRad="38100" dist="38100" dir="2700000" algn="tl">
                    <a:srgbClr val="FFFFFF"/>
                  </a:outerShdw>
                </a:effectLst>
                <a:latin typeface="+mn-lt"/>
                <a:ea typeface="楷体" pitchFamily="49" charset="-122"/>
              </a:rPr>
              <a:t>b</a:t>
            </a:r>
            <a:r>
              <a:rPr lang="zh-CN" altLang="en-US" sz="1800" b="1" dirty="0">
                <a:effectLst>
                  <a:outerShdw blurRad="38100" dist="38100" dir="2700000" algn="tl">
                    <a:srgbClr val="FFFFFF"/>
                  </a:outerShdw>
                </a:effectLst>
                <a:latin typeface="+mn-lt"/>
                <a:ea typeface="楷体" pitchFamily="49" charset="-122"/>
              </a:rPr>
              <a:t>的类型，运算结果仍然为</a:t>
            </a:r>
            <a:r>
              <a:rPr lang="en-US" altLang="zh-CN" sz="1800" b="1" dirty="0" err="1">
                <a:effectLst>
                  <a:outerShdw blurRad="38100" dist="38100" dir="2700000" algn="tl">
                    <a:srgbClr val="FFFFFF"/>
                  </a:outerShdw>
                </a:effectLst>
                <a:latin typeface="+mn-lt"/>
                <a:ea typeface="楷体" pitchFamily="49" charset="-122"/>
              </a:rPr>
              <a:t>int</a:t>
            </a:r>
            <a:r>
              <a:rPr lang="zh-CN" altLang="en-US" sz="1800" b="1" dirty="0">
                <a:effectLst>
                  <a:outerShdw blurRad="38100" dist="38100" dir="2700000" algn="tl">
                    <a:srgbClr val="FFFFFF"/>
                  </a:outerShdw>
                </a:effectLst>
                <a:latin typeface="+mn-lt"/>
                <a:ea typeface="楷体" pitchFamily="49" charset="-122"/>
              </a:rPr>
              <a:t>型，其结果为</a:t>
            </a:r>
            <a:r>
              <a:rPr lang="en-US" altLang="zh-CN" sz="1800" b="1" dirty="0">
                <a:effectLst>
                  <a:outerShdw blurRad="38100" dist="38100" dir="2700000" algn="tl">
                    <a:srgbClr val="FFFFFF"/>
                  </a:outerShdw>
                </a:effectLst>
                <a:latin typeface="+mn-lt"/>
                <a:ea typeface="楷体" pitchFamily="49" charset="-122"/>
              </a:rPr>
              <a:t>-14</a:t>
            </a:r>
            <a:r>
              <a:rPr lang="zh-CN" altLang="en-US" sz="1800" b="1" dirty="0">
                <a:effectLst>
                  <a:outerShdw blurRad="38100" dist="38100" dir="2700000" algn="tl">
                    <a:srgbClr val="FFFFFF"/>
                  </a:outerShdw>
                </a:effectLst>
                <a:latin typeface="+mn-lt"/>
                <a:ea typeface="楷体" pitchFamily="49" charset="-122"/>
              </a:rPr>
              <a:t>，小于</a:t>
            </a:r>
            <a:r>
              <a:rPr lang="en-US" altLang="zh-CN" sz="1800" b="1" dirty="0">
                <a:effectLst>
                  <a:outerShdw blurRad="38100" dist="38100" dir="2700000" algn="tl">
                    <a:srgbClr val="FFFFFF"/>
                  </a:outerShdw>
                </a:effectLst>
                <a:latin typeface="+mn-lt"/>
                <a:ea typeface="楷体" pitchFamily="49" charset="-122"/>
              </a:rPr>
              <a:t>6</a:t>
            </a:r>
            <a:r>
              <a:rPr lang="zh-CN" altLang="en-US" sz="1800" b="1" dirty="0">
                <a:effectLst>
                  <a:outerShdw blurRad="38100" dist="38100" dir="2700000" algn="tl">
                    <a:srgbClr val="FFFFFF"/>
                  </a:outerShdw>
                </a:effectLst>
                <a:latin typeface="+mn-lt"/>
                <a:ea typeface="楷体" pitchFamily="49" charset="-122"/>
              </a:rPr>
              <a:t>，所以输出为</a:t>
            </a:r>
            <a:r>
              <a:rPr lang="zh-CN" altLang="en-US" sz="1800" b="1" dirty="0">
                <a:solidFill>
                  <a:srgbClr val="C01920"/>
                </a:solidFill>
                <a:latin typeface="+mn-lt"/>
                <a:ea typeface="楷体" pitchFamily="49" charset="-122"/>
              </a:rPr>
              <a:t>“</a:t>
            </a:r>
            <a:r>
              <a:rPr lang="en-US" altLang="zh-CN" sz="1800" b="1" dirty="0">
                <a:solidFill>
                  <a:srgbClr val="C01920"/>
                </a:solidFill>
                <a:latin typeface="+mn-lt"/>
                <a:ea typeface="楷体" pitchFamily="49" charset="-122"/>
              </a:rPr>
              <a:t>No”</a:t>
            </a:r>
            <a:r>
              <a:rPr lang="zh-CN" altLang="en-US" sz="1800" b="1" dirty="0">
                <a:effectLst>
                  <a:outerShdw blurRad="38100" dist="38100" dir="2700000" algn="tl">
                    <a:srgbClr val="FFFFFF"/>
                  </a:outerShdw>
                </a:effectLst>
                <a:latin typeface="+mn-lt"/>
                <a:ea typeface="楷体" pitchFamily="49" charset="-122"/>
              </a:rPr>
              <a:t>。</a:t>
            </a:r>
            <a:r>
              <a:rPr lang="zh-CN" altLang="en-US" sz="1800" dirty="0">
                <a:effectLst>
                  <a:outerShdw blurRad="38100" dist="38100" dir="2700000" algn="tl">
                    <a:srgbClr val="FFFFFF"/>
                  </a:outerShdw>
                </a:effectLst>
                <a:latin typeface="+mn-lt"/>
                <a:ea typeface="楷体" pitchFamily="49" charset="-122"/>
              </a:rPr>
              <a:t>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ox(in)">
                                      <p:cBhvr>
                                        <p:cTn id="7" dur="500"/>
                                        <p:tgtEl>
                                          <p:spTgt spid="1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42770"/>
                                        </p:tgtEl>
                                        <p:attrNameLst>
                                          <p:attrName>style.visibility</p:attrName>
                                        </p:attrNameLst>
                                      </p:cBhvr>
                                      <p:to>
                                        <p:strVal val="visible"/>
                                      </p:to>
                                    </p:set>
                                    <p:animEffect transition="in" filter="box(in)">
                                      <p:cBhvr>
                                        <p:cTn id="12" dur="500"/>
                                        <p:tgtEl>
                                          <p:spTgt spid="842770"/>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842761"/>
                                        </p:tgtEl>
                                        <p:attrNameLst>
                                          <p:attrName>style.visibility</p:attrName>
                                        </p:attrNameLst>
                                      </p:cBhvr>
                                      <p:to>
                                        <p:strVal val="visible"/>
                                      </p:to>
                                    </p:set>
                                    <p:animEffect transition="in" filter="box(in)">
                                      <p:cBhvr>
                                        <p:cTn id="17" dur="500"/>
                                        <p:tgtEl>
                                          <p:spTgt spid="842761"/>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842758"/>
                                        </p:tgtEl>
                                        <p:attrNameLst>
                                          <p:attrName>style.visibility</p:attrName>
                                        </p:attrNameLst>
                                      </p:cBhvr>
                                      <p:to>
                                        <p:strVal val="visible"/>
                                      </p:to>
                                    </p:set>
                                    <p:animEffect transition="in" filter="box(in)">
                                      <p:cBhvr>
                                        <p:cTn id="22" dur="500"/>
                                        <p:tgtEl>
                                          <p:spTgt spid="842758"/>
                                        </p:tgtEl>
                                      </p:cBhvr>
                                    </p:animEffect>
                                  </p:childTnLst>
                                  <p:subTnLst>
                                    <p:audio>
                                      <p:cMediaNode>
                                        <p:cTn display="0" masterRel="sameClick">
                                          <p:stCondLst>
                                            <p:cond evt="begin" delay="0">
                                              <p:tn val="20"/>
                                            </p:cond>
                                          </p:stCondLst>
                                          <p:endCondLst>
                                            <p:cond evt="onStopAudio" delay="0">
                                              <p:tgtEl>
                                                <p:sldTgt/>
                                              </p:tgtEl>
                                            </p:cond>
                                          </p:endCondLst>
                                        </p:cTn>
                                        <p:tgtEl>
                                          <p:sndTgt r:embed="rId4" name="chimes.wav"/>
                                        </p:tgtEl>
                                      </p:cMediaNode>
                                    </p:audio>
                                  </p:subTnLst>
                                </p:cTn>
                              </p:par>
                            </p:childTnLst>
                          </p:cTn>
                        </p:par>
                      </p:childTnLst>
                    </p:cTn>
                  </p:par>
                  <p:par>
                    <p:cTn id="23" fill="hold">
                      <p:stCondLst>
                        <p:cond delay="indefinite"/>
                      </p:stCondLst>
                      <p:childTnLst>
                        <p:par>
                          <p:cTn id="24" fill="hold">
                            <p:stCondLst>
                              <p:cond delay="0"/>
                            </p:stCondLst>
                            <p:childTnLst>
                              <p:par>
                                <p:cTn id="25" presetID="18" presetClass="entr" presetSubtype="3" fill="hold" grpId="0" nodeType="clickEffect">
                                  <p:stCondLst>
                                    <p:cond delay="0"/>
                                  </p:stCondLst>
                                  <p:childTnLst>
                                    <p:set>
                                      <p:cBhvr>
                                        <p:cTn id="26" dur="1" fill="hold">
                                          <p:stCondLst>
                                            <p:cond delay="0"/>
                                          </p:stCondLst>
                                        </p:cTn>
                                        <p:tgtEl>
                                          <p:spTgt spid="842771"/>
                                        </p:tgtEl>
                                        <p:attrNameLst>
                                          <p:attrName>style.visibility</p:attrName>
                                        </p:attrNameLst>
                                      </p:cBhvr>
                                      <p:to>
                                        <p:strVal val="visible"/>
                                      </p:to>
                                    </p:set>
                                    <p:animEffect transition="in" filter="strips(upRight)">
                                      <p:cBhvr>
                                        <p:cTn id="27" dur="500"/>
                                        <p:tgtEl>
                                          <p:spTgt spid="842771"/>
                                        </p:tgtEl>
                                      </p:cBhvr>
                                    </p:animEffect>
                                  </p:childTnLst>
                                  <p:subTnLst>
                                    <p:audio>
                                      <p:cMediaNode>
                                        <p:cTn display="0" masterRel="sameClick">
                                          <p:stCondLst>
                                            <p:cond evt="begin" delay="0">
                                              <p:tn val="25"/>
                                            </p:cond>
                                          </p:stCondLst>
                                          <p:endCondLst>
                                            <p:cond evt="onStopAudio" delay="0">
                                              <p:tgtEl>
                                                <p:sldTgt/>
                                              </p:tgtEl>
                                            </p:cond>
                                          </p:endCondLst>
                                        </p:cTn>
                                        <p:tgtEl>
                                          <p:sndTgt r:embed="rId4" name="chimes.wav"/>
                                        </p:tgtEl>
                                      </p:cMediaNode>
                                    </p:audio>
                                  </p:subTnLst>
                                </p:cTn>
                              </p:par>
                            </p:childTnLst>
                          </p:cTn>
                        </p:par>
                      </p:childTnLst>
                    </p:cTn>
                  </p:par>
                  <p:par>
                    <p:cTn id="28" fill="hold">
                      <p:stCondLst>
                        <p:cond delay="indefinite"/>
                      </p:stCondLst>
                      <p:childTnLst>
                        <p:par>
                          <p:cTn id="29" fill="hold">
                            <p:stCondLst>
                              <p:cond delay="0"/>
                            </p:stCondLst>
                            <p:childTnLst>
                              <p:par>
                                <p:cTn id="30" presetID="18" presetClass="entr" presetSubtype="3" fill="hold" grpId="0" nodeType="clickEffect">
                                  <p:stCondLst>
                                    <p:cond delay="0"/>
                                  </p:stCondLst>
                                  <p:childTnLst>
                                    <p:set>
                                      <p:cBhvr>
                                        <p:cTn id="31" dur="1" fill="hold">
                                          <p:stCondLst>
                                            <p:cond delay="0"/>
                                          </p:stCondLst>
                                        </p:cTn>
                                        <p:tgtEl>
                                          <p:spTgt spid="842772"/>
                                        </p:tgtEl>
                                        <p:attrNameLst>
                                          <p:attrName>style.visibility</p:attrName>
                                        </p:attrNameLst>
                                      </p:cBhvr>
                                      <p:to>
                                        <p:strVal val="visible"/>
                                      </p:to>
                                    </p:set>
                                    <p:animEffect transition="in" filter="strips(upRight)">
                                      <p:cBhvr>
                                        <p:cTn id="32" dur="500"/>
                                        <p:tgtEl>
                                          <p:spTgt spid="842772"/>
                                        </p:tgtEl>
                                      </p:cBhvr>
                                    </p:animEffect>
                                  </p:childTnLst>
                                  <p:subTnLst>
                                    <p:audio>
                                      <p:cMediaNode>
                                        <p:cTn display="0" masterRel="sameClick">
                                          <p:stCondLst>
                                            <p:cond evt="begin" delay="0">
                                              <p:tn val="30"/>
                                            </p:cond>
                                          </p:stCondLst>
                                          <p:endCondLst>
                                            <p:cond evt="onStopAudio" delay="0">
                                              <p:tgtEl>
                                                <p:sldTgt/>
                                              </p:tgtEl>
                                            </p:cond>
                                          </p:endCondLst>
                                        </p:cTn>
                                        <p:tgtEl>
                                          <p:sndTgt r:embed="rId4" name="chimes.wav"/>
                                        </p:tgtEl>
                                      </p:cMediaNode>
                                    </p:audio>
                                  </p:subTnLst>
                                </p:cTn>
                              </p:par>
                            </p:childTnLst>
                          </p:cTn>
                        </p:par>
                      </p:childTnLst>
                    </p:cTn>
                  </p:par>
                  <p:par>
                    <p:cTn id="33" fill="hold">
                      <p:stCondLst>
                        <p:cond delay="indefinite"/>
                      </p:stCondLst>
                      <p:childTnLst>
                        <p:par>
                          <p:cTn id="34" fill="hold">
                            <p:stCondLst>
                              <p:cond delay="0"/>
                            </p:stCondLst>
                            <p:childTnLst>
                              <p:par>
                                <p:cTn id="35" presetID="18" presetClass="entr" presetSubtype="3" fill="hold" grpId="0" nodeType="clickEffect">
                                  <p:stCondLst>
                                    <p:cond delay="0"/>
                                  </p:stCondLst>
                                  <p:childTnLst>
                                    <p:set>
                                      <p:cBhvr>
                                        <p:cTn id="36" dur="1" fill="hold">
                                          <p:stCondLst>
                                            <p:cond delay="0"/>
                                          </p:stCondLst>
                                        </p:cTn>
                                        <p:tgtEl>
                                          <p:spTgt spid="842773"/>
                                        </p:tgtEl>
                                        <p:attrNameLst>
                                          <p:attrName>style.visibility</p:attrName>
                                        </p:attrNameLst>
                                      </p:cBhvr>
                                      <p:to>
                                        <p:strVal val="visible"/>
                                      </p:to>
                                    </p:set>
                                    <p:animEffect transition="in" filter="strips(upRight)">
                                      <p:cBhvr>
                                        <p:cTn id="37" dur="500"/>
                                        <p:tgtEl>
                                          <p:spTgt spid="842773"/>
                                        </p:tgtEl>
                                      </p:cBhvr>
                                    </p:animEffect>
                                  </p:childTnLst>
                                  <p:subTnLst>
                                    <p:audio>
                                      <p:cMediaNode>
                                        <p:cTn display="0" masterRel="sameClick">
                                          <p:stCondLst>
                                            <p:cond evt="begin" delay="0">
                                              <p:tn val="3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2770" grpId="0"/>
      <p:bldP spid="12" grpId="0"/>
      <p:bldP spid="842761" grpId="0" animBg="1"/>
      <p:bldP spid="842758" grpId="0" animBg="1"/>
      <p:bldP spid="842771" grpId="0" animBg="1"/>
      <p:bldP spid="842772" grpId="0" animBg="1"/>
      <p:bldP spid="842773" grpId="0" animBg="1"/>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5587" name="Rectangle 3"/>
          <p:cNvSpPr>
            <a:spLocks noChangeArrowheads="1"/>
          </p:cNvSpPr>
          <p:nvPr/>
        </p:nvSpPr>
        <p:spPr bwMode="auto">
          <a:xfrm>
            <a:off x="839788" y="1607526"/>
            <a:ext cx="10585176" cy="4823818"/>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marL="609600" indent="-342900">
              <a:lnSpc>
                <a:spcPct val="150000"/>
              </a:lnSpc>
              <a:spcBef>
                <a:spcPct val="20000"/>
              </a:spcBef>
              <a:buClr>
                <a:srgbClr val="C00000"/>
              </a:buClr>
              <a:buFont typeface="Wingdings" pitchFamily="2" charset="2"/>
              <a:buChar char="l"/>
            </a:pP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一行只放一条语句。</a:t>
            </a:r>
            <a:endPar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endParaRPr>
          </a:p>
          <a:p>
            <a:pPr marL="609600" indent="-342900">
              <a:lnSpc>
                <a:spcPct val="150000"/>
              </a:lnSpc>
              <a:spcBef>
                <a:spcPct val="20000"/>
              </a:spcBef>
              <a:buClr>
                <a:srgbClr val="C00000"/>
              </a:buClr>
              <a:buFont typeface="Wingdings" pitchFamily="2" charset="2"/>
              <a:buChar char="l"/>
            </a:pP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养成随时给程序加注释的习惯。</a:t>
            </a:r>
          </a:p>
          <a:p>
            <a:pPr marL="609600" indent="-342900">
              <a:lnSpc>
                <a:spcPct val="150000"/>
              </a:lnSpc>
              <a:spcBef>
                <a:spcPct val="20000"/>
              </a:spcBef>
              <a:buClr>
                <a:srgbClr val="C00000"/>
              </a:buClr>
              <a:buFont typeface="Wingdings" pitchFamily="2" charset="2"/>
              <a:buChar char="l"/>
            </a:pP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程序的书写要有层次感，该缩进的一定要缩进。</a:t>
            </a:r>
          </a:p>
          <a:p>
            <a:pPr marL="609600" indent="-342900">
              <a:lnSpc>
                <a:spcPct val="150000"/>
              </a:lnSpc>
              <a:spcBef>
                <a:spcPct val="20000"/>
              </a:spcBef>
              <a:buClr>
                <a:srgbClr val="C00000"/>
              </a:buClr>
              <a:buFont typeface="Wingdings" pitchFamily="2" charset="2"/>
              <a:buChar char="l"/>
            </a:pP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编写函数时，变量定义部分和函数的执行部分之间增加一空行，或者在程序的执行部分按照完成的功能块增加相应的空行，会增加程序的易读性。</a:t>
            </a:r>
          </a:p>
          <a:p>
            <a:pPr marL="609600" indent="-342900">
              <a:lnSpc>
                <a:spcPct val="150000"/>
              </a:lnSpc>
              <a:spcBef>
                <a:spcPct val="20000"/>
              </a:spcBef>
              <a:buClr>
                <a:srgbClr val="C00000"/>
              </a:buClr>
              <a:buFont typeface="Wingdings" pitchFamily="2" charset="2"/>
              <a:buChar char="l"/>
            </a:pP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为变量起有意义的名字，既可以帮助程序员读懂程序，也可以避免变量的重复乱用，导致程序的逻辑错误。</a:t>
            </a:r>
            <a:endParaRPr lang="en-US" altLang="zh-CN" sz="2000" b="1" dirty="0">
              <a:effectLst>
                <a:outerShdw blurRad="38100" dist="38100" dir="2700000" algn="tl">
                  <a:srgbClr val="FFFFFF"/>
                </a:outerShdw>
              </a:effectLst>
              <a:latin typeface="楷体" panose="02010609060101010101" pitchFamily="49" charset="-122"/>
              <a:ea typeface="楷体" panose="02010609060101010101" pitchFamily="49" charset="-122"/>
            </a:endParaRPr>
          </a:p>
          <a:p>
            <a:pPr marL="609600" indent="-342900">
              <a:lnSpc>
                <a:spcPct val="150000"/>
              </a:lnSpc>
              <a:spcBef>
                <a:spcPct val="20000"/>
              </a:spcBef>
              <a:buClr>
                <a:srgbClr val="C00000"/>
              </a:buClr>
              <a:buFont typeface="Wingdings" pitchFamily="2" charset="2"/>
              <a:buChar char="l"/>
            </a:pP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在运算符和赋值符的两边加上一个空格会增加程序的易读性。</a:t>
            </a:r>
          </a:p>
        </p:txBody>
      </p:sp>
      <p:grpSp>
        <p:nvGrpSpPr>
          <p:cNvPr id="835600" name="Group 16"/>
          <p:cNvGrpSpPr>
            <a:grpSpLocks/>
          </p:cNvGrpSpPr>
          <p:nvPr/>
        </p:nvGrpSpPr>
        <p:grpSpPr bwMode="auto">
          <a:xfrm>
            <a:off x="2819685" y="2270834"/>
            <a:ext cx="6624638" cy="3511549"/>
            <a:chOff x="1076" y="1789"/>
            <a:chExt cx="4173" cy="2212"/>
          </a:xfrm>
          <a:gradFill>
            <a:gsLst>
              <a:gs pos="0">
                <a:schemeClr val="bg1">
                  <a:shade val="30000"/>
                  <a:satMod val="115000"/>
                </a:schemeClr>
              </a:gs>
              <a:gs pos="50000">
                <a:schemeClr val="bg1">
                  <a:shade val="67500"/>
                  <a:satMod val="115000"/>
                </a:schemeClr>
              </a:gs>
              <a:gs pos="100000">
                <a:schemeClr val="bg1">
                  <a:shade val="100000"/>
                  <a:satMod val="115000"/>
                </a:schemeClr>
              </a:gs>
            </a:gsLst>
            <a:lin ang="13500000" scaled="1"/>
          </a:gradFill>
        </p:grpSpPr>
        <p:grpSp>
          <p:nvGrpSpPr>
            <p:cNvPr id="835595" name="Group 11"/>
            <p:cNvGrpSpPr>
              <a:grpSpLocks/>
            </p:cNvGrpSpPr>
            <p:nvPr/>
          </p:nvGrpSpPr>
          <p:grpSpPr bwMode="auto">
            <a:xfrm>
              <a:off x="1076" y="1789"/>
              <a:ext cx="4173" cy="2212"/>
              <a:chOff x="1202" y="1789"/>
              <a:chExt cx="4173" cy="2212"/>
            </a:xfrm>
            <a:grpFill/>
          </p:grpSpPr>
          <p:sp>
            <p:nvSpPr>
              <p:cNvPr id="835593" name="Text Box 9" descr="信纸"/>
              <p:cNvSpPr txBox="1">
                <a:spLocks noChangeArrowheads="1"/>
              </p:cNvSpPr>
              <p:nvPr/>
            </p:nvSpPr>
            <p:spPr bwMode="auto">
              <a:xfrm>
                <a:off x="1202" y="1797"/>
                <a:ext cx="1678" cy="2204"/>
              </a:xfrm>
              <a:prstGeom prst="rect">
                <a:avLst/>
              </a:prstGeom>
              <a:grp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just"/>
                <a:r>
                  <a:rPr lang="en-US" altLang="zh-CN" sz="2000" b="1" dirty="0" err="1">
                    <a:solidFill>
                      <a:srgbClr val="C00000"/>
                    </a:solidFill>
                    <a:effectLst>
                      <a:outerShdw blurRad="38100" dist="38100" dir="2700000" algn="tl">
                        <a:srgbClr val="FFFFFF"/>
                      </a:outerShdw>
                    </a:effectLst>
                  </a:rPr>
                  <a:t>int</a:t>
                </a:r>
                <a:r>
                  <a:rPr lang="en-US" altLang="zh-CN" sz="2000" b="1" dirty="0">
                    <a:solidFill>
                      <a:srgbClr val="C00000"/>
                    </a:solidFill>
                    <a:effectLst>
                      <a:outerShdw blurRad="38100" dist="38100" dir="2700000" algn="tl">
                        <a:srgbClr val="FFFFFF"/>
                      </a:outerShdw>
                    </a:effectLst>
                  </a:rPr>
                  <a:t> main( )</a:t>
                </a:r>
              </a:p>
              <a:p>
                <a:pPr algn="just"/>
                <a:r>
                  <a:rPr lang="en-US" altLang="zh-CN" sz="2000" dirty="0">
                    <a:effectLst>
                      <a:outerShdw blurRad="38100" dist="38100" dir="2700000" algn="tl">
                        <a:srgbClr val="FFFFFF"/>
                      </a:outerShdw>
                    </a:effectLst>
                  </a:rPr>
                  <a:t>{</a:t>
                </a:r>
              </a:p>
              <a:p>
                <a:pPr algn="just"/>
                <a:r>
                  <a:rPr lang="en-US" altLang="zh-CN" sz="2000" dirty="0" err="1">
                    <a:effectLst>
                      <a:outerShdw blurRad="38100" dist="38100" dir="2700000" algn="tl">
                        <a:srgbClr val="FFFFFF"/>
                      </a:outerShdw>
                    </a:effectLst>
                  </a:rPr>
                  <a:t>int</a:t>
                </a:r>
                <a:r>
                  <a:rPr lang="en-US" altLang="zh-CN" sz="2000" dirty="0">
                    <a:effectLst>
                      <a:outerShdw blurRad="38100" dist="38100" dir="2700000" algn="tl">
                        <a:srgbClr val="FFFFFF"/>
                      </a:outerShdw>
                    </a:effectLst>
                  </a:rPr>
                  <a:t> </a:t>
                </a:r>
                <a:r>
                  <a:rPr lang="en-US" altLang="zh-CN" sz="2000" dirty="0" err="1">
                    <a:effectLst>
                      <a:outerShdw blurRad="38100" dist="38100" dir="2700000" algn="tl">
                        <a:srgbClr val="FFFFFF"/>
                      </a:outerShdw>
                    </a:effectLst>
                  </a:rPr>
                  <a:t>i,sum</a:t>
                </a:r>
                <a:r>
                  <a:rPr lang="en-US" altLang="zh-CN" sz="2000" dirty="0">
                    <a:effectLst>
                      <a:outerShdw blurRad="38100" dist="38100" dir="2700000" algn="tl">
                        <a:srgbClr val="FFFFFF"/>
                      </a:outerShdw>
                    </a:effectLst>
                  </a:rPr>
                  <a:t>;</a:t>
                </a:r>
              </a:p>
              <a:p>
                <a:pPr algn="just"/>
                <a:r>
                  <a:rPr lang="en-US" altLang="zh-CN" sz="2000" dirty="0">
                    <a:effectLst>
                      <a:outerShdw blurRad="38100" dist="38100" dir="2700000" algn="tl">
                        <a:srgbClr val="FFFFFF"/>
                      </a:outerShdw>
                    </a:effectLst>
                  </a:rPr>
                  <a:t>sum=0;</a:t>
                </a:r>
              </a:p>
              <a:p>
                <a:pPr algn="just"/>
                <a:r>
                  <a:rPr lang="en-US" altLang="zh-CN" sz="2000" dirty="0">
                    <a:effectLst>
                      <a:outerShdw blurRad="38100" dist="38100" dir="2700000" algn="tl">
                        <a:srgbClr val="FFFFFF"/>
                      </a:outerShdw>
                    </a:effectLst>
                  </a:rPr>
                  <a:t>for (</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=1;i&lt;=100;i++)</a:t>
                </a:r>
              </a:p>
              <a:p>
                <a:pPr algn="just"/>
                <a:r>
                  <a:rPr lang="en-US" altLang="zh-CN" sz="2000" dirty="0">
                    <a:effectLst>
                      <a:outerShdw blurRad="38100" dist="38100" dir="2700000" algn="tl">
                        <a:srgbClr val="FFFFFF"/>
                      </a:outerShdw>
                    </a:effectLst>
                  </a:rPr>
                  <a:t>if (i%2 ==0) sum+=</a:t>
                </a:r>
                <a:r>
                  <a:rPr lang="en-US" altLang="zh-CN" sz="2000" dirty="0" err="1">
                    <a:effectLst>
                      <a:outerShdw blurRad="38100" dist="38100" dir="2700000" algn="tl">
                        <a:srgbClr val="FFFFFF"/>
                      </a:outerShdw>
                    </a:effectLst>
                  </a:rPr>
                  <a:t>i</a:t>
                </a:r>
                <a:r>
                  <a:rPr lang="en-US" altLang="zh-CN" sz="2000" dirty="0">
                    <a:effectLst>
                      <a:outerShdw blurRad="38100" dist="38100" dir="2700000" algn="tl">
                        <a:srgbClr val="FFFFFF"/>
                      </a:outerShdw>
                    </a:effectLst>
                  </a:rPr>
                  <a:t>;</a:t>
                </a:r>
              </a:p>
              <a:p>
                <a:pPr algn="just"/>
                <a:r>
                  <a:rPr lang="en-US" altLang="zh-CN" sz="2000" dirty="0" err="1">
                    <a:effectLst>
                      <a:outerShdw blurRad="38100" dist="38100" dir="2700000" algn="tl">
                        <a:srgbClr val="FFFFFF"/>
                      </a:outerShdw>
                    </a:effectLst>
                  </a:rPr>
                  <a:t>printf</a:t>
                </a:r>
                <a:r>
                  <a:rPr lang="en-US" altLang="zh-CN" sz="2000" dirty="0">
                    <a:effectLst>
                      <a:outerShdw blurRad="38100" dist="38100" dir="2700000" algn="tl">
                        <a:srgbClr val="FFFFFF"/>
                      </a:outerShdw>
                    </a:effectLst>
                  </a:rPr>
                  <a:t>("sum=%</a:t>
                </a:r>
                <a:r>
                  <a:rPr lang="en-US" altLang="zh-CN" sz="2000" dirty="0" err="1">
                    <a:effectLst>
                      <a:outerShdw blurRad="38100" dist="38100" dir="2700000" algn="tl">
                        <a:srgbClr val="FFFFFF"/>
                      </a:outerShdw>
                    </a:effectLst>
                  </a:rPr>
                  <a:t>d",sum</a:t>
                </a:r>
                <a:r>
                  <a:rPr lang="en-US" altLang="zh-CN" sz="2000" dirty="0">
                    <a:effectLst>
                      <a:outerShdw blurRad="38100" dist="38100" dir="2700000" algn="tl">
                        <a:srgbClr val="FFFFFF"/>
                      </a:outerShdw>
                    </a:effectLst>
                  </a:rPr>
                  <a:t>);</a:t>
                </a:r>
              </a:p>
              <a:p>
                <a:pPr algn="just"/>
                <a:r>
                  <a:rPr lang="en-US" altLang="zh-CN" sz="2000" dirty="0">
                    <a:effectLst>
                      <a:outerShdw blurRad="38100" dist="38100" dir="2700000" algn="tl">
                        <a:srgbClr val="FFFFFF"/>
                      </a:outerShdw>
                    </a:effectLst>
                  </a:rPr>
                  <a:t>return 0;</a:t>
                </a:r>
              </a:p>
              <a:p>
                <a:pPr algn="just"/>
                <a:r>
                  <a:rPr lang="en-US" altLang="zh-CN" sz="2000" dirty="0">
                    <a:effectLst>
                      <a:outerShdw blurRad="38100" dist="38100" dir="2700000" algn="tl">
                        <a:srgbClr val="FFFFFF"/>
                      </a:outerShdw>
                    </a:effectLst>
                  </a:rPr>
                  <a:t>}</a:t>
                </a:r>
              </a:p>
            </p:txBody>
          </p:sp>
          <p:sp>
            <p:nvSpPr>
              <p:cNvPr id="835594" name="Text Box 10" descr="信纸"/>
              <p:cNvSpPr txBox="1">
                <a:spLocks noChangeArrowheads="1"/>
              </p:cNvSpPr>
              <p:nvPr/>
            </p:nvSpPr>
            <p:spPr bwMode="auto">
              <a:xfrm>
                <a:off x="3334" y="1789"/>
                <a:ext cx="2041" cy="2205"/>
              </a:xfrm>
              <a:prstGeom prst="rect">
                <a:avLst/>
              </a:prstGeom>
              <a:grp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just"/>
                <a:r>
                  <a:rPr lang="en-US" altLang="zh-CN" sz="2000" b="1" dirty="0" err="1">
                    <a:solidFill>
                      <a:srgbClr val="C00000"/>
                    </a:solidFill>
                    <a:effectLst>
                      <a:outerShdw blurRad="38100" dist="38100" dir="2700000" algn="ctr" rotWithShape="0">
                        <a:schemeClr val="bg1"/>
                      </a:outerShdw>
                    </a:effectLst>
                  </a:rPr>
                  <a:t>int</a:t>
                </a:r>
                <a:r>
                  <a:rPr lang="en-US" altLang="zh-CN" sz="2000" b="1" dirty="0">
                    <a:solidFill>
                      <a:srgbClr val="C00000"/>
                    </a:solidFill>
                    <a:effectLst>
                      <a:outerShdw blurRad="38100" dist="38100" dir="2700000" algn="ctr" rotWithShape="0">
                        <a:schemeClr val="bg1"/>
                      </a:outerShdw>
                    </a:effectLst>
                  </a:rPr>
                  <a:t> main ( )</a:t>
                </a:r>
              </a:p>
              <a:p>
                <a:pPr algn="just"/>
                <a:r>
                  <a:rPr lang="en-US" altLang="zh-CN" sz="2000" dirty="0">
                    <a:effectLst>
                      <a:outerShdw blurRad="38100" dist="38100" dir="2700000" algn="ctr" rotWithShape="0">
                        <a:schemeClr val="bg1"/>
                      </a:outerShdw>
                    </a:effectLst>
                  </a:rPr>
                  <a:t>{</a:t>
                </a:r>
              </a:p>
              <a:p>
                <a:pPr algn="just"/>
                <a:r>
                  <a:rPr lang="en-US" altLang="zh-CN" sz="2000" dirty="0">
                    <a:effectLst>
                      <a:outerShdw blurRad="38100" dist="38100" dir="2700000" algn="ctr" rotWithShape="0">
                        <a:schemeClr val="bg1"/>
                      </a:outerShdw>
                    </a:effectLst>
                  </a:rPr>
                  <a:t>    </a:t>
                </a:r>
                <a:r>
                  <a:rPr lang="en-US" altLang="zh-CN" sz="2000" dirty="0" err="1">
                    <a:effectLst>
                      <a:outerShdw blurRad="38100" dist="38100" dir="2700000" algn="ctr" rotWithShape="0">
                        <a:schemeClr val="bg1"/>
                      </a:outerShdw>
                    </a:effectLst>
                  </a:rPr>
                  <a:t>int</a:t>
                </a:r>
                <a:r>
                  <a:rPr lang="en-US" altLang="zh-CN" sz="2000" dirty="0">
                    <a:effectLst>
                      <a:outerShdw blurRad="38100" dist="38100" dir="2700000" algn="ctr" rotWithShape="0">
                        <a:schemeClr val="bg1"/>
                      </a:outerShdw>
                    </a:effectLst>
                  </a:rPr>
                  <a:t> </a:t>
                </a:r>
                <a:r>
                  <a:rPr lang="en-US" altLang="zh-CN" sz="2000" dirty="0" err="1">
                    <a:effectLst>
                      <a:outerShdw blurRad="38100" dist="38100" dir="2700000" algn="ctr" rotWithShape="0">
                        <a:schemeClr val="bg1"/>
                      </a:outerShdw>
                    </a:effectLst>
                  </a:rPr>
                  <a:t>i</a:t>
                </a:r>
                <a:r>
                  <a:rPr lang="en-US" altLang="zh-CN" sz="2000" dirty="0">
                    <a:effectLst>
                      <a:outerShdw blurRad="38100" dist="38100" dir="2700000" algn="ctr" rotWithShape="0">
                        <a:schemeClr val="bg1"/>
                      </a:outerShdw>
                    </a:effectLst>
                  </a:rPr>
                  <a:t>, sum;</a:t>
                </a:r>
              </a:p>
              <a:p>
                <a:pPr algn="just"/>
                <a:endParaRPr lang="en-US" altLang="zh-CN" sz="2000" dirty="0">
                  <a:effectLst>
                    <a:outerShdw blurRad="38100" dist="38100" dir="2700000" algn="ctr" rotWithShape="0">
                      <a:schemeClr val="bg1"/>
                    </a:outerShdw>
                  </a:effectLst>
                </a:endParaRPr>
              </a:p>
              <a:p>
                <a:pPr algn="just"/>
                <a:r>
                  <a:rPr lang="en-US" altLang="zh-CN" sz="2000" dirty="0">
                    <a:effectLst>
                      <a:outerShdw blurRad="38100" dist="38100" dir="2700000" algn="ctr" rotWithShape="0">
                        <a:schemeClr val="bg1"/>
                      </a:outerShdw>
                    </a:effectLst>
                  </a:rPr>
                  <a:t>    sum = 0;</a:t>
                </a:r>
              </a:p>
              <a:p>
                <a:pPr algn="just"/>
                <a:r>
                  <a:rPr lang="en-US" altLang="zh-CN" sz="2000" dirty="0">
                    <a:effectLst>
                      <a:outerShdw blurRad="38100" dist="38100" dir="2700000" algn="ctr" rotWithShape="0">
                        <a:schemeClr val="bg1"/>
                      </a:outerShdw>
                    </a:effectLst>
                  </a:rPr>
                  <a:t>    for (</a:t>
                </a:r>
                <a:r>
                  <a:rPr lang="en-US" altLang="zh-CN" sz="2000" dirty="0" err="1">
                    <a:effectLst>
                      <a:outerShdw blurRad="38100" dist="38100" dir="2700000" algn="ctr" rotWithShape="0">
                        <a:schemeClr val="bg1"/>
                      </a:outerShdw>
                    </a:effectLst>
                  </a:rPr>
                  <a:t>i</a:t>
                </a:r>
                <a:r>
                  <a:rPr lang="en-US" altLang="zh-CN" sz="2000" dirty="0">
                    <a:effectLst>
                      <a:outerShdw blurRad="38100" dist="38100" dir="2700000" algn="ctr" rotWithShape="0">
                        <a:schemeClr val="bg1"/>
                      </a:outerShdw>
                    </a:effectLst>
                  </a:rPr>
                  <a:t> = 1; </a:t>
                </a:r>
                <a:r>
                  <a:rPr lang="en-US" altLang="zh-CN" sz="2000" dirty="0" err="1">
                    <a:effectLst>
                      <a:outerShdw blurRad="38100" dist="38100" dir="2700000" algn="ctr" rotWithShape="0">
                        <a:schemeClr val="bg1"/>
                      </a:outerShdw>
                    </a:effectLst>
                  </a:rPr>
                  <a:t>i</a:t>
                </a:r>
                <a:r>
                  <a:rPr lang="en-US" altLang="zh-CN" sz="2000" dirty="0">
                    <a:effectLst>
                      <a:outerShdw blurRad="38100" dist="38100" dir="2700000" algn="ctr" rotWithShape="0">
                        <a:schemeClr val="bg1"/>
                      </a:outerShdw>
                    </a:effectLst>
                  </a:rPr>
                  <a:t> &lt;= 100; </a:t>
                </a:r>
                <a:r>
                  <a:rPr lang="en-US" altLang="zh-CN" sz="2000" dirty="0" err="1">
                    <a:effectLst>
                      <a:outerShdw blurRad="38100" dist="38100" dir="2700000" algn="ctr" rotWithShape="0">
                        <a:schemeClr val="bg1"/>
                      </a:outerShdw>
                    </a:effectLst>
                  </a:rPr>
                  <a:t>i</a:t>
                </a:r>
                <a:r>
                  <a:rPr lang="en-US" altLang="zh-CN" sz="2000" dirty="0">
                    <a:effectLst>
                      <a:outerShdw blurRad="38100" dist="38100" dir="2700000" algn="ctr" rotWithShape="0">
                        <a:schemeClr val="bg1"/>
                      </a:outerShdw>
                    </a:effectLst>
                  </a:rPr>
                  <a:t>++)</a:t>
                </a:r>
              </a:p>
              <a:p>
                <a:pPr algn="just"/>
                <a:r>
                  <a:rPr lang="en-US" altLang="zh-CN" sz="2000" dirty="0">
                    <a:effectLst>
                      <a:outerShdw blurRad="38100" dist="38100" dir="2700000" algn="ctr" rotWithShape="0">
                        <a:schemeClr val="bg1"/>
                      </a:outerShdw>
                    </a:effectLst>
                  </a:rPr>
                  <a:t>         if (</a:t>
                </a:r>
                <a:r>
                  <a:rPr lang="en-US" altLang="zh-CN" sz="2000" dirty="0" err="1">
                    <a:effectLst>
                      <a:outerShdw blurRad="38100" dist="38100" dir="2700000" algn="ctr" rotWithShape="0">
                        <a:schemeClr val="bg1"/>
                      </a:outerShdw>
                    </a:effectLst>
                  </a:rPr>
                  <a:t>i</a:t>
                </a:r>
                <a:r>
                  <a:rPr lang="en-US" altLang="zh-CN" sz="2000" dirty="0">
                    <a:effectLst>
                      <a:outerShdw blurRad="38100" dist="38100" dir="2700000" algn="ctr" rotWithShape="0">
                        <a:schemeClr val="bg1"/>
                      </a:outerShdw>
                    </a:effectLst>
                  </a:rPr>
                  <a:t> % 2 = = 0) </a:t>
                </a:r>
              </a:p>
              <a:p>
                <a:pPr algn="just"/>
                <a:r>
                  <a:rPr lang="en-US" altLang="zh-CN" sz="2000" dirty="0">
                    <a:effectLst>
                      <a:outerShdw blurRad="38100" dist="38100" dir="2700000" algn="ctr" rotWithShape="0">
                        <a:schemeClr val="bg1"/>
                      </a:outerShdw>
                    </a:effectLst>
                  </a:rPr>
                  <a:t>             sum += </a:t>
                </a:r>
                <a:r>
                  <a:rPr lang="en-US" altLang="zh-CN" sz="2000" dirty="0" err="1">
                    <a:effectLst>
                      <a:outerShdw blurRad="38100" dist="38100" dir="2700000" algn="ctr" rotWithShape="0">
                        <a:schemeClr val="bg1"/>
                      </a:outerShdw>
                    </a:effectLst>
                  </a:rPr>
                  <a:t>i</a:t>
                </a:r>
                <a:r>
                  <a:rPr lang="en-US" altLang="zh-CN" sz="2000" dirty="0">
                    <a:effectLst>
                      <a:outerShdw blurRad="38100" dist="38100" dir="2700000" algn="ctr" rotWithShape="0">
                        <a:schemeClr val="bg1"/>
                      </a:outerShdw>
                    </a:effectLst>
                  </a:rPr>
                  <a:t>;</a:t>
                </a:r>
              </a:p>
              <a:p>
                <a:pPr algn="just"/>
                <a:r>
                  <a:rPr lang="en-US" altLang="zh-CN" sz="2000" dirty="0">
                    <a:effectLst>
                      <a:outerShdw blurRad="38100" dist="38100" dir="2700000" algn="ctr" rotWithShape="0">
                        <a:schemeClr val="bg1"/>
                      </a:outerShdw>
                    </a:effectLst>
                  </a:rPr>
                  <a:t>    </a:t>
                </a:r>
                <a:r>
                  <a:rPr lang="en-US" altLang="zh-CN" sz="2000" dirty="0" err="1">
                    <a:effectLst>
                      <a:outerShdw blurRad="38100" dist="38100" dir="2700000" algn="ctr" rotWithShape="0">
                        <a:schemeClr val="bg1"/>
                      </a:outerShdw>
                    </a:effectLst>
                  </a:rPr>
                  <a:t>printf</a:t>
                </a:r>
                <a:r>
                  <a:rPr lang="en-US" altLang="zh-CN" sz="2000" dirty="0">
                    <a:effectLst>
                      <a:outerShdw blurRad="38100" dist="38100" dir="2700000" algn="ctr" rotWithShape="0">
                        <a:schemeClr val="bg1"/>
                      </a:outerShdw>
                    </a:effectLst>
                  </a:rPr>
                  <a:t> ("sum = %d", sum);</a:t>
                </a:r>
              </a:p>
              <a:p>
                <a:pPr algn="just"/>
                <a:r>
                  <a:rPr lang="en-US" altLang="zh-CN" sz="2000" dirty="0">
                    <a:effectLst>
                      <a:outerShdw blurRad="38100" dist="38100" dir="2700000" algn="ctr" rotWithShape="0">
                        <a:schemeClr val="bg1"/>
                      </a:outerShdw>
                    </a:effectLst>
                  </a:rPr>
                  <a:t>    return 0;</a:t>
                </a:r>
              </a:p>
              <a:p>
                <a:pPr algn="just"/>
                <a:r>
                  <a:rPr lang="en-US" altLang="zh-CN" sz="2000" dirty="0">
                    <a:effectLst>
                      <a:outerShdw blurRad="38100" dist="38100" dir="2700000" algn="ctr" rotWithShape="0">
                        <a:schemeClr val="bg1"/>
                      </a:outerShdw>
                    </a:effectLst>
                  </a:rPr>
                  <a:t>}</a:t>
                </a:r>
              </a:p>
            </p:txBody>
          </p:sp>
        </p:grpSp>
        <p:sp>
          <p:nvSpPr>
            <p:cNvPr id="835598" name="AutoShape 14"/>
            <p:cNvSpPr>
              <a:spLocks noChangeArrowheads="1"/>
            </p:cNvSpPr>
            <p:nvPr/>
          </p:nvSpPr>
          <p:spPr bwMode="auto">
            <a:xfrm>
              <a:off x="1202" y="3249"/>
              <a:ext cx="1723" cy="635"/>
            </a:xfrm>
            <a:prstGeom prst="irregularSeal1">
              <a:avLst/>
            </a:prstGeom>
            <a:gradFill>
              <a:gsLst>
                <a:gs pos="0">
                  <a:srgbClr val="F0E5B7"/>
                </a:gs>
                <a:gs pos="100000">
                  <a:schemeClr val="bg1">
                    <a:shade val="100000"/>
                    <a:satMod val="115000"/>
                  </a:schemeClr>
                </a:gs>
              </a:gsLst>
              <a:lin ang="13500000" scaled="1"/>
            </a:gradFill>
            <a:ln w="9525">
              <a:solidFill>
                <a:srgbClr val="C01920"/>
              </a:solidFill>
              <a:miter lim="800000"/>
              <a:headEnd/>
              <a:tailEnd/>
            </a:ln>
            <a:effectLst>
              <a:outerShdw blurRad="50800" dist="106680" dir="2700000" algn="tl" rotWithShape="0">
                <a:prstClr val="black">
                  <a:alpha val="43000"/>
                </a:prstClr>
              </a:outerShdw>
            </a:effectLst>
          </p:spPr>
          <p:txBody>
            <a:bodyPr wrap="none" anchor="ctr"/>
            <a:lstStyle/>
            <a:p>
              <a:pPr algn="ctr"/>
              <a:r>
                <a:rPr lang="zh-CN" altLang="en-US" sz="2000" b="1" dirty="0">
                  <a:solidFill>
                    <a:srgbClr val="C01920"/>
                  </a:solidFill>
                  <a:latin typeface="楷体" pitchFamily="49" charset="-122"/>
                  <a:ea typeface="楷体" pitchFamily="49" charset="-122"/>
                </a:rPr>
                <a:t>没有层次感</a:t>
              </a:r>
            </a:p>
          </p:txBody>
        </p:sp>
        <p:sp>
          <p:nvSpPr>
            <p:cNvPr id="835599" name="Text Box 15"/>
            <p:cNvSpPr txBox="1">
              <a:spLocks noChangeArrowheads="1"/>
            </p:cNvSpPr>
            <p:nvPr/>
          </p:nvSpPr>
          <p:spPr bwMode="auto">
            <a:xfrm>
              <a:off x="4241" y="2115"/>
              <a:ext cx="907" cy="256"/>
            </a:xfrm>
            <a:prstGeom prst="rect">
              <a:avLst/>
            </a:prstGeom>
            <a:gradFill>
              <a:gsLst>
                <a:gs pos="0">
                  <a:srgbClr val="F0E5B7"/>
                </a:gs>
                <a:gs pos="100000">
                  <a:schemeClr val="bg1">
                    <a:shade val="100000"/>
                    <a:satMod val="115000"/>
                  </a:schemeClr>
                </a:gs>
              </a:gsLst>
              <a:lin ang="13500000" scaled="1"/>
            </a:gradFill>
            <a:ln w="9525">
              <a:solidFill>
                <a:srgbClr val="C01920"/>
              </a:solidFill>
              <a:miter lim="800000"/>
              <a:headEnd/>
              <a:tailEnd/>
            </a:ln>
            <a:effectLst>
              <a:outerShdw blurRad="50800" dist="106680" dir="2700000" algn="tl" rotWithShape="0">
                <a:prstClr val="black">
                  <a:alpha val="43000"/>
                </a:prstClr>
              </a:outerShdw>
            </a:effectLst>
          </p:spPr>
          <p:txBody>
            <a:bodyPr>
              <a:spAutoFit/>
            </a:bodyPr>
            <a:lstStyle/>
            <a:p>
              <a:pPr algn="ctr">
                <a:spcBef>
                  <a:spcPct val="50000"/>
                </a:spcBef>
              </a:pPr>
              <a:r>
                <a:rPr lang="zh-CN" altLang="en-US" sz="2000" b="1">
                  <a:effectLst>
                    <a:outerShdw blurRad="38100" dist="38100" dir="2700000" algn="tl">
                      <a:srgbClr val="FFFFFF"/>
                    </a:outerShdw>
                  </a:effectLst>
                  <a:latin typeface="楷体" pitchFamily="49" charset="-122"/>
                  <a:ea typeface="楷体" pitchFamily="49" charset="-122"/>
                </a:rPr>
                <a:t>层次清晰</a:t>
              </a:r>
            </a:p>
          </p:txBody>
        </p:sp>
      </p:grpSp>
      <p:sp>
        <p:nvSpPr>
          <p:cNvPr id="13" name="Rectangle 4">
            <a:extLst>
              <a:ext uri="{FF2B5EF4-FFF2-40B4-BE49-F238E27FC236}">
                <a16:creationId xmlns:a16="http://schemas.microsoft.com/office/drawing/2014/main" id="{CDA39F3A-09B2-4321-8137-EB13C8D67829}"/>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本章小结</a:t>
            </a:r>
          </a:p>
        </p:txBody>
      </p:sp>
      <p:grpSp>
        <p:nvGrpSpPr>
          <p:cNvPr id="14" name="组合 13">
            <a:extLst>
              <a:ext uri="{FF2B5EF4-FFF2-40B4-BE49-F238E27FC236}">
                <a16:creationId xmlns:a16="http://schemas.microsoft.com/office/drawing/2014/main" id="{FBFD1E52-E199-4F8A-B4F0-F3325F12FD59}"/>
              </a:ext>
            </a:extLst>
          </p:cNvPr>
          <p:cNvGrpSpPr/>
          <p:nvPr/>
        </p:nvGrpSpPr>
        <p:grpSpPr>
          <a:xfrm>
            <a:off x="695325" y="967906"/>
            <a:ext cx="3888507" cy="630931"/>
            <a:chOff x="695400" y="1059424"/>
            <a:chExt cx="3888507" cy="630931"/>
          </a:xfrm>
        </p:grpSpPr>
        <p:grpSp>
          <p:nvGrpSpPr>
            <p:cNvPr id="15" name="组合 14">
              <a:extLst>
                <a:ext uri="{FF2B5EF4-FFF2-40B4-BE49-F238E27FC236}">
                  <a16:creationId xmlns:a16="http://schemas.microsoft.com/office/drawing/2014/main" id="{3727BFE6-3500-4DE3-9AA8-1E839E987E74}"/>
                </a:ext>
              </a:extLst>
            </p:cNvPr>
            <p:cNvGrpSpPr/>
            <p:nvPr/>
          </p:nvGrpSpPr>
          <p:grpSpPr>
            <a:xfrm>
              <a:off x="695400" y="1059424"/>
              <a:ext cx="833819" cy="557612"/>
              <a:chOff x="695400" y="1059424"/>
              <a:chExt cx="833819" cy="557612"/>
            </a:xfrm>
          </p:grpSpPr>
          <p:sp>
            <p:nvSpPr>
              <p:cNvPr id="17" name="菱形 16">
                <a:extLst>
                  <a:ext uri="{FF2B5EF4-FFF2-40B4-BE49-F238E27FC236}">
                    <a16:creationId xmlns:a16="http://schemas.microsoft.com/office/drawing/2014/main" id="{FE9B80F4-A61B-4374-A662-3F28874F7D13}"/>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8" name="菱形 17">
                <a:extLst>
                  <a:ext uri="{FF2B5EF4-FFF2-40B4-BE49-F238E27FC236}">
                    <a16:creationId xmlns:a16="http://schemas.microsoft.com/office/drawing/2014/main" id="{BD168319-16DE-4CBA-83ED-47C0A106911F}"/>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16" name="Text Box 5">
              <a:extLst>
                <a:ext uri="{FF2B5EF4-FFF2-40B4-BE49-F238E27FC236}">
                  <a16:creationId xmlns:a16="http://schemas.microsoft.com/office/drawing/2014/main" id="{77BB5B69-CAD2-478D-80C4-63315E9A2706}"/>
                </a:ext>
              </a:extLst>
            </p:cNvPr>
            <p:cNvSpPr txBox="1">
              <a:spLocks noChangeArrowheads="1"/>
            </p:cNvSpPr>
            <p:nvPr/>
          </p:nvSpPr>
          <p:spPr bwMode="auto">
            <a:xfrm>
              <a:off x="1502725" y="1167135"/>
              <a:ext cx="3081182" cy="523220"/>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en-US" altLang="zh-CN" sz="2800" b="1" dirty="0">
                  <a:solidFill>
                    <a:srgbClr val="D7000F"/>
                  </a:solidFill>
                  <a:latin typeface="思源黑体 CN Heavy" panose="020B0A00000000000000" pitchFamily="34" charset="-122"/>
                  <a:ea typeface="思源黑体 CN Heavy" panose="020B0A00000000000000" pitchFamily="34" charset="-122"/>
                </a:rPr>
                <a:t>C</a:t>
              </a:r>
              <a:r>
                <a:rPr kumimoji="0" lang="zh-CN" altLang="en-US" sz="2800" b="1" dirty="0">
                  <a:solidFill>
                    <a:srgbClr val="D7000F"/>
                  </a:solidFill>
                  <a:latin typeface="思源黑体 CN Heavy" panose="020B0A00000000000000" pitchFamily="34" charset="-122"/>
                  <a:ea typeface="思源黑体 CN Heavy" panose="020B0A00000000000000" pitchFamily="34" charset="-122"/>
                </a:rPr>
                <a:t>语言编程习惯 </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835587">
                                            <p:txEl>
                                              <p:pRg st="0" end="0"/>
                                            </p:txEl>
                                          </p:spTgt>
                                        </p:tgtEl>
                                        <p:attrNameLst>
                                          <p:attrName>style.visibility</p:attrName>
                                        </p:attrNameLst>
                                      </p:cBhvr>
                                      <p:to>
                                        <p:strVal val="visible"/>
                                      </p:to>
                                    </p:set>
                                    <p:anim calcmode="lin" valueType="num">
                                      <p:cBhvr additive="base">
                                        <p:cTn id="13" dur="500" fill="hold"/>
                                        <p:tgtEl>
                                          <p:spTgt spid="835587">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3558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835587">
                                            <p:txEl>
                                              <p:pRg st="1" end="1"/>
                                            </p:txEl>
                                          </p:spTgt>
                                        </p:tgtEl>
                                        <p:attrNameLst>
                                          <p:attrName>style.visibility</p:attrName>
                                        </p:attrNameLst>
                                      </p:cBhvr>
                                      <p:to>
                                        <p:strVal val="visible"/>
                                      </p:to>
                                    </p:set>
                                    <p:anim calcmode="lin" valueType="num">
                                      <p:cBhvr additive="base">
                                        <p:cTn id="19" dur="500" fill="hold"/>
                                        <p:tgtEl>
                                          <p:spTgt spid="835587">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35587">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835587">
                                            <p:txEl>
                                              <p:pRg st="2" end="2"/>
                                            </p:txEl>
                                          </p:spTgt>
                                        </p:tgtEl>
                                        <p:attrNameLst>
                                          <p:attrName>style.visibility</p:attrName>
                                        </p:attrNameLst>
                                      </p:cBhvr>
                                      <p:to>
                                        <p:strVal val="visible"/>
                                      </p:to>
                                    </p:set>
                                    <p:anim calcmode="lin" valueType="num">
                                      <p:cBhvr additive="base">
                                        <p:cTn id="25" dur="500" fill="hold"/>
                                        <p:tgtEl>
                                          <p:spTgt spid="835587">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835587">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835600"/>
                                        </p:tgtEl>
                                        <p:attrNameLst>
                                          <p:attrName>style.visibility</p:attrName>
                                        </p:attrNameLst>
                                      </p:cBhvr>
                                      <p:to>
                                        <p:strVal val="visible"/>
                                      </p:to>
                                    </p:set>
                                    <p:animEffect transition="in" filter="blinds(horizontal)">
                                      <p:cBhvr>
                                        <p:cTn id="31" dur="500"/>
                                        <p:tgtEl>
                                          <p:spTgt spid="835600"/>
                                        </p:tgtEl>
                                      </p:cBhvr>
                                    </p:animEffect>
                                  </p:childTnLst>
                                  <p:subTnLst>
                                    <p:set>
                                      <p:cBhvr override="childStyle">
                                        <p:cTn dur="1" fill="hold" display="0" masterRel="nextClick" afterEffect="1"/>
                                        <p:tgtEl>
                                          <p:spTgt spid="835600"/>
                                        </p:tgtEl>
                                        <p:attrNameLst>
                                          <p:attrName>style.visibility</p:attrName>
                                        </p:attrNameLst>
                                      </p:cBhvr>
                                      <p:to>
                                        <p:strVal val="hidden"/>
                                      </p:to>
                                    </p:set>
                                    <p:audio>
                                      <p:cMediaNode>
                                        <p:cTn display="0" masterRel="sameClick">
                                          <p:stCondLst>
                                            <p:cond evt="begin" delay="0">
                                              <p:tn val="29"/>
                                            </p:cond>
                                          </p:stCondLst>
                                          <p:endCondLst>
                                            <p:cond evt="onStopAudio" delay="0">
                                              <p:tgtEl>
                                                <p:sldTgt/>
                                              </p:tgtEl>
                                            </p:cond>
                                          </p:endCondLst>
                                        </p:cTn>
                                        <p:tgtEl>
                                          <p:sndTgt r:embed="rId3" name="chimes.wav"/>
                                        </p:tgtEl>
                                      </p:cMediaNode>
                                    </p:audio>
                                  </p:subTnLst>
                                </p:cTn>
                              </p:par>
                            </p:childTnLst>
                          </p:cTn>
                        </p:par>
                      </p:childTnLst>
                    </p:cTn>
                  </p:par>
                  <p:par>
                    <p:cTn id="32" fill="hold">
                      <p:stCondLst>
                        <p:cond delay="indefinite"/>
                      </p:stCondLst>
                      <p:childTnLst>
                        <p:par>
                          <p:cTn id="33" fill="hold">
                            <p:stCondLst>
                              <p:cond delay="0"/>
                            </p:stCondLst>
                            <p:childTnLst>
                              <p:par>
                                <p:cTn id="34" presetID="2" presetClass="entr" presetSubtype="8" fill="hold" nodeType="clickEffect">
                                  <p:stCondLst>
                                    <p:cond delay="0"/>
                                  </p:stCondLst>
                                  <p:childTnLst>
                                    <p:set>
                                      <p:cBhvr>
                                        <p:cTn id="35" dur="1" fill="hold">
                                          <p:stCondLst>
                                            <p:cond delay="0"/>
                                          </p:stCondLst>
                                        </p:cTn>
                                        <p:tgtEl>
                                          <p:spTgt spid="835587">
                                            <p:txEl>
                                              <p:pRg st="3" end="3"/>
                                            </p:txEl>
                                          </p:spTgt>
                                        </p:tgtEl>
                                        <p:attrNameLst>
                                          <p:attrName>style.visibility</p:attrName>
                                        </p:attrNameLst>
                                      </p:cBhvr>
                                      <p:to>
                                        <p:strVal val="visible"/>
                                      </p:to>
                                    </p:set>
                                    <p:anim calcmode="lin" valueType="num">
                                      <p:cBhvr additive="base">
                                        <p:cTn id="36" dur="500" fill="hold"/>
                                        <p:tgtEl>
                                          <p:spTgt spid="835587">
                                            <p:txEl>
                                              <p:pRg st="3" end="3"/>
                                            </p:txEl>
                                          </p:spTgt>
                                        </p:tgtEl>
                                        <p:attrNameLst>
                                          <p:attrName>ppt_x</p:attrName>
                                        </p:attrNameLst>
                                      </p:cBhvr>
                                      <p:tavLst>
                                        <p:tav tm="0">
                                          <p:val>
                                            <p:strVal val="0-#ppt_w/2"/>
                                          </p:val>
                                        </p:tav>
                                        <p:tav tm="100000">
                                          <p:val>
                                            <p:strVal val="#ppt_x"/>
                                          </p:val>
                                        </p:tav>
                                      </p:tavLst>
                                    </p:anim>
                                    <p:anim calcmode="lin" valueType="num">
                                      <p:cBhvr additive="base">
                                        <p:cTn id="37" dur="500" fill="hold"/>
                                        <p:tgtEl>
                                          <p:spTgt spid="835587">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835587">
                                            <p:txEl>
                                              <p:pRg st="4" end="4"/>
                                            </p:txEl>
                                          </p:spTgt>
                                        </p:tgtEl>
                                        <p:attrNameLst>
                                          <p:attrName>style.visibility</p:attrName>
                                        </p:attrNameLst>
                                      </p:cBhvr>
                                      <p:to>
                                        <p:strVal val="visible"/>
                                      </p:to>
                                    </p:set>
                                    <p:anim calcmode="lin" valueType="num">
                                      <p:cBhvr additive="base">
                                        <p:cTn id="42" dur="500" fill="hold"/>
                                        <p:tgtEl>
                                          <p:spTgt spid="835587">
                                            <p:txEl>
                                              <p:pRg st="4" end="4"/>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835587">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4" fill="hold">
                      <p:stCondLst>
                        <p:cond delay="indefinite"/>
                      </p:stCondLst>
                      <p:childTnLst>
                        <p:par>
                          <p:cTn id="45" fill="hold">
                            <p:stCondLst>
                              <p:cond delay="0"/>
                            </p:stCondLst>
                            <p:childTnLst>
                              <p:par>
                                <p:cTn id="46" presetID="2" presetClass="entr" presetSubtype="8" fill="hold" nodeType="clickEffect">
                                  <p:stCondLst>
                                    <p:cond delay="0"/>
                                  </p:stCondLst>
                                  <p:childTnLst>
                                    <p:set>
                                      <p:cBhvr>
                                        <p:cTn id="47" dur="1" fill="hold">
                                          <p:stCondLst>
                                            <p:cond delay="0"/>
                                          </p:stCondLst>
                                        </p:cTn>
                                        <p:tgtEl>
                                          <p:spTgt spid="835587">
                                            <p:txEl>
                                              <p:pRg st="5" end="5"/>
                                            </p:txEl>
                                          </p:spTgt>
                                        </p:tgtEl>
                                        <p:attrNameLst>
                                          <p:attrName>style.visibility</p:attrName>
                                        </p:attrNameLst>
                                      </p:cBhvr>
                                      <p:to>
                                        <p:strVal val="visible"/>
                                      </p:to>
                                    </p:set>
                                    <p:anim calcmode="lin" valueType="num">
                                      <p:cBhvr additive="base">
                                        <p:cTn id="48" dur="500" fill="hold"/>
                                        <p:tgtEl>
                                          <p:spTgt spid="835587">
                                            <p:txEl>
                                              <p:pRg st="5" end="5"/>
                                            </p:txEl>
                                          </p:spTgt>
                                        </p:tgtEl>
                                        <p:attrNameLst>
                                          <p:attrName>ppt_x</p:attrName>
                                        </p:attrNameLst>
                                      </p:cBhvr>
                                      <p:tavLst>
                                        <p:tav tm="0">
                                          <p:val>
                                            <p:strVal val="0-#ppt_w/2"/>
                                          </p:val>
                                        </p:tav>
                                        <p:tav tm="100000">
                                          <p:val>
                                            <p:strVal val="#ppt_x"/>
                                          </p:val>
                                        </p:tav>
                                      </p:tavLst>
                                    </p:anim>
                                    <p:anim calcmode="lin" valueType="num">
                                      <p:cBhvr additive="base">
                                        <p:cTn id="49" dur="500" fill="hold"/>
                                        <p:tgtEl>
                                          <p:spTgt spid="835587">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6"/>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4564" name="Rectangle 4"/>
          <p:cNvSpPr>
            <a:spLocks noChangeArrowheads="1"/>
          </p:cNvSpPr>
          <p:nvPr/>
        </p:nvSpPr>
        <p:spPr bwMode="auto">
          <a:xfrm>
            <a:off x="839788" y="6092824"/>
            <a:ext cx="8352928" cy="461665"/>
          </a:xfrm>
          <a:prstGeom prst="rect">
            <a:avLst/>
          </a:prstGeom>
          <a:solidFill>
            <a:srgbClr val="C01920"/>
          </a:solidFill>
          <a:ln w="28575">
            <a:noFill/>
            <a:miter lim="800000"/>
            <a:headEnd/>
            <a:tailEnd/>
          </a:ln>
          <a:effectLst/>
        </p:spPr>
        <p:txBody>
          <a:bodyPr wrap="square" anchor="ctr">
            <a:spAutoFit/>
          </a:bodyPr>
          <a:lstStyle/>
          <a:p>
            <a:r>
              <a:rPr lang="zh-CN" altLang="en-US" b="1" dirty="0">
                <a:solidFill>
                  <a:schemeClr val="bg1"/>
                </a:solidFill>
                <a:effectLst>
                  <a:outerShdw blurRad="38100" dist="38100" dir="2700000" algn="tl">
                    <a:srgbClr val="000000"/>
                  </a:outerShdw>
                </a:effectLst>
                <a:latin typeface="思源黑体 CN Heavy" panose="020B0A00000000000000" pitchFamily="34" charset="-122"/>
                <a:ea typeface="思源黑体 CN Heavy" panose="020B0A00000000000000" pitchFamily="34" charset="-122"/>
              </a:rPr>
              <a:t>习题</a:t>
            </a:r>
            <a:r>
              <a:rPr lang="en-US" altLang="zh-CN" b="1" dirty="0">
                <a:solidFill>
                  <a:schemeClr val="bg1"/>
                </a:solidFill>
                <a:effectLst>
                  <a:outerShdw blurRad="38100" dist="38100" dir="2700000" algn="tl">
                    <a:srgbClr val="000000"/>
                  </a:outerShdw>
                </a:effectLst>
                <a:latin typeface="思源黑体 CN Heavy" panose="020B0A00000000000000" pitchFamily="34" charset="-122"/>
                <a:ea typeface="思源黑体 CN Heavy" panose="020B0A00000000000000" pitchFamily="34" charset="-122"/>
              </a:rPr>
              <a:t>3</a:t>
            </a:r>
            <a:r>
              <a:rPr lang="zh-CN" altLang="en-US" b="1" dirty="0">
                <a:solidFill>
                  <a:schemeClr val="bg1"/>
                </a:solidFill>
                <a:effectLst>
                  <a:outerShdw blurRad="38100" dist="38100" dir="2700000" algn="tl">
                    <a:srgbClr val="000000"/>
                  </a:outerShdw>
                </a:effectLst>
                <a:latin typeface="思源黑体 CN Heavy" panose="020B0A00000000000000" pitchFamily="34" charset="-122"/>
                <a:ea typeface="思源黑体 CN Heavy" panose="020B0A00000000000000" pitchFamily="34" charset="-122"/>
              </a:rPr>
              <a:t>：</a:t>
            </a:r>
            <a:r>
              <a:rPr lang="en-US" altLang="zh-CN" b="1" dirty="0">
                <a:solidFill>
                  <a:schemeClr val="bg1"/>
                </a:solidFill>
                <a:effectLst>
                  <a:outerShdw blurRad="38100" dist="38100" dir="2700000" algn="tl">
                    <a:srgbClr val="000000"/>
                  </a:outerShdw>
                </a:effectLst>
                <a:latin typeface="思源黑体 CN Heavy" panose="020B0A00000000000000" pitchFamily="34" charset="-122"/>
                <a:ea typeface="思源黑体 CN Heavy" panose="020B0A00000000000000" pitchFamily="34" charset="-122"/>
              </a:rPr>
              <a:t>   1</a:t>
            </a:r>
            <a:r>
              <a:rPr lang="zh-CN" altLang="en-US" b="1" dirty="0">
                <a:solidFill>
                  <a:schemeClr val="bg1"/>
                </a:solidFill>
                <a:effectLst>
                  <a:outerShdw blurRad="38100" dist="38100" dir="2700000" algn="tl">
                    <a:srgbClr val="000000"/>
                  </a:outerShdw>
                </a:effectLst>
                <a:latin typeface="思源黑体 CN Heavy" panose="020B0A00000000000000" pitchFamily="34" charset="-122"/>
                <a:ea typeface="思源黑体 CN Heavy" panose="020B0A00000000000000" pitchFamily="34" charset="-122"/>
              </a:rPr>
              <a:t>、</a:t>
            </a:r>
            <a:r>
              <a:rPr lang="en-US" altLang="zh-CN" b="1" dirty="0">
                <a:solidFill>
                  <a:schemeClr val="bg1"/>
                </a:solidFill>
                <a:effectLst>
                  <a:outerShdw blurRad="38100" dist="38100" dir="2700000" algn="tl">
                    <a:srgbClr val="000000"/>
                  </a:outerShdw>
                </a:effectLst>
                <a:latin typeface="思源黑体 CN Heavy" panose="020B0A00000000000000" pitchFamily="34" charset="-122"/>
                <a:ea typeface="思源黑体 CN Heavy" panose="020B0A00000000000000" pitchFamily="34" charset="-122"/>
              </a:rPr>
              <a:t>2</a:t>
            </a:r>
            <a:r>
              <a:rPr lang="zh-CN" altLang="en-US" b="1" dirty="0">
                <a:solidFill>
                  <a:schemeClr val="bg1"/>
                </a:solidFill>
                <a:effectLst>
                  <a:outerShdw blurRad="38100" dist="38100" dir="2700000" algn="tl">
                    <a:srgbClr val="000000"/>
                  </a:outerShdw>
                </a:effectLst>
                <a:latin typeface="思源黑体 CN Heavy" panose="020B0A00000000000000" pitchFamily="34" charset="-122"/>
                <a:ea typeface="思源黑体 CN Heavy" panose="020B0A00000000000000" pitchFamily="34" charset="-122"/>
              </a:rPr>
              <a:t>、</a:t>
            </a:r>
            <a:r>
              <a:rPr lang="en-US" altLang="zh-CN" b="1" dirty="0">
                <a:solidFill>
                  <a:schemeClr val="bg1"/>
                </a:solidFill>
                <a:effectLst>
                  <a:outerShdw blurRad="38100" dist="38100" dir="2700000" algn="tl">
                    <a:srgbClr val="000000"/>
                  </a:outerShdw>
                </a:effectLst>
                <a:latin typeface="思源黑体 CN Heavy" panose="020B0A00000000000000" pitchFamily="34" charset="-122"/>
                <a:ea typeface="思源黑体 CN Heavy" panose="020B0A00000000000000" pitchFamily="34" charset="-122"/>
              </a:rPr>
              <a:t>3</a:t>
            </a:r>
            <a:r>
              <a:rPr lang="zh-CN" altLang="en-US" b="1" dirty="0">
                <a:solidFill>
                  <a:schemeClr val="bg1"/>
                </a:solidFill>
                <a:effectLst>
                  <a:outerShdw blurRad="38100" dist="38100" dir="2700000" algn="tl">
                    <a:srgbClr val="000000"/>
                  </a:outerShdw>
                </a:effectLst>
                <a:latin typeface="思源黑体 CN Heavy" panose="020B0A00000000000000" pitchFamily="34" charset="-122"/>
                <a:ea typeface="思源黑体 CN Heavy" panose="020B0A00000000000000" pitchFamily="34" charset="-122"/>
              </a:rPr>
              <a:t>（</a:t>
            </a:r>
            <a:r>
              <a:rPr lang="en-US" altLang="zh-CN" b="1" dirty="0">
                <a:solidFill>
                  <a:schemeClr val="bg1"/>
                </a:solidFill>
                <a:effectLst>
                  <a:outerShdw blurRad="38100" dist="38100" dir="2700000" algn="tl">
                    <a:srgbClr val="000000"/>
                  </a:outerShdw>
                </a:effectLst>
                <a:latin typeface="思源黑体 CN Heavy" panose="020B0A00000000000000" pitchFamily="34" charset="-122"/>
                <a:ea typeface="思源黑体 CN Heavy" panose="020B0A00000000000000" pitchFamily="34" charset="-122"/>
              </a:rPr>
              <a:t>1</a:t>
            </a:r>
            <a:r>
              <a:rPr lang="zh-CN" altLang="en-US" b="1" dirty="0">
                <a:solidFill>
                  <a:schemeClr val="bg1"/>
                </a:solidFill>
                <a:effectLst>
                  <a:outerShdw blurRad="38100" dist="38100" dir="2700000" algn="tl">
                    <a:srgbClr val="000000"/>
                  </a:outerShdw>
                </a:effectLst>
                <a:latin typeface="思源黑体 CN Heavy" panose="020B0A00000000000000" pitchFamily="34" charset="-122"/>
                <a:ea typeface="思源黑体 CN Heavy" panose="020B0A00000000000000" pitchFamily="34" charset="-122"/>
              </a:rPr>
              <a:t>、</a:t>
            </a:r>
            <a:r>
              <a:rPr lang="en-US" altLang="zh-CN" b="1" dirty="0">
                <a:solidFill>
                  <a:schemeClr val="bg1"/>
                </a:solidFill>
                <a:effectLst>
                  <a:outerShdw blurRad="38100" dist="38100" dir="2700000" algn="tl">
                    <a:srgbClr val="000000"/>
                  </a:outerShdw>
                </a:effectLst>
                <a:latin typeface="思源黑体 CN Heavy" panose="020B0A00000000000000" pitchFamily="34" charset="-122"/>
                <a:ea typeface="思源黑体 CN Heavy" panose="020B0A00000000000000" pitchFamily="34" charset="-122"/>
              </a:rPr>
              <a:t>3</a:t>
            </a:r>
            <a:r>
              <a:rPr lang="zh-CN" altLang="en-US" b="1" dirty="0">
                <a:solidFill>
                  <a:schemeClr val="bg1"/>
                </a:solidFill>
                <a:effectLst>
                  <a:outerShdw blurRad="38100" dist="38100" dir="2700000" algn="tl">
                    <a:srgbClr val="000000"/>
                  </a:outerShdw>
                </a:effectLst>
                <a:latin typeface="思源黑体 CN Heavy" panose="020B0A00000000000000" pitchFamily="34" charset="-122"/>
                <a:ea typeface="思源黑体 CN Heavy" panose="020B0A00000000000000" pitchFamily="34" charset="-122"/>
              </a:rPr>
              <a:t>、</a:t>
            </a:r>
            <a:r>
              <a:rPr lang="en-US" altLang="zh-CN" b="1" dirty="0">
                <a:solidFill>
                  <a:schemeClr val="bg1"/>
                </a:solidFill>
                <a:effectLst>
                  <a:outerShdw blurRad="38100" dist="38100" dir="2700000" algn="tl">
                    <a:srgbClr val="000000"/>
                  </a:outerShdw>
                </a:effectLst>
                <a:latin typeface="思源黑体 CN Heavy" panose="020B0A00000000000000" pitchFamily="34" charset="-122"/>
                <a:ea typeface="思源黑体 CN Heavy" panose="020B0A00000000000000" pitchFamily="34" charset="-122"/>
              </a:rPr>
              <a:t>6</a:t>
            </a:r>
            <a:r>
              <a:rPr lang="zh-CN" altLang="en-US" b="1" dirty="0">
                <a:solidFill>
                  <a:schemeClr val="bg1"/>
                </a:solidFill>
                <a:effectLst>
                  <a:outerShdw blurRad="38100" dist="38100" dir="2700000" algn="tl">
                    <a:srgbClr val="000000"/>
                  </a:outerShdw>
                </a:effectLst>
                <a:latin typeface="思源黑体 CN Heavy" panose="020B0A00000000000000" pitchFamily="34" charset="-122"/>
                <a:ea typeface="思源黑体 CN Heavy" panose="020B0A00000000000000" pitchFamily="34" charset="-122"/>
              </a:rPr>
              <a:t>、</a:t>
            </a:r>
            <a:r>
              <a:rPr lang="en-US" altLang="zh-CN" b="1" dirty="0">
                <a:solidFill>
                  <a:schemeClr val="bg1"/>
                </a:solidFill>
                <a:effectLst>
                  <a:outerShdw blurRad="38100" dist="38100" dir="2700000" algn="tl">
                    <a:srgbClr val="000000"/>
                  </a:outerShdw>
                </a:effectLst>
                <a:latin typeface="思源黑体 CN Heavy" panose="020B0A00000000000000" pitchFamily="34" charset="-122"/>
                <a:ea typeface="思源黑体 CN Heavy" panose="020B0A00000000000000" pitchFamily="34" charset="-122"/>
              </a:rPr>
              <a:t>8</a:t>
            </a:r>
            <a:r>
              <a:rPr lang="zh-CN" altLang="en-US" b="1" dirty="0">
                <a:solidFill>
                  <a:schemeClr val="bg1"/>
                </a:solidFill>
                <a:effectLst>
                  <a:outerShdw blurRad="38100" dist="38100" dir="2700000" algn="tl">
                    <a:srgbClr val="000000"/>
                  </a:outerShdw>
                </a:effectLst>
                <a:latin typeface="思源黑体 CN Heavy" panose="020B0A00000000000000" pitchFamily="34" charset="-122"/>
                <a:ea typeface="思源黑体 CN Heavy" panose="020B0A00000000000000" pitchFamily="34" charset="-122"/>
              </a:rPr>
              <a:t>、</a:t>
            </a:r>
            <a:r>
              <a:rPr lang="en-US" altLang="zh-CN" b="1" dirty="0">
                <a:solidFill>
                  <a:schemeClr val="bg1"/>
                </a:solidFill>
                <a:effectLst>
                  <a:outerShdw blurRad="38100" dist="38100" dir="2700000" algn="tl">
                    <a:srgbClr val="000000"/>
                  </a:outerShdw>
                </a:effectLst>
                <a:latin typeface="思源黑体 CN Heavy" panose="020B0A00000000000000" pitchFamily="34" charset="-122"/>
                <a:ea typeface="思源黑体 CN Heavy" panose="020B0A00000000000000" pitchFamily="34" charset="-122"/>
              </a:rPr>
              <a:t>9</a:t>
            </a:r>
            <a:r>
              <a:rPr lang="zh-CN" altLang="en-US" b="1" dirty="0">
                <a:solidFill>
                  <a:schemeClr val="bg1"/>
                </a:solidFill>
                <a:effectLst>
                  <a:outerShdw blurRad="38100" dist="38100" dir="2700000" algn="tl">
                    <a:srgbClr val="000000"/>
                  </a:outerShdw>
                </a:effectLst>
                <a:latin typeface="思源黑体 CN Heavy" panose="020B0A00000000000000" pitchFamily="34" charset="-122"/>
                <a:ea typeface="思源黑体 CN Heavy" panose="020B0A00000000000000" pitchFamily="34" charset="-122"/>
              </a:rPr>
              <a:t>）</a:t>
            </a:r>
            <a:r>
              <a:rPr lang="en-US" altLang="zh-CN" b="1" dirty="0">
                <a:solidFill>
                  <a:schemeClr val="bg1"/>
                </a:solidFill>
                <a:latin typeface="思源黑体 CN Heavy" panose="020B0A00000000000000" pitchFamily="34" charset="-122"/>
                <a:ea typeface="思源黑体 CN Heavy" panose="020B0A00000000000000" pitchFamily="34" charset="-122"/>
              </a:rPr>
              <a:t> </a:t>
            </a:r>
          </a:p>
        </p:txBody>
      </p:sp>
      <p:sp>
        <p:nvSpPr>
          <p:cNvPr id="834568" name="Rectangle 8"/>
          <p:cNvSpPr>
            <a:spLocks noChangeArrowheads="1"/>
          </p:cNvSpPr>
          <p:nvPr/>
        </p:nvSpPr>
        <p:spPr bwMode="auto">
          <a:xfrm>
            <a:off x="811666" y="982176"/>
            <a:ext cx="10685009" cy="4893647"/>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a:t>
            </a:r>
            <a:r>
              <a:rPr lang="zh-CN" altLang="en-US" b="1" dirty="0">
                <a:effectLst>
                  <a:outerShdw blurRad="50800" dist="50800" dir="2700000" algn="ctr" rotWithShape="0">
                    <a:schemeClr val="bg1"/>
                  </a:outerShdw>
                </a:effectLst>
                <a:latin typeface="楷体" panose="02010609060101010101" pitchFamily="49" charset="-122"/>
                <a:ea typeface="楷体" panose="02010609060101010101" pitchFamily="49" charset="-122"/>
              </a:rPr>
              <a:t>本章所介绍的主要内容是整型数据、实型数据和字符型数据的常量表示法和变量定义格式，以及可以作用于这些数据类型的运算符。虽然本章的内容比较烦杂，学起来也许比较枯燥，但本章的内容是学好</a:t>
            </a:r>
            <a:r>
              <a:rPr lang="en-US" altLang="zh-CN" b="1" dirty="0">
                <a:effectLst>
                  <a:outerShdw blurRad="50800" dist="50800" dir="2700000" algn="ctr" rotWithShape="0">
                    <a:schemeClr val="bg1"/>
                  </a:outerShdw>
                </a:effectLst>
                <a:latin typeface="楷体" panose="02010609060101010101" pitchFamily="49" charset="-122"/>
                <a:ea typeface="楷体" panose="02010609060101010101" pitchFamily="49" charset="-122"/>
              </a:rPr>
              <a:t>C</a:t>
            </a:r>
            <a:r>
              <a:rPr lang="zh-CN" altLang="en-US" b="1" dirty="0">
                <a:effectLst>
                  <a:outerShdw blurRad="50800" dist="50800" dir="2700000" algn="ctr" rotWithShape="0">
                    <a:schemeClr val="bg1"/>
                  </a:outerShdw>
                </a:effectLst>
                <a:latin typeface="楷体" panose="02010609060101010101" pitchFamily="49" charset="-122"/>
                <a:ea typeface="楷体" panose="02010609060101010101" pitchFamily="49" charset="-122"/>
              </a:rPr>
              <a:t>语言的基础，是每个</a:t>
            </a:r>
            <a:r>
              <a:rPr lang="en-US" altLang="zh-CN" b="1" dirty="0">
                <a:effectLst>
                  <a:outerShdw blurRad="50800" dist="50800" dir="2700000" algn="ctr" rotWithShape="0">
                    <a:schemeClr val="bg1"/>
                  </a:outerShdw>
                </a:effectLst>
                <a:latin typeface="楷体" panose="02010609060101010101" pitchFamily="49" charset="-122"/>
                <a:ea typeface="楷体" panose="02010609060101010101" pitchFamily="49" charset="-122"/>
              </a:rPr>
              <a:t>C</a:t>
            </a:r>
            <a:r>
              <a:rPr lang="zh-CN" altLang="en-US" b="1" dirty="0">
                <a:effectLst>
                  <a:outerShdw blurRad="50800" dist="50800" dir="2700000" algn="ctr" rotWithShape="0">
                    <a:schemeClr val="bg1"/>
                  </a:outerShdw>
                </a:effectLst>
                <a:latin typeface="楷体" panose="02010609060101010101" pitchFamily="49" charset="-122"/>
                <a:ea typeface="楷体" panose="02010609060101010101" pitchFamily="49" charset="-122"/>
              </a:rPr>
              <a:t>语言程序员必须熟练掌握的。现在我们一起来回忆一下本章有哪些内容值得我们特别留意和必须深刻领会的呢？</a:t>
            </a:r>
          </a:p>
          <a:p>
            <a:pPr marL="800100" lvl="1" indent="-342900">
              <a:buClr>
                <a:srgbClr val="C01920"/>
              </a:buClr>
              <a:buFont typeface="Wingdings" panose="05000000000000000000" pitchFamily="2" charset="2"/>
              <a:buChar char="l"/>
            </a:pPr>
            <a:r>
              <a:rPr lang="zh-CN" altLang="en-US" b="1" dirty="0">
                <a:solidFill>
                  <a:srgbClr val="C01920"/>
                </a:solidFill>
                <a:effectLst>
                  <a:outerShdw blurRad="50800" dist="50800" dir="2700000" algn="ctr" rotWithShape="0">
                    <a:schemeClr val="bg1"/>
                  </a:outerShdw>
                </a:effectLst>
                <a:latin typeface="楷体" panose="02010609060101010101" pitchFamily="49" charset="-122"/>
                <a:ea typeface="楷体" panose="02010609060101010101" pitchFamily="49" charset="-122"/>
              </a:rPr>
              <a:t> 变量的含义</a:t>
            </a:r>
          </a:p>
          <a:p>
            <a:pPr marL="800100" lvl="1" indent="-342900">
              <a:buClr>
                <a:srgbClr val="C01920"/>
              </a:buClr>
              <a:buFont typeface="Wingdings" panose="05000000000000000000" pitchFamily="2" charset="2"/>
              <a:buChar char="l"/>
            </a:pPr>
            <a:r>
              <a:rPr lang="zh-CN" altLang="en-US" b="1" dirty="0">
                <a:solidFill>
                  <a:srgbClr val="C01920"/>
                </a:solidFill>
                <a:effectLst>
                  <a:outerShdw blurRad="50800" dist="50800" dir="2700000" algn="ctr" rotWithShape="0">
                    <a:schemeClr val="bg1"/>
                  </a:outerShdw>
                </a:effectLst>
                <a:latin typeface="楷体" panose="02010609060101010101" pitchFamily="49" charset="-122"/>
                <a:ea typeface="楷体" panose="02010609060101010101" pitchFamily="49" charset="-122"/>
              </a:rPr>
              <a:t> 数据在内存中的表示形式</a:t>
            </a:r>
          </a:p>
          <a:p>
            <a:pPr marL="800100" lvl="1" indent="-342900">
              <a:buClr>
                <a:srgbClr val="C01920"/>
              </a:buClr>
              <a:buFont typeface="Wingdings" panose="05000000000000000000" pitchFamily="2" charset="2"/>
              <a:buChar char="l"/>
            </a:pPr>
            <a:r>
              <a:rPr lang="zh-CN" altLang="en-US" b="1" dirty="0">
                <a:solidFill>
                  <a:srgbClr val="C01920"/>
                </a:solidFill>
                <a:effectLst>
                  <a:outerShdw blurRad="50800" dist="50800" dir="2700000" algn="ctr" rotWithShape="0">
                    <a:schemeClr val="bg1"/>
                  </a:outerShdw>
                </a:effectLst>
                <a:latin typeface="楷体" panose="02010609060101010101" pitchFamily="49" charset="-122"/>
                <a:ea typeface="楷体" panose="02010609060101010101" pitchFamily="49" charset="-122"/>
              </a:rPr>
              <a:t> 不同类型的数据在内存中的表示范围</a:t>
            </a:r>
          </a:p>
          <a:p>
            <a:pPr marL="800100" lvl="1" indent="-342900">
              <a:buClr>
                <a:srgbClr val="C01920"/>
              </a:buClr>
              <a:buFont typeface="Wingdings" panose="05000000000000000000" pitchFamily="2" charset="2"/>
              <a:buChar char="l"/>
            </a:pPr>
            <a:r>
              <a:rPr lang="zh-CN" altLang="en-US" b="1" dirty="0">
                <a:solidFill>
                  <a:srgbClr val="C01920"/>
                </a:solidFill>
                <a:effectLst>
                  <a:outerShdw blurRad="50800" dist="50800" dir="2700000" algn="ctr" rotWithShape="0">
                    <a:schemeClr val="bg1"/>
                  </a:outerShdw>
                </a:effectLst>
                <a:latin typeface="楷体" panose="02010609060101010101" pitchFamily="49" charset="-122"/>
                <a:ea typeface="楷体" panose="02010609060101010101" pitchFamily="49" charset="-122"/>
              </a:rPr>
              <a:t> 转义字符</a:t>
            </a:r>
          </a:p>
          <a:p>
            <a:pPr marL="800100" lvl="1" indent="-342900">
              <a:buClr>
                <a:srgbClr val="C01920"/>
              </a:buClr>
              <a:buFont typeface="Wingdings" panose="05000000000000000000" pitchFamily="2" charset="2"/>
              <a:buChar char="l"/>
            </a:pPr>
            <a:r>
              <a:rPr lang="zh-CN" altLang="en-US" b="1" dirty="0">
                <a:solidFill>
                  <a:srgbClr val="C01920"/>
                </a:solidFill>
                <a:effectLst>
                  <a:outerShdw blurRad="50800" dist="50800" dir="2700000" algn="ctr" rotWithShape="0">
                    <a:schemeClr val="bg1"/>
                  </a:outerShdw>
                </a:effectLst>
                <a:latin typeface="楷体" panose="02010609060101010101" pitchFamily="49" charset="-122"/>
                <a:ea typeface="楷体" panose="02010609060101010101" pitchFamily="49" charset="-122"/>
              </a:rPr>
              <a:t> 有符号数与无符号数的区别</a:t>
            </a:r>
          </a:p>
          <a:p>
            <a:pPr marL="800100" lvl="1" indent="-342900">
              <a:buClr>
                <a:srgbClr val="C01920"/>
              </a:buClr>
              <a:buFont typeface="Wingdings" panose="05000000000000000000" pitchFamily="2" charset="2"/>
              <a:buChar char="l"/>
            </a:pPr>
            <a:r>
              <a:rPr lang="zh-CN" altLang="en-US" b="1" dirty="0">
                <a:solidFill>
                  <a:srgbClr val="C01920"/>
                </a:solidFill>
                <a:effectLst>
                  <a:outerShdw blurRad="50800" dist="50800" dir="2700000" algn="ctr" rotWithShape="0">
                    <a:schemeClr val="bg1"/>
                  </a:outerShdw>
                </a:effectLst>
                <a:latin typeface="楷体" panose="02010609060101010101" pitchFamily="49" charset="-122"/>
                <a:ea typeface="楷体" panose="02010609060101010101" pitchFamily="49" charset="-122"/>
              </a:rPr>
              <a:t> 数据类型的自动转换与强制类型转换</a:t>
            </a:r>
          </a:p>
          <a:p>
            <a:pPr marL="800100" lvl="1" indent="-342900">
              <a:buClr>
                <a:srgbClr val="C01920"/>
              </a:buClr>
              <a:buFont typeface="Wingdings" panose="05000000000000000000" pitchFamily="2" charset="2"/>
              <a:buChar char="l"/>
            </a:pPr>
            <a:r>
              <a:rPr lang="zh-CN" altLang="en-US" b="1" dirty="0">
                <a:solidFill>
                  <a:srgbClr val="C01920"/>
                </a:solidFill>
                <a:effectLst>
                  <a:outerShdw blurRad="50800" dist="50800" dir="2700000" algn="ctr" rotWithShape="0">
                    <a:schemeClr val="bg1"/>
                  </a:outerShdw>
                </a:effectLst>
                <a:latin typeface="楷体" panose="02010609060101010101" pitchFamily="49" charset="-122"/>
                <a:ea typeface="楷体" panose="02010609060101010101" pitchFamily="49" charset="-122"/>
              </a:rPr>
              <a:t> 各种运算符、运算符的优先级和结合性</a:t>
            </a:r>
            <a:endParaRPr lang="en-US" altLang="zh-CN" b="1" dirty="0">
              <a:solidFill>
                <a:srgbClr val="C01920"/>
              </a:solidFill>
              <a:effectLst>
                <a:outerShdw blurRad="50800" dist="50800" dir="2700000" algn="ctr" rotWithShape="0">
                  <a:schemeClr val="bg1"/>
                </a:outerShdw>
              </a:effectLst>
              <a:latin typeface="楷体" panose="02010609060101010101" pitchFamily="49" charset="-122"/>
              <a:ea typeface="楷体" panose="02010609060101010101" pitchFamily="49" charset="-122"/>
            </a:endParaRPr>
          </a:p>
          <a:p>
            <a:pPr marL="800100" lvl="1" indent="-342900">
              <a:buClr>
                <a:srgbClr val="C01920"/>
              </a:buClr>
              <a:buFont typeface="Wingdings" panose="05000000000000000000" pitchFamily="2" charset="2"/>
              <a:buChar char="l"/>
            </a:pPr>
            <a:r>
              <a:rPr lang="zh-CN" altLang="en-US" b="1" dirty="0">
                <a:solidFill>
                  <a:srgbClr val="C01920"/>
                </a:solidFill>
                <a:effectLst>
                  <a:outerShdw blurRad="50800" dist="50800" dir="2700000" algn="ctr" rotWithShape="0">
                    <a:schemeClr val="bg1"/>
                  </a:outerShdw>
                </a:effectLst>
                <a:latin typeface="楷体" panose="02010609060101010101" pitchFamily="49" charset="-122"/>
                <a:ea typeface="楷体" panose="02010609060101010101" pitchFamily="49" charset="-122"/>
              </a:rPr>
              <a:t> 有符号数与无符号数之间的运算问题</a:t>
            </a:r>
          </a:p>
        </p:txBody>
      </p:sp>
      <p:sp>
        <p:nvSpPr>
          <p:cNvPr id="8" name="Rectangle 4">
            <a:extLst>
              <a:ext uri="{FF2B5EF4-FFF2-40B4-BE49-F238E27FC236}">
                <a16:creationId xmlns:a16="http://schemas.microsoft.com/office/drawing/2014/main" id="{B37DA369-3A99-4B18-A5F1-457E3C6D13DB}"/>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本章小结</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34568">
                                            <p:txEl>
                                              <p:pRg st="0" end="0"/>
                                            </p:txEl>
                                          </p:spTgt>
                                        </p:tgtEl>
                                        <p:attrNameLst>
                                          <p:attrName>style.visibility</p:attrName>
                                        </p:attrNameLst>
                                      </p:cBhvr>
                                      <p:to>
                                        <p:strVal val="visible"/>
                                      </p:to>
                                    </p:set>
                                    <p:anim calcmode="lin" valueType="num">
                                      <p:cBhvr additive="base">
                                        <p:cTn id="7" dur="500" fill="hold"/>
                                        <p:tgtEl>
                                          <p:spTgt spid="83456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34568">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34568">
                                            <p:txEl>
                                              <p:pRg st="1" end="1"/>
                                            </p:txEl>
                                          </p:spTgt>
                                        </p:tgtEl>
                                        <p:attrNameLst>
                                          <p:attrName>style.visibility</p:attrName>
                                        </p:attrNameLst>
                                      </p:cBhvr>
                                      <p:to>
                                        <p:strVal val="visible"/>
                                      </p:to>
                                    </p:set>
                                    <p:anim calcmode="lin" valueType="num">
                                      <p:cBhvr additive="base">
                                        <p:cTn id="13" dur="500" fill="hold"/>
                                        <p:tgtEl>
                                          <p:spTgt spid="83456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34568">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34568">
                                            <p:txEl>
                                              <p:pRg st="2" end="2"/>
                                            </p:txEl>
                                          </p:spTgt>
                                        </p:tgtEl>
                                        <p:attrNameLst>
                                          <p:attrName>style.visibility</p:attrName>
                                        </p:attrNameLst>
                                      </p:cBhvr>
                                      <p:to>
                                        <p:strVal val="visible"/>
                                      </p:to>
                                    </p:set>
                                    <p:anim calcmode="lin" valueType="num">
                                      <p:cBhvr additive="base">
                                        <p:cTn id="19" dur="500" fill="hold"/>
                                        <p:tgtEl>
                                          <p:spTgt spid="83456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34568">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34568">
                                            <p:txEl>
                                              <p:pRg st="3" end="3"/>
                                            </p:txEl>
                                          </p:spTgt>
                                        </p:tgtEl>
                                        <p:attrNameLst>
                                          <p:attrName>style.visibility</p:attrName>
                                        </p:attrNameLst>
                                      </p:cBhvr>
                                      <p:to>
                                        <p:strVal val="visible"/>
                                      </p:to>
                                    </p:set>
                                    <p:anim calcmode="lin" valueType="num">
                                      <p:cBhvr additive="base">
                                        <p:cTn id="25" dur="500" fill="hold"/>
                                        <p:tgtEl>
                                          <p:spTgt spid="83456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34568">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34568">
                                            <p:txEl>
                                              <p:pRg st="4" end="4"/>
                                            </p:txEl>
                                          </p:spTgt>
                                        </p:tgtEl>
                                        <p:attrNameLst>
                                          <p:attrName>style.visibility</p:attrName>
                                        </p:attrNameLst>
                                      </p:cBhvr>
                                      <p:to>
                                        <p:strVal val="visible"/>
                                      </p:to>
                                    </p:set>
                                    <p:anim calcmode="lin" valueType="num">
                                      <p:cBhvr additive="base">
                                        <p:cTn id="31" dur="500" fill="hold"/>
                                        <p:tgtEl>
                                          <p:spTgt spid="83456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34568">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34568">
                                            <p:txEl>
                                              <p:pRg st="5" end="5"/>
                                            </p:txEl>
                                          </p:spTgt>
                                        </p:tgtEl>
                                        <p:attrNameLst>
                                          <p:attrName>style.visibility</p:attrName>
                                        </p:attrNameLst>
                                      </p:cBhvr>
                                      <p:to>
                                        <p:strVal val="visible"/>
                                      </p:to>
                                    </p:set>
                                    <p:anim calcmode="lin" valueType="num">
                                      <p:cBhvr additive="base">
                                        <p:cTn id="37" dur="500" fill="hold"/>
                                        <p:tgtEl>
                                          <p:spTgt spid="83456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34568">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834568">
                                            <p:txEl>
                                              <p:pRg st="6" end="6"/>
                                            </p:txEl>
                                          </p:spTgt>
                                        </p:tgtEl>
                                        <p:attrNameLst>
                                          <p:attrName>style.visibility</p:attrName>
                                        </p:attrNameLst>
                                      </p:cBhvr>
                                      <p:to>
                                        <p:strVal val="visible"/>
                                      </p:to>
                                    </p:set>
                                    <p:anim calcmode="lin" valueType="num">
                                      <p:cBhvr additive="base">
                                        <p:cTn id="43" dur="500" fill="hold"/>
                                        <p:tgtEl>
                                          <p:spTgt spid="834568">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34568">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834568">
                                            <p:txEl>
                                              <p:pRg st="7" end="7"/>
                                            </p:txEl>
                                          </p:spTgt>
                                        </p:tgtEl>
                                        <p:attrNameLst>
                                          <p:attrName>style.visibility</p:attrName>
                                        </p:attrNameLst>
                                      </p:cBhvr>
                                      <p:to>
                                        <p:strVal val="visible"/>
                                      </p:to>
                                    </p:set>
                                    <p:anim calcmode="lin" valueType="num">
                                      <p:cBhvr additive="base">
                                        <p:cTn id="49" dur="500" fill="hold"/>
                                        <p:tgtEl>
                                          <p:spTgt spid="834568">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834568">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2" name="camera.wav"/>
                                        </p:tgtEl>
                                      </p:cMediaNode>
                                    </p:audio>
                                  </p:sub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834568">
                                            <p:txEl>
                                              <p:pRg st="8" end="8"/>
                                            </p:txEl>
                                          </p:spTgt>
                                        </p:tgtEl>
                                        <p:attrNameLst>
                                          <p:attrName>style.visibility</p:attrName>
                                        </p:attrNameLst>
                                      </p:cBhvr>
                                      <p:to>
                                        <p:strVal val="visible"/>
                                      </p:to>
                                    </p:set>
                                    <p:anim calcmode="lin" valueType="num">
                                      <p:cBhvr additive="base">
                                        <p:cTn id="55" dur="500" fill="hold"/>
                                        <p:tgtEl>
                                          <p:spTgt spid="834568">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834568">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2" name="camera.wav"/>
                                        </p:tgtEl>
                                      </p:cMediaNode>
                                    </p:audio>
                                  </p:subTnLst>
                                </p:cTn>
                              </p:par>
                            </p:childTnLst>
                          </p:cTn>
                        </p:par>
                      </p:childTnLst>
                    </p:cTn>
                  </p:par>
                  <p:par>
                    <p:cTn id="57" fill="hold">
                      <p:stCondLst>
                        <p:cond delay="indefinite"/>
                      </p:stCondLst>
                      <p:childTnLst>
                        <p:par>
                          <p:cTn id="58" fill="hold">
                            <p:stCondLst>
                              <p:cond delay="0"/>
                            </p:stCondLst>
                            <p:childTnLst>
                              <p:par>
                                <p:cTn id="59" presetID="8" presetClass="entr" presetSubtype="16" fill="hold" grpId="0" nodeType="clickEffect">
                                  <p:stCondLst>
                                    <p:cond delay="0"/>
                                  </p:stCondLst>
                                  <p:childTnLst>
                                    <p:set>
                                      <p:cBhvr>
                                        <p:cTn id="60" dur="1" fill="hold">
                                          <p:stCondLst>
                                            <p:cond delay="0"/>
                                          </p:stCondLst>
                                        </p:cTn>
                                        <p:tgtEl>
                                          <p:spTgt spid="834564"/>
                                        </p:tgtEl>
                                        <p:attrNameLst>
                                          <p:attrName>style.visibility</p:attrName>
                                        </p:attrNameLst>
                                      </p:cBhvr>
                                      <p:to>
                                        <p:strVal val="visible"/>
                                      </p:to>
                                    </p:set>
                                    <p:animEffect transition="in" filter="diamond(in)">
                                      <p:cBhvr>
                                        <p:cTn id="61" dur="2000"/>
                                        <p:tgtEl>
                                          <p:spTgt spid="834564"/>
                                        </p:tgtEl>
                                      </p:cBhvr>
                                    </p:animEffect>
                                  </p:childTnLst>
                                  <p:subTnLst>
                                    <p:audio>
                                      <p:cMediaNode>
                                        <p:cTn display="0" masterRel="sameClick">
                                          <p:stCondLst>
                                            <p:cond evt="begin" delay="0">
                                              <p:tn val="59"/>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4564"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片包含 图示&#10;&#10;描述已自动生成">
            <a:extLst>
              <a:ext uri="{FF2B5EF4-FFF2-40B4-BE49-F238E27FC236}">
                <a16:creationId xmlns:a16="http://schemas.microsoft.com/office/drawing/2014/main" id="{6786D2E8-A965-4475-ABFD-4583DDBBFEB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79576" y="1241757"/>
            <a:ext cx="7776864" cy="4374486"/>
          </a:xfrm>
          <a:prstGeom prst="rect">
            <a:avLst/>
          </a:prstGeom>
        </p:spPr>
      </p:pic>
      <p:sp>
        <p:nvSpPr>
          <p:cNvPr id="6" name="文本框 5">
            <a:extLst>
              <a:ext uri="{FF2B5EF4-FFF2-40B4-BE49-F238E27FC236}">
                <a16:creationId xmlns:a16="http://schemas.microsoft.com/office/drawing/2014/main" id="{D6D1ECF0-97FF-4328-931A-88315164A5A3}"/>
              </a:ext>
            </a:extLst>
          </p:cNvPr>
          <p:cNvSpPr txBox="1"/>
          <p:nvPr/>
        </p:nvSpPr>
        <p:spPr>
          <a:xfrm>
            <a:off x="1883532" y="5877272"/>
            <a:ext cx="8424936" cy="369332"/>
          </a:xfrm>
          <a:prstGeom prst="rect">
            <a:avLst/>
          </a:prstGeom>
          <a:noFill/>
        </p:spPr>
        <p:txBody>
          <a:bodyPr wrap="square" rtlCol="0">
            <a:spAutoFit/>
          </a:bodyPr>
          <a:lstStyle/>
          <a:p>
            <a:r>
              <a:rPr lang="zh-CN" altLang="en-US" sz="1800" dirty="0">
                <a:latin typeface="思源黑体 CN Heavy" panose="020B0A00000000000000" pitchFamily="34" charset="-122"/>
                <a:ea typeface="思源黑体 CN Heavy" panose="020B0A00000000000000" pitchFamily="34" charset="-122"/>
              </a:rPr>
              <a:t>本课件版权归清华大学出版社所有，仅提供教师教学使用，其他用途一律视为侵权</a:t>
            </a:r>
          </a:p>
        </p:txBody>
      </p:sp>
    </p:spTree>
    <p:extLst>
      <p:ext uri="{BB962C8B-B14F-4D97-AF65-F5344CB8AC3E}">
        <p14:creationId xmlns:p14="http://schemas.microsoft.com/office/powerpoint/2010/main" val="2518179668"/>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subTnLst>
                                    <p:audio>
                                      <p:cMediaNode>
                                        <p:cTn display="0" masterRel="sameClick">
                                          <p:stCondLst>
                                            <p:cond evt="begin" delay="0">
                                              <p:tn val="5"/>
                                            </p:cond>
                                          </p:stCondLst>
                                          <p:endCondLst>
                                            <p:cond evt="onStopAudio" delay="0">
                                              <p:tgtEl>
                                                <p:sldTgt/>
                                              </p:tgtEl>
                                            </p:cond>
                                          </p:endCondLst>
                                        </p:cTn>
                                        <p:tgtEl>
                                          <p:sndTgt r:embed="rId3" name="bomb.wav"/>
                                        </p:tgtEl>
                                      </p:cMediaNode>
                                    </p:audio>
                                  </p:subTnLst>
                                </p:cTn>
                              </p:par>
                              <p:par>
                                <p:cTn id="11" presetID="16" presetClass="entr" presetSubtype="21"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inVertical)">
                                      <p:cBhvr>
                                        <p:cTn id="13" dur="500"/>
                                        <p:tgtEl>
                                          <p:spTgt spid="6"/>
                                        </p:tgtEl>
                                      </p:cBhvr>
                                    </p:animEffect>
                                  </p:childTnLst>
                                  <p:subTnLst>
                                    <p:audio>
                                      <p:cMediaNode>
                                        <p:cTn display="0" masterRel="sameClick">
                                          <p:stCondLst>
                                            <p:cond evt="begin" delay="0">
                                              <p:tn val="11"/>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11999</TotalTime>
  <Words>23298</Words>
  <Application>Microsoft Office PowerPoint</Application>
  <PresentationFormat>宽屏</PresentationFormat>
  <Paragraphs>3096</Paragraphs>
  <Slides>56</Slides>
  <Notes>38</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56</vt:i4>
      </vt:variant>
    </vt:vector>
  </HeadingPairs>
  <TitlesOfParts>
    <vt:vector size="69" baseType="lpstr">
      <vt:lpstr>黑体</vt:lpstr>
      <vt:lpstr>华文琥珀</vt:lpstr>
      <vt:lpstr>华文新魏</vt:lpstr>
      <vt:lpstr>楷体</vt:lpstr>
      <vt:lpstr>楷体_GB2312</vt:lpstr>
      <vt:lpstr>隶书</vt:lpstr>
      <vt:lpstr>思源黑体 CN Heavy</vt:lpstr>
      <vt:lpstr>宋体</vt:lpstr>
      <vt:lpstr>微软雅黑</vt:lpstr>
      <vt:lpstr>Arial</vt:lpstr>
      <vt:lpstr>Times New Roman</vt:lpstr>
      <vt:lpstr>Wingdings</vt:lpstr>
      <vt:lpstr>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yanweimin</dc:creator>
  <cp:lastModifiedBy>A83381</cp:lastModifiedBy>
  <cp:revision>779</cp:revision>
  <dcterms:created xsi:type="dcterms:W3CDTF">1999-05-31T10:27:02Z</dcterms:created>
  <dcterms:modified xsi:type="dcterms:W3CDTF">2022-06-13T02:10:23Z</dcterms:modified>
</cp:coreProperties>
</file>