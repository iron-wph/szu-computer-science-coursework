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818" r:id="rId2"/>
    <p:sldId id="842" r:id="rId3"/>
    <p:sldId id="794" r:id="rId4"/>
    <p:sldId id="843" r:id="rId5"/>
    <p:sldId id="766" r:id="rId6"/>
    <p:sldId id="770" r:id="rId7"/>
    <p:sldId id="771" r:id="rId8"/>
    <p:sldId id="772" r:id="rId9"/>
    <p:sldId id="773" r:id="rId10"/>
    <p:sldId id="774" r:id="rId11"/>
    <p:sldId id="775" r:id="rId12"/>
    <p:sldId id="776" r:id="rId13"/>
    <p:sldId id="777" r:id="rId14"/>
    <p:sldId id="778" r:id="rId15"/>
    <p:sldId id="779" r:id="rId16"/>
    <p:sldId id="780" r:id="rId17"/>
    <p:sldId id="824" r:id="rId18"/>
    <p:sldId id="825" r:id="rId19"/>
    <p:sldId id="826" r:id="rId20"/>
    <p:sldId id="827" r:id="rId21"/>
    <p:sldId id="828" r:id="rId22"/>
    <p:sldId id="829" r:id="rId23"/>
    <p:sldId id="830" r:id="rId24"/>
    <p:sldId id="831" r:id="rId25"/>
    <p:sldId id="781" r:id="rId26"/>
    <p:sldId id="782" r:id="rId27"/>
    <p:sldId id="783" r:id="rId28"/>
    <p:sldId id="784" r:id="rId29"/>
    <p:sldId id="785" r:id="rId30"/>
    <p:sldId id="786" r:id="rId31"/>
    <p:sldId id="787" r:id="rId32"/>
    <p:sldId id="788" r:id="rId33"/>
    <p:sldId id="789" r:id="rId34"/>
    <p:sldId id="790" r:id="rId35"/>
    <p:sldId id="791" r:id="rId36"/>
    <p:sldId id="792" r:id="rId37"/>
    <p:sldId id="793" r:id="rId38"/>
    <p:sldId id="832" r:id="rId39"/>
    <p:sldId id="833" r:id="rId40"/>
    <p:sldId id="796" r:id="rId41"/>
    <p:sldId id="797" r:id="rId42"/>
    <p:sldId id="798" r:id="rId43"/>
    <p:sldId id="799" r:id="rId44"/>
    <p:sldId id="834" r:id="rId45"/>
    <p:sldId id="835" r:id="rId46"/>
    <p:sldId id="836" r:id="rId47"/>
    <p:sldId id="837" r:id="rId48"/>
    <p:sldId id="838" r:id="rId49"/>
    <p:sldId id="800" r:id="rId50"/>
    <p:sldId id="801" r:id="rId51"/>
    <p:sldId id="802" r:id="rId52"/>
    <p:sldId id="803" r:id="rId53"/>
    <p:sldId id="804" r:id="rId54"/>
    <p:sldId id="805" r:id="rId55"/>
    <p:sldId id="806" r:id="rId56"/>
    <p:sldId id="807" r:id="rId57"/>
    <p:sldId id="808" r:id="rId58"/>
    <p:sldId id="809" r:id="rId59"/>
    <p:sldId id="810" r:id="rId60"/>
    <p:sldId id="811" r:id="rId61"/>
    <p:sldId id="812" r:id="rId62"/>
    <p:sldId id="813" r:id="rId63"/>
    <p:sldId id="814" r:id="rId64"/>
    <p:sldId id="815" r:id="rId65"/>
    <p:sldId id="816" r:id="rId66"/>
    <p:sldId id="817" r:id="rId67"/>
    <p:sldId id="839" r:id="rId68"/>
    <p:sldId id="822" r:id="rId69"/>
    <p:sldId id="840" r:id="rId70"/>
    <p:sldId id="841" r:id="rId71"/>
    <p:sldId id="820" r:id="rId72"/>
    <p:sldId id="821" r:id="rId73"/>
    <p:sldId id="823" r:id="rId74"/>
    <p:sldId id="819" r:id="rId75"/>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2" pos="3840" userDrawn="1">
          <p15:clr>
            <a:srgbClr val="A4A3A4"/>
          </p15:clr>
        </p15:guide>
        <p15:guide id="4" pos="982" userDrawn="1">
          <p15:clr>
            <a:srgbClr val="A4A3A4"/>
          </p15:clr>
        </p15:guide>
        <p15:guide id="5" pos="438" userDrawn="1">
          <p15:clr>
            <a:srgbClr val="A4A3A4"/>
          </p15:clr>
        </p15:guide>
        <p15:guide id="6" pos="7015" userDrawn="1">
          <p15:clr>
            <a:srgbClr val="A4A3A4"/>
          </p15:clr>
        </p15:guide>
        <p15:guide id="7" orient="horz" pos="2160">
          <p15:clr>
            <a:srgbClr val="A4A3A4"/>
          </p15:clr>
        </p15:guide>
        <p15:guide id="8" pos="6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CFD1"/>
    <a:srgbClr val="DDFAED"/>
    <a:srgbClr val="F0E5B7"/>
    <a:srgbClr val="C01920"/>
    <a:srgbClr val="BD6368"/>
    <a:srgbClr val="BAA1B9"/>
    <a:srgbClr val="BEDFC4"/>
    <a:srgbClr val="CF0D9E"/>
    <a:srgbClr val="9CF7FF"/>
    <a:srgbClr val="0909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17" autoAdjust="0"/>
    <p:restoredTop sz="95285" autoAdjust="0"/>
  </p:normalViewPr>
  <p:slideViewPr>
    <p:cSldViewPr>
      <p:cViewPr varScale="1">
        <p:scale>
          <a:sx n="79" d="100"/>
          <a:sy n="79" d="100"/>
        </p:scale>
        <p:origin x="931" y="53"/>
      </p:cViewPr>
      <p:guideLst>
        <p:guide pos="3840"/>
        <p:guide pos="982"/>
        <p:guide pos="438"/>
        <p:guide pos="7015"/>
        <p:guide orient="horz" pos="2160"/>
        <p:guide pos="66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76E37FF-4EAF-470E-BD31-3D917444AAA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1</a:t>
            </a:fld>
            <a:endParaRPr lang="en-US" altLang="zh-CN" dirty="0"/>
          </a:p>
        </p:txBody>
      </p:sp>
    </p:spTree>
    <p:extLst>
      <p:ext uri="{BB962C8B-B14F-4D97-AF65-F5344CB8AC3E}">
        <p14:creationId xmlns:p14="http://schemas.microsoft.com/office/powerpoint/2010/main" val="1473123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3D8839-C5AB-4018-B67A-8BAE0943C859}" type="slidenum">
              <a:rPr lang="en-US" altLang="zh-CN"/>
              <a:pPr/>
              <a:t>2</a:t>
            </a:fld>
            <a:endParaRPr lang="en-US" altLang="zh-CN"/>
          </a:p>
        </p:txBody>
      </p:sp>
      <p:sp>
        <p:nvSpPr>
          <p:cNvPr id="744450" name="Rectangle 2"/>
          <p:cNvSpPr>
            <a:spLocks noGrp="1" noRot="1" noChangeAspect="1" noChangeArrowheads="1" noTextEdit="1"/>
          </p:cNvSpPr>
          <p:nvPr>
            <p:ph type="sldImg"/>
          </p:nvPr>
        </p:nvSpPr>
        <p:spPr>
          <a:xfrm>
            <a:off x="381000" y="685800"/>
            <a:ext cx="6096000" cy="3429000"/>
          </a:xfrm>
          <a:ln/>
        </p:spPr>
      </p:sp>
      <p:sp>
        <p:nvSpPr>
          <p:cNvPr id="744451"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DB8504-0127-4ADB-BE67-0B1D3C30F967}" type="slidenum">
              <a:rPr lang="en-US" altLang="zh-CN"/>
              <a:pPr/>
              <a:t>5</a:t>
            </a:fld>
            <a:endParaRPr lang="en-US" altLang="zh-CN"/>
          </a:p>
        </p:txBody>
      </p:sp>
      <p:sp>
        <p:nvSpPr>
          <p:cNvPr id="959490" name="Rectangle 2"/>
          <p:cNvSpPr>
            <a:spLocks noGrp="1" noRot="1" noChangeAspect="1" noChangeArrowheads="1" noTextEdit="1"/>
          </p:cNvSpPr>
          <p:nvPr>
            <p:ph type="sldImg"/>
          </p:nvPr>
        </p:nvSpPr>
        <p:spPr>
          <a:xfrm>
            <a:off x="381000" y="685800"/>
            <a:ext cx="6096000" cy="3429000"/>
          </a:xfrm>
          <a:ln/>
        </p:spPr>
      </p:sp>
      <p:sp>
        <p:nvSpPr>
          <p:cNvPr id="9594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BEFE78-6C82-4016-8ADB-9B8689CE0F81}" type="slidenum">
              <a:rPr lang="en-US" altLang="zh-CN"/>
              <a:pPr/>
              <a:t>6</a:t>
            </a:fld>
            <a:endParaRPr lang="en-US" altLang="zh-CN"/>
          </a:p>
        </p:txBody>
      </p:sp>
      <p:sp>
        <p:nvSpPr>
          <p:cNvPr id="1051650" name="Rectangle 2"/>
          <p:cNvSpPr>
            <a:spLocks noGrp="1" noRot="1" noChangeAspect="1" noChangeArrowheads="1" noTextEdit="1"/>
          </p:cNvSpPr>
          <p:nvPr>
            <p:ph type="sldImg"/>
          </p:nvPr>
        </p:nvSpPr>
        <p:spPr>
          <a:xfrm>
            <a:off x="381000" y="685800"/>
            <a:ext cx="6096000" cy="3429000"/>
          </a:xfrm>
          <a:ln/>
        </p:spPr>
      </p:sp>
      <p:sp>
        <p:nvSpPr>
          <p:cNvPr id="10516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5C6DC3-8DA5-4872-AA80-D62B5331487E}" type="slidenum">
              <a:rPr lang="en-US" altLang="zh-CN"/>
              <a:pPr/>
              <a:t>7</a:t>
            </a:fld>
            <a:endParaRPr lang="en-US" altLang="zh-CN"/>
          </a:p>
        </p:txBody>
      </p:sp>
      <p:sp>
        <p:nvSpPr>
          <p:cNvPr id="1053698" name="Rectangle 2"/>
          <p:cNvSpPr>
            <a:spLocks noGrp="1" noRot="1" noChangeAspect="1" noChangeArrowheads="1" noTextEdit="1"/>
          </p:cNvSpPr>
          <p:nvPr>
            <p:ph type="sldImg"/>
          </p:nvPr>
        </p:nvSpPr>
        <p:spPr>
          <a:xfrm>
            <a:off x="381000" y="685800"/>
            <a:ext cx="6096000" cy="3429000"/>
          </a:xfrm>
          <a:ln/>
        </p:spPr>
      </p:sp>
      <p:sp>
        <p:nvSpPr>
          <p:cNvPr id="10536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9A44A0-BFA9-4947-A87F-96C69DDA4049}" type="slidenum">
              <a:rPr lang="en-US" altLang="zh-CN"/>
              <a:pPr/>
              <a:t>8</a:t>
            </a:fld>
            <a:endParaRPr lang="en-US" altLang="zh-CN"/>
          </a:p>
        </p:txBody>
      </p:sp>
      <p:sp>
        <p:nvSpPr>
          <p:cNvPr id="1055746" name="Rectangle 2"/>
          <p:cNvSpPr>
            <a:spLocks noGrp="1" noRot="1" noChangeAspect="1" noChangeArrowheads="1" noTextEdit="1"/>
          </p:cNvSpPr>
          <p:nvPr>
            <p:ph type="sldImg"/>
          </p:nvPr>
        </p:nvSpPr>
        <p:spPr>
          <a:xfrm>
            <a:off x="381000" y="685800"/>
            <a:ext cx="6096000" cy="3429000"/>
          </a:xfrm>
          <a:ln/>
        </p:spPr>
      </p:sp>
      <p:sp>
        <p:nvSpPr>
          <p:cNvPr id="10557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808449-6576-47EF-A2DE-CE6332205483}" type="slidenum">
              <a:rPr lang="en-US" altLang="zh-CN"/>
              <a:pPr/>
              <a:t>9</a:t>
            </a:fld>
            <a:endParaRPr lang="en-US" altLang="zh-CN"/>
          </a:p>
        </p:txBody>
      </p:sp>
      <p:sp>
        <p:nvSpPr>
          <p:cNvPr id="1057794" name="Rectangle 2"/>
          <p:cNvSpPr>
            <a:spLocks noGrp="1" noRot="1" noChangeAspect="1" noChangeArrowheads="1" noTextEdit="1"/>
          </p:cNvSpPr>
          <p:nvPr>
            <p:ph type="sldImg"/>
          </p:nvPr>
        </p:nvSpPr>
        <p:spPr>
          <a:xfrm>
            <a:off x="381000" y="685800"/>
            <a:ext cx="6096000" cy="3429000"/>
          </a:xfrm>
          <a:ln/>
        </p:spPr>
      </p:sp>
      <p:sp>
        <p:nvSpPr>
          <p:cNvPr id="10577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1B112A-F980-4D52-BFDB-2C458214F8B2}" type="slidenum">
              <a:rPr lang="en-US" altLang="zh-CN"/>
              <a:pPr/>
              <a:t>10</a:t>
            </a:fld>
            <a:endParaRPr lang="en-US" altLang="zh-CN"/>
          </a:p>
        </p:txBody>
      </p:sp>
      <p:sp>
        <p:nvSpPr>
          <p:cNvPr id="1059842" name="Rectangle 2"/>
          <p:cNvSpPr>
            <a:spLocks noGrp="1" noRot="1" noChangeAspect="1" noChangeArrowheads="1" noTextEdit="1"/>
          </p:cNvSpPr>
          <p:nvPr>
            <p:ph type="sldImg"/>
          </p:nvPr>
        </p:nvSpPr>
        <p:spPr>
          <a:xfrm>
            <a:off x="381000" y="685800"/>
            <a:ext cx="6096000" cy="3429000"/>
          </a:xfrm>
          <a:ln/>
        </p:spPr>
      </p:sp>
      <p:sp>
        <p:nvSpPr>
          <p:cNvPr id="105984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46671C-1EC1-4CB5-A11A-13B5EFFD91F6}" type="slidenum">
              <a:rPr lang="en-US" altLang="zh-CN"/>
              <a:pPr/>
              <a:t>11</a:t>
            </a:fld>
            <a:endParaRPr lang="en-US" altLang="zh-CN"/>
          </a:p>
        </p:txBody>
      </p:sp>
      <p:sp>
        <p:nvSpPr>
          <p:cNvPr id="1061890" name="Rectangle 2"/>
          <p:cNvSpPr>
            <a:spLocks noGrp="1" noRot="1" noChangeAspect="1" noChangeArrowheads="1" noTextEdit="1"/>
          </p:cNvSpPr>
          <p:nvPr>
            <p:ph type="sldImg"/>
          </p:nvPr>
        </p:nvSpPr>
        <p:spPr>
          <a:xfrm>
            <a:off x="381000" y="685800"/>
            <a:ext cx="6096000" cy="3429000"/>
          </a:xfrm>
          <a:ln/>
        </p:spPr>
      </p:sp>
      <p:sp>
        <p:nvSpPr>
          <p:cNvPr id="10618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F5F6BD-E770-48F7-B33C-84E6BAB02D69}" type="slidenum">
              <a:rPr lang="en-US" altLang="zh-CN"/>
              <a:pPr/>
              <a:t>12</a:t>
            </a:fld>
            <a:endParaRPr lang="en-US" altLang="zh-CN"/>
          </a:p>
        </p:txBody>
      </p:sp>
      <p:sp>
        <p:nvSpPr>
          <p:cNvPr id="1063938" name="Rectangle 2"/>
          <p:cNvSpPr>
            <a:spLocks noGrp="1" noRot="1" noChangeAspect="1" noChangeArrowheads="1" noTextEdit="1"/>
          </p:cNvSpPr>
          <p:nvPr>
            <p:ph type="sldImg"/>
          </p:nvPr>
        </p:nvSpPr>
        <p:spPr>
          <a:xfrm>
            <a:off x="381000" y="685800"/>
            <a:ext cx="6096000" cy="3429000"/>
          </a:xfrm>
          <a:ln/>
        </p:spPr>
      </p:sp>
      <p:sp>
        <p:nvSpPr>
          <p:cNvPr id="10639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6B9B5D-E316-4F0D-B8AB-B1CE8635F6F5}" type="slidenum">
              <a:rPr lang="en-US" altLang="zh-CN"/>
              <a:pPr/>
              <a:t>13</a:t>
            </a:fld>
            <a:endParaRPr lang="en-US" altLang="zh-CN"/>
          </a:p>
        </p:txBody>
      </p:sp>
      <p:sp>
        <p:nvSpPr>
          <p:cNvPr id="1068034" name="Rectangle 2"/>
          <p:cNvSpPr>
            <a:spLocks noGrp="1" noRot="1" noChangeAspect="1" noChangeArrowheads="1" noTextEdit="1"/>
          </p:cNvSpPr>
          <p:nvPr>
            <p:ph type="sldImg"/>
          </p:nvPr>
        </p:nvSpPr>
        <p:spPr>
          <a:xfrm>
            <a:off x="381000" y="685800"/>
            <a:ext cx="6096000" cy="3429000"/>
          </a:xfrm>
          <a:ln/>
        </p:spPr>
      </p:sp>
      <p:sp>
        <p:nvSpPr>
          <p:cNvPr id="10680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5A29C4-F164-4B44-B2A6-C37EB3298B6C}" type="slidenum">
              <a:rPr lang="en-US" altLang="zh-CN"/>
              <a:pPr/>
              <a:t>14</a:t>
            </a:fld>
            <a:endParaRPr lang="en-US" altLang="zh-CN"/>
          </a:p>
        </p:txBody>
      </p:sp>
      <p:sp>
        <p:nvSpPr>
          <p:cNvPr id="1070082" name="Rectangle 2"/>
          <p:cNvSpPr>
            <a:spLocks noGrp="1" noRot="1" noChangeAspect="1" noChangeArrowheads="1" noTextEdit="1"/>
          </p:cNvSpPr>
          <p:nvPr>
            <p:ph type="sldImg"/>
          </p:nvPr>
        </p:nvSpPr>
        <p:spPr>
          <a:xfrm>
            <a:off x="381000" y="685800"/>
            <a:ext cx="6096000" cy="3429000"/>
          </a:xfrm>
          <a:ln/>
        </p:spPr>
      </p:sp>
      <p:sp>
        <p:nvSpPr>
          <p:cNvPr id="10700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3BC389-8853-41E9-BFBB-4D471C09585E}" type="slidenum">
              <a:rPr lang="en-US" altLang="zh-CN"/>
              <a:pPr/>
              <a:t>15</a:t>
            </a:fld>
            <a:endParaRPr lang="en-US" altLang="zh-CN"/>
          </a:p>
        </p:txBody>
      </p:sp>
      <p:sp>
        <p:nvSpPr>
          <p:cNvPr id="1072130" name="Rectangle 2"/>
          <p:cNvSpPr>
            <a:spLocks noGrp="1" noRot="1" noChangeAspect="1" noChangeArrowheads="1" noTextEdit="1"/>
          </p:cNvSpPr>
          <p:nvPr>
            <p:ph type="sldImg"/>
          </p:nvPr>
        </p:nvSpPr>
        <p:spPr>
          <a:xfrm>
            <a:off x="381000" y="685800"/>
            <a:ext cx="6096000" cy="3429000"/>
          </a:xfrm>
          <a:ln/>
        </p:spPr>
      </p:sp>
      <p:sp>
        <p:nvSpPr>
          <p:cNvPr id="10721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1B7222-687B-47D8-A024-0693B99E7C93}" type="slidenum">
              <a:rPr lang="en-US" altLang="zh-CN"/>
              <a:pPr/>
              <a:t>16</a:t>
            </a:fld>
            <a:endParaRPr lang="en-US" altLang="zh-CN"/>
          </a:p>
        </p:txBody>
      </p:sp>
      <p:sp>
        <p:nvSpPr>
          <p:cNvPr id="1074178" name="Rectangle 2"/>
          <p:cNvSpPr>
            <a:spLocks noGrp="1" noRot="1" noChangeAspect="1" noChangeArrowheads="1" noTextEdit="1"/>
          </p:cNvSpPr>
          <p:nvPr>
            <p:ph type="sldImg"/>
          </p:nvPr>
        </p:nvSpPr>
        <p:spPr>
          <a:xfrm>
            <a:off x="381000" y="685800"/>
            <a:ext cx="6096000" cy="3429000"/>
          </a:xfrm>
          <a:ln/>
        </p:spPr>
      </p:sp>
      <p:sp>
        <p:nvSpPr>
          <p:cNvPr id="10741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37DFD1-DFCC-40D5-8D8A-D39A4B46AC82}" type="slidenum">
              <a:rPr lang="en-US" altLang="zh-CN"/>
              <a:pPr/>
              <a:t>17</a:t>
            </a:fld>
            <a:endParaRPr lang="en-US" altLang="zh-CN"/>
          </a:p>
        </p:txBody>
      </p:sp>
      <p:sp>
        <p:nvSpPr>
          <p:cNvPr id="1166338" name="Rectangle 2"/>
          <p:cNvSpPr>
            <a:spLocks noGrp="1" noRot="1" noChangeAspect="1" noChangeArrowheads="1" noTextEdit="1"/>
          </p:cNvSpPr>
          <p:nvPr>
            <p:ph type="sldImg"/>
          </p:nvPr>
        </p:nvSpPr>
        <p:spPr>
          <a:xfrm>
            <a:off x="381000" y="685800"/>
            <a:ext cx="6096000" cy="3429000"/>
          </a:xfrm>
          <a:ln/>
        </p:spPr>
      </p:sp>
      <p:sp>
        <p:nvSpPr>
          <p:cNvPr id="11663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301F5E-C3C5-49DA-BB37-74A3E4909947}" type="slidenum">
              <a:rPr lang="en-US" altLang="zh-CN"/>
              <a:pPr/>
              <a:t>18</a:t>
            </a:fld>
            <a:endParaRPr lang="en-US" altLang="zh-CN"/>
          </a:p>
        </p:txBody>
      </p:sp>
      <p:sp>
        <p:nvSpPr>
          <p:cNvPr id="1168386" name="Rectangle 2"/>
          <p:cNvSpPr>
            <a:spLocks noGrp="1" noRot="1" noChangeAspect="1" noChangeArrowheads="1" noTextEdit="1"/>
          </p:cNvSpPr>
          <p:nvPr>
            <p:ph type="sldImg"/>
          </p:nvPr>
        </p:nvSpPr>
        <p:spPr>
          <a:xfrm>
            <a:off x="381000" y="685800"/>
            <a:ext cx="6096000" cy="3429000"/>
          </a:xfrm>
          <a:ln/>
        </p:spPr>
      </p:sp>
      <p:sp>
        <p:nvSpPr>
          <p:cNvPr id="11683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88F7B7-A57F-4ED2-A76B-EC7165478C85}" type="slidenum">
              <a:rPr lang="en-US" altLang="zh-CN"/>
              <a:pPr/>
              <a:t>19</a:t>
            </a:fld>
            <a:endParaRPr lang="en-US" altLang="zh-CN"/>
          </a:p>
        </p:txBody>
      </p:sp>
      <p:sp>
        <p:nvSpPr>
          <p:cNvPr id="1170434" name="Rectangle 2"/>
          <p:cNvSpPr>
            <a:spLocks noGrp="1" noRot="1" noChangeAspect="1" noChangeArrowheads="1" noTextEdit="1"/>
          </p:cNvSpPr>
          <p:nvPr>
            <p:ph type="sldImg"/>
          </p:nvPr>
        </p:nvSpPr>
        <p:spPr>
          <a:xfrm>
            <a:off x="381000" y="685800"/>
            <a:ext cx="6096000" cy="3429000"/>
          </a:xfrm>
          <a:ln/>
        </p:spPr>
      </p:sp>
      <p:sp>
        <p:nvSpPr>
          <p:cNvPr id="11704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7D5F7B-81F4-4B6E-A8A8-5403A9B2A822}" type="slidenum">
              <a:rPr lang="en-US" altLang="zh-CN"/>
              <a:pPr/>
              <a:t>20</a:t>
            </a:fld>
            <a:endParaRPr lang="en-US" altLang="zh-CN"/>
          </a:p>
        </p:txBody>
      </p:sp>
      <p:sp>
        <p:nvSpPr>
          <p:cNvPr id="1172482" name="Rectangle 2"/>
          <p:cNvSpPr>
            <a:spLocks noGrp="1" noRot="1" noChangeAspect="1" noChangeArrowheads="1" noTextEdit="1"/>
          </p:cNvSpPr>
          <p:nvPr>
            <p:ph type="sldImg"/>
          </p:nvPr>
        </p:nvSpPr>
        <p:spPr>
          <a:xfrm>
            <a:off x="381000" y="685800"/>
            <a:ext cx="6096000" cy="3429000"/>
          </a:xfrm>
          <a:ln/>
        </p:spPr>
      </p:sp>
      <p:sp>
        <p:nvSpPr>
          <p:cNvPr id="11724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86DDE7-8C5F-4776-B51E-1F29A3363764}" type="slidenum">
              <a:rPr lang="en-US" altLang="zh-CN"/>
              <a:pPr/>
              <a:t>21</a:t>
            </a:fld>
            <a:endParaRPr lang="en-US" altLang="zh-CN"/>
          </a:p>
        </p:txBody>
      </p:sp>
      <p:sp>
        <p:nvSpPr>
          <p:cNvPr id="1174530" name="Rectangle 2"/>
          <p:cNvSpPr>
            <a:spLocks noGrp="1" noRot="1" noChangeAspect="1" noChangeArrowheads="1" noTextEdit="1"/>
          </p:cNvSpPr>
          <p:nvPr>
            <p:ph type="sldImg"/>
          </p:nvPr>
        </p:nvSpPr>
        <p:spPr>
          <a:xfrm>
            <a:off x="381000" y="685800"/>
            <a:ext cx="6096000" cy="3429000"/>
          </a:xfrm>
          <a:ln/>
        </p:spPr>
      </p:sp>
      <p:sp>
        <p:nvSpPr>
          <p:cNvPr id="11745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48F60B-92A3-42C0-A6A5-AA6461111949}" type="slidenum">
              <a:rPr lang="en-US" altLang="zh-CN"/>
              <a:pPr/>
              <a:t>22</a:t>
            </a:fld>
            <a:endParaRPr lang="en-US" altLang="zh-CN"/>
          </a:p>
        </p:txBody>
      </p:sp>
      <p:sp>
        <p:nvSpPr>
          <p:cNvPr id="1176578" name="Rectangle 2"/>
          <p:cNvSpPr>
            <a:spLocks noGrp="1" noRot="1" noChangeAspect="1" noChangeArrowheads="1" noTextEdit="1"/>
          </p:cNvSpPr>
          <p:nvPr>
            <p:ph type="sldImg"/>
          </p:nvPr>
        </p:nvSpPr>
        <p:spPr>
          <a:xfrm>
            <a:off x="381000" y="685800"/>
            <a:ext cx="6096000" cy="3429000"/>
          </a:xfrm>
          <a:ln/>
        </p:spPr>
      </p:sp>
      <p:sp>
        <p:nvSpPr>
          <p:cNvPr id="11765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14EDC6-7897-4374-962C-FDD29AEFF5CD}" type="slidenum">
              <a:rPr lang="en-US" altLang="zh-CN"/>
              <a:pPr/>
              <a:t>23</a:t>
            </a:fld>
            <a:endParaRPr lang="en-US" altLang="zh-CN"/>
          </a:p>
        </p:txBody>
      </p:sp>
      <p:sp>
        <p:nvSpPr>
          <p:cNvPr id="1178626" name="Rectangle 2"/>
          <p:cNvSpPr>
            <a:spLocks noGrp="1" noRot="1" noChangeAspect="1" noChangeArrowheads="1" noTextEdit="1"/>
          </p:cNvSpPr>
          <p:nvPr>
            <p:ph type="sldImg"/>
          </p:nvPr>
        </p:nvSpPr>
        <p:spPr>
          <a:xfrm>
            <a:off x="381000" y="685800"/>
            <a:ext cx="6096000" cy="3429000"/>
          </a:xfrm>
          <a:ln/>
        </p:spPr>
      </p:sp>
      <p:sp>
        <p:nvSpPr>
          <p:cNvPr id="117862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F843B3-5D11-4D27-953C-D54E79524954}" type="slidenum">
              <a:rPr lang="en-US" altLang="zh-CN"/>
              <a:pPr/>
              <a:t>24</a:t>
            </a:fld>
            <a:endParaRPr lang="en-US" altLang="zh-CN"/>
          </a:p>
        </p:txBody>
      </p:sp>
      <p:sp>
        <p:nvSpPr>
          <p:cNvPr id="1180674" name="Rectangle 2"/>
          <p:cNvSpPr>
            <a:spLocks noGrp="1" noRot="1" noChangeAspect="1" noChangeArrowheads="1" noTextEdit="1"/>
          </p:cNvSpPr>
          <p:nvPr>
            <p:ph type="sldImg"/>
          </p:nvPr>
        </p:nvSpPr>
        <p:spPr>
          <a:xfrm>
            <a:off x="381000" y="685800"/>
            <a:ext cx="6096000" cy="3429000"/>
          </a:xfrm>
          <a:ln/>
        </p:spPr>
      </p:sp>
      <p:sp>
        <p:nvSpPr>
          <p:cNvPr id="11806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52B3F3-637E-46C1-BAA8-AA9D68816059}" type="slidenum">
              <a:rPr lang="en-US" altLang="zh-CN"/>
              <a:pPr/>
              <a:t>25</a:t>
            </a:fld>
            <a:endParaRPr lang="en-US" altLang="zh-CN"/>
          </a:p>
        </p:txBody>
      </p:sp>
      <p:sp>
        <p:nvSpPr>
          <p:cNvPr id="1076226" name="Rectangle 2"/>
          <p:cNvSpPr>
            <a:spLocks noGrp="1" noRot="1" noChangeAspect="1" noChangeArrowheads="1" noTextEdit="1"/>
          </p:cNvSpPr>
          <p:nvPr>
            <p:ph type="sldImg"/>
          </p:nvPr>
        </p:nvSpPr>
        <p:spPr>
          <a:xfrm>
            <a:off x="381000" y="685800"/>
            <a:ext cx="6096000" cy="3429000"/>
          </a:xfrm>
          <a:ln/>
        </p:spPr>
      </p:sp>
      <p:sp>
        <p:nvSpPr>
          <p:cNvPr id="107622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A9BEB2-743D-4A0C-A24C-50D971B19925}" type="slidenum">
              <a:rPr lang="en-US" altLang="zh-CN"/>
              <a:pPr/>
              <a:t>26</a:t>
            </a:fld>
            <a:endParaRPr lang="en-US" altLang="zh-CN"/>
          </a:p>
        </p:txBody>
      </p:sp>
      <p:sp>
        <p:nvSpPr>
          <p:cNvPr id="1078274" name="Rectangle 2"/>
          <p:cNvSpPr>
            <a:spLocks noGrp="1" noRot="1" noChangeAspect="1" noChangeArrowheads="1" noTextEdit="1"/>
          </p:cNvSpPr>
          <p:nvPr>
            <p:ph type="sldImg"/>
          </p:nvPr>
        </p:nvSpPr>
        <p:spPr>
          <a:xfrm>
            <a:off x="381000" y="685800"/>
            <a:ext cx="6096000" cy="3429000"/>
          </a:xfrm>
          <a:ln/>
        </p:spPr>
      </p:sp>
      <p:sp>
        <p:nvSpPr>
          <p:cNvPr id="10782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332C96-21E6-4ACA-A0A5-5338887C450D}" type="slidenum">
              <a:rPr lang="en-US" altLang="zh-CN"/>
              <a:pPr/>
              <a:t>27</a:t>
            </a:fld>
            <a:endParaRPr lang="en-US" altLang="zh-CN"/>
          </a:p>
        </p:txBody>
      </p:sp>
      <p:sp>
        <p:nvSpPr>
          <p:cNvPr id="1080322" name="Rectangle 2"/>
          <p:cNvSpPr>
            <a:spLocks noGrp="1" noRot="1" noChangeAspect="1" noChangeArrowheads="1" noTextEdit="1"/>
          </p:cNvSpPr>
          <p:nvPr>
            <p:ph type="sldImg"/>
          </p:nvPr>
        </p:nvSpPr>
        <p:spPr>
          <a:xfrm>
            <a:off x="381000" y="685800"/>
            <a:ext cx="6096000" cy="3429000"/>
          </a:xfrm>
          <a:ln/>
        </p:spPr>
      </p:sp>
      <p:sp>
        <p:nvSpPr>
          <p:cNvPr id="108032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A25598-493D-4567-A389-0D0F2AEF9E78}" type="slidenum">
              <a:rPr lang="en-US" altLang="zh-CN"/>
              <a:pPr/>
              <a:t>28</a:t>
            </a:fld>
            <a:endParaRPr lang="en-US" altLang="zh-CN"/>
          </a:p>
        </p:txBody>
      </p:sp>
      <p:sp>
        <p:nvSpPr>
          <p:cNvPr id="1082370" name="Rectangle 2"/>
          <p:cNvSpPr>
            <a:spLocks noGrp="1" noRot="1" noChangeAspect="1" noChangeArrowheads="1" noTextEdit="1"/>
          </p:cNvSpPr>
          <p:nvPr>
            <p:ph type="sldImg"/>
          </p:nvPr>
        </p:nvSpPr>
        <p:spPr>
          <a:xfrm>
            <a:off x="381000" y="685800"/>
            <a:ext cx="6096000" cy="3429000"/>
          </a:xfrm>
          <a:ln/>
        </p:spPr>
      </p:sp>
      <p:sp>
        <p:nvSpPr>
          <p:cNvPr id="108237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F2A0EC-7635-45C2-90A2-BBBD4DA51737}" type="slidenum">
              <a:rPr lang="en-US" altLang="zh-CN"/>
              <a:pPr/>
              <a:t>29</a:t>
            </a:fld>
            <a:endParaRPr lang="en-US" altLang="zh-CN"/>
          </a:p>
        </p:txBody>
      </p:sp>
      <p:sp>
        <p:nvSpPr>
          <p:cNvPr id="1084418" name="Rectangle 2"/>
          <p:cNvSpPr>
            <a:spLocks noGrp="1" noRot="1" noChangeAspect="1" noChangeArrowheads="1" noTextEdit="1"/>
          </p:cNvSpPr>
          <p:nvPr>
            <p:ph type="sldImg"/>
          </p:nvPr>
        </p:nvSpPr>
        <p:spPr>
          <a:xfrm>
            <a:off x="381000" y="685800"/>
            <a:ext cx="6096000" cy="3429000"/>
          </a:xfrm>
          <a:ln/>
        </p:spPr>
      </p:sp>
      <p:sp>
        <p:nvSpPr>
          <p:cNvPr id="108441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E076AA-B72C-4FC9-A22C-209136AAEEEE}" type="slidenum">
              <a:rPr lang="en-US" altLang="zh-CN"/>
              <a:pPr/>
              <a:t>30</a:t>
            </a:fld>
            <a:endParaRPr lang="en-US" altLang="zh-CN"/>
          </a:p>
        </p:txBody>
      </p:sp>
      <p:sp>
        <p:nvSpPr>
          <p:cNvPr id="1086466" name="Rectangle 2"/>
          <p:cNvSpPr>
            <a:spLocks noGrp="1" noRot="1" noChangeAspect="1" noChangeArrowheads="1" noTextEdit="1"/>
          </p:cNvSpPr>
          <p:nvPr>
            <p:ph type="sldImg"/>
          </p:nvPr>
        </p:nvSpPr>
        <p:spPr>
          <a:xfrm>
            <a:off x="381000" y="685800"/>
            <a:ext cx="6096000" cy="3429000"/>
          </a:xfrm>
          <a:ln/>
        </p:spPr>
      </p:sp>
      <p:sp>
        <p:nvSpPr>
          <p:cNvPr id="108646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93DBDA-1B84-496F-8D4A-13C07D003EC1}" type="slidenum">
              <a:rPr lang="en-US" altLang="zh-CN"/>
              <a:pPr/>
              <a:t>31</a:t>
            </a:fld>
            <a:endParaRPr lang="en-US" altLang="zh-CN"/>
          </a:p>
        </p:txBody>
      </p:sp>
      <p:sp>
        <p:nvSpPr>
          <p:cNvPr id="1090562" name="Rectangle 2"/>
          <p:cNvSpPr>
            <a:spLocks noGrp="1" noRot="1" noChangeAspect="1" noChangeArrowheads="1" noTextEdit="1"/>
          </p:cNvSpPr>
          <p:nvPr>
            <p:ph type="sldImg"/>
          </p:nvPr>
        </p:nvSpPr>
        <p:spPr>
          <a:xfrm>
            <a:off x="381000" y="685800"/>
            <a:ext cx="6096000" cy="3429000"/>
          </a:xfrm>
          <a:ln/>
        </p:spPr>
      </p:sp>
      <p:sp>
        <p:nvSpPr>
          <p:cNvPr id="109056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F46F14-954D-4C25-98CE-B8CBBC966E66}" type="slidenum">
              <a:rPr lang="en-US" altLang="zh-CN"/>
              <a:pPr/>
              <a:t>32</a:t>
            </a:fld>
            <a:endParaRPr lang="en-US" altLang="zh-CN"/>
          </a:p>
        </p:txBody>
      </p:sp>
      <p:sp>
        <p:nvSpPr>
          <p:cNvPr id="1092610" name="Rectangle 2"/>
          <p:cNvSpPr>
            <a:spLocks noGrp="1" noRot="1" noChangeAspect="1" noChangeArrowheads="1" noTextEdit="1"/>
          </p:cNvSpPr>
          <p:nvPr>
            <p:ph type="sldImg"/>
          </p:nvPr>
        </p:nvSpPr>
        <p:spPr>
          <a:xfrm>
            <a:off x="381000" y="685800"/>
            <a:ext cx="6096000" cy="3429000"/>
          </a:xfrm>
          <a:ln/>
        </p:spPr>
      </p:sp>
      <p:sp>
        <p:nvSpPr>
          <p:cNvPr id="10926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73FEC9-4122-4876-B4FA-9DBD0F520024}" type="slidenum">
              <a:rPr lang="en-US" altLang="zh-CN"/>
              <a:pPr/>
              <a:t>33</a:t>
            </a:fld>
            <a:endParaRPr lang="en-US" altLang="zh-CN"/>
          </a:p>
        </p:txBody>
      </p:sp>
      <p:sp>
        <p:nvSpPr>
          <p:cNvPr id="1094658" name="Rectangle 2"/>
          <p:cNvSpPr>
            <a:spLocks noGrp="1" noRot="1" noChangeAspect="1" noChangeArrowheads="1" noTextEdit="1"/>
          </p:cNvSpPr>
          <p:nvPr>
            <p:ph type="sldImg"/>
          </p:nvPr>
        </p:nvSpPr>
        <p:spPr>
          <a:xfrm>
            <a:off x="381000" y="685800"/>
            <a:ext cx="6096000" cy="3429000"/>
          </a:xfrm>
          <a:ln/>
        </p:spPr>
      </p:sp>
      <p:sp>
        <p:nvSpPr>
          <p:cNvPr id="109465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D1ED55-5767-464C-9CD8-0D46B5CA42ED}" type="slidenum">
              <a:rPr lang="en-US" altLang="zh-CN"/>
              <a:pPr/>
              <a:t>34</a:t>
            </a:fld>
            <a:endParaRPr lang="en-US" altLang="zh-CN"/>
          </a:p>
        </p:txBody>
      </p:sp>
      <p:sp>
        <p:nvSpPr>
          <p:cNvPr id="1096706" name="Rectangle 2"/>
          <p:cNvSpPr>
            <a:spLocks noGrp="1" noRot="1" noChangeAspect="1" noChangeArrowheads="1" noTextEdit="1"/>
          </p:cNvSpPr>
          <p:nvPr>
            <p:ph type="sldImg"/>
          </p:nvPr>
        </p:nvSpPr>
        <p:spPr>
          <a:xfrm>
            <a:off x="381000" y="685800"/>
            <a:ext cx="6096000" cy="3429000"/>
          </a:xfrm>
          <a:ln/>
        </p:spPr>
      </p:sp>
      <p:sp>
        <p:nvSpPr>
          <p:cNvPr id="109670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E173C3-22B0-463B-942C-E8C053C98201}" type="slidenum">
              <a:rPr lang="en-US" altLang="zh-CN"/>
              <a:pPr/>
              <a:t>35</a:t>
            </a:fld>
            <a:endParaRPr lang="en-US" altLang="zh-CN"/>
          </a:p>
        </p:txBody>
      </p:sp>
      <p:sp>
        <p:nvSpPr>
          <p:cNvPr id="1098754" name="Rectangle 2"/>
          <p:cNvSpPr>
            <a:spLocks noGrp="1" noRot="1" noChangeAspect="1" noChangeArrowheads="1" noTextEdit="1"/>
          </p:cNvSpPr>
          <p:nvPr>
            <p:ph type="sldImg"/>
          </p:nvPr>
        </p:nvSpPr>
        <p:spPr>
          <a:xfrm>
            <a:off x="381000" y="685800"/>
            <a:ext cx="6096000" cy="3429000"/>
          </a:xfrm>
          <a:ln/>
        </p:spPr>
      </p:sp>
      <p:sp>
        <p:nvSpPr>
          <p:cNvPr id="109875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BCCA5B-6D70-41C6-95A4-25AC8A8E7A5C}" type="slidenum">
              <a:rPr lang="en-US" altLang="zh-CN"/>
              <a:pPr/>
              <a:t>36</a:t>
            </a:fld>
            <a:endParaRPr lang="en-US" altLang="zh-CN"/>
          </a:p>
        </p:txBody>
      </p:sp>
      <p:sp>
        <p:nvSpPr>
          <p:cNvPr id="1100802" name="Rectangle 2"/>
          <p:cNvSpPr>
            <a:spLocks noGrp="1" noRot="1" noChangeAspect="1" noChangeArrowheads="1" noTextEdit="1"/>
          </p:cNvSpPr>
          <p:nvPr>
            <p:ph type="sldImg"/>
          </p:nvPr>
        </p:nvSpPr>
        <p:spPr>
          <a:xfrm>
            <a:off x="381000" y="685800"/>
            <a:ext cx="6096000" cy="3429000"/>
          </a:xfrm>
          <a:ln/>
        </p:spPr>
      </p:sp>
      <p:sp>
        <p:nvSpPr>
          <p:cNvPr id="110080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2F1279-3CF1-448C-A37E-06042C7BE81A}" type="slidenum">
              <a:rPr lang="en-US" altLang="zh-CN"/>
              <a:pPr/>
              <a:t>37</a:t>
            </a:fld>
            <a:endParaRPr lang="en-US" altLang="zh-CN"/>
          </a:p>
        </p:txBody>
      </p:sp>
      <p:sp>
        <p:nvSpPr>
          <p:cNvPr id="1102850" name="Rectangle 2"/>
          <p:cNvSpPr>
            <a:spLocks noGrp="1" noRot="1" noChangeAspect="1" noChangeArrowheads="1" noTextEdit="1"/>
          </p:cNvSpPr>
          <p:nvPr>
            <p:ph type="sldImg"/>
          </p:nvPr>
        </p:nvSpPr>
        <p:spPr>
          <a:xfrm>
            <a:off x="381000" y="685800"/>
            <a:ext cx="6096000" cy="3429000"/>
          </a:xfrm>
          <a:ln/>
        </p:spPr>
      </p:sp>
      <p:sp>
        <p:nvSpPr>
          <p:cNvPr id="1102851"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51A929-70ED-492A-BB6B-8BA3D081D747}" type="slidenum">
              <a:rPr lang="en-US" altLang="zh-CN"/>
              <a:pPr/>
              <a:t>38</a:t>
            </a:fld>
            <a:endParaRPr lang="en-US" altLang="zh-CN"/>
          </a:p>
        </p:txBody>
      </p:sp>
      <p:sp>
        <p:nvSpPr>
          <p:cNvPr id="1104898" name="Rectangle 2"/>
          <p:cNvSpPr>
            <a:spLocks noGrp="1" noRot="1" noChangeAspect="1" noChangeArrowheads="1" noTextEdit="1"/>
          </p:cNvSpPr>
          <p:nvPr>
            <p:ph type="sldImg"/>
          </p:nvPr>
        </p:nvSpPr>
        <p:spPr>
          <a:xfrm>
            <a:off x="381000" y="685800"/>
            <a:ext cx="6096000" cy="3429000"/>
          </a:xfrm>
          <a:ln/>
        </p:spPr>
      </p:sp>
      <p:sp>
        <p:nvSpPr>
          <p:cNvPr id="11048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B02BEE-7A9C-44C8-B747-9297CA382B37}" type="slidenum">
              <a:rPr lang="en-US" altLang="zh-CN"/>
              <a:pPr/>
              <a:t>39</a:t>
            </a:fld>
            <a:endParaRPr lang="en-US" altLang="zh-CN"/>
          </a:p>
        </p:txBody>
      </p:sp>
      <p:sp>
        <p:nvSpPr>
          <p:cNvPr id="1106946" name="Rectangle 2"/>
          <p:cNvSpPr>
            <a:spLocks noGrp="1" noRot="1" noChangeAspect="1" noChangeArrowheads="1" noTextEdit="1"/>
          </p:cNvSpPr>
          <p:nvPr>
            <p:ph type="sldImg"/>
          </p:nvPr>
        </p:nvSpPr>
        <p:spPr>
          <a:xfrm>
            <a:off x="381000" y="685800"/>
            <a:ext cx="6096000" cy="3429000"/>
          </a:xfrm>
          <a:ln/>
        </p:spPr>
      </p:sp>
      <p:sp>
        <p:nvSpPr>
          <p:cNvPr id="11069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17A8D1-A66B-4E13-8DE5-D1B811310ACA}" type="slidenum">
              <a:rPr lang="en-US" altLang="zh-CN"/>
              <a:pPr/>
              <a:t>40</a:t>
            </a:fld>
            <a:endParaRPr lang="en-US" altLang="zh-CN"/>
          </a:p>
        </p:txBody>
      </p:sp>
      <p:sp>
        <p:nvSpPr>
          <p:cNvPr id="1108994" name="Rectangle 2"/>
          <p:cNvSpPr>
            <a:spLocks noGrp="1" noRot="1" noChangeAspect="1" noChangeArrowheads="1" noTextEdit="1"/>
          </p:cNvSpPr>
          <p:nvPr>
            <p:ph type="sldImg"/>
          </p:nvPr>
        </p:nvSpPr>
        <p:spPr>
          <a:xfrm>
            <a:off x="381000" y="685800"/>
            <a:ext cx="6096000" cy="3429000"/>
          </a:xfrm>
          <a:ln/>
        </p:spPr>
      </p:sp>
      <p:sp>
        <p:nvSpPr>
          <p:cNvPr id="11089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781148-0032-41FF-BDA5-1B035D978697}" type="slidenum">
              <a:rPr lang="en-US" altLang="zh-CN"/>
              <a:pPr/>
              <a:t>41</a:t>
            </a:fld>
            <a:endParaRPr lang="en-US" altLang="zh-CN"/>
          </a:p>
        </p:txBody>
      </p:sp>
      <p:sp>
        <p:nvSpPr>
          <p:cNvPr id="1111042" name="Rectangle 2"/>
          <p:cNvSpPr>
            <a:spLocks noGrp="1" noRot="1" noChangeAspect="1" noChangeArrowheads="1" noTextEdit="1"/>
          </p:cNvSpPr>
          <p:nvPr>
            <p:ph type="sldImg"/>
          </p:nvPr>
        </p:nvSpPr>
        <p:spPr>
          <a:xfrm>
            <a:off x="381000" y="685800"/>
            <a:ext cx="6096000" cy="3429000"/>
          </a:xfrm>
          <a:ln/>
        </p:spPr>
      </p:sp>
      <p:sp>
        <p:nvSpPr>
          <p:cNvPr id="111104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84D9EC-77DD-40E2-BE6A-8B191F14871D}" type="slidenum">
              <a:rPr lang="en-US" altLang="zh-CN"/>
              <a:pPr/>
              <a:t>42</a:t>
            </a:fld>
            <a:endParaRPr lang="en-US" altLang="zh-CN"/>
          </a:p>
        </p:txBody>
      </p:sp>
      <p:sp>
        <p:nvSpPr>
          <p:cNvPr id="1113090" name="Rectangle 2"/>
          <p:cNvSpPr>
            <a:spLocks noGrp="1" noRot="1" noChangeAspect="1" noChangeArrowheads="1" noTextEdit="1"/>
          </p:cNvSpPr>
          <p:nvPr>
            <p:ph type="sldImg"/>
          </p:nvPr>
        </p:nvSpPr>
        <p:spPr>
          <a:xfrm>
            <a:off x="381000" y="685800"/>
            <a:ext cx="6096000" cy="3429000"/>
          </a:xfrm>
          <a:ln/>
        </p:spPr>
      </p:sp>
      <p:sp>
        <p:nvSpPr>
          <p:cNvPr id="11130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C12CF8-8C07-4878-BF7B-1DD8F158B0E1}" type="slidenum">
              <a:rPr lang="en-US" altLang="zh-CN"/>
              <a:pPr/>
              <a:t>43</a:t>
            </a:fld>
            <a:endParaRPr lang="en-US" altLang="zh-CN"/>
          </a:p>
        </p:txBody>
      </p:sp>
      <p:sp>
        <p:nvSpPr>
          <p:cNvPr id="1115138" name="Rectangle 2"/>
          <p:cNvSpPr>
            <a:spLocks noGrp="1" noRot="1" noChangeAspect="1" noChangeArrowheads="1" noTextEdit="1"/>
          </p:cNvSpPr>
          <p:nvPr>
            <p:ph type="sldImg"/>
          </p:nvPr>
        </p:nvSpPr>
        <p:spPr>
          <a:xfrm>
            <a:off x="381000" y="685800"/>
            <a:ext cx="6096000" cy="3429000"/>
          </a:xfrm>
          <a:ln/>
        </p:spPr>
      </p:sp>
      <p:sp>
        <p:nvSpPr>
          <p:cNvPr id="1115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C12CF8-8C07-4878-BF7B-1DD8F158B0E1}" type="slidenum">
              <a:rPr lang="en-US" altLang="zh-CN"/>
              <a:pPr/>
              <a:t>44</a:t>
            </a:fld>
            <a:endParaRPr lang="en-US" altLang="zh-CN"/>
          </a:p>
        </p:txBody>
      </p:sp>
      <p:sp>
        <p:nvSpPr>
          <p:cNvPr id="1115138" name="Rectangle 2"/>
          <p:cNvSpPr>
            <a:spLocks noGrp="1" noRot="1" noChangeAspect="1" noChangeArrowheads="1" noTextEdit="1"/>
          </p:cNvSpPr>
          <p:nvPr>
            <p:ph type="sldImg"/>
          </p:nvPr>
        </p:nvSpPr>
        <p:spPr>
          <a:xfrm>
            <a:off x="381000" y="685800"/>
            <a:ext cx="6096000" cy="3429000"/>
          </a:xfrm>
          <a:ln/>
        </p:spPr>
      </p:sp>
      <p:sp>
        <p:nvSpPr>
          <p:cNvPr id="1115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C12CF8-8C07-4878-BF7B-1DD8F158B0E1}" type="slidenum">
              <a:rPr lang="en-US" altLang="zh-CN"/>
              <a:pPr/>
              <a:t>45</a:t>
            </a:fld>
            <a:endParaRPr lang="en-US" altLang="zh-CN"/>
          </a:p>
        </p:txBody>
      </p:sp>
      <p:sp>
        <p:nvSpPr>
          <p:cNvPr id="1115138" name="Rectangle 2"/>
          <p:cNvSpPr>
            <a:spLocks noGrp="1" noRot="1" noChangeAspect="1" noChangeArrowheads="1" noTextEdit="1"/>
          </p:cNvSpPr>
          <p:nvPr>
            <p:ph type="sldImg"/>
          </p:nvPr>
        </p:nvSpPr>
        <p:spPr>
          <a:xfrm>
            <a:off x="381000" y="685800"/>
            <a:ext cx="6096000" cy="3429000"/>
          </a:xfrm>
          <a:ln/>
        </p:spPr>
      </p:sp>
      <p:sp>
        <p:nvSpPr>
          <p:cNvPr id="1115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C12CF8-8C07-4878-BF7B-1DD8F158B0E1}" type="slidenum">
              <a:rPr lang="en-US" altLang="zh-CN"/>
              <a:pPr/>
              <a:t>46</a:t>
            </a:fld>
            <a:endParaRPr lang="en-US" altLang="zh-CN"/>
          </a:p>
        </p:txBody>
      </p:sp>
      <p:sp>
        <p:nvSpPr>
          <p:cNvPr id="1115138" name="Rectangle 2"/>
          <p:cNvSpPr>
            <a:spLocks noGrp="1" noRot="1" noChangeAspect="1" noChangeArrowheads="1" noTextEdit="1"/>
          </p:cNvSpPr>
          <p:nvPr>
            <p:ph type="sldImg"/>
          </p:nvPr>
        </p:nvSpPr>
        <p:spPr>
          <a:xfrm>
            <a:off x="381000" y="685800"/>
            <a:ext cx="6096000" cy="3429000"/>
          </a:xfrm>
          <a:ln/>
        </p:spPr>
      </p:sp>
      <p:sp>
        <p:nvSpPr>
          <p:cNvPr id="1115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C12CF8-8C07-4878-BF7B-1DD8F158B0E1}" type="slidenum">
              <a:rPr lang="en-US" altLang="zh-CN"/>
              <a:pPr/>
              <a:t>47</a:t>
            </a:fld>
            <a:endParaRPr lang="en-US" altLang="zh-CN"/>
          </a:p>
        </p:txBody>
      </p:sp>
      <p:sp>
        <p:nvSpPr>
          <p:cNvPr id="1115138" name="Rectangle 2"/>
          <p:cNvSpPr>
            <a:spLocks noGrp="1" noRot="1" noChangeAspect="1" noChangeArrowheads="1" noTextEdit="1"/>
          </p:cNvSpPr>
          <p:nvPr>
            <p:ph type="sldImg"/>
          </p:nvPr>
        </p:nvSpPr>
        <p:spPr>
          <a:xfrm>
            <a:off x="381000" y="685800"/>
            <a:ext cx="6096000" cy="3429000"/>
          </a:xfrm>
          <a:ln/>
        </p:spPr>
      </p:sp>
      <p:sp>
        <p:nvSpPr>
          <p:cNvPr id="1115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C12CF8-8C07-4878-BF7B-1DD8F158B0E1}" type="slidenum">
              <a:rPr lang="en-US" altLang="zh-CN"/>
              <a:pPr/>
              <a:t>48</a:t>
            </a:fld>
            <a:endParaRPr lang="en-US" altLang="zh-CN"/>
          </a:p>
        </p:txBody>
      </p:sp>
      <p:sp>
        <p:nvSpPr>
          <p:cNvPr id="1115138" name="Rectangle 2"/>
          <p:cNvSpPr>
            <a:spLocks noGrp="1" noRot="1" noChangeAspect="1" noChangeArrowheads="1" noTextEdit="1"/>
          </p:cNvSpPr>
          <p:nvPr>
            <p:ph type="sldImg"/>
          </p:nvPr>
        </p:nvSpPr>
        <p:spPr>
          <a:xfrm>
            <a:off x="381000" y="685800"/>
            <a:ext cx="6096000" cy="3429000"/>
          </a:xfrm>
          <a:ln/>
        </p:spPr>
      </p:sp>
      <p:sp>
        <p:nvSpPr>
          <p:cNvPr id="1115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8DC16E-93E8-4A53-8F1E-A7348AB8A744}" type="slidenum">
              <a:rPr lang="en-US" altLang="zh-CN"/>
              <a:pPr/>
              <a:t>49</a:t>
            </a:fld>
            <a:endParaRPr lang="en-US" altLang="zh-CN"/>
          </a:p>
        </p:txBody>
      </p:sp>
      <p:sp>
        <p:nvSpPr>
          <p:cNvPr id="1117186" name="Rectangle 2"/>
          <p:cNvSpPr>
            <a:spLocks noGrp="1" noRot="1" noChangeAspect="1" noChangeArrowheads="1" noTextEdit="1"/>
          </p:cNvSpPr>
          <p:nvPr>
            <p:ph type="sldImg"/>
          </p:nvPr>
        </p:nvSpPr>
        <p:spPr>
          <a:xfrm>
            <a:off x="381000" y="685800"/>
            <a:ext cx="6096000" cy="3429000"/>
          </a:xfrm>
          <a:ln/>
        </p:spPr>
      </p:sp>
      <p:sp>
        <p:nvSpPr>
          <p:cNvPr id="11171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5F5B24-48D2-4764-982D-C9B5F81DD72E}" type="slidenum">
              <a:rPr lang="en-US" altLang="zh-CN"/>
              <a:pPr/>
              <a:t>50</a:t>
            </a:fld>
            <a:endParaRPr lang="en-US" altLang="zh-CN"/>
          </a:p>
        </p:txBody>
      </p:sp>
      <p:sp>
        <p:nvSpPr>
          <p:cNvPr id="1119234" name="Rectangle 2"/>
          <p:cNvSpPr>
            <a:spLocks noGrp="1" noRot="1" noChangeAspect="1" noChangeArrowheads="1" noTextEdit="1"/>
          </p:cNvSpPr>
          <p:nvPr>
            <p:ph type="sldImg"/>
          </p:nvPr>
        </p:nvSpPr>
        <p:spPr>
          <a:xfrm>
            <a:off x="381000" y="685800"/>
            <a:ext cx="6096000" cy="3429000"/>
          </a:xfrm>
          <a:ln/>
        </p:spPr>
      </p:sp>
      <p:sp>
        <p:nvSpPr>
          <p:cNvPr id="11192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91AD39-1E55-4625-82C6-9C51AAAA29D1}" type="slidenum">
              <a:rPr lang="en-US" altLang="zh-CN"/>
              <a:pPr/>
              <a:t>51</a:t>
            </a:fld>
            <a:endParaRPr lang="en-US" altLang="zh-CN"/>
          </a:p>
        </p:txBody>
      </p:sp>
      <p:sp>
        <p:nvSpPr>
          <p:cNvPr id="1121282" name="Rectangle 2"/>
          <p:cNvSpPr>
            <a:spLocks noGrp="1" noRot="1" noChangeAspect="1" noChangeArrowheads="1" noTextEdit="1"/>
          </p:cNvSpPr>
          <p:nvPr>
            <p:ph type="sldImg"/>
          </p:nvPr>
        </p:nvSpPr>
        <p:spPr>
          <a:xfrm>
            <a:off x="381000" y="685800"/>
            <a:ext cx="6096000" cy="3429000"/>
          </a:xfrm>
          <a:ln/>
        </p:spPr>
      </p:sp>
      <p:sp>
        <p:nvSpPr>
          <p:cNvPr id="11212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1C7D40-3B96-4505-8708-AC5EC66D9F16}" type="slidenum">
              <a:rPr lang="en-US" altLang="zh-CN"/>
              <a:pPr/>
              <a:t>52</a:t>
            </a:fld>
            <a:endParaRPr lang="en-US" altLang="zh-CN"/>
          </a:p>
        </p:txBody>
      </p:sp>
      <p:sp>
        <p:nvSpPr>
          <p:cNvPr id="1123330" name="Rectangle 2"/>
          <p:cNvSpPr>
            <a:spLocks noGrp="1" noRot="1" noChangeAspect="1" noChangeArrowheads="1" noTextEdit="1"/>
          </p:cNvSpPr>
          <p:nvPr>
            <p:ph type="sldImg"/>
          </p:nvPr>
        </p:nvSpPr>
        <p:spPr>
          <a:xfrm>
            <a:off x="381000" y="685800"/>
            <a:ext cx="6096000" cy="3429000"/>
          </a:xfrm>
          <a:ln/>
        </p:spPr>
      </p:sp>
      <p:sp>
        <p:nvSpPr>
          <p:cNvPr id="11233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E5897F-0F70-4921-A079-7446C213D9E0}" type="slidenum">
              <a:rPr lang="en-US" altLang="zh-CN"/>
              <a:pPr/>
              <a:t>53</a:t>
            </a:fld>
            <a:endParaRPr lang="en-US" altLang="zh-CN"/>
          </a:p>
        </p:txBody>
      </p:sp>
      <p:sp>
        <p:nvSpPr>
          <p:cNvPr id="1125378" name="Rectangle 2"/>
          <p:cNvSpPr>
            <a:spLocks noGrp="1" noRot="1" noChangeAspect="1" noChangeArrowheads="1" noTextEdit="1"/>
          </p:cNvSpPr>
          <p:nvPr>
            <p:ph type="sldImg"/>
          </p:nvPr>
        </p:nvSpPr>
        <p:spPr>
          <a:xfrm>
            <a:off x="381000" y="685800"/>
            <a:ext cx="6096000" cy="3429000"/>
          </a:xfrm>
          <a:ln/>
        </p:spPr>
      </p:sp>
      <p:sp>
        <p:nvSpPr>
          <p:cNvPr id="11253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790421-E7C6-4074-AFD3-4FD5FB8D3F3F}" type="slidenum">
              <a:rPr lang="en-US" altLang="zh-CN"/>
              <a:pPr/>
              <a:t>54</a:t>
            </a:fld>
            <a:endParaRPr lang="en-US" altLang="zh-CN"/>
          </a:p>
        </p:txBody>
      </p:sp>
      <p:sp>
        <p:nvSpPr>
          <p:cNvPr id="1127426" name="Rectangle 2"/>
          <p:cNvSpPr>
            <a:spLocks noGrp="1" noRot="1" noChangeAspect="1" noChangeArrowheads="1" noTextEdit="1"/>
          </p:cNvSpPr>
          <p:nvPr>
            <p:ph type="sldImg"/>
          </p:nvPr>
        </p:nvSpPr>
        <p:spPr>
          <a:xfrm>
            <a:off x="381000" y="685800"/>
            <a:ext cx="6096000" cy="3429000"/>
          </a:xfrm>
          <a:ln/>
        </p:spPr>
      </p:sp>
      <p:sp>
        <p:nvSpPr>
          <p:cNvPr id="112742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3B3C47-49A6-402B-B7CA-273148D4319C}" type="slidenum">
              <a:rPr lang="en-US" altLang="zh-CN"/>
              <a:pPr/>
              <a:t>55</a:t>
            </a:fld>
            <a:endParaRPr lang="en-US" altLang="zh-CN"/>
          </a:p>
        </p:txBody>
      </p:sp>
      <p:sp>
        <p:nvSpPr>
          <p:cNvPr id="1129474" name="Rectangle 2"/>
          <p:cNvSpPr>
            <a:spLocks noGrp="1" noRot="1" noChangeAspect="1" noChangeArrowheads="1" noTextEdit="1"/>
          </p:cNvSpPr>
          <p:nvPr>
            <p:ph type="sldImg"/>
          </p:nvPr>
        </p:nvSpPr>
        <p:spPr>
          <a:xfrm>
            <a:off x="381000" y="685800"/>
            <a:ext cx="6096000" cy="3429000"/>
          </a:xfrm>
          <a:ln/>
        </p:spPr>
      </p:sp>
      <p:sp>
        <p:nvSpPr>
          <p:cNvPr id="11294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F4973A-ABE7-4792-9846-2ABC98543D37}" type="slidenum">
              <a:rPr lang="en-US" altLang="zh-CN"/>
              <a:pPr/>
              <a:t>56</a:t>
            </a:fld>
            <a:endParaRPr lang="en-US" altLang="zh-CN"/>
          </a:p>
        </p:txBody>
      </p:sp>
      <p:sp>
        <p:nvSpPr>
          <p:cNvPr id="1131522" name="Rectangle 2"/>
          <p:cNvSpPr>
            <a:spLocks noGrp="1" noRot="1" noChangeAspect="1" noChangeArrowheads="1" noTextEdit="1"/>
          </p:cNvSpPr>
          <p:nvPr>
            <p:ph type="sldImg"/>
          </p:nvPr>
        </p:nvSpPr>
        <p:spPr>
          <a:xfrm>
            <a:off x="381000" y="685800"/>
            <a:ext cx="6096000" cy="3429000"/>
          </a:xfrm>
          <a:ln/>
        </p:spPr>
      </p:sp>
      <p:sp>
        <p:nvSpPr>
          <p:cNvPr id="113152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F27E59-BA47-44F9-94C3-6493268FF8FA}" type="slidenum">
              <a:rPr lang="en-US" altLang="zh-CN"/>
              <a:pPr/>
              <a:t>57</a:t>
            </a:fld>
            <a:endParaRPr lang="en-US" altLang="zh-CN"/>
          </a:p>
        </p:txBody>
      </p:sp>
      <p:sp>
        <p:nvSpPr>
          <p:cNvPr id="1133570" name="Rectangle 2"/>
          <p:cNvSpPr>
            <a:spLocks noGrp="1" noRot="1" noChangeAspect="1" noChangeArrowheads="1" noTextEdit="1"/>
          </p:cNvSpPr>
          <p:nvPr>
            <p:ph type="sldImg"/>
          </p:nvPr>
        </p:nvSpPr>
        <p:spPr>
          <a:xfrm>
            <a:off x="381000" y="685800"/>
            <a:ext cx="6096000" cy="3429000"/>
          </a:xfrm>
          <a:ln/>
        </p:spPr>
      </p:sp>
      <p:sp>
        <p:nvSpPr>
          <p:cNvPr id="113357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E04876-7428-4796-9836-9D2A893CB0A9}" type="slidenum">
              <a:rPr lang="en-US" altLang="zh-CN"/>
              <a:pPr/>
              <a:t>58</a:t>
            </a:fld>
            <a:endParaRPr lang="en-US" altLang="zh-CN"/>
          </a:p>
        </p:txBody>
      </p:sp>
      <p:sp>
        <p:nvSpPr>
          <p:cNvPr id="1135618" name="Rectangle 2"/>
          <p:cNvSpPr>
            <a:spLocks noGrp="1" noRot="1" noChangeAspect="1" noChangeArrowheads="1" noTextEdit="1"/>
          </p:cNvSpPr>
          <p:nvPr>
            <p:ph type="sldImg"/>
          </p:nvPr>
        </p:nvSpPr>
        <p:spPr>
          <a:xfrm>
            <a:off x="381000" y="685800"/>
            <a:ext cx="6096000" cy="3429000"/>
          </a:xfrm>
          <a:ln/>
        </p:spPr>
      </p:sp>
      <p:sp>
        <p:nvSpPr>
          <p:cNvPr id="113561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EABD47-6A99-47F4-9DC1-2B15DAE8FD5A}" type="slidenum">
              <a:rPr lang="en-US" altLang="zh-CN"/>
              <a:pPr/>
              <a:t>59</a:t>
            </a:fld>
            <a:endParaRPr lang="en-US" altLang="zh-CN"/>
          </a:p>
        </p:txBody>
      </p:sp>
      <p:sp>
        <p:nvSpPr>
          <p:cNvPr id="1137666" name="Rectangle 2"/>
          <p:cNvSpPr>
            <a:spLocks noGrp="1" noRot="1" noChangeAspect="1" noChangeArrowheads="1" noTextEdit="1"/>
          </p:cNvSpPr>
          <p:nvPr>
            <p:ph type="sldImg"/>
          </p:nvPr>
        </p:nvSpPr>
        <p:spPr>
          <a:xfrm>
            <a:off x="381000" y="685800"/>
            <a:ext cx="6096000" cy="3429000"/>
          </a:xfrm>
          <a:ln/>
        </p:spPr>
      </p:sp>
      <p:sp>
        <p:nvSpPr>
          <p:cNvPr id="113766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3C19D0-B093-479C-A5D2-137775CCD453}" type="slidenum">
              <a:rPr lang="en-US" altLang="zh-CN"/>
              <a:pPr/>
              <a:t>60</a:t>
            </a:fld>
            <a:endParaRPr lang="en-US" altLang="zh-CN"/>
          </a:p>
        </p:txBody>
      </p:sp>
      <p:sp>
        <p:nvSpPr>
          <p:cNvPr id="1139714" name="Rectangle 2"/>
          <p:cNvSpPr>
            <a:spLocks noGrp="1" noRot="1" noChangeAspect="1" noChangeArrowheads="1" noTextEdit="1"/>
          </p:cNvSpPr>
          <p:nvPr>
            <p:ph type="sldImg"/>
          </p:nvPr>
        </p:nvSpPr>
        <p:spPr>
          <a:xfrm>
            <a:off x="381000" y="685800"/>
            <a:ext cx="6096000" cy="3429000"/>
          </a:xfrm>
          <a:ln/>
        </p:spPr>
      </p:sp>
      <p:sp>
        <p:nvSpPr>
          <p:cNvPr id="113971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DC25B5-102E-466C-BB6A-9386AF554DBC}" type="slidenum">
              <a:rPr lang="en-US" altLang="zh-CN"/>
              <a:pPr/>
              <a:t>61</a:t>
            </a:fld>
            <a:endParaRPr lang="en-US" altLang="zh-CN"/>
          </a:p>
        </p:txBody>
      </p:sp>
      <p:sp>
        <p:nvSpPr>
          <p:cNvPr id="1141762" name="Rectangle 2"/>
          <p:cNvSpPr>
            <a:spLocks noGrp="1" noRot="1" noChangeAspect="1" noChangeArrowheads="1" noTextEdit="1"/>
          </p:cNvSpPr>
          <p:nvPr>
            <p:ph type="sldImg"/>
          </p:nvPr>
        </p:nvSpPr>
        <p:spPr>
          <a:xfrm>
            <a:off x="381000" y="685800"/>
            <a:ext cx="6096000" cy="3429000"/>
          </a:xfrm>
          <a:ln/>
        </p:spPr>
      </p:sp>
      <p:sp>
        <p:nvSpPr>
          <p:cNvPr id="114176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F00A1B-0BA5-446C-B6FA-25A03589A9D0}" type="slidenum">
              <a:rPr lang="en-US" altLang="zh-CN"/>
              <a:pPr/>
              <a:t>62</a:t>
            </a:fld>
            <a:endParaRPr lang="en-US" altLang="zh-CN"/>
          </a:p>
        </p:txBody>
      </p:sp>
      <p:sp>
        <p:nvSpPr>
          <p:cNvPr id="1143810" name="Rectangle 2"/>
          <p:cNvSpPr>
            <a:spLocks noGrp="1" noRot="1" noChangeAspect="1" noChangeArrowheads="1" noTextEdit="1"/>
          </p:cNvSpPr>
          <p:nvPr>
            <p:ph type="sldImg"/>
          </p:nvPr>
        </p:nvSpPr>
        <p:spPr>
          <a:xfrm>
            <a:off x="381000" y="685800"/>
            <a:ext cx="6096000" cy="3429000"/>
          </a:xfrm>
          <a:ln/>
        </p:spPr>
      </p:sp>
      <p:sp>
        <p:nvSpPr>
          <p:cNvPr id="11438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29CEAC-2108-44C9-B199-D2FF19CEAFF3}" type="slidenum">
              <a:rPr lang="en-US" altLang="zh-CN"/>
              <a:pPr/>
              <a:t>63</a:t>
            </a:fld>
            <a:endParaRPr lang="en-US" altLang="zh-CN"/>
          </a:p>
        </p:txBody>
      </p:sp>
      <p:sp>
        <p:nvSpPr>
          <p:cNvPr id="1145858" name="Rectangle 2"/>
          <p:cNvSpPr>
            <a:spLocks noGrp="1" noRot="1" noChangeAspect="1" noChangeArrowheads="1" noTextEdit="1"/>
          </p:cNvSpPr>
          <p:nvPr>
            <p:ph type="sldImg"/>
          </p:nvPr>
        </p:nvSpPr>
        <p:spPr>
          <a:xfrm>
            <a:off x="381000" y="685800"/>
            <a:ext cx="6096000" cy="3429000"/>
          </a:xfrm>
          <a:ln/>
        </p:spPr>
      </p:sp>
      <p:sp>
        <p:nvSpPr>
          <p:cNvPr id="1145859"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96E4EF-2D84-479C-ADD2-2C2E70E1C210}" type="slidenum">
              <a:rPr lang="en-US" altLang="zh-CN"/>
              <a:pPr/>
              <a:t>64</a:t>
            </a:fld>
            <a:endParaRPr lang="en-US" altLang="zh-CN"/>
          </a:p>
        </p:txBody>
      </p:sp>
      <p:sp>
        <p:nvSpPr>
          <p:cNvPr id="1147906" name="Rectangle 2"/>
          <p:cNvSpPr>
            <a:spLocks noGrp="1" noRot="1" noChangeAspect="1" noChangeArrowheads="1" noTextEdit="1"/>
          </p:cNvSpPr>
          <p:nvPr>
            <p:ph type="sldImg"/>
          </p:nvPr>
        </p:nvSpPr>
        <p:spPr>
          <a:xfrm>
            <a:off x="381000" y="685800"/>
            <a:ext cx="6096000" cy="3429000"/>
          </a:xfrm>
          <a:ln/>
        </p:spPr>
      </p:sp>
      <p:sp>
        <p:nvSpPr>
          <p:cNvPr id="114790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C373F5-66C5-4845-973B-A75A7411036A}" type="slidenum">
              <a:rPr lang="en-US" altLang="zh-CN"/>
              <a:pPr/>
              <a:t>65</a:t>
            </a:fld>
            <a:endParaRPr lang="en-US" altLang="zh-CN"/>
          </a:p>
        </p:txBody>
      </p:sp>
      <p:sp>
        <p:nvSpPr>
          <p:cNvPr id="1149954" name="Rectangle 2"/>
          <p:cNvSpPr>
            <a:spLocks noGrp="1" noRot="1" noChangeAspect="1" noChangeArrowheads="1" noTextEdit="1"/>
          </p:cNvSpPr>
          <p:nvPr>
            <p:ph type="sldImg"/>
          </p:nvPr>
        </p:nvSpPr>
        <p:spPr>
          <a:xfrm>
            <a:off x="381000" y="685800"/>
            <a:ext cx="6096000" cy="3429000"/>
          </a:xfrm>
          <a:ln/>
        </p:spPr>
      </p:sp>
      <p:sp>
        <p:nvSpPr>
          <p:cNvPr id="114995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0B59FD-504B-4D51-8F16-27A33802F2C3}" type="slidenum">
              <a:rPr lang="en-US" altLang="zh-CN"/>
              <a:pPr/>
              <a:t>66</a:t>
            </a:fld>
            <a:endParaRPr lang="en-US" altLang="zh-CN"/>
          </a:p>
        </p:txBody>
      </p:sp>
      <p:sp>
        <p:nvSpPr>
          <p:cNvPr id="1152002" name="Rectangle 2"/>
          <p:cNvSpPr>
            <a:spLocks noGrp="1" noRot="1" noChangeAspect="1" noChangeArrowheads="1" noTextEdit="1"/>
          </p:cNvSpPr>
          <p:nvPr>
            <p:ph type="sldImg"/>
          </p:nvPr>
        </p:nvSpPr>
        <p:spPr>
          <a:xfrm>
            <a:off x="381000" y="685800"/>
            <a:ext cx="6096000" cy="3429000"/>
          </a:xfrm>
          <a:ln/>
        </p:spPr>
      </p:sp>
      <p:sp>
        <p:nvSpPr>
          <p:cNvPr id="1152003"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87A6EA-D819-4067-B558-6E87905B6823}" type="slidenum">
              <a:rPr lang="en-US" altLang="zh-CN"/>
              <a:pPr/>
              <a:t>67</a:t>
            </a:fld>
            <a:endParaRPr lang="en-US" altLang="zh-CN"/>
          </a:p>
        </p:txBody>
      </p:sp>
      <p:sp>
        <p:nvSpPr>
          <p:cNvPr id="1154050" name="Rectangle 2"/>
          <p:cNvSpPr>
            <a:spLocks noGrp="1" noRot="1" noChangeAspect="1" noChangeArrowheads="1" noTextEdit="1"/>
          </p:cNvSpPr>
          <p:nvPr>
            <p:ph type="sldImg"/>
          </p:nvPr>
        </p:nvSpPr>
        <p:spPr>
          <a:xfrm>
            <a:off x="381000" y="685800"/>
            <a:ext cx="6096000" cy="3429000"/>
          </a:xfrm>
          <a:ln/>
        </p:spPr>
      </p:sp>
      <p:sp>
        <p:nvSpPr>
          <p:cNvPr id="11540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A3B1FB-3A0F-4E91-8C3C-77781B3F8E2F}" type="slidenum">
              <a:rPr lang="en-US" altLang="zh-CN"/>
              <a:pPr/>
              <a:t>68</a:t>
            </a:fld>
            <a:endParaRPr lang="en-US" altLang="zh-CN"/>
          </a:p>
        </p:txBody>
      </p:sp>
      <p:sp>
        <p:nvSpPr>
          <p:cNvPr id="1162242" name="Rectangle 2"/>
          <p:cNvSpPr>
            <a:spLocks noGrp="1" noRot="1" noChangeAspect="1" noChangeArrowheads="1" noTextEdit="1"/>
          </p:cNvSpPr>
          <p:nvPr>
            <p:ph type="sldImg"/>
          </p:nvPr>
        </p:nvSpPr>
        <p:spPr>
          <a:xfrm>
            <a:off x="381000" y="685800"/>
            <a:ext cx="6096000" cy="3429000"/>
          </a:xfrm>
          <a:ln/>
        </p:spPr>
      </p:sp>
      <p:sp>
        <p:nvSpPr>
          <p:cNvPr id="1162243"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87A6EA-D819-4067-B558-6E87905B6823}" type="slidenum">
              <a:rPr lang="en-US" altLang="zh-CN"/>
              <a:pPr/>
              <a:t>69</a:t>
            </a:fld>
            <a:endParaRPr lang="en-US" altLang="zh-CN"/>
          </a:p>
        </p:txBody>
      </p:sp>
      <p:sp>
        <p:nvSpPr>
          <p:cNvPr id="1154050" name="Rectangle 2"/>
          <p:cNvSpPr>
            <a:spLocks noGrp="1" noRot="1" noChangeAspect="1" noChangeArrowheads="1" noTextEdit="1"/>
          </p:cNvSpPr>
          <p:nvPr>
            <p:ph type="sldImg"/>
          </p:nvPr>
        </p:nvSpPr>
        <p:spPr>
          <a:xfrm>
            <a:off x="381000" y="685800"/>
            <a:ext cx="6096000" cy="3429000"/>
          </a:xfrm>
          <a:ln/>
        </p:spPr>
      </p:sp>
      <p:sp>
        <p:nvSpPr>
          <p:cNvPr id="11540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434F12-4030-47BE-8AA9-ED5F303E8C8E}" type="slidenum">
              <a:rPr lang="en-US" altLang="zh-CN"/>
              <a:pPr/>
              <a:t>70</a:t>
            </a:fld>
            <a:endParaRPr lang="en-US" altLang="zh-CN"/>
          </a:p>
        </p:txBody>
      </p:sp>
      <p:sp>
        <p:nvSpPr>
          <p:cNvPr id="1156098" name="Rectangle 2"/>
          <p:cNvSpPr>
            <a:spLocks noGrp="1" noRot="1" noChangeAspect="1" noChangeArrowheads="1" noTextEdit="1"/>
          </p:cNvSpPr>
          <p:nvPr>
            <p:ph type="sldImg"/>
          </p:nvPr>
        </p:nvSpPr>
        <p:spPr>
          <a:xfrm>
            <a:off x="381000" y="685800"/>
            <a:ext cx="6096000" cy="3429000"/>
          </a:xfrm>
          <a:ln/>
        </p:spPr>
      </p:sp>
      <p:sp>
        <p:nvSpPr>
          <p:cNvPr id="11560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F12867-B791-4717-8054-C537D4EC3AAD}" type="slidenum">
              <a:rPr lang="en-US" altLang="zh-CN"/>
              <a:pPr/>
              <a:t>71</a:t>
            </a:fld>
            <a:endParaRPr lang="en-US" altLang="zh-CN"/>
          </a:p>
        </p:txBody>
      </p:sp>
      <p:sp>
        <p:nvSpPr>
          <p:cNvPr id="1158146" name="Rectangle 2"/>
          <p:cNvSpPr>
            <a:spLocks noGrp="1" noRot="1" noChangeAspect="1" noChangeArrowheads="1" noTextEdit="1"/>
          </p:cNvSpPr>
          <p:nvPr>
            <p:ph type="sldImg"/>
          </p:nvPr>
        </p:nvSpPr>
        <p:spPr>
          <a:xfrm>
            <a:off x="381000" y="685800"/>
            <a:ext cx="6096000" cy="3429000"/>
          </a:xfrm>
          <a:ln/>
        </p:spPr>
      </p:sp>
      <p:sp>
        <p:nvSpPr>
          <p:cNvPr id="11581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98273E-BC45-4CAF-8514-7BE0F361896D}" type="slidenum">
              <a:rPr lang="en-US" altLang="zh-CN"/>
              <a:pPr/>
              <a:t>72</a:t>
            </a:fld>
            <a:endParaRPr lang="en-US" altLang="zh-CN"/>
          </a:p>
        </p:txBody>
      </p:sp>
      <p:sp>
        <p:nvSpPr>
          <p:cNvPr id="1160194" name="Rectangle 2"/>
          <p:cNvSpPr>
            <a:spLocks noGrp="1" noRot="1" noChangeAspect="1" noChangeArrowheads="1" noTextEdit="1"/>
          </p:cNvSpPr>
          <p:nvPr>
            <p:ph type="sldImg"/>
          </p:nvPr>
        </p:nvSpPr>
        <p:spPr>
          <a:xfrm>
            <a:off x="381000" y="685800"/>
            <a:ext cx="6096000" cy="3429000"/>
          </a:xfrm>
          <a:ln/>
        </p:spPr>
      </p:sp>
      <p:sp>
        <p:nvSpPr>
          <p:cNvPr id="11601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819798-91B1-4264-B86D-D1C23D3A8ED6}" type="slidenum">
              <a:rPr lang="en-US" altLang="zh-CN"/>
              <a:pPr/>
              <a:t>73</a:t>
            </a:fld>
            <a:endParaRPr lang="en-US" altLang="zh-CN"/>
          </a:p>
        </p:txBody>
      </p:sp>
      <p:sp>
        <p:nvSpPr>
          <p:cNvPr id="1164290" name="Rectangle 2"/>
          <p:cNvSpPr>
            <a:spLocks noGrp="1" noRot="1" noChangeAspect="1" noChangeArrowheads="1" noTextEdit="1"/>
          </p:cNvSpPr>
          <p:nvPr>
            <p:ph type="sldImg"/>
          </p:nvPr>
        </p:nvSpPr>
        <p:spPr>
          <a:xfrm>
            <a:off x="381000" y="685800"/>
            <a:ext cx="6096000" cy="3429000"/>
          </a:xfrm>
          <a:ln/>
        </p:spPr>
      </p:sp>
      <p:sp>
        <p:nvSpPr>
          <p:cNvPr id="11642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74</a:t>
            </a:fld>
            <a:endParaRPr lang="en-US" altLang="zh-CN"/>
          </a:p>
        </p:txBody>
      </p:sp>
    </p:spTree>
    <p:extLst>
      <p:ext uri="{BB962C8B-B14F-4D97-AF65-F5344CB8AC3E}">
        <p14:creationId xmlns:p14="http://schemas.microsoft.com/office/powerpoint/2010/main" val="836997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1EF2924-3E1E-4CB4-8EF2-15D5D1C0B5A9}"/>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8" name="组合 7">
            <a:extLst>
              <a:ext uri="{FF2B5EF4-FFF2-40B4-BE49-F238E27FC236}">
                <a16:creationId xmlns:a16="http://schemas.microsoft.com/office/drawing/2014/main" id="{4B418866-4D2D-43B4-A4C7-A19B50828F83}"/>
              </a:ext>
            </a:extLst>
          </p:cNvPr>
          <p:cNvGrpSpPr/>
          <p:nvPr userDrawn="1"/>
        </p:nvGrpSpPr>
        <p:grpSpPr>
          <a:xfrm>
            <a:off x="0" y="-18269"/>
            <a:ext cx="1136073" cy="864235"/>
            <a:chOff x="0" y="-18269"/>
            <a:chExt cx="1136073" cy="864235"/>
          </a:xfrm>
        </p:grpSpPr>
        <p:sp>
          <p:nvSpPr>
            <p:cNvPr id="9" name="矩形 8">
              <a:extLst>
                <a:ext uri="{FF2B5EF4-FFF2-40B4-BE49-F238E27FC236}">
                  <a16:creationId xmlns:a16="http://schemas.microsoft.com/office/drawing/2014/main" id="{B57A01DE-1CE0-473F-BFBC-953845BD515E}"/>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0" name="矩形 9">
              <a:extLst>
                <a:ext uri="{FF2B5EF4-FFF2-40B4-BE49-F238E27FC236}">
                  <a16:creationId xmlns:a16="http://schemas.microsoft.com/office/drawing/2014/main" id="{96E742AE-2026-40D4-B7D4-325185E7DA57}"/>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1" name="矩形 10">
              <a:extLst>
                <a:ext uri="{FF2B5EF4-FFF2-40B4-BE49-F238E27FC236}">
                  <a16:creationId xmlns:a16="http://schemas.microsoft.com/office/drawing/2014/main" id="{645C1E27-5297-46D4-8389-5A37CA1DD237}"/>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2" name="矩形 11">
              <a:extLst>
                <a:ext uri="{FF2B5EF4-FFF2-40B4-BE49-F238E27FC236}">
                  <a16:creationId xmlns:a16="http://schemas.microsoft.com/office/drawing/2014/main" id="{9E82ED21-678D-45D4-8A9D-D1F391FA6F5F}"/>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3" name="矩形 12">
              <a:extLst>
                <a:ext uri="{FF2B5EF4-FFF2-40B4-BE49-F238E27FC236}">
                  <a16:creationId xmlns:a16="http://schemas.microsoft.com/office/drawing/2014/main" id="{71B67A05-980D-4B85-BFA9-BB6839BE7D5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14" name="矩形 13">
            <a:extLst>
              <a:ext uri="{FF2B5EF4-FFF2-40B4-BE49-F238E27FC236}">
                <a16:creationId xmlns:a16="http://schemas.microsoft.com/office/drawing/2014/main" id="{A07852E5-18ED-4342-8617-434AF51E6693}"/>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16" name="图片 15" descr="文本&#10;&#10;描述已自动生成">
            <a:extLst>
              <a:ext uri="{FF2B5EF4-FFF2-40B4-BE49-F238E27FC236}">
                <a16:creationId xmlns:a16="http://schemas.microsoft.com/office/drawing/2014/main" id="{FE70EF5C-ACA0-4A13-89C1-BD7D5AB87B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a:prstGeom prst="rect">
            <a:avLst/>
          </a:prstGeom>
        </p:spPr>
        <p:txBody>
          <a:bodyPr/>
          <a:lstStyle>
            <a:lvl1pPr>
              <a:defRPr/>
            </a:lvl1pPr>
          </a:lstStyle>
          <a:p>
            <a:fld id="{C4CA0FDB-3C96-4F80-8C31-ADBD4276175E}"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284EC08-A8D8-44C4-8645-6C1DB1686FFF}"/>
              </a:ext>
            </a:extLst>
          </p:cNvPr>
          <p:cNvPicPr>
            <a:picLocks noChangeAspect="1"/>
          </p:cNvPicPr>
          <p:nvPr userDrawn="1"/>
        </p:nvPicPr>
        <p:blipFill>
          <a:blip r:embed="rId2"/>
          <a:stretch>
            <a:fillRect/>
          </a:stretch>
        </p:blipFill>
        <p:spPr>
          <a:xfrm>
            <a:off x="-1032792" y="3021330"/>
            <a:ext cx="371475" cy="342900"/>
          </a:xfrm>
          <a:prstGeom prst="rect">
            <a:avLst/>
          </a:prstGeom>
        </p:spPr>
      </p:pic>
      <p:sp>
        <p:nvSpPr>
          <p:cNvPr id="7" name="矩形 6">
            <a:extLst>
              <a:ext uri="{FF2B5EF4-FFF2-40B4-BE49-F238E27FC236}">
                <a16:creationId xmlns:a16="http://schemas.microsoft.com/office/drawing/2014/main" id="{03B68388-6482-47AA-B23D-54697538AC93}"/>
              </a:ext>
            </a:extLst>
          </p:cNvPr>
          <p:cNvSpPr/>
          <p:nvPr userDrawn="1"/>
        </p:nvSpPr>
        <p:spPr bwMode="auto">
          <a:xfrm>
            <a:off x="0" y="0"/>
            <a:ext cx="12192000" cy="6858000"/>
          </a:xfrm>
          <a:prstGeom prst="rect">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721234118"/>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154A6AB-2253-454B-9B69-DDC28CECC3C0}" type="slidenum">
              <a:rPr lang="en-US" altLang="zh-CN"/>
              <a:pPr/>
              <a:t>‹#›</a:t>
            </a:fld>
            <a:endParaRPr lang="en-US" altLang="zh-CN"/>
          </a:p>
        </p:txBody>
      </p:sp>
    </p:spTree>
    <p:extLst>
      <p:ext uri="{BB962C8B-B14F-4D97-AF65-F5344CB8AC3E}">
        <p14:creationId xmlns:p14="http://schemas.microsoft.com/office/powerpoint/2010/main" val="180312431"/>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E5BC307-0E07-482C-BB08-A2C38A4179A3}" type="slidenum">
              <a:rPr lang="en-US" altLang="zh-CN"/>
              <a:pPr/>
              <a:t>‹#›</a:t>
            </a:fld>
            <a:endParaRPr lang="en-US" altLang="zh-CN"/>
          </a:p>
        </p:txBody>
      </p:sp>
    </p:spTree>
    <p:extLst>
      <p:ext uri="{BB962C8B-B14F-4D97-AF65-F5344CB8AC3E}">
        <p14:creationId xmlns:p14="http://schemas.microsoft.com/office/powerpoint/2010/main" val="56380906"/>
      </p:ext>
    </p:extLst>
  </p:cSld>
  <p:clrMapOvr>
    <a:masterClrMapping/>
  </p:clrMapOvr>
  <p:transition>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115888"/>
            <a:ext cx="10363200" cy="5980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p:spPr>
        <p:txBody>
          <a:bodyPr/>
          <a:lstStyle>
            <a:lvl1pPr>
              <a:defRPr/>
            </a:lvl1pPr>
          </a:lstStyle>
          <a:p>
            <a:fld id="{C552FE6F-13F5-41E6-9FA3-5A273B7D4E87}" type="slidenum">
              <a:rPr lang="en-US" altLang="zh-CN"/>
              <a:pPr/>
              <a:t>‹#›</a:t>
            </a:fld>
            <a:endParaRPr lang="en-US" altLang="zh-CN"/>
          </a:p>
        </p:txBody>
      </p:sp>
    </p:spTree>
    <p:extLst>
      <p:ext uri="{BB962C8B-B14F-4D97-AF65-F5344CB8AC3E}">
        <p14:creationId xmlns:p14="http://schemas.microsoft.com/office/powerpoint/2010/main" val="2004803536"/>
      </p:ext>
    </p:extLst>
  </p:cSld>
  <p:clrMapOvr>
    <a:masterClrMapping/>
  </p:clrMapOvr>
  <p:transition>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B5A18940-D624-4B3D-B96C-0EC2FB38CDBE}" type="slidenum">
              <a:rPr lang="en-US" altLang="zh-CN"/>
              <a:pPr/>
              <a:t>‹#›</a:t>
            </a:fld>
            <a:endParaRPr lang="en-US" altLang="zh-CN"/>
          </a:p>
        </p:txBody>
      </p:sp>
    </p:spTree>
    <p:extLst>
      <p:ext uri="{BB962C8B-B14F-4D97-AF65-F5344CB8AC3E}">
        <p14:creationId xmlns:p14="http://schemas.microsoft.com/office/powerpoint/2010/main" val="1792258927"/>
      </p:ext>
    </p:extLst>
  </p:cSld>
  <p:clrMapOvr>
    <a:masterClrMapping/>
  </p:clrMapOvr>
  <p:transition>
    <p:zo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341438"/>
            <a:ext cx="5080000" cy="47545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0" y="6248400"/>
            <a:ext cx="2540000" cy="457200"/>
          </a:xfrm>
        </p:spPr>
        <p:txBody>
          <a:bodyPr/>
          <a:lstStyle>
            <a:lvl1pPr>
              <a:defRPr/>
            </a:lvl1pPr>
          </a:lstStyle>
          <a:p>
            <a:fld id="{F70F8F8D-D16E-4599-93A1-3AB601F3F5B8}" type="slidenum">
              <a:rPr lang="en-US" altLang="zh-CN"/>
              <a:pPr/>
              <a:t>‹#›</a:t>
            </a:fld>
            <a:endParaRPr lang="en-US" altLang="zh-CN"/>
          </a:p>
        </p:txBody>
      </p:sp>
    </p:spTree>
    <p:extLst>
      <p:ext uri="{BB962C8B-B14F-4D97-AF65-F5344CB8AC3E}">
        <p14:creationId xmlns:p14="http://schemas.microsoft.com/office/powerpoint/2010/main" val="1547771544"/>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B56CF960-5613-4363-9E14-14A8BF1EBB1E}"/>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22" name="组合 21">
            <a:extLst>
              <a:ext uri="{FF2B5EF4-FFF2-40B4-BE49-F238E27FC236}">
                <a16:creationId xmlns:a16="http://schemas.microsoft.com/office/drawing/2014/main" id="{7B1461C2-7D0D-4E3C-8B47-25DCF9B20DC6}"/>
              </a:ext>
            </a:extLst>
          </p:cNvPr>
          <p:cNvGrpSpPr/>
          <p:nvPr userDrawn="1"/>
        </p:nvGrpSpPr>
        <p:grpSpPr>
          <a:xfrm>
            <a:off x="0" y="-18269"/>
            <a:ext cx="1136073" cy="864235"/>
            <a:chOff x="0" y="-18269"/>
            <a:chExt cx="1136073" cy="864235"/>
          </a:xfrm>
        </p:grpSpPr>
        <p:sp>
          <p:nvSpPr>
            <p:cNvPr id="23" name="矩形 22">
              <a:extLst>
                <a:ext uri="{FF2B5EF4-FFF2-40B4-BE49-F238E27FC236}">
                  <a16:creationId xmlns:a16="http://schemas.microsoft.com/office/drawing/2014/main" id="{968FD0F2-33A1-43B7-94AC-D1A0FC81FA0B}"/>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4" name="矩形 23">
              <a:extLst>
                <a:ext uri="{FF2B5EF4-FFF2-40B4-BE49-F238E27FC236}">
                  <a16:creationId xmlns:a16="http://schemas.microsoft.com/office/drawing/2014/main" id="{63006E15-5CC6-4E2B-974F-5505320A49A0}"/>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5" name="矩形 24">
              <a:extLst>
                <a:ext uri="{FF2B5EF4-FFF2-40B4-BE49-F238E27FC236}">
                  <a16:creationId xmlns:a16="http://schemas.microsoft.com/office/drawing/2014/main" id="{E4DFBFD1-EA9E-4E6B-BEDE-0C3408961645}"/>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6" name="矩形 25">
              <a:extLst>
                <a:ext uri="{FF2B5EF4-FFF2-40B4-BE49-F238E27FC236}">
                  <a16:creationId xmlns:a16="http://schemas.microsoft.com/office/drawing/2014/main" id="{0F4E1A74-684B-41DA-B988-56C6439CBC73}"/>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7" name="矩形 26">
              <a:extLst>
                <a:ext uri="{FF2B5EF4-FFF2-40B4-BE49-F238E27FC236}">
                  <a16:creationId xmlns:a16="http://schemas.microsoft.com/office/drawing/2014/main" id="{17248F34-2C9B-45E0-A8F0-6337A327BFF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28" name="矩形 27">
            <a:extLst>
              <a:ext uri="{FF2B5EF4-FFF2-40B4-BE49-F238E27FC236}">
                <a16:creationId xmlns:a16="http://schemas.microsoft.com/office/drawing/2014/main" id="{968F4294-188D-4257-9B6F-6E7514261A97}"/>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29" name="图片 28" descr="文本&#10;&#10;描述已自动生成">
            <a:extLst>
              <a:ext uri="{FF2B5EF4-FFF2-40B4-BE49-F238E27FC236}">
                <a16:creationId xmlns:a16="http://schemas.microsoft.com/office/drawing/2014/main" id="{BC7FD4F5-F6C5-40DA-A03E-06C55AE51873}"/>
              </a:ext>
            </a:extLst>
          </p:cNvPr>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4.wav"/></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4.wav"/></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4.wav"/></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audio" Target="../media/audio3.wav"/><Relationship Id="rId5" Type="http://schemas.openxmlformats.org/officeDocument/2006/relationships/audio" Target="../media/audio2.wav"/><Relationship Id="rId4" Type="http://schemas.openxmlformats.org/officeDocument/2006/relationships/audio" Target="../media/audio4.wav"/></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2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2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4.wav"/></Relationships>
</file>

<file path=ppt/slides/_rels/slide3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3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audio" Target="../media/audio2.wav"/><Relationship Id="rId4" Type="http://schemas.openxmlformats.org/officeDocument/2006/relationships/audio" Target="../media/audio4.wav"/></Relationships>
</file>

<file path=ppt/slides/_rels/slide3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3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3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3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4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5.jpeg"/><Relationship Id="rId4" Type="http://schemas.openxmlformats.org/officeDocument/2006/relationships/audio" Target="../media/audio1.wav"/></Relationships>
</file>

<file path=ppt/slides/_rels/slide4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audio" Target="../media/audio2.wav"/></Relationships>
</file>

<file path=ppt/slides/_rels/slide45.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6.jpe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audio" Target="../media/audio3.wav"/><Relationship Id="rId4" Type="http://schemas.openxmlformats.org/officeDocument/2006/relationships/audio" Target="../media/audio2.wav"/></Relationships>
</file>

<file path=ppt/slides/_rels/slide4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4.wav"/></Relationships>
</file>

<file path=ppt/slides/_rels/slide5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5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5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5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5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5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5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5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6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6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6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4.wav"/></Relationships>
</file>

<file path=ppt/slides/_rels/slide6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6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74.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notesSlide" Target="../notesSlides/notesSlide72.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audio" Target="../media/audio2.wav"/></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1920"/>
        </a:solidFill>
        <a:effectLst/>
      </p:bgPr>
    </p:bg>
    <p:spTree>
      <p:nvGrpSpPr>
        <p:cNvPr id="1" name=""/>
        <p:cNvGrpSpPr/>
        <p:nvPr/>
      </p:nvGrpSpPr>
      <p:grpSpPr>
        <a:xfrm>
          <a:off x="0" y="0"/>
          <a:ext cx="0" cy="0"/>
          <a:chOff x="0" y="0"/>
          <a:chExt cx="0" cy="0"/>
        </a:xfrm>
      </p:grpSpPr>
      <p:grpSp>
        <p:nvGrpSpPr>
          <p:cNvPr id="466990" name="组合 466989">
            <a:extLst>
              <a:ext uri="{FF2B5EF4-FFF2-40B4-BE49-F238E27FC236}">
                <a16:creationId xmlns:a16="http://schemas.microsoft.com/office/drawing/2014/main" id="{90DA2393-20F0-4F22-A673-37EFCBE3CBB7}"/>
              </a:ext>
            </a:extLst>
          </p:cNvPr>
          <p:cNvGrpSpPr/>
          <p:nvPr/>
        </p:nvGrpSpPr>
        <p:grpSpPr>
          <a:xfrm>
            <a:off x="2734933" y="1239143"/>
            <a:ext cx="5668582" cy="6031728"/>
            <a:chOff x="1319586" y="1051455"/>
            <a:chExt cx="5668582" cy="5256585"/>
          </a:xfrm>
          <a:noFill/>
        </p:grpSpPr>
        <p:grpSp>
          <p:nvGrpSpPr>
            <p:cNvPr id="466988" name="组合 466987">
              <a:extLst>
                <a:ext uri="{FF2B5EF4-FFF2-40B4-BE49-F238E27FC236}">
                  <a16:creationId xmlns:a16="http://schemas.microsoft.com/office/drawing/2014/main" id="{47849CA3-A394-49F2-AD5A-D3DDF8E5D932}"/>
                </a:ext>
              </a:extLst>
            </p:cNvPr>
            <p:cNvGrpSpPr/>
            <p:nvPr/>
          </p:nvGrpSpPr>
          <p:grpSpPr>
            <a:xfrm>
              <a:off x="1319586" y="1232940"/>
              <a:ext cx="4837921" cy="4232797"/>
              <a:chOff x="4426431" y="860338"/>
              <a:chExt cx="4837921" cy="4232797"/>
            </a:xfrm>
            <a:grpFill/>
          </p:grpSpPr>
          <p:sp>
            <p:nvSpPr>
              <p:cNvPr id="56" name="矩形: 圆顶角 55">
                <a:extLst>
                  <a:ext uri="{FF2B5EF4-FFF2-40B4-BE49-F238E27FC236}">
                    <a16:creationId xmlns:a16="http://schemas.microsoft.com/office/drawing/2014/main" id="{34E73DA9-BC8D-436A-A664-0989F146C2E5}"/>
                  </a:ext>
                </a:extLst>
              </p:cNvPr>
              <p:cNvSpPr/>
              <p:nvPr/>
            </p:nvSpPr>
            <p:spPr bwMode="auto">
              <a:xfrm rot="16200000">
                <a:off x="6101055" y="1929838"/>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6578915 w 8968159"/>
                  <a:gd name="connsiteY0" fmla="*/ 1929838 h 5389328"/>
                  <a:gd name="connsiteX1" fmla="*/ 0 w 8968159"/>
                  <a:gd name="connsiteY1" fmla="*/ 0 h 5389328"/>
                  <a:gd name="connsiteX2" fmla="*/ 8490299 w 8968159"/>
                  <a:gd name="connsiteY2" fmla="*/ 1929838 h 5389328"/>
                  <a:gd name="connsiteX3" fmla="*/ 8968159 w 8968159"/>
                  <a:gd name="connsiteY3" fmla="*/ 2407698 h 5389328"/>
                  <a:gd name="connsiteX4" fmla="*/ 8968159 w 8968159"/>
                  <a:gd name="connsiteY4" fmla="*/ 5389328 h 5389328"/>
                  <a:gd name="connsiteX5" fmla="*/ 8968159 w 8968159"/>
                  <a:gd name="connsiteY5" fmla="*/ 5389328 h 5389328"/>
                  <a:gd name="connsiteX6" fmla="*/ 6101055 w 8968159"/>
                  <a:gd name="connsiteY6" fmla="*/ 5389328 h 5389328"/>
                  <a:gd name="connsiteX7" fmla="*/ 6101055 w 8968159"/>
                  <a:gd name="connsiteY7" fmla="*/ 5389328 h 5389328"/>
                  <a:gd name="connsiteX8" fmla="*/ 6101055 w 8968159"/>
                  <a:gd name="connsiteY8" fmla="*/ 2407698 h 5389328"/>
                  <a:gd name="connsiteX9" fmla="*/ 6578915 w 8968159"/>
                  <a:gd name="connsiteY9" fmla="*/ 1929838 h 5389328"/>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66958" name="任意多边形: 形状 466957">
                <a:extLst>
                  <a:ext uri="{FF2B5EF4-FFF2-40B4-BE49-F238E27FC236}">
                    <a16:creationId xmlns:a16="http://schemas.microsoft.com/office/drawing/2014/main" id="{62D9AFFB-BF60-4B90-91C5-D6F2AB5FA62F}"/>
                  </a:ext>
                </a:extLst>
              </p:cNvPr>
              <p:cNvSpPr/>
              <p:nvPr/>
            </p:nvSpPr>
            <p:spPr bwMode="auto">
              <a:xfrm>
                <a:off x="5760395" y="2181976"/>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59" name="任意多边形: 形状 466958">
                <a:extLst>
                  <a:ext uri="{FF2B5EF4-FFF2-40B4-BE49-F238E27FC236}">
                    <a16:creationId xmlns:a16="http://schemas.microsoft.com/office/drawing/2014/main" id="{494EA9CB-8869-4422-B197-F5480FE45B0A}"/>
                  </a:ext>
                </a:extLst>
              </p:cNvPr>
              <p:cNvSpPr/>
              <p:nvPr/>
            </p:nvSpPr>
            <p:spPr bwMode="auto">
              <a:xfrm>
                <a:off x="5715931" y="213792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0" name="任意多边形: 形状 466959">
                <a:extLst>
                  <a:ext uri="{FF2B5EF4-FFF2-40B4-BE49-F238E27FC236}">
                    <a16:creationId xmlns:a16="http://schemas.microsoft.com/office/drawing/2014/main" id="{B042FD86-A0B7-4149-8398-29E8B2039CA8}"/>
                  </a:ext>
                </a:extLst>
              </p:cNvPr>
              <p:cNvSpPr/>
              <p:nvPr/>
            </p:nvSpPr>
            <p:spPr bwMode="auto">
              <a:xfrm>
                <a:off x="5671464" y="2093867"/>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1" name="任意多边形: 形状 466960">
                <a:extLst>
                  <a:ext uri="{FF2B5EF4-FFF2-40B4-BE49-F238E27FC236}">
                    <a16:creationId xmlns:a16="http://schemas.microsoft.com/office/drawing/2014/main" id="{33E40499-0A00-469C-B532-5C731717B7DC}"/>
                  </a:ext>
                </a:extLst>
              </p:cNvPr>
              <p:cNvSpPr/>
              <p:nvPr/>
            </p:nvSpPr>
            <p:spPr bwMode="auto">
              <a:xfrm>
                <a:off x="5627000" y="2049811"/>
                <a:ext cx="3459490" cy="2867105"/>
              </a:xfrm>
              <a:custGeom>
                <a:avLst/>
                <a:gdLst>
                  <a:gd name="connsiteX0" fmla="*/ 0 w 3459490"/>
                  <a:gd name="connsiteY0" fmla="*/ 2389245 h 2867105"/>
                  <a:gd name="connsiteX1" fmla="*/ 13 w 3459490"/>
                  <a:gd name="connsiteY1" fmla="*/ 477860 h 2867105"/>
                  <a:gd name="connsiteX2" fmla="*/ 477860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60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60" y="0"/>
                    </a:cubicBezTo>
                    <a:lnTo>
                      <a:pt x="3459490" y="0"/>
                    </a:lnTo>
                    <a:lnTo>
                      <a:pt x="3459490" y="0"/>
                    </a:lnTo>
                    <a:lnTo>
                      <a:pt x="3459490" y="2867105"/>
                    </a:lnTo>
                    <a:lnTo>
                      <a:pt x="3459490" y="2867105"/>
                    </a:lnTo>
                    <a:lnTo>
                      <a:pt x="477860"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2" name="任意多边形: 形状 466961">
                <a:extLst>
                  <a:ext uri="{FF2B5EF4-FFF2-40B4-BE49-F238E27FC236}">
                    <a16:creationId xmlns:a16="http://schemas.microsoft.com/office/drawing/2014/main" id="{D083F042-0879-45F3-A207-BF0D2EC1AD9C}"/>
                  </a:ext>
                </a:extLst>
              </p:cNvPr>
              <p:cNvSpPr/>
              <p:nvPr/>
            </p:nvSpPr>
            <p:spPr bwMode="auto">
              <a:xfrm>
                <a:off x="5582533" y="2005758"/>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3" name="任意多边形: 形状 466962">
                <a:extLst>
                  <a:ext uri="{FF2B5EF4-FFF2-40B4-BE49-F238E27FC236}">
                    <a16:creationId xmlns:a16="http://schemas.microsoft.com/office/drawing/2014/main" id="{CA88892A-146D-4C2E-B891-97B3AF4A4C42}"/>
                  </a:ext>
                </a:extLst>
              </p:cNvPr>
              <p:cNvSpPr/>
              <p:nvPr/>
            </p:nvSpPr>
            <p:spPr bwMode="auto">
              <a:xfrm>
                <a:off x="5538069" y="19617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4" name="任意多边形: 形状 466963">
                <a:extLst>
                  <a:ext uri="{FF2B5EF4-FFF2-40B4-BE49-F238E27FC236}">
                    <a16:creationId xmlns:a16="http://schemas.microsoft.com/office/drawing/2014/main" id="{FB28D25E-670E-47ED-8799-2BB2C1A45443}"/>
                  </a:ext>
                </a:extLst>
              </p:cNvPr>
              <p:cNvSpPr/>
              <p:nvPr/>
            </p:nvSpPr>
            <p:spPr bwMode="auto">
              <a:xfrm>
                <a:off x="5493602" y="1917649"/>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5" name="任意多边形: 形状 466964">
                <a:extLst>
                  <a:ext uri="{FF2B5EF4-FFF2-40B4-BE49-F238E27FC236}">
                    <a16:creationId xmlns:a16="http://schemas.microsoft.com/office/drawing/2014/main" id="{1FD4C06D-70F0-4FF2-BEAD-6E88DD6FDC13}"/>
                  </a:ext>
                </a:extLst>
              </p:cNvPr>
              <p:cNvSpPr/>
              <p:nvPr/>
            </p:nvSpPr>
            <p:spPr bwMode="auto">
              <a:xfrm>
                <a:off x="5449138" y="187359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6" name="任意多边形: 形状 466965">
                <a:extLst>
                  <a:ext uri="{FF2B5EF4-FFF2-40B4-BE49-F238E27FC236}">
                    <a16:creationId xmlns:a16="http://schemas.microsoft.com/office/drawing/2014/main" id="{9EE30DBB-6592-4438-82EB-D778B287E33D}"/>
                  </a:ext>
                </a:extLst>
              </p:cNvPr>
              <p:cNvSpPr/>
              <p:nvPr/>
            </p:nvSpPr>
            <p:spPr bwMode="auto">
              <a:xfrm>
                <a:off x="5404671" y="1829539"/>
                <a:ext cx="3459491" cy="2867104"/>
              </a:xfrm>
              <a:custGeom>
                <a:avLst/>
                <a:gdLst>
                  <a:gd name="connsiteX0" fmla="*/ 0 w 3459491"/>
                  <a:gd name="connsiteY0" fmla="*/ 2389245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5"/>
                    </a:moveTo>
                    <a:lnTo>
                      <a:pt x="13" y="477860"/>
                    </a:lnTo>
                    <a:cubicBezTo>
                      <a:pt x="0" y="213946"/>
                      <a:pt x="213946" y="0"/>
                      <a:pt x="477860" y="0"/>
                    </a:cubicBezTo>
                    <a:lnTo>
                      <a:pt x="3459491" y="0"/>
                    </a:lnTo>
                    <a:lnTo>
                      <a:pt x="3459491" y="0"/>
                    </a:lnTo>
                    <a:lnTo>
                      <a:pt x="3459491" y="2867104"/>
                    </a:lnTo>
                    <a:lnTo>
                      <a:pt x="3459491" y="2867104"/>
                    </a:lnTo>
                    <a:lnTo>
                      <a:pt x="477860" y="2867104"/>
                    </a:lnTo>
                    <a:cubicBezTo>
                      <a:pt x="213946"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7" name="任意多边形: 形状 466966">
                <a:extLst>
                  <a:ext uri="{FF2B5EF4-FFF2-40B4-BE49-F238E27FC236}">
                    <a16:creationId xmlns:a16="http://schemas.microsoft.com/office/drawing/2014/main" id="{0EA352E2-0DF8-42FC-9D07-EB8EE1456A5A}"/>
                  </a:ext>
                </a:extLst>
              </p:cNvPr>
              <p:cNvSpPr/>
              <p:nvPr/>
            </p:nvSpPr>
            <p:spPr bwMode="auto">
              <a:xfrm>
                <a:off x="5360207" y="178548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8" name="任意多边形: 形状 466967">
                <a:extLst>
                  <a:ext uri="{FF2B5EF4-FFF2-40B4-BE49-F238E27FC236}">
                    <a16:creationId xmlns:a16="http://schemas.microsoft.com/office/drawing/2014/main" id="{54588078-9E32-4766-A8B8-140045943AA9}"/>
                  </a:ext>
                </a:extLst>
              </p:cNvPr>
              <p:cNvSpPr/>
              <p:nvPr/>
            </p:nvSpPr>
            <p:spPr bwMode="auto">
              <a:xfrm>
                <a:off x="5315740" y="1741430"/>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9" name="任意多边形: 形状 466968">
                <a:extLst>
                  <a:ext uri="{FF2B5EF4-FFF2-40B4-BE49-F238E27FC236}">
                    <a16:creationId xmlns:a16="http://schemas.microsoft.com/office/drawing/2014/main" id="{FA514FA6-74F9-48BB-980B-7B8312E21653}"/>
                  </a:ext>
                </a:extLst>
              </p:cNvPr>
              <p:cNvSpPr/>
              <p:nvPr/>
            </p:nvSpPr>
            <p:spPr bwMode="auto">
              <a:xfrm>
                <a:off x="5271276" y="169737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0" name="任意多边形: 形状 466969">
                <a:extLst>
                  <a:ext uri="{FF2B5EF4-FFF2-40B4-BE49-F238E27FC236}">
                    <a16:creationId xmlns:a16="http://schemas.microsoft.com/office/drawing/2014/main" id="{88F1D9B7-AF83-4DDD-A889-D50E3162BDDC}"/>
                  </a:ext>
                </a:extLst>
              </p:cNvPr>
              <p:cNvSpPr/>
              <p:nvPr/>
            </p:nvSpPr>
            <p:spPr bwMode="auto">
              <a:xfrm>
                <a:off x="5226809" y="1653321"/>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1" name="任意多边形: 形状 466970">
                <a:extLst>
                  <a:ext uri="{FF2B5EF4-FFF2-40B4-BE49-F238E27FC236}">
                    <a16:creationId xmlns:a16="http://schemas.microsoft.com/office/drawing/2014/main" id="{DF343671-04EE-41F9-A774-7D9F2E1E3811}"/>
                  </a:ext>
                </a:extLst>
              </p:cNvPr>
              <p:cNvSpPr/>
              <p:nvPr/>
            </p:nvSpPr>
            <p:spPr bwMode="auto">
              <a:xfrm>
                <a:off x="5182345" y="160926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2" name="任意多边形: 形状 466971">
                <a:extLst>
                  <a:ext uri="{FF2B5EF4-FFF2-40B4-BE49-F238E27FC236}">
                    <a16:creationId xmlns:a16="http://schemas.microsoft.com/office/drawing/2014/main" id="{41D25F15-C331-4651-A2D6-E86049B272DB}"/>
                  </a:ext>
                </a:extLst>
              </p:cNvPr>
              <p:cNvSpPr/>
              <p:nvPr/>
            </p:nvSpPr>
            <p:spPr bwMode="auto">
              <a:xfrm>
                <a:off x="5137878" y="1565212"/>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3" name="任意多边形: 形状 466972">
                <a:extLst>
                  <a:ext uri="{FF2B5EF4-FFF2-40B4-BE49-F238E27FC236}">
                    <a16:creationId xmlns:a16="http://schemas.microsoft.com/office/drawing/2014/main" id="{CD9EBE19-3D53-4D07-9B5F-0CF948C1BCB1}"/>
                  </a:ext>
                </a:extLst>
              </p:cNvPr>
              <p:cNvSpPr/>
              <p:nvPr/>
            </p:nvSpPr>
            <p:spPr bwMode="auto">
              <a:xfrm>
                <a:off x="5093414" y="152115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4" name="任意多边形: 形状 466973">
                <a:extLst>
                  <a:ext uri="{FF2B5EF4-FFF2-40B4-BE49-F238E27FC236}">
                    <a16:creationId xmlns:a16="http://schemas.microsoft.com/office/drawing/2014/main" id="{B7DF68E3-54CC-455F-A067-6F4658E8A900}"/>
                  </a:ext>
                </a:extLst>
              </p:cNvPr>
              <p:cNvSpPr/>
              <p:nvPr/>
            </p:nvSpPr>
            <p:spPr bwMode="auto">
              <a:xfrm>
                <a:off x="5048948" y="14771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5" name="任意多边形: 形状 466974">
                <a:extLst>
                  <a:ext uri="{FF2B5EF4-FFF2-40B4-BE49-F238E27FC236}">
                    <a16:creationId xmlns:a16="http://schemas.microsoft.com/office/drawing/2014/main" id="{54BB5C2B-8F60-4B1F-A5D7-444F44D5EB80}"/>
                  </a:ext>
                </a:extLst>
              </p:cNvPr>
              <p:cNvSpPr/>
              <p:nvPr/>
            </p:nvSpPr>
            <p:spPr bwMode="auto">
              <a:xfrm>
                <a:off x="5004483" y="1433048"/>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6" name="任意多边形: 形状 466975">
                <a:extLst>
                  <a:ext uri="{FF2B5EF4-FFF2-40B4-BE49-F238E27FC236}">
                    <a16:creationId xmlns:a16="http://schemas.microsoft.com/office/drawing/2014/main" id="{217B73B5-1C97-4293-8FB1-7F526507A90A}"/>
                  </a:ext>
                </a:extLst>
              </p:cNvPr>
              <p:cNvSpPr/>
              <p:nvPr/>
            </p:nvSpPr>
            <p:spPr bwMode="auto">
              <a:xfrm>
                <a:off x="4960017" y="13889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7" name="任意多边形: 形状 466976">
                <a:extLst>
                  <a:ext uri="{FF2B5EF4-FFF2-40B4-BE49-F238E27FC236}">
                    <a16:creationId xmlns:a16="http://schemas.microsoft.com/office/drawing/2014/main" id="{C984FC97-6EC5-4A31-BB5E-5DC882D064D5}"/>
                  </a:ext>
                </a:extLst>
              </p:cNvPr>
              <p:cNvSpPr/>
              <p:nvPr/>
            </p:nvSpPr>
            <p:spPr bwMode="auto">
              <a:xfrm>
                <a:off x="4915552" y="1344939"/>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8" name="任意多边形: 形状 466977">
                <a:extLst>
                  <a:ext uri="{FF2B5EF4-FFF2-40B4-BE49-F238E27FC236}">
                    <a16:creationId xmlns:a16="http://schemas.microsoft.com/office/drawing/2014/main" id="{9D5B62FE-4C38-49BA-96B9-F2F2C6C5195B}"/>
                  </a:ext>
                </a:extLst>
              </p:cNvPr>
              <p:cNvSpPr/>
              <p:nvPr/>
            </p:nvSpPr>
            <p:spPr bwMode="auto">
              <a:xfrm>
                <a:off x="4871086" y="130088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9" name="任意多边形: 形状 466978">
                <a:extLst>
                  <a:ext uri="{FF2B5EF4-FFF2-40B4-BE49-F238E27FC236}">
                    <a16:creationId xmlns:a16="http://schemas.microsoft.com/office/drawing/2014/main" id="{43FB0229-74A2-4B10-A1C8-9D916F26FC12}"/>
                  </a:ext>
                </a:extLst>
              </p:cNvPr>
              <p:cNvSpPr/>
              <p:nvPr/>
            </p:nvSpPr>
            <p:spPr bwMode="auto">
              <a:xfrm>
                <a:off x="4826621" y="1256828"/>
                <a:ext cx="3459490" cy="2867105"/>
              </a:xfrm>
              <a:custGeom>
                <a:avLst/>
                <a:gdLst>
                  <a:gd name="connsiteX0" fmla="*/ 0 w 3459490"/>
                  <a:gd name="connsiteY0" fmla="*/ 2389245 h 2867105"/>
                  <a:gd name="connsiteX1" fmla="*/ 13 w 3459490"/>
                  <a:gd name="connsiteY1" fmla="*/ 477860 h 2867105"/>
                  <a:gd name="connsiteX2" fmla="*/ 477859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59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59" y="0"/>
                    </a:cubicBezTo>
                    <a:lnTo>
                      <a:pt x="3459490" y="0"/>
                    </a:lnTo>
                    <a:lnTo>
                      <a:pt x="3459490" y="0"/>
                    </a:lnTo>
                    <a:lnTo>
                      <a:pt x="3459490" y="2867105"/>
                    </a:lnTo>
                    <a:lnTo>
                      <a:pt x="3459490" y="2867105"/>
                    </a:lnTo>
                    <a:lnTo>
                      <a:pt x="477859"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0" name="任意多边形: 形状 466979">
                <a:extLst>
                  <a:ext uri="{FF2B5EF4-FFF2-40B4-BE49-F238E27FC236}">
                    <a16:creationId xmlns:a16="http://schemas.microsoft.com/office/drawing/2014/main" id="{74B8460D-B7FE-49A3-8239-29C31B3A2EEA}"/>
                  </a:ext>
                </a:extLst>
              </p:cNvPr>
              <p:cNvSpPr/>
              <p:nvPr/>
            </p:nvSpPr>
            <p:spPr bwMode="auto">
              <a:xfrm>
                <a:off x="4782155" y="121277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1" name="任意多边形: 形状 466980">
                <a:extLst>
                  <a:ext uri="{FF2B5EF4-FFF2-40B4-BE49-F238E27FC236}">
                    <a16:creationId xmlns:a16="http://schemas.microsoft.com/office/drawing/2014/main" id="{D9A89519-E16F-43C0-B72E-D6C34AD80221}"/>
                  </a:ext>
                </a:extLst>
              </p:cNvPr>
              <p:cNvSpPr/>
              <p:nvPr/>
            </p:nvSpPr>
            <p:spPr bwMode="auto">
              <a:xfrm>
                <a:off x="4737689" y="1168720"/>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2" name="任意多边形: 形状 466981">
                <a:extLst>
                  <a:ext uri="{FF2B5EF4-FFF2-40B4-BE49-F238E27FC236}">
                    <a16:creationId xmlns:a16="http://schemas.microsoft.com/office/drawing/2014/main" id="{18A2A0EB-78C6-45EA-93B2-7A2AC5915417}"/>
                  </a:ext>
                </a:extLst>
              </p:cNvPr>
              <p:cNvSpPr/>
              <p:nvPr/>
            </p:nvSpPr>
            <p:spPr bwMode="auto">
              <a:xfrm>
                <a:off x="4693224" y="112466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3" name="任意多边形: 形状 466982">
                <a:extLst>
                  <a:ext uri="{FF2B5EF4-FFF2-40B4-BE49-F238E27FC236}">
                    <a16:creationId xmlns:a16="http://schemas.microsoft.com/office/drawing/2014/main" id="{06E5EC0C-4EE8-4A28-9FCA-6356264408B1}"/>
                  </a:ext>
                </a:extLst>
              </p:cNvPr>
              <p:cNvSpPr/>
              <p:nvPr/>
            </p:nvSpPr>
            <p:spPr bwMode="auto">
              <a:xfrm>
                <a:off x="4648758" y="1080611"/>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4" name="任意多边形: 形状 466983">
                <a:extLst>
                  <a:ext uri="{FF2B5EF4-FFF2-40B4-BE49-F238E27FC236}">
                    <a16:creationId xmlns:a16="http://schemas.microsoft.com/office/drawing/2014/main" id="{AB0FA968-42CB-494C-91E6-B313DCDF189D}"/>
                  </a:ext>
                </a:extLst>
              </p:cNvPr>
              <p:cNvSpPr/>
              <p:nvPr/>
            </p:nvSpPr>
            <p:spPr bwMode="auto">
              <a:xfrm>
                <a:off x="4604293" y="103655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5" name="任意多边形: 形状 466984">
                <a:extLst>
                  <a:ext uri="{FF2B5EF4-FFF2-40B4-BE49-F238E27FC236}">
                    <a16:creationId xmlns:a16="http://schemas.microsoft.com/office/drawing/2014/main" id="{10BBF3E6-C74F-4CBB-B883-1E7A1C20184B}"/>
                  </a:ext>
                </a:extLst>
              </p:cNvPr>
              <p:cNvSpPr/>
              <p:nvPr/>
            </p:nvSpPr>
            <p:spPr bwMode="auto">
              <a:xfrm>
                <a:off x="4559827" y="99250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6" name="任意多边形: 形状 466985">
                <a:extLst>
                  <a:ext uri="{FF2B5EF4-FFF2-40B4-BE49-F238E27FC236}">
                    <a16:creationId xmlns:a16="http://schemas.microsoft.com/office/drawing/2014/main" id="{E8951B63-EE6B-43B4-B8F3-9211148B64D9}"/>
                  </a:ext>
                </a:extLst>
              </p:cNvPr>
              <p:cNvSpPr/>
              <p:nvPr/>
            </p:nvSpPr>
            <p:spPr bwMode="auto">
              <a:xfrm>
                <a:off x="4515362" y="94844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7" name="任意多边形: 形状 466986">
                <a:extLst>
                  <a:ext uri="{FF2B5EF4-FFF2-40B4-BE49-F238E27FC236}">
                    <a16:creationId xmlns:a16="http://schemas.microsoft.com/office/drawing/2014/main" id="{BA473FBB-4A3A-4D61-966F-B1BD2B2157EB}"/>
                  </a:ext>
                </a:extLst>
              </p:cNvPr>
              <p:cNvSpPr/>
              <p:nvPr/>
            </p:nvSpPr>
            <p:spPr bwMode="auto">
              <a:xfrm>
                <a:off x="4470896" y="9043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1" name="矩形: 圆顶角 20">
                <a:extLst>
                  <a:ext uri="{FF2B5EF4-FFF2-40B4-BE49-F238E27FC236}">
                    <a16:creationId xmlns:a16="http://schemas.microsoft.com/office/drawing/2014/main" id="{12987477-6EDB-49EE-B6FF-2369D8E2EDAC}"/>
                  </a:ext>
                </a:extLst>
              </p:cNvPr>
              <p:cNvSpPr/>
              <p:nvPr/>
            </p:nvSpPr>
            <p:spPr bwMode="auto">
              <a:xfrm rot="16200000">
                <a:off x="4722624" y="564145"/>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5200483 w 7589727"/>
                  <a:gd name="connsiteY0" fmla="*/ 564145 h 4023635"/>
                  <a:gd name="connsiteX1" fmla="*/ 0 w 7589727"/>
                  <a:gd name="connsiteY1" fmla="*/ 0 h 4023635"/>
                  <a:gd name="connsiteX2" fmla="*/ 7111867 w 7589727"/>
                  <a:gd name="connsiteY2" fmla="*/ 564145 h 4023635"/>
                  <a:gd name="connsiteX3" fmla="*/ 7589727 w 7589727"/>
                  <a:gd name="connsiteY3" fmla="*/ 1042005 h 4023635"/>
                  <a:gd name="connsiteX4" fmla="*/ 7589727 w 7589727"/>
                  <a:gd name="connsiteY4" fmla="*/ 4023635 h 4023635"/>
                  <a:gd name="connsiteX5" fmla="*/ 7589727 w 7589727"/>
                  <a:gd name="connsiteY5" fmla="*/ 4023635 h 4023635"/>
                  <a:gd name="connsiteX6" fmla="*/ 4722623 w 7589727"/>
                  <a:gd name="connsiteY6" fmla="*/ 4023635 h 4023635"/>
                  <a:gd name="connsiteX7" fmla="*/ 4722623 w 7589727"/>
                  <a:gd name="connsiteY7" fmla="*/ 4023635 h 4023635"/>
                  <a:gd name="connsiteX8" fmla="*/ 4722623 w 7589727"/>
                  <a:gd name="connsiteY8" fmla="*/ 1042005 h 4023635"/>
                  <a:gd name="connsiteX9" fmla="*/ 5200483 w 7589727"/>
                  <a:gd name="connsiteY9" fmla="*/ 564145 h 4023635"/>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466989" name="平行四边形 466988">
              <a:extLst>
                <a:ext uri="{FF2B5EF4-FFF2-40B4-BE49-F238E27FC236}">
                  <a16:creationId xmlns:a16="http://schemas.microsoft.com/office/drawing/2014/main" id="{F9B55C15-0562-4D84-BA64-F86954A0BEF2}"/>
                </a:ext>
              </a:extLst>
            </p:cNvPr>
            <p:cNvSpPr/>
            <p:nvPr/>
          </p:nvSpPr>
          <p:spPr bwMode="auto">
            <a:xfrm rot="5400000">
              <a:off x="3245809" y="2565681"/>
              <a:ext cx="5256585" cy="2228133"/>
            </a:xfrm>
            <a:prstGeom prst="parallelogram">
              <a:avLst>
                <a:gd name="adj" fmla="val 96622"/>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grpSp>
      <p:sp>
        <p:nvSpPr>
          <p:cNvPr id="466949" name="Rectangle 5"/>
          <p:cNvSpPr>
            <a:spLocks noChangeArrowheads="1"/>
          </p:cNvSpPr>
          <p:nvPr/>
        </p:nvSpPr>
        <p:spPr bwMode="auto">
          <a:xfrm>
            <a:off x="3938093" y="3004278"/>
            <a:ext cx="5758307" cy="92333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5400" b="1" dirty="0">
                <a:solidFill>
                  <a:schemeClr val="bg1"/>
                </a:solidFill>
                <a:latin typeface="思源黑体 CN Heavy" panose="020B0A00000000000000" pitchFamily="34" charset="-122"/>
                <a:ea typeface="思源黑体 CN Heavy" panose="020B0A00000000000000" pitchFamily="34" charset="-122"/>
              </a:rPr>
              <a:t>程序设计教程</a:t>
            </a:r>
            <a:r>
              <a:rPr lang="zh-CN" altLang="en-US" b="1" dirty="0">
                <a:solidFill>
                  <a:schemeClr val="bg1"/>
                </a:solidFill>
                <a:latin typeface="思源黑体 CN Heavy" panose="020B0A00000000000000" pitchFamily="34" charset="-122"/>
                <a:ea typeface="思源黑体 CN Heavy" panose="020B0A00000000000000" pitchFamily="34" charset="-122"/>
              </a:rPr>
              <a:t>（第</a:t>
            </a:r>
            <a:r>
              <a:rPr lang="en-US" altLang="zh-CN" b="1" dirty="0">
                <a:solidFill>
                  <a:schemeClr val="bg1"/>
                </a:solidFill>
                <a:latin typeface="思源黑体 CN Heavy" panose="020B0A00000000000000" pitchFamily="34" charset="-122"/>
                <a:ea typeface="思源黑体 CN Heavy" panose="020B0A00000000000000" pitchFamily="34" charset="-122"/>
              </a:rPr>
              <a:t>3</a:t>
            </a:r>
            <a:r>
              <a:rPr lang="zh-CN" altLang="en-US" b="1" dirty="0">
                <a:solidFill>
                  <a:schemeClr val="bg1"/>
                </a:solidFill>
                <a:latin typeface="思源黑体 CN Heavy" panose="020B0A00000000000000" pitchFamily="34" charset="-122"/>
                <a:ea typeface="思源黑体 CN Heavy" panose="020B0A00000000000000" pitchFamily="34" charset="-122"/>
              </a:rPr>
              <a:t>版）</a:t>
            </a:r>
          </a:p>
        </p:txBody>
      </p:sp>
      <p:sp>
        <p:nvSpPr>
          <p:cNvPr id="24" name="Rectangle 5">
            <a:extLst>
              <a:ext uri="{FF2B5EF4-FFF2-40B4-BE49-F238E27FC236}">
                <a16:creationId xmlns:a16="http://schemas.microsoft.com/office/drawing/2014/main" id="{B5E1C75A-58F7-488D-A75F-78F2A3EA65CE}"/>
              </a:ext>
            </a:extLst>
          </p:cNvPr>
          <p:cNvSpPr>
            <a:spLocks noChangeArrowheads="1"/>
          </p:cNvSpPr>
          <p:nvPr/>
        </p:nvSpPr>
        <p:spPr bwMode="auto">
          <a:xfrm>
            <a:off x="4578322" y="1412776"/>
            <a:ext cx="2989921" cy="144655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en-US" altLang="zh-CN" sz="8800" b="1" dirty="0">
                <a:solidFill>
                  <a:schemeClr val="bg1"/>
                </a:solidFill>
                <a:latin typeface="思源黑体 CN Heavy" panose="020B0A00000000000000" pitchFamily="34" charset="-122"/>
                <a:ea typeface="思源黑体 CN Heavy" panose="020B0A00000000000000" pitchFamily="34" charset="-122"/>
              </a:rPr>
              <a:t>C</a:t>
            </a:r>
            <a:r>
              <a:rPr lang="zh-CN" altLang="en-US" sz="8000" b="1" dirty="0">
                <a:solidFill>
                  <a:schemeClr val="bg1"/>
                </a:solidFill>
                <a:latin typeface="思源黑体 CN Heavy" panose="020B0A00000000000000" pitchFamily="34" charset="-122"/>
                <a:ea typeface="思源黑体 CN Heavy" panose="020B0A00000000000000" pitchFamily="34" charset="-122"/>
              </a:rPr>
              <a:t>语言</a:t>
            </a:r>
          </a:p>
        </p:txBody>
      </p:sp>
      <p:pic>
        <p:nvPicPr>
          <p:cNvPr id="15" name="图片 14" descr="图片包含 游戏机&#10;&#10;描述已自动生成">
            <a:extLst>
              <a:ext uri="{FF2B5EF4-FFF2-40B4-BE49-F238E27FC236}">
                <a16:creationId xmlns:a16="http://schemas.microsoft.com/office/drawing/2014/main" id="{88B313E9-A6E8-4A29-8FCB-633A40EB26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049" y="2708920"/>
            <a:ext cx="1415626" cy="4200157"/>
          </a:xfrm>
          <a:prstGeom prst="rect">
            <a:avLst/>
          </a:prstGeom>
        </p:spPr>
      </p:pic>
      <p:sp>
        <p:nvSpPr>
          <p:cNvPr id="18" name="Rectangle 5">
            <a:extLst>
              <a:ext uri="{FF2B5EF4-FFF2-40B4-BE49-F238E27FC236}">
                <a16:creationId xmlns:a16="http://schemas.microsoft.com/office/drawing/2014/main" id="{2F7A13F8-9190-4D44-8ACC-DC3AF3AE4724}"/>
              </a:ext>
            </a:extLst>
          </p:cNvPr>
          <p:cNvSpPr>
            <a:spLocks noChangeArrowheads="1"/>
          </p:cNvSpPr>
          <p:nvPr/>
        </p:nvSpPr>
        <p:spPr bwMode="auto">
          <a:xfrm>
            <a:off x="2590917" y="4072560"/>
            <a:ext cx="7105483" cy="584775"/>
          </a:xfrm>
          <a:prstGeom prst="rect">
            <a:avLst/>
          </a:prstGeom>
          <a:noFill/>
          <a:ln w="12700">
            <a:noFill/>
            <a:miter lim="800000"/>
            <a:headEnd/>
            <a:tailEnd/>
          </a:ln>
          <a:effectLst>
            <a:outerShdw dist="35921" dir="2700000" algn="ctr" rotWithShape="0">
              <a:schemeClr val="bg2">
                <a:alpha val="50000"/>
              </a:schemeClr>
            </a:outerShdw>
          </a:effectLst>
        </p:spPr>
        <p:txBody>
          <a:bodyPr wrap="square" anchor="ctr">
            <a:spAutoFit/>
          </a:bodyPr>
          <a:lstStyle/>
          <a:p>
            <a:pPr algn="ctr"/>
            <a:r>
              <a:rPr lang="zh-CN" altLang="en-US" sz="3200" b="1" dirty="0">
                <a:solidFill>
                  <a:schemeClr val="bg1"/>
                </a:solidFill>
                <a:latin typeface="思源黑体 CN Heavy" panose="020B0A00000000000000" pitchFamily="34" charset="-122"/>
                <a:ea typeface="思源黑体 CN Heavy" panose="020B0A00000000000000" pitchFamily="34" charset="-122"/>
              </a:rPr>
              <a:t>第</a:t>
            </a:r>
            <a:r>
              <a:rPr lang="en-US" altLang="zh-CN" sz="3200" b="1" dirty="0">
                <a:solidFill>
                  <a:schemeClr val="bg1"/>
                </a:solidFill>
                <a:latin typeface="思源黑体 CN Heavy" panose="020B0A00000000000000" pitchFamily="34" charset="-122"/>
                <a:ea typeface="思源黑体 CN Heavy" panose="020B0A00000000000000" pitchFamily="34" charset="-122"/>
              </a:rPr>
              <a:t>11</a:t>
            </a:r>
            <a:r>
              <a:rPr lang="zh-CN" altLang="en-US" sz="3200" b="1" dirty="0">
                <a:solidFill>
                  <a:schemeClr val="bg1"/>
                </a:solidFill>
                <a:latin typeface="思源黑体 CN Heavy" panose="020B0A00000000000000" pitchFamily="34" charset="-122"/>
                <a:ea typeface="思源黑体 CN Heavy" panose="020B0A00000000000000" pitchFamily="34" charset="-122"/>
              </a:rPr>
              <a:t>章  复杂数据类型</a:t>
            </a:r>
          </a:p>
        </p:txBody>
      </p:sp>
      <p:sp>
        <p:nvSpPr>
          <p:cNvPr id="145" name="文本框 144">
            <a:extLst>
              <a:ext uri="{FF2B5EF4-FFF2-40B4-BE49-F238E27FC236}">
                <a16:creationId xmlns:a16="http://schemas.microsoft.com/office/drawing/2014/main" id="{1E13812E-B2A6-4F2D-AC3F-19B02AAE7E42}"/>
              </a:ext>
            </a:extLst>
          </p:cNvPr>
          <p:cNvSpPr txBox="1"/>
          <p:nvPr/>
        </p:nvSpPr>
        <p:spPr>
          <a:xfrm>
            <a:off x="4748092" y="5157192"/>
            <a:ext cx="2650379" cy="461665"/>
          </a:xfrm>
          <a:prstGeom prst="rect">
            <a:avLst/>
          </a:prstGeom>
          <a:noFill/>
        </p:spPr>
        <p:txBody>
          <a:bodyPr wrap="square">
            <a:spAutoFit/>
          </a:bodyPr>
          <a:lstStyle/>
          <a:p>
            <a:pPr algn="r"/>
            <a:r>
              <a:rPr lang="zh-CN" altLang="en-US" sz="2400" b="1" dirty="0">
                <a:solidFill>
                  <a:schemeClr val="bg1"/>
                </a:solidFill>
                <a:latin typeface="思源黑体 CN Heavy" panose="020B0A00000000000000" pitchFamily="34" charset="-122"/>
                <a:ea typeface="思源黑体 CN Heavy" panose="020B0A00000000000000" pitchFamily="34" charset="-122"/>
              </a:rPr>
              <a:t>制作人：王敬华</a:t>
            </a:r>
          </a:p>
        </p:txBody>
      </p:sp>
      <p:pic>
        <p:nvPicPr>
          <p:cNvPr id="3" name="图片 2">
            <a:extLst>
              <a:ext uri="{FF2B5EF4-FFF2-40B4-BE49-F238E27FC236}">
                <a16:creationId xmlns:a16="http://schemas.microsoft.com/office/drawing/2014/main" id="{0E65F837-AE8E-4CDF-9162-627DDF4D379F}"/>
              </a:ext>
            </a:extLst>
          </p:cNvPr>
          <p:cNvPicPr>
            <a:picLocks noChangeAspect="1"/>
          </p:cNvPicPr>
          <p:nvPr/>
        </p:nvPicPr>
        <p:blipFill>
          <a:blip r:embed="rId5"/>
          <a:stretch>
            <a:fillRect/>
          </a:stretch>
        </p:blipFill>
        <p:spPr>
          <a:xfrm>
            <a:off x="11272104" y="5942946"/>
            <a:ext cx="919896" cy="915054"/>
          </a:xfrm>
          <a:prstGeom prst="rect">
            <a:avLst/>
          </a:prstGeom>
        </p:spPr>
      </p:pic>
    </p:spTree>
    <p:extLst>
      <p:ext uri="{BB962C8B-B14F-4D97-AF65-F5344CB8AC3E}">
        <p14:creationId xmlns:p14="http://schemas.microsoft.com/office/powerpoint/2010/main" val="346955630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grpId="0" nodeType="withEffect">
                                  <p:stCondLst>
                                    <p:cond delay="0"/>
                                  </p:stCondLst>
                                  <p:childTnLst>
                                    <p:set>
                                      <p:cBhvr>
                                        <p:cTn id="10" dur="1" fill="hold">
                                          <p:stCondLst>
                                            <p:cond delay="0"/>
                                          </p:stCondLst>
                                        </p:cTn>
                                        <p:tgtEl>
                                          <p:spTgt spid="466949"/>
                                        </p:tgtEl>
                                        <p:attrNameLst>
                                          <p:attrName>style.visibility</p:attrName>
                                        </p:attrNameLst>
                                      </p:cBhvr>
                                      <p:to>
                                        <p:strVal val="visible"/>
                                      </p:to>
                                    </p:set>
                                    <p:anim calcmode="lin" valueType="num">
                                      <p:cBhvr additive="base">
                                        <p:cTn id="11" dur="500" fill="hold"/>
                                        <p:tgtEl>
                                          <p:spTgt spid="466949"/>
                                        </p:tgtEl>
                                        <p:attrNameLst>
                                          <p:attrName>ppt_x</p:attrName>
                                        </p:attrNameLst>
                                      </p:cBhvr>
                                      <p:tavLst>
                                        <p:tav tm="0">
                                          <p:val>
                                            <p:strVal val="#ppt_x"/>
                                          </p:val>
                                        </p:tav>
                                        <p:tav tm="100000">
                                          <p:val>
                                            <p:strVal val="#ppt_x"/>
                                          </p:val>
                                        </p:tav>
                                      </p:tavLst>
                                    </p:anim>
                                    <p:anim calcmode="lin" valueType="num">
                                      <p:cBhvr additive="base">
                                        <p:cTn id="12" dur="500" fill="hold"/>
                                        <p:tgtEl>
                                          <p:spTgt spid="46694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2"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1+#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par>
                                <p:cTn id="21" presetID="14" presetClass="entr" presetSubtype="10" fill="hold" nodeType="withEffect">
                                  <p:stCondLst>
                                    <p:cond delay="0"/>
                                  </p:stCondLst>
                                  <p:childTnLst>
                                    <p:set>
                                      <p:cBhvr>
                                        <p:cTn id="22" dur="1" fill="hold">
                                          <p:stCondLst>
                                            <p:cond delay="0"/>
                                          </p:stCondLst>
                                        </p:cTn>
                                        <p:tgtEl>
                                          <p:spTgt spid="466990"/>
                                        </p:tgtEl>
                                        <p:attrNameLst>
                                          <p:attrName>style.visibility</p:attrName>
                                        </p:attrNameLst>
                                      </p:cBhvr>
                                      <p:to>
                                        <p:strVal val="visible"/>
                                      </p:to>
                                    </p:set>
                                    <p:animEffect transition="in" filter="randombar(horizontal)">
                                      <p:cBhvr>
                                        <p:cTn id="23" dur="500"/>
                                        <p:tgtEl>
                                          <p:spTgt spid="466990"/>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4" presetID="2" presetClass="entr" presetSubtype="4"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ppt_x"/>
                                          </p:val>
                                        </p:tav>
                                        <p:tav tm="100000">
                                          <p:val>
                                            <p:strVal val="#ppt_x"/>
                                          </p:val>
                                        </p:tav>
                                      </p:tavLst>
                                    </p:anim>
                                    <p:anim calcmode="lin" valueType="num">
                                      <p:cBhvr additive="base">
                                        <p:cTn id="27" dur="500" fill="hold"/>
                                        <p:tgtEl>
                                          <p:spTgt spid="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9" grpId="0"/>
      <p:bldP spid="24"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 name="矩形 45">
            <a:extLst>
              <a:ext uri="{FF2B5EF4-FFF2-40B4-BE49-F238E27FC236}">
                <a16:creationId xmlns:a16="http://schemas.microsoft.com/office/drawing/2014/main" id="{1648ADE5-CCE6-4809-9862-86AA9F5923A6}"/>
              </a:ext>
            </a:extLst>
          </p:cNvPr>
          <p:cNvSpPr/>
          <p:nvPr/>
        </p:nvSpPr>
        <p:spPr bwMode="auto">
          <a:xfrm>
            <a:off x="4975932" y="3999942"/>
            <a:ext cx="1828800" cy="1388826"/>
          </a:xfrm>
          <a:prstGeom prst="rect">
            <a:avLst/>
          </a:prstGeom>
          <a:solidFill>
            <a:srgbClr val="F0E5B7"/>
          </a:solidFill>
          <a:ln w="34925">
            <a:solidFill>
              <a:srgbClr val="BEDFC4"/>
            </a:solidFill>
            <a:round/>
            <a:headEnd/>
            <a:tailEnd/>
          </a:ln>
          <a:effectLst>
            <a:glow rad="139700">
              <a:srgbClr val="F0E5B7">
                <a:alpha val="40000"/>
              </a:srgb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zh-CN" altLang="en-US"/>
          </a:p>
        </p:txBody>
      </p:sp>
      <p:sp>
        <p:nvSpPr>
          <p:cNvPr id="40" name="Rectangle 4">
            <a:extLst>
              <a:ext uri="{FF2B5EF4-FFF2-40B4-BE49-F238E27FC236}">
                <a16:creationId xmlns:a16="http://schemas.microsoft.com/office/drawing/2014/main" id="{431E8D51-2D51-4734-B47F-E25B6044C8D4}"/>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章：复杂数据类型</a:t>
            </a:r>
          </a:p>
        </p:txBody>
      </p:sp>
      <p:grpSp>
        <p:nvGrpSpPr>
          <p:cNvPr id="41" name="组合 40">
            <a:extLst>
              <a:ext uri="{FF2B5EF4-FFF2-40B4-BE49-F238E27FC236}">
                <a16:creationId xmlns:a16="http://schemas.microsoft.com/office/drawing/2014/main" id="{63B9BD25-9F2D-42FF-92E6-3A6C98A67190}"/>
              </a:ext>
            </a:extLst>
          </p:cNvPr>
          <p:cNvGrpSpPr/>
          <p:nvPr/>
        </p:nvGrpSpPr>
        <p:grpSpPr>
          <a:xfrm>
            <a:off x="695325" y="967906"/>
            <a:ext cx="3267000" cy="630931"/>
            <a:chOff x="695400" y="1059424"/>
            <a:chExt cx="3267000" cy="630931"/>
          </a:xfrm>
        </p:grpSpPr>
        <p:grpSp>
          <p:nvGrpSpPr>
            <p:cNvPr id="42" name="组合 41">
              <a:extLst>
                <a:ext uri="{FF2B5EF4-FFF2-40B4-BE49-F238E27FC236}">
                  <a16:creationId xmlns:a16="http://schemas.microsoft.com/office/drawing/2014/main" id="{16120A4E-EE83-4002-854E-7E1B181F04FC}"/>
                </a:ext>
              </a:extLst>
            </p:cNvPr>
            <p:cNvGrpSpPr/>
            <p:nvPr/>
          </p:nvGrpSpPr>
          <p:grpSpPr>
            <a:xfrm>
              <a:off x="695400" y="1059424"/>
              <a:ext cx="833819" cy="557612"/>
              <a:chOff x="695400" y="1059424"/>
              <a:chExt cx="833819" cy="557612"/>
            </a:xfrm>
          </p:grpSpPr>
          <p:sp>
            <p:nvSpPr>
              <p:cNvPr id="44" name="菱形 43">
                <a:extLst>
                  <a:ext uri="{FF2B5EF4-FFF2-40B4-BE49-F238E27FC236}">
                    <a16:creationId xmlns:a16="http://schemas.microsoft.com/office/drawing/2014/main" id="{E2DD6C37-0DBB-4E03-95B2-596C09F65ED8}"/>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5" name="菱形 44">
                <a:extLst>
                  <a:ext uri="{FF2B5EF4-FFF2-40B4-BE49-F238E27FC236}">
                    <a16:creationId xmlns:a16="http://schemas.microsoft.com/office/drawing/2014/main" id="{96143A9F-4949-4AC4-970C-F654EEB8B6B6}"/>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43" name="Text Box 5">
              <a:extLst>
                <a:ext uri="{FF2B5EF4-FFF2-40B4-BE49-F238E27FC236}">
                  <a16:creationId xmlns:a16="http://schemas.microsoft.com/office/drawing/2014/main" id="{AEBEB744-7C0F-4E5D-8AEF-3DD53D5B4BB0}"/>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学习的意义</a:t>
              </a:r>
            </a:p>
          </p:txBody>
        </p:sp>
      </p:grpSp>
      <p:sp>
        <p:nvSpPr>
          <p:cNvPr id="2" name="矩形 1">
            <a:extLst>
              <a:ext uri="{FF2B5EF4-FFF2-40B4-BE49-F238E27FC236}">
                <a16:creationId xmlns:a16="http://schemas.microsoft.com/office/drawing/2014/main" id="{78AB9A5F-5944-4A8F-BECA-FA083BD1C322}"/>
              </a:ext>
            </a:extLst>
          </p:cNvPr>
          <p:cNvSpPr/>
          <p:nvPr/>
        </p:nvSpPr>
        <p:spPr bwMode="auto">
          <a:xfrm>
            <a:off x="2953717" y="811213"/>
            <a:ext cx="5408265" cy="2610085"/>
          </a:xfrm>
          <a:prstGeom prst="rect">
            <a:avLst/>
          </a:prstGeom>
          <a:solidFill>
            <a:srgbClr val="BEDFC4"/>
          </a:solidFill>
          <a:ln w="34925">
            <a:noFill/>
            <a:round/>
            <a:headEnd/>
            <a:tailEnd/>
          </a:ln>
          <a:effectLst>
            <a:glow rad="139700">
              <a:srgbClr val="F0E5B7">
                <a:alpha val="40000"/>
              </a:srgb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zh-CN" altLang="en-US"/>
          </a:p>
        </p:txBody>
      </p:sp>
      <p:grpSp>
        <p:nvGrpSpPr>
          <p:cNvPr id="743462" name="Group 38"/>
          <p:cNvGrpSpPr>
            <a:grpSpLocks/>
          </p:cNvGrpSpPr>
          <p:nvPr/>
        </p:nvGrpSpPr>
        <p:grpSpPr bwMode="auto">
          <a:xfrm>
            <a:off x="1558925" y="775729"/>
            <a:ext cx="6245225" cy="5629275"/>
            <a:chOff x="143" y="516"/>
            <a:chExt cx="3934" cy="3546"/>
          </a:xfrm>
        </p:grpSpPr>
        <p:sp>
          <p:nvSpPr>
            <p:cNvPr id="743430" name="Text Box 6"/>
            <p:cNvSpPr txBox="1">
              <a:spLocks noChangeArrowheads="1"/>
            </p:cNvSpPr>
            <p:nvPr/>
          </p:nvSpPr>
          <p:spPr bwMode="auto">
            <a:xfrm>
              <a:off x="143" y="1665"/>
              <a:ext cx="448" cy="1609"/>
            </a:xfrm>
            <a:prstGeom prst="rect">
              <a:avLst/>
            </a:prstGeom>
            <a:noFill/>
            <a:ln w="9525">
              <a:noFill/>
              <a:miter lim="800000"/>
              <a:headEnd/>
              <a:tailEnd/>
            </a:ln>
            <a:effectLst/>
          </p:spPr>
          <p:txBody>
            <a:bodyPr wrap="square">
              <a:spAutoFit/>
            </a:bodyPr>
            <a:lstStyle/>
            <a:p>
              <a:pPr eaLnBrk="0" hangingPunct="0"/>
              <a:r>
                <a:rPr lang="en-US" altLang="zh-CN" sz="3200" b="1" dirty="0">
                  <a:solidFill>
                    <a:srgbClr val="C01920"/>
                  </a:solidFill>
                  <a:latin typeface="思源黑体 CN Heavy" panose="020B0A00000000000000" pitchFamily="34" charset="-122"/>
                  <a:ea typeface="思源黑体 CN Heavy" panose="020B0A00000000000000" pitchFamily="34" charset="-122"/>
                </a:rPr>
                <a:t>C</a:t>
              </a:r>
            </a:p>
            <a:p>
              <a:pPr eaLnBrk="0" hangingPunct="0"/>
              <a:r>
                <a:rPr lang="zh-CN" altLang="en-US" sz="3200" b="1" dirty="0">
                  <a:solidFill>
                    <a:srgbClr val="C01920"/>
                  </a:solidFill>
                  <a:latin typeface="思源黑体 CN Heavy" panose="020B0A00000000000000" pitchFamily="34" charset="-122"/>
                  <a:ea typeface="思源黑体 CN Heavy" panose="020B0A00000000000000" pitchFamily="34" charset="-122"/>
                </a:rPr>
                <a:t>数</a:t>
              </a:r>
            </a:p>
            <a:p>
              <a:pPr eaLnBrk="0" hangingPunct="0"/>
              <a:r>
                <a:rPr lang="zh-CN" altLang="en-US" sz="3200" b="1" dirty="0">
                  <a:solidFill>
                    <a:srgbClr val="C01920"/>
                  </a:solidFill>
                  <a:latin typeface="思源黑体 CN Heavy" panose="020B0A00000000000000" pitchFamily="34" charset="-122"/>
                  <a:ea typeface="思源黑体 CN Heavy" panose="020B0A00000000000000" pitchFamily="34" charset="-122"/>
                </a:rPr>
                <a:t>据</a:t>
              </a:r>
            </a:p>
            <a:p>
              <a:pPr eaLnBrk="0" hangingPunct="0"/>
              <a:r>
                <a:rPr lang="zh-CN" altLang="en-US" sz="3200" b="1" dirty="0">
                  <a:solidFill>
                    <a:srgbClr val="C01920"/>
                  </a:solidFill>
                  <a:latin typeface="思源黑体 CN Heavy" panose="020B0A00000000000000" pitchFamily="34" charset="-122"/>
                  <a:ea typeface="思源黑体 CN Heavy" panose="020B0A00000000000000" pitchFamily="34" charset="-122"/>
                </a:rPr>
                <a:t>类</a:t>
              </a:r>
            </a:p>
            <a:p>
              <a:pPr eaLnBrk="0" hangingPunct="0"/>
              <a:r>
                <a:rPr lang="zh-CN" altLang="en-US" sz="3200" b="1" dirty="0">
                  <a:solidFill>
                    <a:srgbClr val="C01920"/>
                  </a:solidFill>
                  <a:latin typeface="思源黑体 CN Heavy" panose="020B0A00000000000000" pitchFamily="34" charset="-122"/>
                  <a:ea typeface="思源黑体 CN Heavy" panose="020B0A00000000000000" pitchFamily="34" charset="-122"/>
                </a:rPr>
                <a:t>型</a:t>
              </a:r>
            </a:p>
          </p:txBody>
        </p:sp>
        <p:sp>
          <p:nvSpPr>
            <p:cNvPr id="743431" name="AutoShape 7"/>
            <p:cNvSpPr>
              <a:spLocks/>
            </p:cNvSpPr>
            <p:nvPr/>
          </p:nvSpPr>
          <p:spPr bwMode="auto">
            <a:xfrm>
              <a:off x="763" y="1128"/>
              <a:ext cx="192" cy="2868"/>
            </a:xfrm>
            <a:prstGeom prst="leftBrace">
              <a:avLst>
                <a:gd name="adj1" fmla="val 124479"/>
                <a:gd name="adj2" fmla="val 50000"/>
              </a:avLst>
            </a:prstGeom>
            <a:noFill/>
            <a:ln w="25400">
              <a:solidFill>
                <a:schemeClr val="tx1"/>
              </a:solidFill>
              <a:round/>
              <a:headEnd/>
              <a:tailEnd/>
            </a:ln>
            <a:effectLst/>
          </p:spPr>
          <p:txBody>
            <a:bodyPr wrap="none" anchor="ctr">
              <a:scene3d>
                <a:camera prst="orthographicFront"/>
                <a:lightRig rig="threePt" dir="t"/>
              </a:scene3d>
              <a:sp3d extrusionH="57150">
                <a:bevelT w="57150" h="38100" prst="hardEdge"/>
              </a:sp3d>
            </a:bodyPr>
            <a:lstStyle/>
            <a:p>
              <a:pPr algn="ctr"/>
              <a:endParaRPr lang="zh-CN" altLang="zh-CN" b="1">
                <a:effectLst>
                  <a:outerShdw blurRad="38100" dist="38100" dir="2700000" algn="tl">
                    <a:srgbClr val="FFFFFF"/>
                  </a:outerShdw>
                </a:effectLst>
                <a:latin typeface="+mn-lt"/>
                <a:ea typeface="楷体" pitchFamily="49" charset="-122"/>
              </a:endParaRPr>
            </a:p>
          </p:txBody>
        </p:sp>
        <p:sp>
          <p:nvSpPr>
            <p:cNvPr id="743432" name="Text Box 8"/>
            <p:cNvSpPr txBox="1">
              <a:spLocks noChangeArrowheads="1"/>
            </p:cNvSpPr>
            <p:nvPr/>
          </p:nvSpPr>
          <p:spPr bwMode="auto">
            <a:xfrm>
              <a:off x="1071" y="1268"/>
              <a:ext cx="896" cy="291"/>
            </a:xfrm>
            <a:prstGeom prst="rect">
              <a:avLst/>
            </a:prstGeom>
            <a:noFill/>
            <a:ln w="9525">
              <a:noFill/>
              <a:miter lim="800000"/>
              <a:headEnd/>
              <a:tailEnd/>
            </a:ln>
            <a:effectLst/>
          </p:spPr>
          <p:txBody>
            <a:bodyPr wrap="square">
              <a:spAutoFit/>
            </a:bodyPr>
            <a:lstStyle>
              <a:defPPr>
                <a:defRPr lang="zh-CN"/>
              </a:defPPr>
              <a:lvl1pPr eaLnBrk="0" hangingPunct="0">
                <a:defRPr b="1">
                  <a:latin typeface="+mn-lt"/>
                  <a:ea typeface="楷体" pitchFamily="49" charset="-122"/>
                </a:defRPr>
              </a:lvl1pPr>
            </a:lstStyle>
            <a:p>
              <a:r>
                <a:rPr lang="zh-CN" altLang="en-US" dirty="0"/>
                <a:t>基本类型</a:t>
              </a:r>
            </a:p>
          </p:txBody>
        </p:sp>
        <p:sp>
          <p:nvSpPr>
            <p:cNvPr id="743433" name="Text Box 9"/>
            <p:cNvSpPr txBox="1">
              <a:spLocks noChangeArrowheads="1"/>
            </p:cNvSpPr>
            <p:nvPr/>
          </p:nvSpPr>
          <p:spPr bwMode="auto">
            <a:xfrm>
              <a:off x="1077" y="2676"/>
              <a:ext cx="912" cy="291"/>
            </a:xfrm>
            <a:prstGeom prst="rect">
              <a:avLst/>
            </a:prstGeom>
            <a:noFill/>
            <a:ln w="9525">
              <a:noFill/>
              <a:miter lim="800000"/>
              <a:headEnd/>
              <a:tailEnd/>
            </a:ln>
            <a:effectLst/>
          </p:spPr>
          <p:txBody>
            <a:bodyPr wrap="square">
              <a:spAutoFit/>
            </a:bodyPr>
            <a:lstStyle/>
            <a:p>
              <a:pPr eaLnBrk="0" hangingPunct="0"/>
              <a:r>
                <a:rPr lang="zh-CN" altLang="en-US" b="1" dirty="0">
                  <a:solidFill>
                    <a:srgbClr val="C00000"/>
                  </a:solidFill>
                  <a:latin typeface="+mn-lt"/>
                  <a:ea typeface="楷体" pitchFamily="49" charset="-122"/>
                </a:rPr>
                <a:t>构造类型</a:t>
              </a:r>
            </a:p>
          </p:txBody>
        </p:sp>
        <p:sp>
          <p:nvSpPr>
            <p:cNvPr id="743434" name="Text Box 10"/>
            <p:cNvSpPr txBox="1">
              <a:spLocks noChangeArrowheads="1"/>
            </p:cNvSpPr>
            <p:nvPr/>
          </p:nvSpPr>
          <p:spPr bwMode="auto">
            <a:xfrm>
              <a:off x="1077" y="3099"/>
              <a:ext cx="896" cy="291"/>
            </a:xfrm>
            <a:prstGeom prst="rect">
              <a:avLst/>
            </a:prstGeom>
            <a:noFill/>
            <a:ln w="9525">
              <a:noFill/>
              <a:miter lim="800000"/>
              <a:headEnd/>
              <a:tailEnd/>
            </a:ln>
            <a:effectLst/>
          </p:spPr>
          <p:txBody>
            <a:bodyPr wrap="none">
              <a:spAutoFit/>
              <a:scene3d>
                <a:camera prst="orthographicFront"/>
                <a:lightRig rig="threePt" dir="t"/>
              </a:scene3d>
              <a:sp3d extrusionH="57150">
                <a:bevelT w="57150" h="38100" prst="hardEdge"/>
              </a:sp3d>
            </a:bodyPr>
            <a:lstStyle/>
            <a:p>
              <a:pPr eaLnBrk="0" hangingPunct="0"/>
              <a:r>
                <a:rPr lang="zh-CN" altLang="en-US" b="1">
                  <a:latin typeface="+mn-lt"/>
                  <a:ea typeface="楷体" pitchFamily="49" charset="-122"/>
                </a:rPr>
                <a:t>指针类型</a:t>
              </a:r>
            </a:p>
          </p:txBody>
        </p:sp>
        <p:sp>
          <p:nvSpPr>
            <p:cNvPr id="743435" name="Text Box 11"/>
            <p:cNvSpPr txBox="1">
              <a:spLocks noChangeArrowheads="1"/>
            </p:cNvSpPr>
            <p:nvPr/>
          </p:nvSpPr>
          <p:spPr bwMode="auto">
            <a:xfrm>
              <a:off x="1077" y="3450"/>
              <a:ext cx="1056" cy="291"/>
            </a:xfrm>
            <a:prstGeom prst="rect">
              <a:avLst/>
            </a:prstGeom>
            <a:noFill/>
            <a:ln w="9525">
              <a:noFill/>
              <a:miter lim="800000"/>
              <a:headEnd/>
              <a:tailEnd/>
            </a:ln>
            <a:effectLst/>
          </p:spPr>
          <p:txBody>
            <a:bodyPr wrap="none">
              <a:spAutoFit/>
              <a:scene3d>
                <a:camera prst="orthographicFront"/>
                <a:lightRig rig="threePt" dir="t"/>
              </a:scene3d>
              <a:sp3d extrusionH="57150">
                <a:bevelT w="57150" h="38100" prst="hardEdge"/>
              </a:sp3d>
            </a:bodyPr>
            <a:lstStyle/>
            <a:p>
              <a:pPr eaLnBrk="0" hangingPunct="0"/>
              <a:r>
                <a:rPr lang="zh-CN" altLang="en-US" b="1">
                  <a:latin typeface="+mn-lt"/>
                  <a:ea typeface="楷体" pitchFamily="49" charset="-122"/>
                </a:rPr>
                <a:t>空类型</a:t>
              </a:r>
              <a:r>
                <a:rPr lang="en-US" altLang="zh-CN" b="1">
                  <a:latin typeface="+mn-lt"/>
                  <a:ea typeface="楷体" pitchFamily="49" charset="-122"/>
                </a:rPr>
                <a:t>void</a:t>
              </a:r>
            </a:p>
          </p:txBody>
        </p:sp>
        <p:sp>
          <p:nvSpPr>
            <p:cNvPr id="743436" name="Text Box 12"/>
            <p:cNvSpPr txBox="1">
              <a:spLocks noChangeArrowheads="1"/>
            </p:cNvSpPr>
            <p:nvPr/>
          </p:nvSpPr>
          <p:spPr bwMode="auto">
            <a:xfrm>
              <a:off x="1077" y="3771"/>
              <a:ext cx="1510" cy="291"/>
            </a:xfrm>
            <a:prstGeom prst="rect">
              <a:avLst/>
            </a:prstGeom>
            <a:noFill/>
            <a:ln w="9525">
              <a:noFill/>
              <a:miter lim="800000"/>
              <a:headEnd/>
              <a:tailEnd/>
            </a:ln>
            <a:effectLst/>
          </p:spPr>
          <p:txBody>
            <a:bodyPr wrap="none">
              <a:spAutoFit/>
              <a:scene3d>
                <a:camera prst="orthographicFront"/>
                <a:lightRig rig="threePt" dir="t"/>
              </a:scene3d>
              <a:sp3d extrusionH="57150">
                <a:bevelT w="57150" h="38100" prst="hardEdge"/>
              </a:sp3d>
            </a:bodyPr>
            <a:lstStyle/>
            <a:p>
              <a:pPr eaLnBrk="0" hangingPunct="0"/>
              <a:r>
                <a:rPr lang="zh-CN" altLang="en-US" b="1" dirty="0">
                  <a:solidFill>
                    <a:schemeClr val="accent1">
                      <a:lumMod val="50000"/>
                    </a:schemeClr>
                  </a:solidFill>
                  <a:latin typeface="+mn-lt"/>
                  <a:ea typeface="楷体" pitchFamily="49" charset="-122"/>
                </a:rPr>
                <a:t>定义类型</a:t>
              </a:r>
              <a:r>
                <a:rPr lang="en-US" altLang="zh-CN" b="1" dirty="0">
                  <a:solidFill>
                    <a:schemeClr val="accent1">
                      <a:lumMod val="50000"/>
                    </a:schemeClr>
                  </a:solidFill>
                  <a:latin typeface="+mn-lt"/>
                  <a:ea typeface="楷体" pitchFamily="49" charset="-122"/>
                </a:rPr>
                <a:t>typedef</a:t>
              </a:r>
            </a:p>
          </p:txBody>
        </p:sp>
        <p:sp>
          <p:nvSpPr>
            <p:cNvPr id="743437" name="Text Box 13"/>
            <p:cNvSpPr txBox="1">
              <a:spLocks noChangeArrowheads="1"/>
            </p:cNvSpPr>
            <p:nvPr/>
          </p:nvSpPr>
          <p:spPr bwMode="auto">
            <a:xfrm>
              <a:off x="2240" y="1897"/>
              <a:ext cx="1094" cy="252"/>
            </a:xfrm>
            <a:prstGeom prst="rect">
              <a:avLst/>
            </a:prstGeom>
            <a:noFill/>
            <a:ln w="9525">
              <a:noFill/>
              <a:miter lim="800000"/>
              <a:headEnd/>
              <a:tailEnd/>
            </a:ln>
            <a:effectLst/>
          </p:spPr>
          <p:txBody>
            <a:bodyPr wrap="none">
              <a:spAutoFit/>
            </a:bodyPr>
            <a:lstStyle/>
            <a:p>
              <a:pPr eaLnBrk="0" hangingPunct="0"/>
              <a:r>
                <a:rPr lang="zh-CN" altLang="en-US" sz="2000" b="1" dirty="0">
                  <a:latin typeface="+mn-lt"/>
                  <a:ea typeface="楷体" pitchFamily="49" charset="-122"/>
                </a:rPr>
                <a:t>字符类型</a:t>
              </a:r>
              <a:r>
                <a:rPr lang="en-US" altLang="zh-CN" sz="2000" b="1" dirty="0">
                  <a:latin typeface="+mn-lt"/>
                  <a:ea typeface="楷体" pitchFamily="49" charset="-122"/>
                </a:rPr>
                <a:t>char</a:t>
              </a:r>
              <a:endParaRPr lang="en-US" altLang="zh-CN" sz="4000" b="1" dirty="0">
                <a:latin typeface="+mn-lt"/>
                <a:ea typeface="楷体" pitchFamily="49" charset="-122"/>
              </a:endParaRPr>
            </a:p>
          </p:txBody>
        </p:sp>
        <p:sp>
          <p:nvSpPr>
            <p:cNvPr id="743438" name="Text Box 14"/>
            <p:cNvSpPr txBox="1">
              <a:spLocks noChangeArrowheads="1"/>
            </p:cNvSpPr>
            <p:nvPr/>
          </p:nvSpPr>
          <p:spPr bwMode="auto">
            <a:xfrm>
              <a:off x="2287" y="3168"/>
              <a:ext cx="1152" cy="252"/>
            </a:xfrm>
            <a:prstGeom prst="rect">
              <a:avLst/>
            </a:prstGeom>
            <a:noFill/>
            <a:ln w="9525">
              <a:noFill/>
              <a:miter lim="800000"/>
              <a:headEnd/>
              <a:tailEnd/>
            </a:ln>
            <a:effectLst/>
          </p:spPr>
          <p:txBody>
            <a:bodyPr wrap="none">
              <a:spAutoFit/>
            </a:bodyPr>
            <a:lstStyle/>
            <a:p>
              <a:pPr eaLnBrk="0" hangingPunct="0"/>
              <a:r>
                <a:rPr lang="zh-CN" altLang="en-US" sz="2000" b="1" dirty="0">
                  <a:solidFill>
                    <a:srgbClr val="7030A0"/>
                  </a:solidFill>
                  <a:latin typeface="+mn-lt"/>
                  <a:ea typeface="楷体" pitchFamily="49" charset="-122"/>
                </a:rPr>
                <a:t>枚举类型</a:t>
              </a:r>
              <a:r>
                <a:rPr lang="en-US" altLang="zh-CN" sz="2000" b="1" dirty="0" err="1">
                  <a:solidFill>
                    <a:srgbClr val="7030A0"/>
                  </a:solidFill>
                  <a:latin typeface="+mn-lt"/>
                  <a:ea typeface="楷体" pitchFamily="49" charset="-122"/>
                </a:rPr>
                <a:t>enum</a:t>
              </a:r>
              <a:endParaRPr lang="en-US" altLang="zh-CN" sz="4000" b="1" dirty="0">
                <a:solidFill>
                  <a:srgbClr val="7030A0"/>
                </a:solidFill>
                <a:latin typeface="+mn-lt"/>
                <a:ea typeface="楷体" pitchFamily="49" charset="-122"/>
              </a:endParaRPr>
            </a:p>
          </p:txBody>
        </p:sp>
        <p:sp>
          <p:nvSpPr>
            <p:cNvPr id="743439" name="Text Box 15"/>
            <p:cNvSpPr txBox="1">
              <a:spLocks noChangeArrowheads="1"/>
            </p:cNvSpPr>
            <p:nvPr/>
          </p:nvSpPr>
          <p:spPr bwMode="auto">
            <a:xfrm>
              <a:off x="2220" y="788"/>
              <a:ext cx="441" cy="252"/>
            </a:xfrm>
            <a:prstGeom prst="rect">
              <a:avLst/>
            </a:prstGeom>
            <a:noFill/>
            <a:ln w="9525">
              <a:noFill/>
              <a:miter lim="800000"/>
              <a:headEnd/>
              <a:tailEnd/>
            </a:ln>
            <a:effectLst/>
          </p:spPr>
          <p:txBody>
            <a:bodyPr wrap="none">
              <a:spAutoFit/>
            </a:bodyPr>
            <a:lstStyle/>
            <a:p>
              <a:pPr eaLnBrk="0" hangingPunct="0"/>
              <a:r>
                <a:rPr lang="zh-CN" altLang="en-US" sz="2000" b="1" dirty="0">
                  <a:latin typeface="+mn-lt"/>
                  <a:ea typeface="楷体" pitchFamily="49" charset="-122"/>
                </a:rPr>
                <a:t>整型</a:t>
              </a:r>
              <a:endParaRPr lang="zh-CN" altLang="en-US" sz="4000" b="1" dirty="0">
                <a:latin typeface="+mn-lt"/>
                <a:ea typeface="楷体" pitchFamily="49" charset="-122"/>
              </a:endParaRPr>
            </a:p>
          </p:txBody>
        </p:sp>
        <p:sp>
          <p:nvSpPr>
            <p:cNvPr id="743440" name="Text Box 16"/>
            <p:cNvSpPr txBox="1">
              <a:spLocks noChangeArrowheads="1"/>
            </p:cNvSpPr>
            <p:nvPr/>
          </p:nvSpPr>
          <p:spPr bwMode="auto">
            <a:xfrm>
              <a:off x="2240" y="1484"/>
              <a:ext cx="438" cy="250"/>
            </a:xfrm>
            <a:prstGeom prst="rect">
              <a:avLst/>
            </a:prstGeom>
            <a:noFill/>
            <a:ln w="9525">
              <a:noFill/>
              <a:miter lim="800000"/>
              <a:headEnd/>
              <a:tailEnd/>
            </a:ln>
            <a:effectLst/>
          </p:spPr>
          <p:txBody>
            <a:bodyPr wrap="none">
              <a:spAutoFit/>
            </a:bodyPr>
            <a:lstStyle/>
            <a:p>
              <a:pPr eaLnBrk="0" hangingPunct="0"/>
              <a:r>
                <a:rPr lang="zh-CN" altLang="en-US" sz="2000" b="1" dirty="0">
                  <a:latin typeface="+mn-lt"/>
                  <a:ea typeface="楷体" pitchFamily="49" charset="-122"/>
                </a:rPr>
                <a:t>实型</a:t>
              </a:r>
              <a:endParaRPr lang="zh-CN" altLang="en-US" sz="4000" b="1" dirty="0">
                <a:latin typeface="+mn-lt"/>
                <a:ea typeface="楷体" pitchFamily="49" charset="-122"/>
              </a:endParaRPr>
            </a:p>
          </p:txBody>
        </p:sp>
        <p:sp>
          <p:nvSpPr>
            <p:cNvPr id="743441" name="AutoShape 17"/>
            <p:cNvSpPr>
              <a:spLocks/>
            </p:cNvSpPr>
            <p:nvPr/>
          </p:nvSpPr>
          <p:spPr bwMode="auto">
            <a:xfrm>
              <a:off x="2102" y="723"/>
              <a:ext cx="96" cy="1331"/>
            </a:xfrm>
            <a:prstGeom prst="leftBrace">
              <a:avLst>
                <a:gd name="adj1" fmla="val 115179"/>
                <a:gd name="adj2" fmla="val 50000"/>
              </a:avLst>
            </a:prstGeom>
            <a:noFill/>
            <a:ln w="25400">
              <a:solidFill>
                <a:schemeClr val="tx1"/>
              </a:solidFill>
              <a:round/>
              <a:headEnd/>
              <a:tailEnd/>
            </a:ln>
            <a:effectLst/>
          </p:spPr>
          <p:txBody>
            <a:bodyPr wrap="none" anchor="ctr">
              <a:scene3d>
                <a:camera prst="orthographicFront"/>
                <a:lightRig rig="threePt" dir="t"/>
              </a:scene3d>
              <a:sp3d extrusionH="57150">
                <a:bevelT w="57150" h="38100" prst="hardEdge"/>
              </a:sp3d>
            </a:bodyPr>
            <a:lstStyle/>
            <a:p>
              <a:endParaRPr lang="zh-CN" altLang="en-US" b="1">
                <a:latin typeface="+mn-lt"/>
                <a:ea typeface="楷体" pitchFamily="49" charset="-122"/>
              </a:endParaRPr>
            </a:p>
          </p:txBody>
        </p:sp>
        <p:grpSp>
          <p:nvGrpSpPr>
            <p:cNvPr id="743442" name="Group 18"/>
            <p:cNvGrpSpPr>
              <a:grpSpLocks/>
            </p:cNvGrpSpPr>
            <p:nvPr/>
          </p:nvGrpSpPr>
          <p:grpSpPr bwMode="auto">
            <a:xfrm>
              <a:off x="2729" y="1391"/>
              <a:ext cx="1348" cy="504"/>
              <a:chOff x="3038" y="1511"/>
              <a:chExt cx="1348" cy="504"/>
            </a:xfrm>
          </p:grpSpPr>
          <p:sp>
            <p:nvSpPr>
              <p:cNvPr id="743443" name="Text Box 19"/>
              <p:cNvSpPr txBox="1">
                <a:spLocks noChangeArrowheads="1"/>
              </p:cNvSpPr>
              <p:nvPr/>
            </p:nvSpPr>
            <p:spPr bwMode="auto">
              <a:xfrm>
                <a:off x="3129" y="1511"/>
                <a:ext cx="1080" cy="252"/>
              </a:xfrm>
              <a:prstGeom prst="rect">
                <a:avLst/>
              </a:prstGeom>
              <a:noFill/>
              <a:ln w="9525">
                <a:noFill/>
                <a:miter lim="800000"/>
                <a:headEnd/>
                <a:tailEnd/>
              </a:ln>
              <a:effectLst/>
            </p:spPr>
            <p:txBody>
              <a:bodyPr wrap="none">
                <a:spAutoFit/>
              </a:bodyPr>
              <a:lstStyle/>
              <a:p>
                <a:pPr eaLnBrk="0" hangingPunct="0"/>
                <a:r>
                  <a:rPr lang="zh-CN" altLang="en-US" sz="2000" b="1" dirty="0">
                    <a:latin typeface="+mn-lt"/>
                    <a:ea typeface="楷体" pitchFamily="49" charset="-122"/>
                  </a:rPr>
                  <a:t>单精度型</a:t>
                </a:r>
                <a:r>
                  <a:rPr lang="en-US" altLang="zh-CN" sz="2000" b="1" dirty="0">
                    <a:latin typeface="+mn-lt"/>
                    <a:ea typeface="楷体" pitchFamily="49" charset="-122"/>
                  </a:rPr>
                  <a:t>float</a:t>
                </a:r>
                <a:endParaRPr lang="en-US" altLang="zh-CN" sz="4000" b="1" dirty="0">
                  <a:latin typeface="+mn-lt"/>
                  <a:ea typeface="楷体" pitchFamily="49" charset="-122"/>
                </a:endParaRPr>
              </a:p>
            </p:txBody>
          </p:sp>
          <p:sp>
            <p:nvSpPr>
              <p:cNvPr id="743444" name="Text Box 20"/>
              <p:cNvSpPr txBox="1">
                <a:spLocks noChangeArrowheads="1"/>
              </p:cNvSpPr>
              <p:nvPr/>
            </p:nvSpPr>
            <p:spPr bwMode="auto">
              <a:xfrm>
                <a:off x="3129" y="1763"/>
                <a:ext cx="1257" cy="252"/>
              </a:xfrm>
              <a:prstGeom prst="rect">
                <a:avLst/>
              </a:prstGeom>
              <a:noFill/>
              <a:ln w="9525">
                <a:noFill/>
                <a:miter lim="800000"/>
                <a:headEnd/>
                <a:tailEnd/>
              </a:ln>
              <a:effectLst/>
            </p:spPr>
            <p:txBody>
              <a:bodyPr wrap="none">
                <a:spAutoFit/>
              </a:bodyPr>
              <a:lstStyle/>
              <a:p>
                <a:pPr eaLnBrk="0" hangingPunct="0"/>
                <a:r>
                  <a:rPr lang="zh-CN" altLang="en-US" sz="2000" b="1" dirty="0">
                    <a:latin typeface="+mn-lt"/>
                    <a:ea typeface="楷体" pitchFamily="49" charset="-122"/>
                  </a:rPr>
                  <a:t>双精度型</a:t>
                </a:r>
                <a:r>
                  <a:rPr lang="en-US" altLang="zh-CN" sz="2000" b="1" dirty="0">
                    <a:latin typeface="+mn-lt"/>
                    <a:ea typeface="楷体" pitchFamily="49" charset="-122"/>
                  </a:rPr>
                  <a:t>double</a:t>
                </a:r>
                <a:endParaRPr lang="en-US" altLang="zh-CN" sz="4000" b="1" dirty="0">
                  <a:latin typeface="+mn-lt"/>
                  <a:ea typeface="楷体" pitchFamily="49" charset="-122"/>
                </a:endParaRPr>
              </a:p>
            </p:txBody>
          </p:sp>
          <p:sp>
            <p:nvSpPr>
              <p:cNvPr id="743445" name="AutoShape 21"/>
              <p:cNvSpPr>
                <a:spLocks/>
              </p:cNvSpPr>
              <p:nvPr/>
            </p:nvSpPr>
            <p:spPr bwMode="auto">
              <a:xfrm>
                <a:off x="3038" y="1518"/>
                <a:ext cx="64" cy="472"/>
              </a:xfrm>
              <a:prstGeom prst="leftBrace">
                <a:avLst>
                  <a:gd name="adj1" fmla="val 108333"/>
                  <a:gd name="adj2" fmla="val 50000"/>
                </a:avLst>
              </a:prstGeom>
              <a:noFill/>
              <a:ln w="25400">
                <a:solidFill>
                  <a:schemeClr val="tx1"/>
                </a:solidFill>
                <a:round/>
                <a:headEnd/>
                <a:tailEnd/>
              </a:ln>
              <a:effectLst/>
            </p:spPr>
            <p:txBody>
              <a:bodyPr wrap="none" anchor="ctr">
                <a:scene3d>
                  <a:camera prst="orthographicFront"/>
                  <a:lightRig rig="threePt" dir="t"/>
                </a:scene3d>
                <a:sp3d extrusionH="57150">
                  <a:bevelT w="57150" h="38100" prst="hardEdge"/>
                </a:sp3d>
              </a:bodyPr>
              <a:lstStyle/>
              <a:p>
                <a:endParaRPr lang="zh-CN" altLang="en-US" b="1">
                  <a:latin typeface="+mn-lt"/>
                  <a:ea typeface="楷体" pitchFamily="49" charset="-122"/>
                </a:endParaRPr>
              </a:p>
            </p:txBody>
          </p:sp>
        </p:grpSp>
        <p:sp>
          <p:nvSpPr>
            <p:cNvPr id="743446" name="AutoShape 22"/>
            <p:cNvSpPr>
              <a:spLocks/>
            </p:cNvSpPr>
            <p:nvPr/>
          </p:nvSpPr>
          <p:spPr bwMode="auto">
            <a:xfrm>
              <a:off x="2103" y="2237"/>
              <a:ext cx="156" cy="1112"/>
            </a:xfrm>
            <a:prstGeom prst="leftBrace">
              <a:avLst>
                <a:gd name="adj1" fmla="val 59402"/>
                <a:gd name="adj2" fmla="val 50000"/>
              </a:avLst>
            </a:prstGeom>
            <a:noFill/>
            <a:ln w="25400">
              <a:solidFill>
                <a:schemeClr val="tx1"/>
              </a:solidFill>
              <a:round/>
              <a:headEnd/>
              <a:tailEnd/>
            </a:ln>
            <a:effectLst/>
          </p:spPr>
          <p:txBody>
            <a:bodyPr wrap="none" anchor="ctr">
              <a:scene3d>
                <a:camera prst="orthographicFront"/>
                <a:lightRig rig="threePt" dir="t"/>
              </a:scene3d>
              <a:sp3d extrusionH="57150">
                <a:bevelT w="57150" h="38100" prst="hardEdge"/>
              </a:sp3d>
            </a:bodyPr>
            <a:lstStyle/>
            <a:p>
              <a:endParaRPr lang="zh-CN" altLang="en-US" b="1">
                <a:latin typeface="+mn-lt"/>
                <a:ea typeface="楷体" pitchFamily="49" charset="-122"/>
              </a:endParaRPr>
            </a:p>
          </p:txBody>
        </p:sp>
        <p:sp>
          <p:nvSpPr>
            <p:cNvPr id="743447" name="Text Box 23"/>
            <p:cNvSpPr txBox="1">
              <a:spLocks noChangeArrowheads="1"/>
            </p:cNvSpPr>
            <p:nvPr/>
          </p:nvSpPr>
          <p:spPr bwMode="auto">
            <a:xfrm>
              <a:off x="2287" y="2205"/>
              <a:ext cx="438" cy="250"/>
            </a:xfrm>
            <a:prstGeom prst="rect">
              <a:avLst/>
            </a:prstGeom>
            <a:noFill/>
            <a:ln w="9525">
              <a:noFill/>
              <a:miter lim="800000"/>
              <a:headEnd/>
              <a:tailEnd/>
            </a:ln>
            <a:effectLst/>
          </p:spPr>
          <p:txBody>
            <a:bodyPr wrap="none">
              <a:spAutoFit/>
              <a:scene3d>
                <a:camera prst="orthographicFront"/>
                <a:lightRig rig="threePt" dir="t"/>
              </a:scene3d>
              <a:sp3d extrusionH="57150">
                <a:bevelT w="57150" h="38100" prst="hardEdge"/>
              </a:sp3d>
            </a:bodyPr>
            <a:lstStyle/>
            <a:p>
              <a:pPr eaLnBrk="0" hangingPunct="0"/>
              <a:r>
                <a:rPr lang="zh-CN" altLang="en-US" sz="2000" b="1" dirty="0">
                  <a:latin typeface="+mn-lt"/>
                  <a:ea typeface="楷体" pitchFamily="49" charset="-122"/>
                </a:rPr>
                <a:t>数组</a:t>
              </a:r>
            </a:p>
          </p:txBody>
        </p:sp>
        <p:sp>
          <p:nvSpPr>
            <p:cNvPr id="743448" name="Text Box 24"/>
            <p:cNvSpPr txBox="1">
              <a:spLocks noChangeArrowheads="1"/>
            </p:cNvSpPr>
            <p:nvPr/>
          </p:nvSpPr>
          <p:spPr bwMode="auto">
            <a:xfrm>
              <a:off x="2287" y="2547"/>
              <a:ext cx="1007" cy="252"/>
            </a:xfrm>
            <a:prstGeom prst="rect">
              <a:avLst/>
            </a:prstGeom>
            <a:noFill/>
            <a:ln w="9525">
              <a:noFill/>
              <a:miter lim="800000"/>
              <a:headEnd/>
              <a:tailEnd/>
            </a:ln>
            <a:effectLst/>
          </p:spPr>
          <p:txBody>
            <a:bodyPr wrap="none">
              <a:spAutoFit/>
            </a:bodyPr>
            <a:lstStyle/>
            <a:p>
              <a:pPr eaLnBrk="0" hangingPunct="0"/>
              <a:r>
                <a:rPr lang="zh-CN" altLang="en-US" sz="2000" b="1" dirty="0">
                  <a:solidFill>
                    <a:srgbClr val="C00000"/>
                  </a:solidFill>
                  <a:latin typeface="+mn-lt"/>
                  <a:ea typeface="楷体" pitchFamily="49" charset="-122"/>
                </a:rPr>
                <a:t>结构体</a:t>
              </a:r>
              <a:r>
                <a:rPr lang="en-US" altLang="zh-CN" sz="2000" b="1" dirty="0" err="1">
                  <a:solidFill>
                    <a:srgbClr val="C00000"/>
                  </a:solidFill>
                  <a:latin typeface="+mn-lt"/>
                  <a:ea typeface="楷体" pitchFamily="49" charset="-122"/>
                </a:rPr>
                <a:t>struct</a:t>
              </a:r>
              <a:endParaRPr lang="en-US" altLang="zh-CN" sz="4000" b="1" dirty="0">
                <a:solidFill>
                  <a:srgbClr val="C00000"/>
                </a:solidFill>
                <a:latin typeface="+mn-lt"/>
                <a:ea typeface="楷体" pitchFamily="49" charset="-122"/>
              </a:endParaRPr>
            </a:p>
          </p:txBody>
        </p:sp>
        <p:sp>
          <p:nvSpPr>
            <p:cNvPr id="743449" name="Text Box 25"/>
            <p:cNvSpPr txBox="1">
              <a:spLocks noChangeArrowheads="1"/>
            </p:cNvSpPr>
            <p:nvPr/>
          </p:nvSpPr>
          <p:spPr bwMode="auto">
            <a:xfrm>
              <a:off x="2287" y="2871"/>
              <a:ext cx="1013" cy="252"/>
            </a:xfrm>
            <a:prstGeom prst="rect">
              <a:avLst/>
            </a:prstGeom>
            <a:noFill/>
            <a:ln w="9525">
              <a:noFill/>
              <a:miter lim="800000"/>
              <a:headEnd/>
              <a:tailEnd/>
            </a:ln>
            <a:effectLst/>
          </p:spPr>
          <p:txBody>
            <a:bodyPr wrap="none">
              <a:spAutoFit/>
            </a:bodyPr>
            <a:lstStyle/>
            <a:p>
              <a:pPr eaLnBrk="0" hangingPunct="0"/>
              <a:r>
                <a:rPr lang="zh-CN" altLang="en-US" sz="2000" b="1">
                  <a:solidFill>
                    <a:srgbClr val="002060"/>
                  </a:solidFill>
                  <a:latin typeface="+mn-lt"/>
                  <a:ea typeface="楷体" pitchFamily="49" charset="-122"/>
                </a:rPr>
                <a:t>共用体</a:t>
              </a:r>
              <a:r>
                <a:rPr lang="en-US" altLang="zh-CN" sz="2000" b="1">
                  <a:solidFill>
                    <a:srgbClr val="002060"/>
                  </a:solidFill>
                  <a:latin typeface="+mn-lt"/>
                  <a:ea typeface="楷体" pitchFamily="49" charset="-122"/>
                </a:rPr>
                <a:t>union</a:t>
              </a:r>
              <a:endParaRPr lang="en-US" altLang="zh-CN" sz="4000" b="1">
                <a:solidFill>
                  <a:srgbClr val="002060"/>
                </a:solidFill>
                <a:latin typeface="+mn-lt"/>
                <a:ea typeface="楷体" pitchFamily="49" charset="-122"/>
              </a:endParaRPr>
            </a:p>
          </p:txBody>
        </p:sp>
        <p:grpSp>
          <p:nvGrpSpPr>
            <p:cNvPr id="743450" name="Group 26"/>
            <p:cNvGrpSpPr>
              <a:grpSpLocks/>
            </p:cNvGrpSpPr>
            <p:nvPr/>
          </p:nvGrpSpPr>
          <p:grpSpPr bwMode="auto">
            <a:xfrm>
              <a:off x="2729" y="516"/>
              <a:ext cx="1053" cy="855"/>
              <a:chOff x="4157" y="2376"/>
              <a:chExt cx="1053" cy="855"/>
            </a:xfrm>
          </p:grpSpPr>
          <p:sp>
            <p:nvSpPr>
              <p:cNvPr id="743451" name="Text Box 27"/>
              <p:cNvSpPr txBox="1">
                <a:spLocks noChangeArrowheads="1"/>
              </p:cNvSpPr>
              <p:nvPr/>
            </p:nvSpPr>
            <p:spPr bwMode="auto">
              <a:xfrm>
                <a:off x="4247" y="2376"/>
                <a:ext cx="963" cy="252"/>
              </a:xfrm>
              <a:prstGeom prst="rect">
                <a:avLst/>
              </a:prstGeom>
              <a:noFill/>
              <a:ln w="9525">
                <a:noFill/>
                <a:miter lim="800000"/>
                <a:headEnd/>
                <a:tailEnd/>
              </a:ln>
              <a:effectLst/>
            </p:spPr>
            <p:txBody>
              <a:bodyPr wrap="none">
                <a:spAutoFit/>
              </a:bodyPr>
              <a:lstStyle/>
              <a:p>
                <a:pPr eaLnBrk="0" hangingPunct="0"/>
                <a:r>
                  <a:rPr lang="zh-CN" altLang="en-US" sz="2000" b="1" dirty="0">
                    <a:latin typeface="+mn-lt"/>
                    <a:ea typeface="楷体" pitchFamily="49" charset="-122"/>
                  </a:rPr>
                  <a:t>短整型</a:t>
                </a:r>
                <a:r>
                  <a:rPr lang="en-US" altLang="zh-CN" sz="2000" b="1" dirty="0">
                    <a:latin typeface="+mn-lt"/>
                    <a:ea typeface="楷体" pitchFamily="49" charset="-122"/>
                  </a:rPr>
                  <a:t>short</a:t>
                </a:r>
                <a:endParaRPr lang="en-US" altLang="zh-CN" sz="4000" b="1" dirty="0">
                  <a:latin typeface="+mn-lt"/>
                  <a:ea typeface="楷体" pitchFamily="49" charset="-122"/>
                </a:endParaRPr>
              </a:p>
            </p:txBody>
          </p:sp>
          <p:sp>
            <p:nvSpPr>
              <p:cNvPr id="743452" name="Text Box 28"/>
              <p:cNvSpPr txBox="1">
                <a:spLocks noChangeArrowheads="1"/>
              </p:cNvSpPr>
              <p:nvPr/>
            </p:nvSpPr>
            <p:spPr bwMode="auto">
              <a:xfrm>
                <a:off x="4247" y="2979"/>
                <a:ext cx="931" cy="252"/>
              </a:xfrm>
              <a:prstGeom prst="rect">
                <a:avLst/>
              </a:prstGeom>
              <a:noFill/>
              <a:ln w="9525">
                <a:noFill/>
                <a:miter lim="800000"/>
                <a:headEnd/>
                <a:tailEnd/>
              </a:ln>
              <a:effectLst/>
            </p:spPr>
            <p:txBody>
              <a:bodyPr wrap="none">
                <a:spAutoFit/>
              </a:bodyPr>
              <a:lstStyle/>
              <a:p>
                <a:pPr eaLnBrk="0" hangingPunct="0"/>
                <a:r>
                  <a:rPr lang="zh-CN" altLang="en-US" sz="2000" b="1">
                    <a:latin typeface="+mn-lt"/>
                    <a:ea typeface="楷体" pitchFamily="49" charset="-122"/>
                  </a:rPr>
                  <a:t>长整型</a:t>
                </a:r>
                <a:r>
                  <a:rPr lang="en-US" altLang="zh-CN" sz="2000" b="1">
                    <a:latin typeface="+mn-lt"/>
                    <a:ea typeface="楷体" pitchFamily="49" charset="-122"/>
                  </a:rPr>
                  <a:t>long</a:t>
                </a:r>
                <a:endParaRPr lang="en-US" altLang="zh-CN" sz="4000" b="1">
                  <a:latin typeface="+mn-lt"/>
                  <a:ea typeface="楷体" pitchFamily="49" charset="-122"/>
                </a:endParaRPr>
              </a:p>
            </p:txBody>
          </p:sp>
          <p:sp>
            <p:nvSpPr>
              <p:cNvPr id="743453" name="Text Box 29"/>
              <p:cNvSpPr txBox="1">
                <a:spLocks noChangeArrowheads="1"/>
              </p:cNvSpPr>
              <p:nvPr/>
            </p:nvSpPr>
            <p:spPr bwMode="auto">
              <a:xfrm>
                <a:off x="4247" y="2664"/>
                <a:ext cx="629" cy="252"/>
              </a:xfrm>
              <a:prstGeom prst="rect">
                <a:avLst/>
              </a:prstGeom>
              <a:noFill/>
              <a:ln w="9525">
                <a:noFill/>
                <a:miter lim="800000"/>
                <a:headEnd/>
                <a:tailEnd/>
              </a:ln>
              <a:effectLst/>
            </p:spPr>
            <p:txBody>
              <a:bodyPr wrap="none">
                <a:spAutoFit/>
              </a:bodyPr>
              <a:lstStyle/>
              <a:p>
                <a:pPr eaLnBrk="0" hangingPunct="0"/>
                <a:r>
                  <a:rPr lang="zh-CN" altLang="en-US" sz="2000" b="1" dirty="0">
                    <a:latin typeface="+mn-lt"/>
                    <a:ea typeface="楷体" pitchFamily="49" charset="-122"/>
                  </a:rPr>
                  <a:t>整型</a:t>
                </a:r>
                <a:r>
                  <a:rPr lang="en-US" altLang="zh-CN" sz="2000" b="1" dirty="0">
                    <a:latin typeface="+mn-lt"/>
                    <a:ea typeface="楷体" pitchFamily="49" charset="-122"/>
                  </a:rPr>
                  <a:t>int</a:t>
                </a:r>
                <a:endParaRPr lang="en-US" altLang="zh-CN" sz="4000" b="1" dirty="0">
                  <a:latin typeface="+mn-lt"/>
                  <a:ea typeface="楷体" pitchFamily="49" charset="-122"/>
                </a:endParaRPr>
              </a:p>
            </p:txBody>
          </p:sp>
          <p:sp>
            <p:nvSpPr>
              <p:cNvPr id="743454" name="AutoShape 30"/>
              <p:cNvSpPr>
                <a:spLocks/>
              </p:cNvSpPr>
              <p:nvPr/>
            </p:nvSpPr>
            <p:spPr bwMode="auto">
              <a:xfrm>
                <a:off x="4157" y="2460"/>
                <a:ext cx="73" cy="739"/>
              </a:xfrm>
              <a:prstGeom prst="leftBrace">
                <a:avLst>
                  <a:gd name="adj1" fmla="val 141667"/>
                  <a:gd name="adj2" fmla="val 50000"/>
                </a:avLst>
              </a:prstGeom>
              <a:noFill/>
              <a:ln w="25400">
                <a:solidFill>
                  <a:schemeClr val="tx1"/>
                </a:solidFill>
                <a:round/>
                <a:headEnd/>
                <a:tailEnd/>
              </a:ln>
              <a:effectLst/>
            </p:spPr>
            <p:txBody>
              <a:bodyPr wrap="none" anchor="ctr">
                <a:scene3d>
                  <a:camera prst="orthographicFront"/>
                  <a:lightRig rig="threePt" dir="t"/>
                </a:scene3d>
                <a:sp3d extrusionH="57150">
                  <a:bevelT w="57150" h="38100" prst="hardEdge"/>
                </a:sp3d>
              </a:bodyPr>
              <a:lstStyle/>
              <a:p>
                <a:endParaRPr lang="zh-CN" altLang="en-US" b="1">
                  <a:latin typeface="+mn-lt"/>
                  <a:ea typeface="楷体" pitchFamily="49" charset="-122"/>
                </a:endParaRPr>
              </a:p>
            </p:txBody>
          </p:sp>
        </p:grpSp>
      </p:grpSp>
      <p:sp>
        <p:nvSpPr>
          <p:cNvPr id="33" name="AutoShape 34">
            <a:extLst>
              <a:ext uri="{FF2B5EF4-FFF2-40B4-BE49-F238E27FC236}">
                <a16:creationId xmlns:a16="http://schemas.microsoft.com/office/drawing/2014/main" id="{60A517CC-455B-40BD-AAD3-8F35550BAE73}"/>
              </a:ext>
            </a:extLst>
          </p:cNvPr>
          <p:cNvSpPr>
            <a:spLocks noChangeArrowheads="1"/>
          </p:cNvSpPr>
          <p:nvPr/>
        </p:nvSpPr>
        <p:spPr bwMode="auto">
          <a:xfrm>
            <a:off x="8040216" y="548928"/>
            <a:ext cx="3096196" cy="791840"/>
          </a:xfrm>
          <a:prstGeom prst="wedgeRoundRectCallout">
            <a:avLst>
              <a:gd name="adj1" fmla="val -86286"/>
              <a:gd name="adj2" fmla="val 126805"/>
              <a:gd name="adj3" fmla="val 16667"/>
            </a:avLst>
          </a:prstGeom>
          <a:gradFill rotWithShape="1">
            <a:gsLst>
              <a:gs pos="0">
                <a:srgbClr val="CFCFD1"/>
              </a:gs>
              <a:gs pos="100000">
                <a:schemeClr val="bg1"/>
              </a:gs>
            </a:gsLst>
            <a:lin ang="5400000" scaled="1"/>
          </a:gradFill>
          <a:ln w="9525">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latin typeface="+mn-lt"/>
                <a:ea typeface="楷体" pitchFamily="49" charset="-122"/>
              </a:rPr>
              <a:t>只能定义单一的数据类型，反映事物单一属性</a:t>
            </a:r>
          </a:p>
        </p:txBody>
      </p:sp>
      <p:sp>
        <p:nvSpPr>
          <p:cNvPr id="34" name="Text Box 47">
            <a:extLst>
              <a:ext uri="{FF2B5EF4-FFF2-40B4-BE49-F238E27FC236}">
                <a16:creationId xmlns:a16="http://schemas.microsoft.com/office/drawing/2014/main" id="{1437CFBF-4423-4D76-AFAC-455426AE259F}"/>
              </a:ext>
            </a:extLst>
          </p:cNvPr>
          <p:cNvSpPr txBox="1">
            <a:spLocks noChangeArrowheads="1"/>
          </p:cNvSpPr>
          <p:nvPr/>
        </p:nvSpPr>
        <p:spPr bwMode="auto">
          <a:xfrm>
            <a:off x="8112224" y="1844824"/>
            <a:ext cx="3024188" cy="707886"/>
          </a:xfrm>
          <a:prstGeom prst="rect">
            <a:avLst/>
          </a:prstGeom>
          <a:gradFill rotWithShape="1">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r>
              <a:rPr lang="zh-CN" altLang="en-US" sz="2000" b="1">
                <a:solidFill>
                  <a:schemeClr val="tx2"/>
                </a:solidFill>
                <a:latin typeface="+mn-lt"/>
                <a:ea typeface="楷体" pitchFamily="49" charset="-122"/>
              </a:rPr>
              <a:t>如定义学生成绩：</a:t>
            </a:r>
          </a:p>
          <a:p>
            <a:pPr eaLnBrk="0" hangingPunct="0"/>
            <a:r>
              <a:rPr lang="zh-CN" altLang="en-US" sz="2000" b="1">
                <a:solidFill>
                  <a:srgbClr val="CC0000"/>
                </a:solidFill>
                <a:latin typeface="+mn-lt"/>
                <a:ea typeface="楷体" pitchFamily="49" charset="-122"/>
              </a:rPr>
              <a:t>      </a:t>
            </a:r>
            <a:r>
              <a:rPr lang="en-US" altLang="zh-CN" sz="2000" b="1">
                <a:solidFill>
                  <a:srgbClr val="CC0000"/>
                </a:solidFill>
                <a:latin typeface="+mn-lt"/>
                <a:ea typeface="楷体" pitchFamily="49" charset="-122"/>
              </a:rPr>
              <a:t>float score;</a:t>
            </a:r>
          </a:p>
        </p:txBody>
      </p:sp>
      <p:sp>
        <p:nvSpPr>
          <p:cNvPr id="36" name="AutoShape 50">
            <a:extLst>
              <a:ext uri="{FF2B5EF4-FFF2-40B4-BE49-F238E27FC236}">
                <a16:creationId xmlns:a16="http://schemas.microsoft.com/office/drawing/2014/main" id="{A0AB08CF-3289-4DBF-AAA0-DE5F1C774194}"/>
              </a:ext>
            </a:extLst>
          </p:cNvPr>
          <p:cNvSpPr>
            <a:spLocks noChangeArrowheads="1"/>
          </p:cNvSpPr>
          <p:nvPr/>
        </p:nvSpPr>
        <p:spPr bwMode="auto">
          <a:xfrm>
            <a:off x="8100000" y="2997200"/>
            <a:ext cx="2964404" cy="791840"/>
          </a:xfrm>
          <a:prstGeom prst="wedgeRoundRectCallout">
            <a:avLst>
              <a:gd name="adj1" fmla="val -122012"/>
              <a:gd name="adj2" fmla="val 143760"/>
              <a:gd name="adj3" fmla="val 16667"/>
            </a:avLst>
          </a:prstGeom>
          <a:gradFill rotWithShape="1">
            <a:gsLst>
              <a:gs pos="0">
                <a:srgbClr val="CFCFD1"/>
              </a:gs>
              <a:gs pos="100000">
                <a:schemeClr val="bg1"/>
              </a:gs>
            </a:gsLst>
            <a:lin ang="5400000" scaled="1"/>
          </a:gradFill>
          <a:ln w="28575">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latin typeface="+mn-lt"/>
                <a:ea typeface="楷体" pitchFamily="49" charset="-122"/>
              </a:rPr>
              <a:t>能定义复杂的数据类型，反映事物多个属性</a:t>
            </a:r>
          </a:p>
        </p:txBody>
      </p:sp>
      <p:sp>
        <p:nvSpPr>
          <p:cNvPr id="37" name="Text Box 51">
            <a:extLst>
              <a:ext uri="{FF2B5EF4-FFF2-40B4-BE49-F238E27FC236}">
                <a16:creationId xmlns:a16="http://schemas.microsoft.com/office/drawing/2014/main" id="{F9BD9505-0678-4D1B-B41B-CD82B4C823DB}"/>
              </a:ext>
            </a:extLst>
          </p:cNvPr>
          <p:cNvSpPr txBox="1">
            <a:spLocks noChangeArrowheads="1"/>
          </p:cNvSpPr>
          <p:nvPr/>
        </p:nvSpPr>
        <p:spPr bwMode="auto">
          <a:xfrm>
            <a:off x="8040216" y="3933056"/>
            <a:ext cx="3024188" cy="2554545"/>
          </a:xfrm>
          <a:prstGeom prst="rect">
            <a:avLst/>
          </a:prstGeom>
          <a:gradFill rotWithShape="1">
            <a:gsLst>
              <a:gs pos="0">
                <a:srgbClr val="CFCFD1"/>
              </a:gs>
              <a:gs pos="100000">
                <a:schemeClr val="bg1"/>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eaLnBrk="0" hangingPunct="0"/>
            <a:r>
              <a:rPr lang="zh-CN" altLang="en-US" sz="2000" b="1" dirty="0">
                <a:solidFill>
                  <a:schemeClr val="tx2"/>
                </a:solidFill>
                <a:latin typeface="+mn-lt"/>
                <a:ea typeface="楷体" pitchFamily="49" charset="-122"/>
              </a:rPr>
              <a:t>如定义学生信息：</a:t>
            </a:r>
          </a:p>
          <a:p>
            <a:pPr eaLnBrk="0" hangingPunct="0"/>
            <a:r>
              <a:rPr lang="en-US" altLang="zh-CN" sz="2000" b="1" dirty="0" err="1">
                <a:solidFill>
                  <a:srgbClr val="CC0000"/>
                </a:solidFill>
                <a:latin typeface="+mn-lt"/>
                <a:ea typeface="楷体" pitchFamily="49" charset="-122"/>
              </a:rPr>
              <a:t>struct</a:t>
            </a:r>
            <a:r>
              <a:rPr lang="en-US" altLang="zh-CN" sz="2000" b="1" dirty="0">
                <a:solidFill>
                  <a:srgbClr val="CC0000"/>
                </a:solidFill>
                <a:latin typeface="+mn-lt"/>
                <a:ea typeface="楷体" pitchFamily="49" charset="-122"/>
              </a:rPr>
              <a:t> STU</a:t>
            </a:r>
          </a:p>
          <a:p>
            <a:pPr eaLnBrk="0" hangingPunct="0"/>
            <a:r>
              <a:rPr lang="en-US" altLang="zh-CN" sz="2000" b="1" dirty="0">
                <a:solidFill>
                  <a:srgbClr val="CC0000"/>
                </a:solidFill>
                <a:latin typeface="+mn-lt"/>
                <a:ea typeface="楷体" pitchFamily="49" charset="-122"/>
              </a:rPr>
              <a:t>{</a:t>
            </a:r>
          </a:p>
          <a:p>
            <a:pPr eaLnBrk="0" hangingPunct="0"/>
            <a:r>
              <a:rPr lang="en-US" altLang="zh-CN" sz="2000" b="1" dirty="0">
                <a:solidFill>
                  <a:srgbClr val="CC0000"/>
                </a:solidFill>
                <a:latin typeface="+mn-lt"/>
                <a:ea typeface="楷体" pitchFamily="49" charset="-122"/>
              </a:rPr>
              <a:t>   char no[9];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学号</a:t>
            </a:r>
          </a:p>
          <a:p>
            <a:pPr eaLnBrk="0" hangingPunct="0"/>
            <a:r>
              <a:rPr lang="zh-CN" altLang="en-US" sz="2000" b="1" dirty="0">
                <a:solidFill>
                  <a:srgbClr val="CC0000"/>
                </a:solidFill>
                <a:latin typeface="+mn-lt"/>
                <a:ea typeface="楷体" pitchFamily="49" charset="-122"/>
              </a:rPr>
              <a:t>   </a:t>
            </a:r>
            <a:r>
              <a:rPr lang="en-US" altLang="zh-CN" sz="2000" b="1" dirty="0">
                <a:solidFill>
                  <a:srgbClr val="CC0000"/>
                </a:solidFill>
                <a:latin typeface="+mn-lt"/>
                <a:ea typeface="楷体" pitchFamily="49" charset="-122"/>
              </a:rPr>
              <a:t>char name[12];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姓名</a:t>
            </a:r>
          </a:p>
          <a:p>
            <a:pPr eaLnBrk="0" hangingPunct="0"/>
            <a:r>
              <a:rPr lang="zh-CN" altLang="en-US" sz="2000" b="1" dirty="0">
                <a:solidFill>
                  <a:srgbClr val="CC0000"/>
                </a:solidFill>
                <a:latin typeface="+mn-lt"/>
                <a:ea typeface="楷体" pitchFamily="49" charset="-122"/>
              </a:rPr>
              <a:t>   </a:t>
            </a:r>
            <a:r>
              <a:rPr lang="en-US" altLang="zh-CN" sz="2000" b="1" dirty="0">
                <a:solidFill>
                  <a:srgbClr val="CC0000"/>
                </a:solidFill>
                <a:latin typeface="+mn-lt"/>
                <a:ea typeface="楷体" pitchFamily="49" charset="-122"/>
              </a:rPr>
              <a:t>char sex;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性别</a:t>
            </a:r>
          </a:p>
          <a:p>
            <a:pPr eaLnBrk="0" hangingPunct="0"/>
            <a:r>
              <a:rPr lang="zh-CN" altLang="en-US" sz="2000" b="1" dirty="0">
                <a:solidFill>
                  <a:srgbClr val="CC0000"/>
                </a:solidFill>
                <a:latin typeface="+mn-lt"/>
                <a:ea typeface="楷体" pitchFamily="49" charset="-122"/>
              </a:rPr>
              <a:t>   </a:t>
            </a:r>
            <a:r>
              <a:rPr lang="en-US" altLang="zh-CN" sz="2000" b="1" dirty="0">
                <a:solidFill>
                  <a:srgbClr val="CC0000"/>
                </a:solidFill>
                <a:latin typeface="+mn-lt"/>
                <a:ea typeface="楷体" pitchFamily="49" charset="-122"/>
              </a:rPr>
              <a:t>float score;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成绩</a:t>
            </a:r>
          </a:p>
          <a:p>
            <a:pPr eaLnBrk="0" hangingPunct="0"/>
            <a:r>
              <a:rPr lang="en-US" altLang="zh-CN" sz="2000" b="1" dirty="0">
                <a:solidFill>
                  <a:srgbClr val="CC0000"/>
                </a:solidFill>
                <a:latin typeface="+mn-lt"/>
                <a:ea typeface="楷体" pitchFamily="49" charset="-122"/>
              </a:rPr>
              <a:t>} student;</a:t>
            </a:r>
          </a:p>
        </p:txBody>
      </p:sp>
      <p:sp>
        <p:nvSpPr>
          <p:cNvPr id="38" name="Rectangle 52">
            <a:extLst>
              <a:ext uri="{FF2B5EF4-FFF2-40B4-BE49-F238E27FC236}">
                <a16:creationId xmlns:a16="http://schemas.microsoft.com/office/drawing/2014/main" id="{F0014EC9-83C4-43C6-9FD2-298E54A9448E}"/>
              </a:ext>
            </a:extLst>
          </p:cNvPr>
          <p:cNvSpPr>
            <a:spLocks noChangeArrowheads="1"/>
          </p:cNvSpPr>
          <p:nvPr/>
        </p:nvSpPr>
        <p:spPr bwMode="auto">
          <a:xfrm>
            <a:off x="1697036" y="2990967"/>
            <a:ext cx="7921625" cy="2686050"/>
          </a:xfrm>
          <a:prstGeom prst="rect">
            <a:avLst/>
          </a:prstGeom>
          <a:gradFill flip="none" rotWithShape="1">
            <a:gsLst>
              <a:gs pos="0">
                <a:srgbClr val="CFCFD1"/>
              </a:gs>
              <a:gs pos="100000">
                <a:schemeClr val="bg1">
                  <a:lumMod val="9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marL="342900" indent="-342900">
              <a:buClr>
                <a:srgbClr val="C00000"/>
              </a:buClr>
              <a:buFont typeface="Wingdings" panose="05000000000000000000" pitchFamily="2" charset="2"/>
              <a:buChar char="l"/>
            </a:pPr>
            <a:r>
              <a:rPr lang="zh-CN" altLang="en-US" dirty="0">
                <a:ln w="1905"/>
                <a:effectLst>
                  <a:innerShdw blurRad="69850" dist="43180" dir="5400000">
                    <a:srgbClr val="000000">
                      <a:alpha val="65000"/>
                    </a:srgbClr>
                  </a:innerShdw>
                </a:effectLst>
                <a:latin typeface="隶书" pitchFamily="49" charset="-122"/>
                <a:ea typeface="隶书" pitchFamily="49" charset="-122"/>
              </a:rPr>
              <a:t>复杂数据类型丰富了</a:t>
            </a:r>
            <a:r>
              <a:rPr lang="en-US" altLang="zh-CN" dirty="0">
                <a:ln w="1905"/>
                <a:effectLst>
                  <a:innerShdw blurRad="69850" dist="43180" dir="5400000">
                    <a:srgbClr val="000000">
                      <a:alpha val="65000"/>
                    </a:srgbClr>
                  </a:innerShdw>
                </a:effectLst>
                <a:latin typeface="隶书" pitchFamily="49" charset="-122"/>
                <a:ea typeface="隶书" pitchFamily="49" charset="-122"/>
              </a:rPr>
              <a:t>C</a:t>
            </a:r>
            <a:r>
              <a:rPr lang="zh-CN" altLang="en-US" dirty="0">
                <a:ln w="1905"/>
                <a:effectLst>
                  <a:innerShdw blurRad="69850" dist="43180" dir="5400000">
                    <a:srgbClr val="000000">
                      <a:alpha val="65000"/>
                    </a:srgbClr>
                  </a:innerShdw>
                </a:effectLst>
                <a:latin typeface="隶书" pitchFamily="49" charset="-122"/>
                <a:ea typeface="隶书" pitchFamily="49" charset="-122"/>
              </a:rPr>
              <a:t>语言对数据信息的处理能力。</a:t>
            </a:r>
            <a:endParaRPr lang="en-US" altLang="zh-CN" dirty="0">
              <a:ln w="1905"/>
              <a:effectLst>
                <a:innerShdw blurRad="69850" dist="43180" dir="5400000">
                  <a:srgbClr val="000000">
                    <a:alpha val="65000"/>
                  </a:srgbClr>
                </a:innerShdw>
              </a:effectLst>
              <a:latin typeface="隶书" pitchFamily="49" charset="-122"/>
              <a:ea typeface="隶书" pitchFamily="49" charset="-122"/>
            </a:endParaRPr>
          </a:p>
          <a:p>
            <a:pPr marL="342900" indent="-342900">
              <a:buClr>
                <a:srgbClr val="C00000"/>
              </a:buClr>
              <a:buFont typeface="Wingdings" panose="05000000000000000000" pitchFamily="2" charset="2"/>
              <a:buChar char="l"/>
            </a:pPr>
            <a:r>
              <a:rPr lang="zh-CN" altLang="en-US" dirty="0">
                <a:ln w="1905"/>
                <a:effectLst>
                  <a:innerShdw blurRad="69850" dist="43180" dir="5400000">
                    <a:srgbClr val="000000">
                      <a:alpha val="65000"/>
                    </a:srgbClr>
                  </a:innerShdw>
                </a:effectLst>
                <a:latin typeface="隶书" pitchFamily="49" charset="-122"/>
                <a:ea typeface="隶书" pitchFamily="49" charset="-122"/>
              </a:rPr>
              <a:t>离开了复杂数据类型，很多信息的描述是无法进行定义，更无法进行处理的。</a:t>
            </a:r>
            <a:endParaRPr lang="en-US" altLang="zh-CN" dirty="0">
              <a:ln w="1905"/>
              <a:effectLst>
                <a:innerShdw blurRad="69850" dist="43180" dir="5400000">
                  <a:srgbClr val="000000">
                    <a:alpha val="65000"/>
                  </a:srgbClr>
                </a:innerShdw>
              </a:effectLst>
              <a:latin typeface="隶书" pitchFamily="49" charset="-122"/>
              <a:ea typeface="隶书" pitchFamily="49" charset="-122"/>
            </a:endParaRPr>
          </a:p>
          <a:p>
            <a:pPr marL="342900" indent="-342900">
              <a:buClr>
                <a:srgbClr val="C00000"/>
              </a:buClr>
              <a:buFont typeface="Wingdings" panose="05000000000000000000" pitchFamily="2" charset="2"/>
              <a:buChar char="l"/>
            </a:pPr>
            <a:r>
              <a:rPr lang="zh-CN" altLang="en-US" dirty="0">
                <a:ln w="1905"/>
                <a:effectLst>
                  <a:innerShdw blurRad="69850" dist="43180" dir="5400000">
                    <a:srgbClr val="000000">
                      <a:alpha val="65000"/>
                    </a:srgbClr>
                  </a:innerShdw>
                </a:effectLst>
                <a:latin typeface="隶书" pitchFamily="49" charset="-122"/>
                <a:ea typeface="隶书" pitchFamily="49" charset="-122"/>
              </a:rPr>
              <a:t>计算机中的信息表示更多是由复杂数据类型来定义的，象</a:t>
            </a:r>
            <a:r>
              <a:rPr lang="en-US" altLang="zh-CN" dirty="0">
                <a:ln w="1905"/>
                <a:effectLst>
                  <a:innerShdw blurRad="69850" dist="43180" dir="5400000">
                    <a:srgbClr val="000000">
                      <a:alpha val="65000"/>
                    </a:srgbClr>
                  </a:innerShdw>
                </a:effectLst>
                <a:latin typeface="隶书" pitchFamily="49" charset="-122"/>
                <a:ea typeface="隶书" pitchFamily="49" charset="-122"/>
              </a:rPr>
              <a:t>《</a:t>
            </a:r>
            <a:r>
              <a:rPr lang="zh-CN" altLang="en-US" dirty="0">
                <a:ln w="1905"/>
                <a:effectLst>
                  <a:innerShdw blurRad="69850" dist="43180" dir="5400000">
                    <a:srgbClr val="000000">
                      <a:alpha val="65000"/>
                    </a:srgbClr>
                  </a:innerShdw>
                </a:effectLst>
                <a:latin typeface="隶书" pitchFamily="49" charset="-122"/>
                <a:ea typeface="隶书" pitchFamily="49" charset="-122"/>
              </a:rPr>
              <a:t>数据结构</a:t>
            </a:r>
            <a:r>
              <a:rPr lang="en-US" altLang="zh-CN" dirty="0">
                <a:ln w="1905"/>
                <a:effectLst>
                  <a:innerShdw blurRad="69850" dist="43180" dir="5400000">
                    <a:srgbClr val="000000">
                      <a:alpha val="65000"/>
                    </a:srgbClr>
                  </a:innerShdw>
                </a:effectLst>
                <a:latin typeface="隶书" pitchFamily="49" charset="-122"/>
                <a:ea typeface="隶书" pitchFamily="49" charset="-122"/>
              </a:rPr>
              <a:t>》</a:t>
            </a:r>
            <a:r>
              <a:rPr lang="zh-CN" altLang="en-US" dirty="0">
                <a:ln w="1905"/>
                <a:effectLst>
                  <a:innerShdw blurRad="69850" dist="43180" dir="5400000">
                    <a:srgbClr val="000000">
                      <a:alpha val="65000"/>
                    </a:srgbClr>
                  </a:innerShdw>
                </a:effectLst>
                <a:latin typeface="隶书" pitchFamily="49" charset="-122"/>
                <a:ea typeface="隶书" pitchFamily="49" charset="-122"/>
              </a:rPr>
              <a:t>课程中的链表、树、图等。</a:t>
            </a:r>
            <a:endParaRPr lang="en-US" altLang="zh-CN" dirty="0">
              <a:ln w="1905"/>
              <a:effectLst>
                <a:innerShdw blurRad="69850" dist="43180" dir="5400000">
                  <a:srgbClr val="000000">
                    <a:alpha val="65000"/>
                  </a:srgbClr>
                </a:innerShdw>
              </a:effectLst>
              <a:latin typeface="隶书" pitchFamily="49" charset="-122"/>
              <a:ea typeface="隶书" pitchFamily="49" charset="-122"/>
            </a:endParaRPr>
          </a:p>
          <a:p>
            <a:pPr marL="342900" indent="-342900">
              <a:buClr>
                <a:srgbClr val="C00000"/>
              </a:buClr>
              <a:buFont typeface="Wingdings" panose="05000000000000000000" pitchFamily="2" charset="2"/>
              <a:buChar char="l"/>
            </a:pPr>
            <a:r>
              <a:rPr lang="zh-CN" altLang="en-US" dirty="0">
                <a:ln w="1905"/>
                <a:effectLst>
                  <a:innerShdw blurRad="69850" dist="43180" dir="5400000">
                    <a:srgbClr val="000000">
                      <a:alpha val="65000"/>
                    </a:srgbClr>
                  </a:innerShdw>
                </a:effectLst>
                <a:latin typeface="隶书" pitchFamily="49" charset="-122"/>
                <a:ea typeface="隶书" pitchFamily="49" charset="-122"/>
              </a:rPr>
              <a:t>可以更好地理解数据库中的记录的含义。</a:t>
            </a:r>
            <a:endParaRPr lang="en-US" altLang="zh-CN" dirty="0">
              <a:ln w="1905"/>
              <a:effectLst>
                <a:innerShdw blurRad="69850" dist="43180" dir="5400000">
                  <a:srgbClr val="000000">
                    <a:alpha val="65000"/>
                  </a:srgbClr>
                </a:innerShdw>
              </a:effectLst>
              <a:latin typeface="隶书" pitchFamily="49" charset="-122"/>
              <a:ea typeface="隶书" pitchFamily="49" charset="-122"/>
            </a:endParaRPr>
          </a:p>
          <a:p>
            <a:pPr marL="342900" indent="-342900">
              <a:buClr>
                <a:srgbClr val="C00000"/>
              </a:buClr>
              <a:buFont typeface="Wingdings" panose="05000000000000000000" pitchFamily="2" charset="2"/>
              <a:buChar char="l"/>
            </a:pPr>
            <a:r>
              <a:rPr lang="zh-CN" altLang="en-US" dirty="0">
                <a:ln w="1905"/>
                <a:effectLst>
                  <a:innerShdw blurRad="69850" dist="43180" dir="5400000">
                    <a:srgbClr val="000000">
                      <a:alpha val="65000"/>
                    </a:srgbClr>
                  </a:innerShdw>
                </a:effectLst>
                <a:latin typeface="隶书" pitchFamily="49" charset="-122"/>
                <a:ea typeface="隶书" pitchFamily="49" charset="-122"/>
              </a:rPr>
              <a:t>为</a:t>
            </a:r>
            <a:r>
              <a:rPr lang="en-US" altLang="zh-CN" dirty="0">
                <a:ln w="1905"/>
                <a:effectLst>
                  <a:innerShdw blurRad="69850" dist="43180" dir="5400000">
                    <a:srgbClr val="000000">
                      <a:alpha val="65000"/>
                    </a:srgbClr>
                  </a:innerShdw>
                </a:effectLst>
                <a:latin typeface="隶书" pitchFamily="49" charset="-122"/>
                <a:ea typeface="隶书" pitchFamily="49" charset="-122"/>
              </a:rPr>
              <a:t>C++</a:t>
            </a:r>
            <a:r>
              <a:rPr lang="zh-CN" altLang="en-US" dirty="0">
                <a:ln w="1905"/>
                <a:effectLst>
                  <a:innerShdw blurRad="69850" dist="43180" dir="5400000">
                    <a:srgbClr val="000000">
                      <a:alpha val="65000"/>
                    </a:srgbClr>
                  </a:innerShdw>
                </a:effectLst>
                <a:latin typeface="隶书" pitchFamily="49" charset="-122"/>
                <a:ea typeface="隶书" pitchFamily="49" charset="-122"/>
              </a:rPr>
              <a:t>语言中类的概念的理解提供了帮助。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43462"/>
                                        </p:tgtEl>
                                        <p:attrNameLst>
                                          <p:attrName>style.visibility</p:attrName>
                                        </p:attrNameLst>
                                      </p:cBhvr>
                                      <p:to>
                                        <p:strVal val="visible"/>
                                      </p:to>
                                    </p:set>
                                    <p:anim calcmode="lin" valueType="num">
                                      <p:cBhvr additive="base">
                                        <p:cTn id="13" dur="500" fill="hold"/>
                                        <p:tgtEl>
                                          <p:spTgt spid="743462"/>
                                        </p:tgtEl>
                                        <p:attrNameLst>
                                          <p:attrName>ppt_x</p:attrName>
                                        </p:attrNameLst>
                                      </p:cBhvr>
                                      <p:tavLst>
                                        <p:tav tm="0">
                                          <p:val>
                                            <p:strVal val="#ppt_x"/>
                                          </p:val>
                                        </p:tav>
                                        <p:tav tm="100000">
                                          <p:val>
                                            <p:strVal val="#ppt_x"/>
                                          </p:val>
                                        </p:tav>
                                      </p:tavLst>
                                    </p:anim>
                                    <p:anim calcmode="lin" valueType="num">
                                      <p:cBhvr additive="base">
                                        <p:cTn id="14" dur="500" fill="hold"/>
                                        <p:tgtEl>
                                          <p:spTgt spid="74346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18" presetClass="entr" presetSubtype="12"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strips(downLeft)">
                                      <p:cBhvr>
                                        <p:cTn id="19" dur="500"/>
                                        <p:tgtEl>
                                          <p:spTgt spid="2"/>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par>
                          <p:cTn id="20" fill="hold">
                            <p:stCondLst>
                              <p:cond delay="500"/>
                            </p:stCondLst>
                            <p:childTnLst>
                              <p:par>
                                <p:cTn id="21" presetID="18" presetClass="entr" presetSubtype="3" fill="hold" grpId="0"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strips(upRight)">
                                      <p:cBhvr>
                                        <p:cTn id="23" dur="500"/>
                                        <p:tgtEl>
                                          <p:spTgt spid="33"/>
                                        </p:tgtEl>
                                      </p:cBhvr>
                                    </p:animEffect>
                                  </p:childTnLst>
                                  <p:subTnLst>
                                    <p:audio>
                                      <p:cMediaNode>
                                        <p:cTn display="0" masterRel="sameClick">
                                          <p:stCondLst>
                                            <p:cond evt="begin" delay="0">
                                              <p:tn val="21"/>
                                            </p:cond>
                                          </p:stCondLst>
                                          <p:endCondLst>
                                            <p:cond evt="onStopAudio" delay="0">
                                              <p:tgtEl>
                                                <p:sldTgt/>
                                              </p:tgtEl>
                                            </p:cond>
                                          </p:endCondLst>
                                        </p:cTn>
                                        <p:tgtEl>
                                          <p:sndTgt r:embed="rId4" name="laser.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box(out)">
                                      <p:cBhvr>
                                        <p:cTn id="28" dur="500"/>
                                        <p:tgtEl>
                                          <p:spTgt spid="34"/>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3" fill="hold" grpId="0" nodeType="click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strips(upRight)">
                                      <p:cBhvr>
                                        <p:cTn id="33" dur="500"/>
                                        <p:tgtEl>
                                          <p:spTgt spid="46"/>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par>
                          <p:cTn id="34" fill="hold">
                            <p:stCondLst>
                              <p:cond delay="500"/>
                            </p:stCondLst>
                            <p:childTnLst>
                              <p:par>
                                <p:cTn id="35" presetID="18" presetClass="entr" presetSubtype="3" fill="hold" grpId="0"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strips(upRight)">
                                      <p:cBhvr>
                                        <p:cTn id="37" dur="500"/>
                                        <p:tgtEl>
                                          <p:spTgt spid="36"/>
                                        </p:tgtEl>
                                      </p:cBhvr>
                                    </p:animEffect>
                                  </p:childTnLst>
                                  <p:subTnLst>
                                    <p:audio>
                                      <p:cMediaNode>
                                        <p:cTn display="0" masterRel="sameClick">
                                          <p:stCondLst>
                                            <p:cond evt="begin" delay="0">
                                              <p:tn val="35"/>
                                            </p:cond>
                                          </p:stCondLst>
                                          <p:endCondLst>
                                            <p:cond evt="onStopAudio" delay="0">
                                              <p:tgtEl>
                                                <p:sldTgt/>
                                              </p:tgtEl>
                                            </p:cond>
                                          </p:endCondLst>
                                        </p:cTn>
                                        <p:tgtEl>
                                          <p:sndTgt r:embed="rId4" name="laser.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box(out)">
                                      <p:cBhvr>
                                        <p:cTn id="42" dur="500"/>
                                        <p:tgtEl>
                                          <p:spTgt spid="37"/>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8" presetClass="entr" presetSubtype="16"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diamond(in)">
                                      <p:cBhvr>
                                        <p:cTn id="47" dur="2000"/>
                                        <p:tgtEl>
                                          <p:spTgt spid="38"/>
                                        </p:tgtEl>
                                      </p:cBhvr>
                                    </p:animEffect>
                                  </p:childTnLst>
                                  <p:subTnLst>
                                    <p:audio>
                                      <p:cMediaNode>
                                        <p:cTn display="0" masterRel="sameClick">
                                          <p:stCondLst>
                                            <p:cond evt="begin" delay="0">
                                              <p:tn val="45"/>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2" grpId="0" animBg="1"/>
      <p:bldP spid="33" grpId="0" animBg="1"/>
      <p:bldP spid="34" grpId="0" animBg="1"/>
      <p:bldP spid="36" grpId="0" animBg="1"/>
      <p:bldP spid="37" grpId="0" animBg="1"/>
      <p:bldP spid="38"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117B0D8E-99A6-4182-945A-E285D63780EA}"/>
              </a:ext>
            </a:extLst>
          </p:cNvPr>
          <p:cNvGrpSpPr/>
          <p:nvPr/>
        </p:nvGrpSpPr>
        <p:grpSpPr>
          <a:xfrm>
            <a:off x="911225" y="980728"/>
            <a:ext cx="3267000" cy="630931"/>
            <a:chOff x="695400" y="1059424"/>
            <a:chExt cx="3267000" cy="630931"/>
          </a:xfrm>
        </p:grpSpPr>
        <p:grpSp>
          <p:nvGrpSpPr>
            <p:cNvPr id="8" name="组合 7">
              <a:extLst>
                <a:ext uri="{FF2B5EF4-FFF2-40B4-BE49-F238E27FC236}">
                  <a16:creationId xmlns:a16="http://schemas.microsoft.com/office/drawing/2014/main" id="{AD92270B-0536-403C-A45B-4110ADD31142}"/>
                </a:ext>
              </a:extLst>
            </p:cNvPr>
            <p:cNvGrpSpPr/>
            <p:nvPr/>
          </p:nvGrpSpPr>
          <p:grpSpPr>
            <a:xfrm>
              <a:off x="695400" y="1059424"/>
              <a:ext cx="833819" cy="557612"/>
              <a:chOff x="695400" y="1059424"/>
              <a:chExt cx="833819" cy="557612"/>
            </a:xfrm>
          </p:grpSpPr>
          <p:sp>
            <p:nvSpPr>
              <p:cNvPr id="10" name="菱形 9">
                <a:extLst>
                  <a:ext uri="{FF2B5EF4-FFF2-40B4-BE49-F238E27FC236}">
                    <a16:creationId xmlns:a16="http://schemas.microsoft.com/office/drawing/2014/main" id="{2D6DF7AE-61A0-4885-9E7F-BA1C202C603E}"/>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1" name="菱形 10">
                <a:extLst>
                  <a:ext uri="{FF2B5EF4-FFF2-40B4-BE49-F238E27FC236}">
                    <a16:creationId xmlns:a16="http://schemas.microsoft.com/office/drawing/2014/main" id="{6BA79E81-FD58-4684-8F36-24519104C644}"/>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9" name="Text Box 5">
              <a:extLst>
                <a:ext uri="{FF2B5EF4-FFF2-40B4-BE49-F238E27FC236}">
                  <a16:creationId xmlns:a16="http://schemas.microsoft.com/office/drawing/2014/main" id="{1CF1A9A6-A756-49C2-8C87-C31C4D50EDDA}"/>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学习目标</a:t>
              </a:r>
            </a:p>
          </p:txBody>
        </p:sp>
      </p:grpSp>
      <p:sp>
        <p:nvSpPr>
          <p:cNvPr id="19" name="Rectangle 4">
            <a:extLst>
              <a:ext uri="{FF2B5EF4-FFF2-40B4-BE49-F238E27FC236}">
                <a16:creationId xmlns:a16="http://schemas.microsoft.com/office/drawing/2014/main" id="{1A8BBFEA-C8D9-4227-9CFB-97980403CE3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章：复杂数据类型</a:t>
            </a:r>
          </a:p>
        </p:txBody>
      </p:sp>
      <p:sp>
        <p:nvSpPr>
          <p:cNvPr id="20" name="Rectangle 46">
            <a:extLst>
              <a:ext uri="{FF2B5EF4-FFF2-40B4-BE49-F238E27FC236}">
                <a16:creationId xmlns:a16="http://schemas.microsoft.com/office/drawing/2014/main" id="{250ED8F7-9C2F-4853-8EFB-28488E213982}"/>
              </a:ext>
            </a:extLst>
          </p:cNvPr>
          <p:cNvSpPr>
            <a:spLocks noChangeArrowheads="1"/>
          </p:cNvSpPr>
          <p:nvPr/>
        </p:nvSpPr>
        <p:spPr bwMode="auto">
          <a:xfrm>
            <a:off x="1416902" y="2060848"/>
            <a:ext cx="9358195" cy="3346237"/>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366713">
              <a:lnSpc>
                <a:spcPct val="150000"/>
              </a:lnSpc>
              <a:buClr>
                <a:srgbClr val="C0000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熟练掌握结构体、共用体和枚举数据类型的定义方法；</a:t>
            </a:r>
          </a:p>
          <a:p>
            <a:pPr marL="457200" indent="-366713">
              <a:lnSpc>
                <a:spcPct val="150000"/>
              </a:lnSpc>
              <a:buClr>
                <a:srgbClr val="C0000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熟练掌握结构体、共用体和枚举变量的定义和引用方法；</a:t>
            </a:r>
          </a:p>
          <a:p>
            <a:pPr marL="457200" indent="-366713">
              <a:lnSpc>
                <a:spcPct val="150000"/>
              </a:lnSpc>
              <a:buClr>
                <a:srgbClr val="C0000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掌握结构数组的定义及其应用；</a:t>
            </a:r>
          </a:p>
          <a:p>
            <a:pPr marL="457200" indent="-366713">
              <a:lnSpc>
                <a:spcPct val="150000"/>
              </a:lnSpc>
              <a:buClr>
                <a:srgbClr val="C0000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掌握指向结构的指针的概念及其应用；</a:t>
            </a:r>
          </a:p>
          <a:p>
            <a:pPr marL="457200" indent="-366713">
              <a:lnSpc>
                <a:spcPct val="150000"/>
              </a:lnSpc>
              <a:buClr>
                <a:srgbClr val="C0000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了解线性链表的创建、插入节点、删除节点和撤销节点的算法；</a:t>
            </a:r>
          </a:p>
          <a:p>
            <a:pPr marL="457200" indent="-366713">
              <a:lnSpc>
                <a:spcPct val="150000"/>
              </a:lnSpc>
              <a:buClr>
                <a:srgbClr val="C0000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掌握利用复杂数据类型作为函数参数和返回值的函数定义方法；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diamond(in)">
                                      <p:cBhvr>
                                        <p:cTn id="13" dur="2000"/>
                                        <p:tgtEl>
                                          <p:spTgt spid="20"/>
                                        </p:tgtEl>
                                      </p:cBhvr>
                                    </p:animEffect>
                                  </p:childTnLst>
                                  <p:subTnLst>
                                    <p:audio>
                                      <p:cMediaNode>
                                        <p:cTn display="0" masterRel="sameClick">
                                          <p:stCondLst>
                                            <p:cond evt="begin" delay="0">
                                              <p:tn val="11"/>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3B1E25CA-0223-468C-B940-E38434D2516A}"/>
              </a:ext>
            </a:extLst>
          </p:cNvPr>
          <p:cNvGrpSpPr/>
          <p:nvPr/>
        </p:nvGrpSpPr>
        <p:grpSpPr>
          <a:xfrm>
            <a:off x="911424" y="1013959"/>
            <a:ext cx="3267000" cy="630931"/>
            <a:chOff x="695400" y="1059424"/>
            <a:chExt cx="3267000" cy="630931"/>
          </a:xfrm>
        </p:grpSpPr>
        <p:grpSp>
          <p:nvGrpSpPr>
            <p:cNvPr id="14" name="组合 13">
              <a:extLst>
                <a:ext uri="{FF2B5EF4-FFF2-40B4-BE49-F238E27FC236}">
                  <a16:creationId xmlns:a16="http://schemas.microsoft.com/office/drawing/2014/main" id="{71D94850-0CBF-4B51-A804-AF5DE4D65261}"/>
                </a:ext>
              </a:extLst>
            </p:cNvPr>
            <p:cNvGrpSpPr/>
            <p:nvPr/>
          </p:nvGrpSpPr>
          <p:grpSpPr>
            <a:xfrm>
              <a:off x="695400" y="1059424"/>
              <a:ext cx="833819" cy="557612"/>
              <a:chOff x="695400" y="1059424"/>
              <a:chExt cx="833819" cy="557612"/>
            </a:xfrm>
          </p:grpSpPr>
          <p:sp>
            <p:nvSpPr>
              <p:cNvPr id="16" name="菱形 15">
                <a:extLst>
                  <a:ext uri="{FF2B5EF4-FFF2-40B4-BE49-F238E27FC236}">
                    <a16:creationId xmlns:a16="http://schemas.microsoft.com/office/drawing/2014/main" id="{13CFA76F-D415-4749-B59B-5784FF06B13A}"/>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7" name="菱形 16">
                <a:extLst>
                  <a:ext uri="{FF2B5EF4-FFF2-40B4-BE49-F238E27FC236}">
                    <a16:creationId xmlns:a16="http://schemas.microsoft.com/office/drawing/2014/main" id="{5B37427F-91BF-470F-8018-6B24A5379470}"/>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5" name="Text Box 5">
              <a:extLst>
                <a:ext uri="{FF2B5EF4-FFF2-40B4-BE49-F238E27FC236}">
                  <a16:creationId xmlns:a16="http://schemas.microsoft.com/office/drawing/2014/main" id="{E805DF49-9789-407F-BC8C-E1644392D969}"/>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学习内容</a:t>
              </a:r>
            </a:p>
          </p:txBody>
        </p:sp>
      </p:grpSp>
      <p:sp>
        <p:nvSpPr>
          <p:cNvPr id="19" name="Rectangle 4">
            <a:extLst>
              <a:ext uri="{FF2B5EF4-FFF2-40B4-BE49-F238E27FC236}">
                <a16:creationId xmlns:a16="http://schemas.microsoft.com/office/drawing/2014/main" id="{1A8BBFEA-C8D9-4227-9CFB-97980403CE3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章：复杂数据类型</a:t>
            </a:r>
          </a:p>
        </p:txBody>
      </p:sp>
      <p:sp>
        <p:nvSpPr>
          <p:cNvPr id="21" name="Rectangle 4">
            <a:extLst>
              <a:ext uri="{FF2B5EF4-FFF2-40B4-BE49-F238E27FC236}">
                <a16:creationId xmlns:a16="http://schemas.microsoft.com/office/drawing/2014/main" id="{E44B742F-BC65-4019-832C-D160D6DFE737}"/>
              </a:ext>
            </a:extLst>
          </p:cNvPr>
          <p:cNvSpPr>
            <a:spLocks noChangeArrowheads="1"/>
          </p:cNvSpPr>
          <p:nvPr/>
        </p:nvSpPr>
        <p:spPr bwMode="auto">
          <a:xfrm>
            <a:off x="3683162" y="895350"/>
            <a:ext cx="4968552" cy="596265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276225">
              <a:buClr>
                <a:srgbClr val="C00000"/>
              </a:buClr>
              <a:buFont typeface="Wingdings" pitchFamily="2" charset="2"/>
              <a:buChar char="ü"/>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复杂数据类型概述</a:t>
            </a:r>
          </a:p>
          <a:p>
            <a:pPr marL="457200" indent="-276225">
              <a:buClr>
                <a:srgbClr val="C000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结构体</a:t>
            </a:r>
          </a:p>
          <a:p>
            <a:pPr marL="457200" indent="84138">
              <a:buClr>
                <a:srgbClr val="C0000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结构体类型的定义</a:t>
            </a:r>
          </a:p>
          <a:p>
            <a:pPr marL="457200" indent="84138">
              <a:buClr>
                <a:srgbClr val="C0000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结构体变量的定义和引用</a:t>
            </a:r>
          </a:p>
          <a:p>
            <a:pPr marL="457200" indent="84138">
              <a:buClr>
                <a:srgbClr val="C0000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结构体变量的赋值</a:t>
            </a:r>
          </a:p>
          <a:p>
            <a:pPr marL="457200" indent="84138">
              <a:buClr>
                <a:srgbClr val="C0000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简化结构体类型名</a:t>
            </a:r>
          </a:p>
          <a:p>
            <a:pPr marL="457200" indent="-276225">
              <a:buClr>
                <a:srgbClr val="C000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结构体数组</a:t>
            </a:r>
          </a:p>
          <a:p>
            <a:pPr marL="457200" indent="-276225">
              <a:buClr>
                <a:srgbClr val="C000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线性链表</a:t>
            </a:r>
          </a:p>
          <a:p>
            <a:pPr marL="457200" indent="-276225">
              <a:buClr>
                <a:srgbClr val="C000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联合体</a:t>
            </a:r>
          </a:p>
          <a:p>
            <a:pPr marL="457200" indent="-12700">
              <a:buClr>
                <a:srgbClr val="C0000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联合体类型的定义</a:t>
            </a:r>
          </a:p>
          <a:p>
            <a:pPr marL="457200" indent="-12700">
              <a:buClr>
                <a:srgbClr val="C0000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联合体变量的定义和引用</a:t>
            </a:r>
          </a:p>
          <a:p>
            <a:pPr marL="457200" indent="-12700">
              <a:buClr>
                <a:srgbClr val="C0000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联合体变量的赋值</a:t>
            </a:r>
          </a:p>
          <a:p>
            <a:pPr marL="457200" indent="-276225">
              <a:buClr>
                <a:srgbClr val="C000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位域</a:t>
            </a:r>
          </a:p>
          <a:p>
            <a:pPr marL="457200" indent="-276225">
              <a:buClr>
                <a:srgbClr val="C000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枚举类型变量的定义和引用</a:t>
            </a:r>
          </a:p>
          <a:p>
            <a:pPr marL="457200" indent="-276225">
              <a:buClr>
                <a:srgbClr val="C000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复杂数据类型应用综合举例</a:t>
            </a:r>
          </a:p>
          <a:p>
            <a:pPr marL="457200" indent="-276225">
              <a:buClr>
                <a:srgbClr val="C000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本章小结</a:t>
            </a:r>
          </a:p>
        </p:txBody>
      </p:sp>
    </p:spTree>
    <p:extLst>
      <p:ext uri="{BB962C8B-B14F-4D97-AF65-F5344CB8AC3E}">
        <p14:creationId xmlns:p14="http://schemas.microsoft.com/office/powerpoint/2010/main" val="20301852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diamond(in)">
                                      <p:cBhvr>
                                        <p:cTn id="13" dur="2000"/>
                                        <p:tgtEl>
                                          <p:spTgt spid="21"/>
                                        </p:tgtEl>
                                      </p:cBhvr>
                                    </p:animEffect>
                                  </p:childTnLst>
                                  <p:subTnLst>
                                    <p:audio>
                                      <p:cMediaNode>
                                        <p:cTn display="0" masterRel="sameClick">
                                          <p:stCondLst>
                                            <p:cond evt="begin" delay="0">
                                              <p:tn val="11"/>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8523" name="Rectangle 59"/>
          <p:cNvSpPr>
            <a:spLocks noChangeArrowheads="1"/>
          </p:cNvSpPr>
          <p:nvPr/>
        </p:nvSpPr>
        <p:spPr bwMode="auto">
          <a:xfrm>
            <a:off x="839416" y="969335"/>
            <a:ext cx="10897403" cy="1379545"/>
          </a:xfrm>
          <a:prstGeom prst="rect">
            <a:avLst/>
          </a:prstGeom>
          <a:noFill/>
          <a:ln w="9525">
            <a:noFill/>
            <a:miter lim="800000"/>
            <a:headEnd/>
            <a:tailEnd/>
          </a:ln>
          <a:effectLst/>
        </p:spPr>
        <p:txBody>
          <a:bodyPr wrap="square">
            <a:spAutoFit/>
          </a:bodyPr>
          <a:lstStyle/>
          <a:p>
            <a:pPr>
              <a:lnSpc>
                <a:spcPct val="120000"/>
              </a:lnSpc>
              <a:buClr>
                <a:srgbClr val="C00000"/>
              </a:buClr>
              <a:buFont typeface="Wingdings" pitchFamily="2" charset="2"/>
              <a:buChar char="Ø"/>
            </a:pPr>
            <a:r>
              <a:rPr lang="en-US" altLang="zh-CN" b="1" dirty="0">
                <a:latin typeface="+mn-lt"/>
                <a:ea typeface="楷体" pitchFamily="49" charset="-122"/>
              </a:rPr>
              <a:t> </a:t>
            </a:r>
            <a:r>
              <a:rPr lang="zh-CN" altLang="en-US" b="1" dirty="0">
                <a:latin typeface="+mn-lt"/>
                <a:ea typeface="楷体" pitchFamily="49" charset="-122"/>
              </a:rPr>
              <a:t>结构体是</a:t>
            </a:r>
            <a:r>
              <a:rPr lang="zh-CN" altLang="zh-CN" b="1" dirty="0">
                <a:latin typeface="+mn-lt"/>
                <a:ea typeface="楷体" pitchFamily="49" charset="-122"/>
              </a:rPr>
              <a:t>一种</a:t>
            </a:r>
            <a:r>
              <a:rPr lang="zh-CN" altLang="zh-CN" b="1" dirty="0">
                <a:solidFill>
                  <a:schemeClr val="tx2"/>
                </a:solidFill>
                <a:latin typeface="+mn-lt"/>
                <a:ea typeface="楷体" pitchFamily="49" charset="-122"/>
              </a:rPr>
              <a:t>构造</a:t>
            </a:r>
            <a:r>
              <a:rPr lang="zh-CN" altLang="zh-CN" b="1" dirty="0">
                <a:latin typeface="+mn-lt"/>
                <a:ea typeface="楷体" pitchFamily="49" charset="-122"/>
              </a:rPr>
              <a:t>数据类型</a:t>
            </a:r>
          </a:p>
          <a:p>
            <a:pPr>
              <a:lnSpc>
                <a:spcPct val="120000"/>
              </a:lnSpc>
              <a:buClr>
                <a:srgbClr val="C00000"/>
              </a:buClr>
              <a:buFont typeface="Wingdings" pitchFamily="2" charset="2"/>
              <a:buChar char="Ø"/>
            </a:pPr>
            <a:r>
              <a:rPr lang="zh-CN" altLang="en-US" b="1" dirty="0">
                <a:latin typeface="+mn-lt"/>
                <a:ea typeface="楷体" pitchFamily="49" charset="-122"/>
              </a:rPr>
              <a:t> </a:t>
            </a:r>
            <a:r>
              <a:rPr lang="zh-CN" altLang="zh-CN" b="1" dirty="0">
                <a:solidFill>
                  <a:srgbClr val="CC0000"/>
                </a:solidFill>
                <a:latin typeface="+mn-lt"/>
                <a:ea typeface="楷体" pitchFamily="49" charset="-122"/>
              </a:rPr>
              <a:t>用途：</a:t>
            </a:r>
            <a:r>
              <a:rPr lang="zh-CN" altLang="zh-CN" b="1" dirty="0">
                <a:latin typeface="+mn-lt"/>
                <a:ea typeface="楷体" pitchFamily="49" charset="-122"/>
              </a:rPr>
              <a:t>把</a:t>
            </a:r>
            <a:r>
              <a:rPr lang="zh-CN" altLang="zh-CN" b="1" dirty="0">
                <a:solidFill>
                  <a:schemeClr val="tx2"/>
                </a:solidFill>
                <a:latin typeface="+mn-lt"/>
                <a:ea typeface="楷体" pitchFamily="49" charset="-122"/>
              </a:rPr>
              <a:t>不同类型</a:t>
            </a:r>
            <a:r>
              <a:rPr lang="zh-CN" altLang="zh-CN" b="1" dirty="0">
                <a:latin typeface="+mn-lt"/>
                <a:ea typeface="楷体" pitchFamily="49" charset="-122"/>
              </a:rPr>
              <a:t>的数据组合成一个整体-------</a:t>
            </a:r>
            <a:r>
              <a:rPr lang="zh-CN" altLang="zh-CN" b="1" dirty="0">
                <a:solidFill>
                  <a:schemeClr val="tx2"/>
                </a:solidFill>
                <a:latin typeface="+mn-lt"/>
                <a:ea typeface="楷体" pitchFamily="49" charset="-122"/>
              </a:rPr>
              <a:t>自定义</a:t>
            </a:r>
            <a:r>
              <a:rPr lang="zh-CN" altLang="zh-CN" b="1" dirty="0">
                <a:latin typeface="+mn-lt"/>
                <a:ea typeface="楷体" pitchFamily="49" charset="-122"/>
              </a:rPr>
              <a:t>数据类型</a:t>
            </a:r>
            <a:endParaRPr lang="zh-CN" altLang="en-US" b="1" dirty="0">
              <a:latin typeface="+mn-lt"/>
              <a:ea typeface="楷体" pitchFamily="49" charset="-122"/>
            </a:endParaRPr>
          </a:p>
          <a:p>
            <a:pPr>
              <a:lnSpc>
                <a:spcPct val="120000"/>
              </a:lnSpc>
              <a:buClr>
                <a:srgbClr val="C00000"/>
              </a:buClr>
              <a:buFont typeface="Wingdings" pitchFamily="2" charset="2"/>
              <a:buChar char="Ø"/>
            </a:pPr>
            <a:r>
              <a:rPr lang="zh-CN" altLang="en-US" b="1" dirty="0">
                <a:latin typeface="+mn-lt"/>
                <a:ea typeface="楷体" pitchFamily="49" charset="-122"/>
              </a:rPr>
              <a:t> </a:t>
            </a:r>
            <a:r>
              <a:rPr lang="zh-CN" altLang="en-US" b="1" dirty="0">
                <a:solidFill>
                  <a:srgbClr val="CC0000"/>
                </a:solidFill>
                <a:latin typeface="+mn-lt"/>
                <a:ea typeface="楷体" pitchFamily="49" charset="-122"/>
              </a:rPr>
              <a:t>引入结构体的好处：</a:t>
            </a:r>
            <a:r>
              <a:rPr lang="zh-CN" altLang="en-US" b="1" dirty="0">
                <a:latin typeface="+mn-lt"/>
                <a:ea typeface="楷体" pitchFamily="49" charset="-122"/>
              </a:rPr>
              <a:t>加强数据项之间的联系</a:t>
            </a:r>
          </a:p>
        </p:txBody>
      </p:sp>
      <p:sp>
        <p:nvSpPr>
          <p:cNvPr id="958524" name="Rectangle 60"/>
          <p:cNvSpPr>
            <a:spLocks noChangeArrowheads="1"/>
          </p:cNvSpPr>
          <p:nvPr/>
        </p:nvSpPr>
        <p:spPr bwMode="auto">
          <a:xfrm>
            <a:off x="551384" y="2505090"/>
            <a:ext cx="10584929" cy="707886"/>
          </a:xfrm>
          <a:prstGeom prst="rect">
            <a:avLst/>
          </a:prstGeom>
          <a:noFill/>
          <a:ln w="9525">
            <a:noFill/>
            <a:miter lim="800000"/>
            <a:headEnd/>
            <a:tailEnd/>
          </a:ln>
          <a:effectLst/>
        </p:spPr>
        <p:txBody>
          <a:bodyPr wrap="square" anchor="ctr">
            <a:spAutoFit/>
          </a:bodyPr>
          <a:lstStyle/>
          <a:p>
            <a:r>
              <a:rPr lang="en-US" altLang="zh-CN" sz="2000" dirty="0">
                <a:latin typeface="+mn-lt"/>
                <a:ea typeface="楷体" pitchFamily="49" charset="-122"/>
              </a:rPr>
              <a:t>        </a:t>
            </a:r>
            <a:r>
              <a:rPr lang="zh-CN" altLang="en-US" sz="2000" b="1" dirty="0">
                <a:latin typeface="+mn-lt"/>
                <a:ea typeface="楷体" pitchFamily="49" charset="-122"/>
              </a:rPr>
              <a:t>如学生的基本信息，包括学号、姓名、性别、年龄、班级、成绩等数据项。这些数据项描述了一个学生的几个不同侧面。 </a:t>
            </a:r>
          </a:p>
        </p:txBody>
      </p:sp>
      <p:graphicFrame>
        <p:nvGraphicFramePr>
          <p:cNvPr id="958695" name="Group 231"/>
          <p:cNvGraphicFramePr>
            <a:graphicFrameLocks noGrp="1"/>
          </p:cNvGraphicFramePr>
          <p:nvPr>
            <p:extLst>
              <p:ext uri="{D42A27DB-BD31-4B8C-83A1-F6EECF244321}">
                <p14:modId xmlns:p14="http://schemas.microsoft.com/office/powerpoint/2010/main" val="1742143346"/>
              </p:ext>
            </p:extLst>
          </p:nvPr>
        </p:nvGraphicFramePr>
        <p:xfrm>
          <a:off x="3572478" y="3201265"/>
          <a:ext cx="5976938" cy="731520"/>
        </p:xfrm>
        <a:graphic>
          <a:graphicData uri="http://schemas.openxmlformats.org/drawingml/2006/table">
            <a:tbl>
              <a:tblPr/>
              <a:tblGrid>
                <a:gridCol w="614363">
                  <a:extLst>
                    <a:ext uri="{9D8B030D-6E8A-4147-A177-3AD203B41FA5}">
                      <a16:colId xmlns:a16="http://schemas.microsoft.com/office/drawing/2014/main" val="20000"/>
                    </a:ext>
                  </a:extLst>
                </a:gridCol>
                <a:gridCol w="322262">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287338">
                  <a:extLst>
                    <a:ext uri="{9D8B030D-6E8A-4147-A177-3AD203B41FA5}">
                      <a16:colId xmlns:a16="http://schemas.microsoft.com/office/drawing/2014/main" val="20003"/>
                    </a:ext>
                  </a:extLst>
                </a:gridCol>
                <a:gridCol w="720725">
                  <a:extLst>
                    <a:ext uri="{9D8B030D-6E8A-4147-A177-3AD203B41FA5}">
                      <a16:colId xmlns:a16="http://schemas.microsoft.com/office/drawing/2014/main" val="20004"/>
                    </a:ext>
                  </a:extLst>
                </a:gridCol>
                <a:gridCol w="215900">
                  <a:extLst>
                    <a:ext uri="{9D8B030D-6E8A-4147-A177-3AD203B41FA5}">
                      <a16:colId xmlns:a16="http://schemas.microsoft.com/office/drawing/2014/main" val="20005"/>
                    </a:ext>
                  </a:extLst>
                </a:gridCol>
                <a:gridCol w="647700">
                  <a:extLst>
                    <a:ext uri="{9D8B030D-6E8A-4147-A177-3AD203B41FA5}">
                      <a16:colId xmlns:a16="http://schemas.microsoft.com/office/drawing/2014/main" val="20006"/>
                    </a:ext>
                  </a:extLst>
                </a:gridCol>
                <a:gridCol w="287337">
                  <a:extLst>
                    <a:ext uri="{9D8B030D-6E8A-4147-A177-3AD203B41FA5}">
                      <a16:colId xmlns:a16="http://schemas.microsoft.com/office/drawing/2014/main" val="20007"/>
                    </a:ext>
                  </a:extLst>
                </a:gridCol>
                <a:gridCol w="936625">
                  <a:extLst>
                    <a:ext uri="{9D8B030D-6E8A-4147-A177-3AD203B41FA5}">
                      <a16:colId xmlns:a16="http://schemas.microsoft.com/office/drawing/2014/main" val="20008"/>
                    </a:ext>
                  </a:extLst>
                </a:gridCol>
                <a:gridCol w="360363">
                  <a:extLst>
                    <a:ext uri="{9D8B030D-6E8A-4147-A177-3AD203B41FA5}">
                      <a16:colId xmlns:a16="http://schemas.microsoft.com/office/drawing/2014/main" val="20009"/>
                    </a:ext>
                  </a:extLst>
                </a:gridCol>
                <a:gridCol w="863600">
                  <a:extLst>
                    <a:ext uri="{9D8B030D-6E8A-4147-A177-3AD203B41FA5}">
                      <a16:colId xmlns:a16="http://schemas.microsoft.com/office/drawing/2014/main" val="20010"/>
                    </a:ext>
                  </a:extLst>
                </a:gridCol>
              </a:tblGrid>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rPr>
                        <a:t>no</a:t>
                      </a:r>
                    </a:p>
                  </a:txBody>
                  <a:tcPr horzOverflow="overflow">
                    <a:lnL cap="flat">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rPr>
                        <a:t>name</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rPr>
                        <a:t>sex</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rPr>
                        <a:t>age</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err="1">
                          <a:ln>
                            <a:noFill/>
                          </a:ln>
                          <a:solidFill>
                            <a:schemeClr val="accent2">
                              <a:lumMod val="50000"/>
                            </a:schemeClr>
                          </a:solidFill>
                          <a:effectLst/>
                          <a:latin typeface="Times New Roman" pitchFamily="18" charset="0"/>
                          <a:ea typeface="宋体" pitchFamily="2" charset="-122"/>
                        </a:rPr>
                        <a:t>classno</a:t>
                      </a:r>
                      <a:endParaRPr kumimoji="1" lang="en-US"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endParaRP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rPr>
                        <a:t>grade</a:t>
                      </a:r>
                    </a:p>
                  </a:txBody>
                  <a:tcP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kern="1200"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cs typeface="+mn-cs"/>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extLst>
                  <a:ext uri="{0D108BD9-81ED-4DB2-BD59-A6C34878D82A}">
                    <a16:rowId xmlns:a16="http://schemas.microsoft.com/office/drawing/2014/main" val="10001"/>
                  </a:ext>
                </a:extLst>
              </a:tr>
            </a:tbl>
          </a:graphicData>
        </a:graphic>
      </p:graphicFrame>
      <p:sp>
        <p:nvSpPr>
          <p:cNvPr id="958696" name="Rectangle 232"/>
          <p:cNvSpPr>
            <a:spLocks noChangeArrowheads="1"/>
          </p:cNvSpPr>
          <p:nvPr/>
        </p:nvSpPr>
        <p:spPr bwMode="auto">
          <a:xfrm>
            <a:off x="1414859" y="3454276"/>
            <a:ext cx="2305050" cy="457200"/>
          </a:xfrm>
          <a:prstGeom prst="rect">
            <a:avLst/>
          </a:prstGeom>
          <a:noFill/>
          <a:ln w="9525">
            <a:noFill/>
            <a:miter lim="800000"/>
            <a:headEnd/>
            <a:tailEnd/>
          </a:ln>
          <a:effectLst/>
        </p:spPr>
        <p:txBody>
          <a:bodyPr wrap="none" anchor="ctr">
            <a:spAutoFit/>
          </a:bodyPr>
          <a:lstStyle/>
          <a:p>
            <a:r>
              <a:rPr lang="zh-CN" altLang="en-US" sz="2000" b="1" dirty="0">
                <a:solidFill>
                  <a:srgbClr val="C00000"/>
                </a:solidFill>
                <a:ea typeface="隶书" pitchFamily="49" charset="-122"/>
              </a:rPr>
              <a:t>独立的变量表示：</a:t>
            </a:r>
            <a:r>
              <a:rPr lang="zh-CN" altLang="en-US" dirty="0">
                <a:solidFill>
                  <a:srgbClr val="C00000"/>
                </a:solidFill>
              </a:rPr>
              <a:t> </a:t>
            </a:r>
          </a:p>
        </p:txBody>
      </p:sp>
      <p:grpSp>
        <p:nvGrpSpPr>
          <p:cNvPr id="958825" name="Group 361"/>
          <p:cNvGrpSpPr>
            <a:grpSpLocks/>
          </p:cNvGrpSpPr>
          <p:nvPr/>
        </p:nvGrpSpPr>
        <p:grpSpPr bwMode="auto">
          <a:xfrm>
            <a:off x="3613547" y="3957514"/>
            <a:ext cx="5903913" cy="638175"/>
            <a:chOff x="1770" y="2584"/>
            <a:chExt cx="3719" cy="402"/>
          </a:xfrm>
        </p:grpSpPr>
        <p:sp>
          <p:nvSpPr>
            <p:cNvPr id="958699" name="AutoShape 235"/>
            <p:cNvSpPr>
              <a:spLocks/>
            </p:cNvSpPr>
            <p:nvPr/>
          </p:nvSpPr>
          <p:spPr bwMode="auto">
            <a:xfrm rot="5400000">
              <a:off x="3539" y="815"/>
              <a:ext cx="182" cy="3719"/>
            </a:xfrm>
            <a:prstGeom prst="rightBrace">
              <a:avLst>
                <a:gd name="adj1" fmla="val 170284"/>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958700" name="Text Box 236"/>
            <p:cNvSpPr txBox="1">
              <a:spLocks noChangeArrowheads="1"/>
            </p:cNvSpPr>
            <p:nvPr/>
          </p:nvSpPr>
          <p:spPr bwMode="auto">
            <a:xfrm>
              <a:off x="2933" y="2736"/>
              <a:ext cx="1588"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chemeClr val="accent2">
                      <a:lumMod val="50000"/>
                    </a:schemeClr>
                  </a:solidFill>
                  <a:latin typeface="楷体" pitchFamily="49" charset="-122"/>
                  <a:ea typeface="楷体" pitchFamily="49" charset="-122"/>
                </a:rPr>
                <a:t>数据项之间无关联</a:t>
              </a:r>
            </a:p>
          </p:txBody>
        </p:sp>
      </p:grpSp>
      <p:graphicFrame>
        <p:nvGraphicFramePr>
          <p:cNvPr id="958821" name="Group 357"/>
          <p:cNvGraphicFramePr>
            <a:graphicFrameLocks noGrp="1"/>
          </p:cNvGraphicFramePr>
          <p:nvPr>
            <p:extLst>
              <p:ext uri="{D42A27DB-BD31-4B8C-83A1-F6EECF244321}">
                <p14:modId xmlns:p14="http://schemas.microsoft.com/office/powerpoint/2010/main" val="1211772751"/>
              </p:ext>
            </p:extLst>
          </p:nvPr>
        </p:nvGraphicFramePr>
        <p:xfrm>
          <a:off x="6334064" y="5028774"/>
          <a:ext cx="4824413" cy="731520"/>
        </p:xfrm>
        <a:graphic>
          <a:graphicData uri="http://schemas.openxmlformats.org/drawingml/2006/table">
            <a:tbl>
              <a:tblPr/>
              <a:tblGrid>
                <a:gridCol w="719138">
                  <a:extLst>
                    <a:ext uri="{9D8B030D-6E8A-4147-A177-3AD203B41FA5}">
                      <a16:colId xmlns:a16="http://schemas.microsoft.com/office/drawing/2014/main" val="20000"/>
                    </a:ext>
                  </a:extLst>
                </a:gridCol>
                <a:gridCol w="792162">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792163">
                  <a:extLst>
                    <a:ext uri="{9D8B030D-6E8A-4147-A177-3AD203B41FA5}">
                      <a16:colId xmlns:a16="http://schemas.microsoft.com/office/drawing/2014/main" val="20005"/>
                    </a:ext>
                  </a:extLst>
                </a:gridCol>
              </a:tblGrid>
              <a:tr h="2873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rPr>
                        <a:t>no</a:t>
                      </a:r>
                    </a:p>
                  </a:txBody>
                  <a:tcPr horzOverflow="overflow">
                    <a:lnL cap="flat">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rPr>
                        <a:t>name</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accent2">
                              <a:lumMod val="50000"/>
                            </a:schemeClr>
                          </a:solidFill>
                          <a:effectLst/>
                          <a:latin typeface="Times New Roman" pitchFamily="18" charset="0"/>
                          <a:ea typeface="宋体" pitchFamily="2" charset="-122"/>
                        </a:rPr>
                        <a:t>sex</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rPr>
                        <a:t>age</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err="1">
                          <a:ln>
                            <a:noFill/>
                          </a:ln>
                          <a:solidFill>
                            <a:schemeClr val="accent2">
                              <a:lumMod val="50000"/>
                            </a:schemeClr>
                          </a:solidFill>
                          <a:effectLst/>
                          <a:latin typeface="Times New Roman" pitchFamily="18" charset="0"/>
                          <a:ea typeface="宋体" pitchFamily="2" charset="-122"/>
                        </a:rPr>
                        <a:t>classno</a:t>
                      </a:r>
                      <a:endParaRPr kumimoji="1" lang="en-US"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endParaRP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50000"/>
                            </a:schemeClr>
                          </a:solidFill>
                          <a:effectLst/>
                          <a:latin typeface="Times New Roman" pitchFamily="18" charset="0"/>
                          <a:ea typeface="宋体" pitchFamily="2" charset="-122"/>
                        </a:rPr>
                        <a:t>grade</a:t>
                      </a:r>
                    </a:p>
                  </a:txBody>
                  <a:tcP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extLst>
                  <a:ext uri="{0D108BD9-81ED-4DB2-BD59-A6C34878D82A}">
                    <a16:rowId xmlns:a16="http://schemas.microsoft.com/office/drawing/2014/main" val="10001"/>
                  </a:ext>
                </a:extLst>
              </a:tr>
            </a:tbl>
          </a:graphicData>
        </a:graphic>
      </p:graphicFrame>
      <p:sp>
        <p:nvSpPr>
          <p:cNvPr id="958822" name="Rectangle 358"/>
          <p:cNvSpPr>
            <a:spLocks noChangeArrowheads="1"/>
          </p:cNvSpPr>
          <p:nvPr/>
        </p:nvSpPr>
        <p:spPr bwMode="auto">
          <a:xfrm>
            <a:off x="6287318" y="4697707"/>
            <a:ext cx="2305050" cy="457200"/>
          </a:xfrm>
          <a:prstGeom prst="rect">
            <a:avLst/>
          </a:prstGeom>
          <a:noFill/>
          <a:ln w="9525">
            <a:noFill/>
            <a:miter lim="800000"/>
            <a:headEnd/>
            <a:tailEnd/>
          </a:ln>
          <a:effectLst/>
        </p:spPr>
        <p:txBody>
          <a:bodyPr wrap="none" anchor="ctr">
            <a:spAutoFit/>
          </a:bodyPr>
          <a:lstStyle/>
          <a:p>
            <a:r>
              <a:rPr lang="zh-CN" altLang="en-US" sz="2000" b="1" dirty="0">
                <a:solidFill>
                  <a:srgbClr val="C00000"/>
                </a:solidFill>
                <a:ea typeface="隶书" pitchFamily="49" charset="-122"/>
              </a:rPr>
              <a:t>结构体变量表示：</a:t>
            </a:r>
            <a:r>
              <a:rPr lang="zh-CN" altLang="en-US" dirty="0">
                <a:solidFill>
                  <a:srgbClr val="C00000"/>
                </a:solidFill>
              </a:rPr>
              <a:t> </a:t>
            </a:r>
          </a:p>
        </p:txBody>
      </p:sp>
      <p:grpSp>
        <p:nvGrpSpPr>
          <p:cNvPr id="958826" name="Group 362"/>
          <p:cNvGrpSpPr>
            <a:grpSpLocks/>
          </p:cNvGrpSpPr>
          <p:nvPr/>
        </p:nvGrpSpPr>
        <p:grpSpPr bwMode="auto">
          <a:xfrm>
            <a:off x="6457181" y="5808958"/>
            <a:ext cx="4621213" cy="612775"/>
            <a:chOff x="2608" y="3724"/>
            <a:chExt cx="2911" cy="386"/>
          </a:xfrm>
        </p:grpSpPr>
        <p:sp>
          <p:nvSpPr>
            <p:cNvPr id="958823" name="AutoShape 359"/>
            <p:cNvSpPr>
              <a:spLocks/>
            </p:cNvSpPr>
            <p:nvPr/>
          </p:nvSpPr>
          <p:spPr bwMode="auto">
            <a:xfrm rot="5400000">
              <a:off x="3988" y="2344"/>
              <a:ext cx="152" cy="2911"/>
            </a:xfrm>
            <a:prstGeom prst="rightBrace">
              <a:avLst>
                <a:gd name="adj1" fmla="val 159594"/>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solidFill>
                  <a:srgbClr val="C00000"/>
                </a:solidFill>
              </a:endParaRPr>
            </a:p>
          </p:txBody>
        </p:sp>
        <p:sp>
          <p:nvSpPr>
            <p:cNvPr id="958824" name="Text Box 360"/>
            <p:cNvSpPr txBox="1">
              <a:spLocks noChangeArrowheads="1"/>
            </p:cNvSpPr>
            <p:nvPr/>
          </p:nvSpPr>
          <p:spPr bwMode="auto">
            <a:xfrm>
              <a:off x="3379" y="3860"/>
              <a:ext cx="1588"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C00000"/>
                  </a:solidFill>
                  <a:latin typeface="楷体" pitchFamily="49" charset="-122"/>
                  <a:ea typeface="楷体" pitchFamily="49" charset="-122"/>
                </a:rPr>
                <a:t>数据项为一个整体</a:t>
              </a:r>
            </a:p>
          </p:txBody>
        </p:sp>
      </p:grpSp>
      <p:sp>
        <p:nvSpPr>
          <p:cNvPr id="958827" name="Rectangle 363" descr="信纸"/>
          <p:cNvSpPr>
            <a:spLocks noChangeArrowheads="1"/>
          </p:cNvSpPr>
          <p:nvPr/>
        </p:nvSpPr>
        <p:spPr bwMode="auto">
          <a:xfrm>
            <a:off x="1055440" y="4638377"/>
            <a:ext cx="4354783" cy="1958975"/>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ea typeface="楷体_GB2312" pitchFamily="49" charset="-122"/>
              </a:rPr>
              <a:t>char        no[9];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学号</a:t>
            </a:r>
          </a:p>
          <a:p>
            <a:r>
              <a:rPr lang="en-US" altLang="zh-CN" sz="2000" b="1" dirty="0">
                <a:ea typeface="楷体_GB2312" pitchFamily="49" charset="-122"/>
              </a:rPr>
              <a:t>char        name[20];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姓名</a:t>
            </a:r>
          </a:p>
          <a:p>
            <a:r>
              <a:rPr lang="en-US" altLang="zh-CN" sz="2000" b="1" dirty="0">
                <a:ea typeface="楷体_GB2312" pitchFamily="49" charset="-122"/>
              </a:rPr>
              <a:t>char        sex;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性别</a:t>
            </a:r>
          </a:p>
          <a:p>
            <a:r>
              <a:rPr lang="en-US" altLang="zh-CN" sz="2000" b="1" dirty="0">
                <a:ea typeface="楷体_GB2312" pitchFamily="49" charset="-122"/>
              </a:rPr>
              <a:t>unsigned int  age;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年龄</a:t>
            </a:r>
          </a:p>
          <a:p>
            <a:r>
              <a:rPr lang="en-US" altLang="zh-CN" sz="2000" b="1" dirty="0">
                <a:ea typeface="楷体_GB2312" pitchFamily="49" charset="-122"/>
              </a:rPr>
              <a:t>unsigned int  </a:t>
            </a:r>
            <a:r>
              <a:rPr lang="en-US" altLang="zh-CN" sz="2000" b="1" dirty="0" err="1">
                <a:ea typeface="楷体_GB2312" pitchFamily="49" charset="-122"/>
              </a:rPr>
              <a:t>classno</a:t>
            </a:r>
            <a:r>
              <a:rPr lang="en-US" altLang="zh-CN" sz="2000" b="1" dirty="0">
                <a:ea typeface="楷体_GB2312" pitchFamily="49" charset="-122"/>
              </a:rPr>
              <a:t>;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班级</a:t>
            </a:r>
          </a:p>
          <a:p>
            <a:r>
              <a:rPr lang="en-US" altLang="zh-CN" sz="2000" b="1" dirty="0">
                <a:ea typeface="楷体_GB2312" pitchFamily="49" charset="-122"/>
              </a:rPr>
              <a:t>float        grade;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成绩</a:t>
            </a:r>
          </a:p>
        </p:txBody>
      </p:sp>
      <p:sp>
        <p:nvSpPr>
          <p:cNvPr id="19" name="Rectangle 4">
            <a:extLst>
              <a:ext uri="{FF2B5EF4-FFF2-40B4-BE49-F238E27FC236}">
                <a16:creationId xmlns:a16="http://schemas.microsoft.com/office/drawing/2014/main" id="{3014B6AE-6808-47DC-99A1-5369F9CCE01E}"/>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58523">
                                            <p:txEl>
                                              <p:pRg st="0" end="0"/>
                                            </p:txEl>
                                          </p:spTgt>
                                        </p:tgtEl>
                                        <p:attrNameLst>
                                          <p:attrName>style.visibility</p:attrName>
                                        </p:attrNameLst>
                                      </p:cBhvr>
                                      <p:to>
                                        <p:strVal val="visible"/>
                                      </p:to>
                                    </p:set>
                                    <p:anim calcmode="lin" valueType="num">
                                      <p:cBhvr additive="base">
                                        <p:cTn id="7" dur="500" fill="hold"/>
                                        <p:tgtEl>
                                          <p:spTgt spid="9585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5852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58523">
                                            <p:txEl>
                                              <p:pRg st="1" end="1"/>
                                            </p:txEl>
                                          </p:spTgt>
                                        </p:tgtEl>
                                        <p:attrNameLst>
                                          <p:attrName>style.visibility</p:attrName>
                                        </p:attrNameLst>
                                      </p:cBhvr>
                                      <p:to>
                                        <p:strVal val="visible"/>
                                      </p:to>
                                    </p:set>
                                    <p:anim calcmode="lin" valueType="num">
                                      <p:cBhvr additive="base">
                                        <p:cTn id="13" dur="500" fill="hold"/>
                                        <p:tgtEl>
                                          <p:spTgt spid="9585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5852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958523">
                                            <p:txEl>
                                              <p:pRg st="2" end="2"/>
                                            </p:txEl>
                                          </p:spTgt>
                                        </p:tgtEl>
                                        <p:attrNameLst>
                                          <p:attrName>style.visibility</p:attrName>
                                        </p:attrNameLst>
                                      </p:cBhvr>
                                      <p:to>
                                        <p:strVal val="visible"/>
                                      </p:to>
                                    </p:set>
                                    <p:anim calcmode="lin" valueType="num">
                                      <p:cBhvr additive="base">
                                        <p:cTn id="19" dur="500" fill="hold"/>
                                        <p:tgtEl>
                                          <p:spTgt spid="9585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5852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whoosh.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958524"/>
                                        </p:tgtEl>
                                        <p:attrNameLst>
                                          <p:attrName>style.visibility</p:attrName>
                                        </p:attrNameLst>
                                      </p:cBhvr>
                                      <p:to>
                                        <p:strVal val="visible"/>
                                      </p:to>
                                    </p:set>
                                    <p:animEffect transition="in" filter="box(out)">
                                      <p:cBhvr>
                                        <p:cTn id="25" dur="500"/>
                                        <p:tgtEl>
                                          <p:spTgt spid="958524"/>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958827"/>
                                        </p:tgtEl>
                                        <p:attrNameLst>
                                          <p:attrName>style.visibility</p:attrName>
                                        </p:attrNameLst>
                                      </p:cBhvr>
                                      <p:to>
                                        <p:strVal val="visible"/>
                                      </p:to>
                                    </p:set>
                                    <p:animEffect transition="in" filter="box(out)">
                                      <p:cBhvr>
                                        <p:cTn id="30" dur="500"/>
                                        <p:tgtEl>
                                          <p:spTgt spid="958827"/>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958696"/>
                                        </p:tgtEl>
                                        <p:attrNameLst>
                                          <p:attrName>style.visibility</p:attrName>
                                        </p:attrNameLst>
                                      </p:cBhvr>
                                      <p:to>
                                        <p:strVal val="visible"/>
                                      </p:to>
                                    </p:set>
                                    <p:animEffect transition="in" filter="box(out)">
                                      <p:cBhvr>
                                        <p:cTn id="35" dur="500"/>
                                        <p:tgtEl>
                                          <p:spTgt spid="958696"/>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6" fill="hold">
                            <p:stCondLst>
                              <p:cond delay="500"/>
                            </p:stCondLst>
                            <p:childTnLst>
                              <p:par>
                                <p:cTn id="37" presetID="18" presetClass="entr" presetSubtype="6" fill="hold" nodeType="afterEffect">
                                  <p:stCondLst>
                                    <p:cond delay="0"/>
                                  </p:stCondLst>
                                  <p:childTnLst>
                                    <p:set>
                                      <p:cBhvr>
                                        <p:cTn id="38" dur="1" fill="hold">
                                          <p:stCondLst>
                                            <p:cond delay="0"/>
                                          </p:stCondLst>
                                        </p:cTn>
                                        <p:tgtEl>
                                          <p:spTgt spid="958695"/>
                                        </p:tgtEl>
                                        <p:attrNameLst>
                                          <p:attrName>style.visibility</p:attrName>
                                        </p:attrNameLst>
                                      </p:cBhvr>
                                      <p:to>
                                        <p:strVal val="visible"/>
                                      </p:to>
                                    </p:set>
                                    <p:animEffect transition="in" filter="strips(downRight)">
                                      <p:cBhvr>
                                        <p:cTn id="39" dur="500"/>
                                        <p:tgtEl>
                                          <p:spTgt spid="958695"/>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1000"/>
                            </p:stCondLst>
                            <p:childTnLst>
                              <p:par>
                                <p:cTn id="41" presetID="18" presetClass="entr" presetSubtype="6" fill="hold" nodeType="afterEffect">
                                  <p:stCondLst>
                                    <p:cond delay="0"/>
                                  </p:stCondLst>
                                  <p:childTnLst>
                                    <p:set>
                                      <p:cBhvr>
                                        <p:cTn id="42" dur="1" fill="hold">
                                          <p:stCondLst>
                                            <p:cond delay="0"/>
                                          </p:stCondLst>
                                        </p:cTn>
                                        <p:tgtEl>
                                          <p:spTgt spid="958825"/>
                                        </p:tgtEl>
                                        <p:attrNameLst>
                                          <p:attrName>style.visibility</p:attrName>
                                        </p:attrNameLst>
                                      </p:cBhvr>
                                      <p:to>
                                        <p:strVal val="visible"/>
                                      </p:to>
                                    </p:set>
                                    <p:animEffect transition="in" filter="strips(downRight)">
                                      <p:cBhvr>
                                        <p:cTn id="43" dur="500"/>
                                        <p:tgtEl>
                                          <p:spTgt spid="958825"/>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958822"/>
                                        </p:tgtEl>
                                        <p:attrNameLst>
                                          <p:attrName>style.visibility</p:attrName>
                                        </p:attrNameLst>
                                      </p:cBhvr>
                                      <p:to>
                                        <p:strVal val="visible"/>
                                      </p:to>
                                    </p:set>
                                    <p:animEffect transition="in" filter="box(out)">
                                      <p:cBhvr>
                                        <p:cTn id="48" dur="500"/>
                                        <p:tgtEl>
                                          <p:spTgt spid="958822"/>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par>
                          <p:cTn id="49" fill="hold">
                            <p:stCondLst>
                              <p:cond delay="500"/>
                            </p:stCondLst>
                            <p:childTnLst>
                              <p:par>
                                <p:cTn id="50" presetID="18" presetClass="entr" presetSubtype="6" fill="hold" nodeType="afterEffect">
                                  <p:stCondLst>
                                    <p:cond delay="0"/>
                                  </p:stCondLst>
                                  <p:childTnLst>
                                    <p:set>
                                      <p:cBhvr>
                                        <p:cTn id="51" dur="1" fill="hold">
                                          <p:stCondLst>
                                            <p:cond delay="0"/>
                                          </p:stCondLst>
                                        </p:cTn>
                                        <p:tgtEl>
                                          <p:spTgt spid="958821"/>
                                        </p:tgtEl>
                                        <p:attrNameLst>
                                          <p:attrName>style.visibility</p:attrName>
                                        </p:attrNameLst>
                                      </p:cBhvr>
                                      <p:to>
                                        <p:strVal val="visible"/>
                                      </p:to>
                                    </p:set>
                                    <p:animEffect transition="in" filter="strips(downRight)">
                                      <p:cBhvr>
                                        <p:cTn id="52" dur="500"/>
                                        <p:tgtEl>
                                          <p:spTgt spid="958821"/>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3" fill="hold">
                            <p:stCondLst>
                              <p:cond delay="1000"/>
                            </p:stCondLst>
                            <p:childTnLst>
                              <p:par>
                                <p:cTn id="54" presetID="18" presetClass="entr" presetSubtype="6" fill="hold" nodeType="afterEffect">
                                  <p:stCondLst>
                                    <p:cond delay="0"/>
                                  </p:stCondLst>
                                  <p:childTnLst>
                                    <p:set>
                                      <p:cBhvr>
                                        <p:cTn id="55" dur="1" fill="hold">
                                          <p:stCondLst>
                                            <p:cond delay="0"/>
                                          </p:stCondLst>
                                        </p:cTn>
                                        <p:tgtEl>
                                          <p:spTgt spid="958826"/>
                                        </p:tgtEl>
                                        <p:attrNameLst>
                                          <p:attrName>style.visibility</p:attrName>
                                        </p:attrNameLst>
                                      </p:cBhvr>
                                      <p:to>
                                        <p:strVal val="visible"/>
                                      </p:to>
                                    </p:set>
                                    <p:animEffect transition="in" filter="strips(downRight)">
                                      <p:cBhvr>
                                        <p:cTn id="56" dur="500"/>
                                        <p:tgtEl>
                                          <p:spTgt spid="958826"/>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524" grpId="0"/>
      <p:bldP spid="958696" grpId="0"/>
      <p:bldP spid="958822" grpId="0"/>
      <p:bldP spid="958827"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0737" name="Rectangle 113"/>
          <p:cNvSpPr>
            <a:spLocks noChangeArrowheads="1"/>
          </p:cNvSpPr>
          <p:nvPr/>
        </p:nvSpPr>
        <p:spPr bwMode="auto">
          <a:xfrm>
            <a:off x="646748" y="803603"/>
            <a:ext cx="3610284"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1</a:t>
            </a:r>
            <a:r>
              <a:rPr lang="zh-CN" altLang="en-US" sz="2800" b="1" dirty="0">
                <a:solidFill>
                  <a:srgbClr val="C00000"/>
                </a:solidFill>
                <a:latin typeface="楷体" panose="02010609060101010101" pitchFamily="49" charset="-122"/>
                <a:ea typeface="楷体" panose="02010609060101010101" pitchFamily="49" charset="-122"/>
              </a:rPr>
              <a:t>、结构体类型的定义</a:t>
            </a:r>
          </a:p>
        </p:txBody>
      </p:sp>
      <p:sp>
        <p:nvSpPr>
          <p:cNvPr id="1050738" name="Text Box 114"/>
          <p:cNvSpPr txBox="1">
            <a:spLocks noChangeArrowheads="1"/>
          </p:cNvSpPr>
          <p:nvPr/>
        </p:nvSpPr>
        <p:spPr bwMode="auto">
          <a:xfrm>
            <a:off x="4560699" y="980628"/>
            <a:ext cx="3311525" cy="2303462"/>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sz="2000" b="1" dirty="0">
                <a:solidFill>
                  <a:srgbClr val="C00000"/>
                </a:solidFill>
                <a:latin typeface="+mn-lt"/>
                <a:ea typeface="楷体" pitchFamily="49" charset="-122"/>
              </a:rPr>
              <a:t>struct </a:t>
            </a:r>
            <a:r>
              <a:rPr lang="en-US" altLang="zh-CN" sz="2000" b="1" dirty="0">
                <a:latin typeface="+mn-lt"/>
                <a:ea typeface="楷体" pitchFamily="49" charset="-122"/>
              </a:rPr>
              <a:t> [</a:t>
            </a:r>
            <a:r>
              <a:rPr lang="zh-CN" altLang="en-US" sz="2000" b="1" dirty="0">
                <a:latin typeface="+mn-lt"/>
                <a:ea typeface="楷体" pitchFamily="49" charset="-122"/>
              </a:rPr>
              <a:t>结构体类型名</a:t>
            </a:r>
            <a:r>
              <a:rPr lang="en-US" altLang="zh-CN" sz="2000" b="1" dirty="0">
                <a:latin typeface="+mn-lt"/>
                <a:ea typeface="楷体" pitchFamily="49" charset="-122"/>
              </a:rPr>
              <a:t>]</a:t>
            </a:r>
          </a:p>
          <a:p>
            <a:pPr algn="just"/>
            <a:r>
              <a:rPr lang="en-US" altLang="zh-CN" sz="2000" b="1" dirty="0">
                <a:latin typeface="+mn-lt"/>
                <a:ea typeface="楷体" pitchFamily="49" charset="-122"/>
              </a:rPr>
              <a:t>{</a:t>
            </a:r>
          </a:p>
          <a:p>
            <a:pPr algn="just"/>
            <a:r>
              <a:rPr lang="en-US" altLang="zh-CN" sz="2000" b="1" dirty="0">
                <a:latin typeface="+mn-lt"/>
                <a:ea typeface="楷体" pitchFamily="49" charset="-122"/>
              </a:rPr>
              <a:t>   </a:t>
            </a:r>
            <a:r>
              <a:rPr lang="zh-CN" altLang="en-US" sz="2000" b="1" dirty="0">
                <a:latin typeface="+mn-lt"/>
                <a:ea typeface="楷体" pitchFamily="49" charset="-122"/>
              </a:rPr>
              <a:t>数据类型名</a:t>
            </a:r>
            <a:r>
              <a:rPr lang="en-US" altLang="zh-CN" sz="2000" b="1" dirty="0">
                <a:latin typeface="+mn-lt"/>
                <a:ea typeface="楷体" pitchFamily="49" charset="-122"/>
              </a:rPr>
              <a:t>1   </a:t>
            </a:r>
            <a:r>
              <a:rPr lang="zh-CN" altLang="en-US" sz="2000" b="1" dirty="0">
                <a:latin typeface="+mn-lt"/>
                <a:ea typeface="楷体" pitchFamily="49" charset="-122"/>
              </a:rPr>
              <a:t>成员名</a:t>
            </a:r>
            <a:r>
              <a:rPr lang="en-US" altLang="zh-CN" sz="2000" b="1" dirty="0">
                <a:latin typeface="+mn-lt"/>
                <a:ea typeface="楷体" pitchFamily="49" charset="-122"/>
              </a:rPr>
              <a:t>1</a:t>
            </a:r>
            <a:r>
              <a:rPr lang="zh-CN" altLang="en-US" sz="2000" b="1" dirty="0">
                <a:latin typeface="+mn-lt"/>
                <a:ea typeface="楷体" pitchFamily="49" charset="-122"/>
              </a:rPr>
              <a:t>；</a:t>
            </a:r>
          </a:p>
          <a:p>
            <a:pPr algn="just"/>
            <a:r>
              <a:rPr lang="zh-CN" altLang="en-US" sz="2000" b="1" dirty="0">
                <a:latin typeface="+mn-lt"/>
                <a:ea typeface="楷体" pitchFamily="49" charset="-122"/>
              </a:rPr>
              <a:t>   数据类型名</a:t>
            </a:r>
            <a:r>
              <a:rPr lang="en-US" altLang="zh-CN" sz="2000" b="1" dirty="0">
                <a:latin typeface="+mn-lt"/>
                <a:ea typeface="楷体" pitchFamily="49" charset="-122"/>
              </a:rPr>
              <a:t>2   </a:t>
            </a:r>
            <a:r>
              <a:rPr lang="zh-CN" altLang="en-US" sz="2000" b="1" dirty="0">
                <a:latin typeface="+mn-lt"/>
                <a:ea typeface="楷体" pitchFamily="49" charset="-122"/>
              </a:rPr>
              <a:t>成员名</a:t>
            </a:r>
            <a:r>
              <a:rPr lang="en-US" altLang="zh-CN" sz="2000" b="1" dirty="0">
                <a:latin typeface="+mn-lt"/>
                <a:ea typeface="楷体" pitchFamily="49" charset="-122"/>
              </a:rPr>
              <a:t>2</a:t>
            </a:r>
            <a:r>
              <a:rPr lang="zh-CN" altLang="en-US" sz="2000" b="1" dirty="0">
                <a:latin typeface="+mn-lt"/>
                <a:ea typeface="楷体" pitchFamily="49" charset="-122"/>
              </a:rPr>
              <a:t>；</a:t>
            </a:r>
          </a:p>
          <a:p>
            <a:pPr algn="just"/>
            <a:r>
              <a:rPr lang="zh-CN" altLang="en-US" sz="2000" b="1" dirty="0">
                <a:latin typeface="+mn-lt"/>
                <a:ea typeface="楷体" pitchFamily="49" charset="-122"/>
              </a:rPr>
              <a:t>   </a:t>
            </a:r>
            <a:r>
              <a:rPr lang="en-US" altLang="zh-CN" sz="2000" b="1" dirty="0">
                <a:latin typeface="+mn-lt"/>
                <a:ea typeface="楷体" pitchFamily="49" charset="-122"/>
              </a:rPr>
              <a:t>… …</a:t>
            </a:r>
          </a:p>
          <a:p>
            <a:pPr algn="just"/>
            <a:r>
              <a:rPr lang="en-US" altLang="zh-CN" sz="2000" b="1" dirty="0">
                <a:latin typeface="+mn-lt"/>
                <a:ea typeface="楷体" pitchFamily="49" charset="-122"/>
              </a:rPr>
              <a:t>   </a:t>
            </a:r>
            <a:r>
              <a:rPr lang="zh-CN" altLang="en-US" sz="2000" b="1" dirty="0">
                <a:latin typeface="+mn-lt"/>
                <a:ea typeface="楷体" pitchFamily="49" charset="-122"/>
              </a:rPr>
              <a:t>数据类型名</a:t>
            </a:r>
            <a:r>
              <a:rPr lang="en-US" altLang="zh-CN" sz="2000" b="1" dirty="0">
                <a:latin typeface="+mn-lt"/>
                <a:ea typeface="楷体" pitchFamily="49" charset="-122"/>
              </a:rPr>
              <a:t>n   </a:t>
            </a:r>
            <a:r>
              <a:rPr lang="zh-CN" altLang="en-US" sz="2000" b="1" dirty="0">
                <a:latin typeface="+mn-lt"/>
                <a:ea typeface="楷体" pitchFamily="49" charset="-122"/>
              </a:rPr>
              <a:t>成员名</a:t>
            </a:r>
            <a:r>
              <a:rPr lang="en-US" altLang="zh-CN" sz="2000" b="1" dirty="0">
                <a:latin typeface="+mn-lt"/>
                <a:ea typeface="楷体" pitchFamily="49" charset="-122"/>
              </a:rPr>
              <a:t>n</a:t>
            </a:r>
            <a:r>
              <a:rPr lang="zh-CN" altLang="en-US" sz="2000" b="1" dirty="0">
                <a:latin typeface="+mn-lt"/>
                <a:ea typeface="楷体" pitchFamily="49" charset="-122"/>
              </a:rPr>
              <a:t>；</a:t>
            </a:r>
          </a:p>
          <a:p>
            <a:pPr algn="just"/>
            <a:r>
              <a:rPr lang="en-US" altLang="zh-CN" sz="2000" b="1" dirty="0">
                <a:latin typeface="+mn-lt"/>
                <a:ea typeface="楷体" pitchFamily="49" charset="-122"/>
              </a:rPr>
              <a:t>}</a:t>
            </a:r>
            <a:r>
              <a:rPr lang="zh-CN" altLang="en-US" sz="2000" b="1" dirty="0">
                <a:latin typeface="+mn-lt"/>
                <a:ea typeface="楷体" pitchFamily="49" charset="-122"/>
              </a:rPr>
              <a:t>；</a:t>
            </a:r>
          </a:p>
        </p:txBody>
      </p:sp>
      <p:sp>
        <p:nvSpPr>
          <p:cNvPr id="1050739" name="AutoShape 115"/>
          <p:cNvSpPr>
            <a:spLocks noChangeArrowheads="1"/>
          </p:cNvSpPr>
          <p:nvPr/>
        </p:nvSpPr>
        <p:spPr bwMode="auto">
          <a:xfrm>
            <a:off x="1752660" y="1340767"/>
            <a:ext cx="2016125" cy="792163"/>
          </a:xfrm>
          <a:prstGeom prst="wedgeRoundRectCallout">
            <a:avLst>
              <a:gd name="adj1" fmla="val 90631"/>
              <a:gd name="adj2" fmla="val -59459"/>
              <a:gd name="adj3" fmla="val 16667"/>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solidFill>
                  <a:srgbClr val="C00000"/>
                </a:solidFill>
                <a:latin typeface="+mn-lt"/>
                <a:ea typeface="楷体" pitchFamily="49" charset="-122"/>
              </a:rPr>
              <a:t>struct</a:t>
            </a:r>
            <a:r>
              <a:rPr lang="zh-CN" altLang="zh-CN" sz="2000" b="1" dirty="0">
                <a:latin typeface="+mn-lt"/>
                <a:ea typeface="楷体" pitchFamily="49" charset="-122"/>
              </a:rPr>
              <a:t>是</a:t>
            </a:r>
            <a:r>
              <a:rPr lang="zh-CN" altLang="zh-CN" sz="2000" b="1" dirty="0">
                <a:solidFill>
                  <a:schemeClr val="tx2"/>
                </a:solidFill>
                <a:latin typeface="+mn-lt"/>
                <a:ea typeface="楷体" pitchFamily="49" charset="-122"/>
              </a:rPr>
              <a:t>关键字</a:t>
            </a:r>
            <a:r>
              <a:rPr lang="zh-CN" altLang="zh-CN" sz="2000" b="1" dirty="0">
                <a:latin typeface="+mn-lt"/>
                <a:ea typeface="楷体" pitchFamily="49" charset="-122"/>
              </a:rPr>
              <a:t>,</a:t>
            </a:r>
          </a:p>
          <a:p>
            <a:r>
              <a:rPr lang="zh-CN" altLang="zh-CN" sz="2000" b="1" dirty="0">
                <a:latin typeface="+mn-lt"/>
                <a:ea typeface="楷体" pitchFamily="49" charset="-122"/>
              </a:rPr>
              <a:t>不能省略</a:t>
            </a:r>
            <a:endParaRPr lang="zh-CN" altLang="en-US" sz="2000" b="1" dirty="0">
              <a:latin typeface="+mn-lt"/>
              <a:ea typeface="楷体" pitchFamily="49" charset="-122"/>
            </a:endParaRPr>
          </a:p>
          <a:p>
            <a:pPr algn="ctr"/>
            <a:endParaRPr lang="en-US" altLang="zh-CN" sz="2000" b="1" dirty="0">
              <a:latin typeface="+mn-lt"/>
              <a:ea typeface="楷体" pitchFamily="49" charset="-122"/>
            </a:endParaRPr>
          </a:p>
        </p:txBody>
      </p:sp>
      <p:sp>
        <p:nvSpPr>
          <p:cNvPr id="1050740" name="AutoShape 116"/>
          <p:cNvSpPr>
            <a:spLocks noChangeArrowheads="1"/>
          </p:cNvSpPr>
          <p:nvPr/>
        </p:nvSpPr>
        <p:spPr bwMode="auto">
          <a:xfrm>
            <a:off x="8521189" y="1484783"/>
            <a:ext cx="2376487" cy="792162"/>
          </a:xfrm>
          <a:prstGeom prst="wedgeRoundRectCallout">
            <a:avLst>
              <a:gd name="adj1" fmla="val -129759"/>
              <a:gd name="adj2" fmla="val -74852"/>
              <a:gd name="adj3" fmla="val 16667"/>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latin typeface="+mn-lt"/>
                <a:ea typeface="楷体" pitchFamily="49" charset="-122"/>
              </a:rPr>
              <a:t>合法标识符</a:t>
            </a:r>
          </a:p>
          <a:p>
            <a:r>
              <a:rPr lang="zh-CN" altLang="en-US" sz="2000" b="1" dirty="0">
                <a:latin typeface="+mn-lt"/>
                <a:ea typeface="楷体" pitchFamily="49" charset="-122"/>
              </a:rPr>
              <a:t>可省</a:t>
            </a:r>
            <a:r>
              <a:rPr lang="en-US" altLang="zh-CN" sz="2000" b="1" dirty="0">
                <a:latin typeface="+mn-lt"/>
                <a:ea typeface="楷体" pitchFamily="49" charset="-122"/>
              </a:rPr>
              <a:t>:</a:t>
            </a:r>
            <a:r>
              <a:rPr lang="zh-CN" altLang="en-US" sz="2000" b="1" dirty="0">
                <a:solidFill>
                  <a:schemeClr val="accent1">
                    <a:lumMod val="50000"/>
                  </a:schemeClr>
                </a:solidFill>
                <a:latin typeface="+mn-lt"/>
                <a:ea typeface="楷体" pitchFamily="49" charset="-122"/>
              </a:rPr>
              <a:t>无名结构体</a:t>
            </a:r>
          </a:p>
        </p:txBody>
      </p:sp>
      <p:sp>
        <p:nvSpPr>
          <p:cNvPr id="1050741" name="AutoShape 117"/>
          <p:cNvSpPr>
            <a:spLocks noChangeArrowheads="1"/>
          </p:cNvSpPr>
          <p:nvPr/>
        </p:nvSpPr>
        <p:spPr bwMode="auto">
          <a:xfrm>
            <a:off x="1703512" y="2492895"/>
            <a:ext cx="2232025" cy="792162"/>
          </a:xfrm>
          <a:prstGeom prst="wedgeRoundRectCallout">
            <a:avLst>
              <a:gd name="adj1" fmla="val 85634"/>
              <a:gd name="adj2" fmla="val -91685"/>
              <a:gd name="adj3" fmla="val 16667"/>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latin typeface="+mn-lt"/>
                <a:ea typeface="楷体" pitchFamily="49" charset="-122"/>
              </a:rPr>
              <a:t>成员类型可以是</a:t>
            </a:r>
          </a:p>
          <a:p>
            <a:r>
              <a:rPr lang="zh-CN" altLang="en-US" sz="2000" b="1">
                <a:latin typeface="+mn-lt"/>
                <a:ea typeface="楷体" pitchFamily="49" charset="-122"/>
              </a:rPr>
              <a:t>基本型或构造型</a:t>
            </a:r>
          </a:p>
          <a:p>
            <a:pPr algn="ctr"/>
            <a:endParaRPr lang="en-US" altLang="zh-CN" sz="2000" b="1">
              <a:latin typeface="+mn-lt"/>
              <a:ea typeface="楷体" pitchFamily="49" charset="-122"/>
            </a:endParaRPr>
          </a:p>
        </p:txBody>
      </p:sp>
      <p:sp>
        <p:nvSpPr>
          <p:cNvPr id="1050742" name="AutoShape 118"/>
          <p:cNvSpPr>
            <a:spLocks noChangeArrowheads="1"/>
          </p:cNvSpPr>
          <p:nvPr/>
        </p:nvSpPr>
        <p:spPr bwMode="auto">
          <a:xfrm>
            <a:off x="6938228" y="3448550"/>
            <a:ext cx="1727200" cy="473075"/>
          </a:xfrm>
          <a:prstGeom prst="wedgeRoundRectCallout">
            <a:avLst>
              <a:gd name="adj1" fmla="val -162042"/>
              <a:gd name="adj2" fmla="val -119463"/>
              <a:gd name="adj3" fmla="val 16667"/>
            </a:avLst>
          </a:prstGeom>
          <a:gradFill flip="none" rotWithShape="1">
            <a:gsLst>
              <a:gs pos="0">
                <a:srgbClr val="CFCFD1"/>
              </a:gs>
              <a:gs pos="100000">
                <a:schemeClr val="bg1"/>
              </a:gs>
            </a:gsLst>
            <a:lin ang="0" scaled="1"/>
            <a:tileRect/>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latin typeface="+mn-lt"/>
                <a:ea typeface="楷体" pitchFamily="49" charset="-122"/>
              </a:rPr>
              <a:t>以分号</a:t>
            </a:r>
            <a:r>
              <a:rPr lang="en-US" altLang="zh-CN" sz="2000" b="1" dirty="0">
                <a:solidFill>
                  <a:srgbClr val="C00000"/>
                </a:solidFill>
                <a:latin typeface="+mn-lt"/>
                <a:ea typeface="楷体" pitchFamily="49" charset="-122"/>
              </a:rPr>
              <a:t>;</a:t>
            </a:r>
            <a:r>
              <a:rPr lang="zh-CN" altLang="en-US" sz="2000" b="1" dirty="0">
                <a:latin typeface="+mn-lt"/>
                <a:ea typeface="楷体" pitchFamily="49" charset="-122"/>
              </a:rPr>
              <a:t>结尾</a:t>
            </a:r>
            <a:r>
              <a:rPr lang="zh-CN" altLang="en-US" dirty="0">
                <a:latin typeface="+mn-lt"/>
                <a:ea typeface="楷体" pitchFamily="49" charset="-122"/>
              </a:rPr>
              <a:t> </a:t>
            </a:r>
          </a:p>
        </p:txBody>
      </p:sp>
      <p:sp>
        <p:nvSpPr>
          <p:cNvPr id="1050745" name="Rectangle 121" descr="信纸"/>
          <p:cNvSpPr>
            <a:spLocks noChangeArrowheads="1"/>
          </p:cNvSpPr>
          <p:nvPr/>
        </p:nvSpPr>
        <p:spPr bwMode="auto">
          <a:xfrm>
            <a:off x="1498918" y="3501008"/>
            <a:ext cx="4597082" cy="3178175"/>
          </a:xfrm>
          <a:prstGeom prst="rect">
            <a:avLst/>
          </a:prstGeom>
          <a:gradFill>
            <a:gsLst>
              <a:gs pos="0">
                <a:srgbClr val="CFCFD1"/>
              </a:gs>
              <a:gs pos="100000">
                <a:schemeClr val="bg1"/>
              </a:gs>
            </a:gsLst>
            <a:lin ang="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dirty="0">
                <a:solidFill>
                  <a:srgbClr val="C00000"/>
                </a:solidFill>
                <a:latin typeface="隶书" pitchFamily="49" charset="-122"/>
                <a:ea typeface="隶书" pitchFamily="49" charset="-122"/>
              </a:rPr>
              <a:t>例</a:t>
            </a:r>
            <a:r>
              <a:rPr lang="en-US" altLang="zh-CN" sz="2000" b="1" dirty="0">
                <a:solidFill>
                  <a:srgbClr val="C00000"/>
                </a:solidFill>
                <a:latin typeface="隶书" pitchFamily="49" charset="-122"/>
                <a:ea typeface="隶书" pitchFamily="49" charset="-122"/>
              </a:rPr>
              <a:t>1</a:t>
            </a:r>
            <a:r>
              <a:rPr lang="zh-CN" altLang="en-US" sz="2000" b="1" dirty="0">
                <a:solidFill>
                  <a:srgbClr val="C00000"/>
                </a:solidFill>
                <a:latin typeface="隶书" pitchFamily="49" charset="-122"/>
                <a:ea typeface="隶书" pitchFamily="49" charset="-122"/>
              </a:rPr>
              <a:t>：</a:t>
            </a:r>
          </a:p>
          <a:p>
            <a:r>
              <a:rPr lang="en-US" altLang="zh-CN" sz="2000" b="1" dirty="0" err="1">
                <a:solidFill>
                  <a:srgbClr val="C00000"/>
                </a:solidFill>
                <a:ea typeface="楷体_GB2312" pitchFamily="49" charset="-122"/>
              </a:rPr>
              <a:t>struct</a:t>
            </a:r>
            <a:r>
              <a:rPr lang="en-US" altLang="zh-CN" sz="2000" b="1" dirty="0">
                <a:solidFill>
                  <a:srgbClr val="C00000"/>
                </a:solidFill>
                <a:ea typeface="楷体_GB2312" pitchFamily="49" charset="-122"/>
              </a:rPr>
              <a:t>  </a:t>
            </a:r>
            <a:r>
              <a:rPr lang="en-US" altLang="zh-CN" sz="2000" b="1" dirty="0" err="1">
                <a:solidFill>
                  <a:srgbClr val="C00000"/>
                </a:solidFill>
                <a:ea typeface="楷体_GB2312" pitchFamily="49" charset="-122"/>
              </a:rPr>
              <a:t>Student_Info</a:t>
            </a:r>
            <a:endParaRPr lang="en-US" altLang="zh-CN" sz="2000" b="1" dirty="0">
              <a:solidFill>
                <a:srgbClr val="C00000"/>
              </a:solidFill>
              <a:ea typeface="楷体_GB2312" pitchFamily="49" charset="-122"/>
            </a:endParaRPr>
          </a:p>
          <a:p>
            <a:r>
              <a:rPr lang="en-US" altLang="zh-CN" sz="2000" b="1" dirty="0">
                <a:ea typeface="楷体_GB2312" pitchFamily="49" charset="-122"/>
              </a:rPr>
              <a:t>{</a:t>
            </a:r>
          </a:p>
          <a:p>
            <a:r>
              <a:rPr lang="en-US" altLang="zh-CN" sz="2000" b="1" dirty="0">
                <a:ea typeface="楷体_GB2312" pitchFamily="49" charset="-122"/>
              </a:rPr>
              <a:t>  char        no[9];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学号</a:t>
            </a:r>
          </a:p>
          <a:p>
            <a:r>
              <a:rPr lang="zh-CN" altLang="en-US" sz="2000" b="1" dirty="0">
                <a:ea typeface="楷体_GB2312" pitchFamily="49" charset="-122"/>
              </a:rPr>
              <a:t>  </a:t>
            </a:r>
            <a:r>
              <a:rPr lang="en-US" altLang="zh-CN" sz="2000" b="1" dirty="0">
                <a:ea typeface="楷体_GB2312" pitchFamily="49" charset="-122"/>
              </a:rPr>
              <a:t>char        name[20];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姓名</a:t>
            </a:r>
          </a:p>
          <a:p>
            <a:r>
              <a:rPr lang="zh-CN" altLang="en-US" sz="2000" b="1" dirty="0">
                <a:ea typeface="楷体_GB2312" pitchFamily="49" charset="-122"/>
              </a:rPr>
              <a:t>  </a:t>
            </a:r>
            <a:r>
              <a:rPr lang="en-US" altLang="zh-CN" sz="2000" b="1" dirty="0">
                <a:ea typeface="楷体_GB2312" pitchFamily="49" charset="-122"/>
              </a:rPr>
              <a:t>char        sex;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性别</a:t>
            </a:r>
          </a:p>
          <a:p>
            <a:r>
              <a:rPr lang="zh-CN" altLang="en-US" sz="2000" b="1" dirty="0">
                <a:ea typeface="楷体_GB2312" pitchFamily="49" charset="-122"/>
              </a:rPr>
              <a:t>  </a:t>
            </a:r>
            <a:r>
              <a:rPr lang="en-US" altLang="zh-CN" sz="2000" b="1" dirty="0">
                <a:ea typeface="楷体_GB2312" pitchFamily="49" charset="-122"/>
              </a:rPr>
              <a:t>unsigned int  age;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年龄</a:t>
            </a:r>
          </a:p>
          <a:p>
            <a:r>
              <a:rPr lang="zh-CN" altLang="en-US" sz="2000" b="1" dirty="0">
                <a:ea typeface="楷体_GB2312" pitchFamily="49" charset="-122"/>
              </a:rPr>
              <a:t>  </a:t>
            </a:r>
            <a:r>
              <a:rPr lang="en-US" altLang="zh-CN" sz="2000" b="1" dirty="0">
                <a:ea typeface="楷体_GB2312" pitchFamily="49" charset="-122"/>
              </a:rPr>
              <a:t>unsigned int  </a:t>
            </a:r>
            <a:r>
              <a:rPr lang="en-US" altLang="zh-CN" sz="2000" b="1" dirty="0" err="1">
                <a:ea typeface="楷体_GB2312" pitchFamily="49" charset="-122"/>
              </a:rPr>
              <a:t>classno</a:t>
            </a:r>
            <a:r>
              <a:rPr lang="en-US" altLang="zh-CN" sz="2000" b="1" dirty="0">
                <a:ea typeface="楷体_GB2312"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班级</a:t>
            </a:r>
          </a:p>
          <a:p>
            <a:r>
              <a:rPr lang="zh-CN" altLang="en-US" sz="2000" b="1" dirty="0">
                <a:ea typeface="楷体_GB2312" pitchFamily="49" charset="-122"/>
              </a:rPr>
              <a:t>  </a:t>
            </a:r>
            <a:r>
              <a:rPr lang="en-US" altLang="zh-CN" sz="2000" b="1" dirty="0">
                <a:ea typeface="楷体_GB2312" pitchFamily="49" charset="-122"/>
              </a:rPr>
              <a:t>float        grade;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成绩</a:t>
            </a:r>
          </a:p>
          <a:p>
            <a:r>
              <a:rPr lang="en-US" altLang="zh-CN" sz="2000" b="1" dirty="0">
                <a:ea typeface="楷体_GB2312" pitchFamily="49" charset="-122"/>
              </a:rPr>
              <a:t>};</a:t>
            </a:r>
          </a:p>
        </p:txBody>
      </p:sp>
      <p:sp>
        <p:nvSpPr>
          <p:cNvPr id="1050746" name="Rectangle 122" descr="信纸"/>
          <p:cNvSpPr>
            <a:spLocks noChangeArrowheads="1"/>
          </p:cNvSpPr>
          <p:nvPr/>
        </p:nvSpPr>
        <p:spPr bwMode="auto">
          <a:xfrm>
            <a:off x="6977781" y="4364608"/>
            <a:ext cx="3150667" cy="2263775"/>
          </a:xfrm>
          <a:prstGeom prst="rect">
            <a:avLst/>
          </a:prstGeom>
          <a:gradFill>
            <a:gsLst>
              <a:gs pos="0">
                <a:srgbClr val="CFCFD1"/>
              </a:gs>
              <a:gs pos="100000">
                <a:schemeClr val="bg1"/>
              </a:gs>
            </a:gsLst>
            <a:lin ang="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dirty="0">
                <a:solidFill>
                  <a:srgbClr val="C00000"/>
                </a:solidFill>
                <a:latin typeface="隶书" pitchFamily="49" charset="-122"/>
                <a:ea typeface="隶书" pitchFamily="49" charset="-122"/>
              </a:rPr>
              <a:t>例</a:t>
            </a:r>
            <a:r>
              <a:rPr lang="en-US" altLang="zh-CN" sz="2000" b="1" dirty="0">
                <a:solidFill>
                  <a:srgbClr val="C00000"/>
                </a:solidFill>
                <a:latin typeface="隶书" pitchFamily="49" charset="-122"/>
                <a:ea typeface="隶书" pitchFamily="49" charset="-122"/>
              </a:rPr>
              <a:t>2</a:t>
            </a:r>
            <a:r>
              <a:rPr lang="zh-CN" altLang="en-US" sz="2000" b="1" dirty="0">
                <a:solidFill>
                  <a:srgbClr val="C00000"/>
                </a:solidFill>
                <a:latin typeface="隶书" pitchFamily="49" charset="-122"/>
                <a:ea typeface="隶书" pitchFamily="49" charset="-122"/>
              </a:rPr>
              <a:t>：</a:t>
            </a:r>
          </a:p>
          <a:p>
            <a:r>
              <a:rPr lang="en-US" altLang="zh-CN" sz="2000" b="1" dirty="0" err="1">
                <a:solidFill>
                  <a:srgbClr val="C00000"/>
                </a:solidFill>
                <a:ea typeface="楷体_GB2312" pitchFamily="49" charset="-122"/>
              </a:rPr>
              <a:t>struct</a:t>
            </a:r>
            <a:r>
              <a:rPr lang="en-US" altLang="zh-CN" sz="2000" b="1" dirty="0">
                <a:solidFill>
                  <a:srgbClr val="C00000"/>
                </a:solidFill>
                <a:ea typeface="楷体_GB2312" pitchFamily="49" charset="-122"/>
              </a:rPr>
              <a:t> Date</a:t>
            </a:r>
          </a:p>
          <a:p>
            <a:r>
              <a:rPr lang="en-US" altLang="zh-CN" sz="2000" b="1" dirty="0">
                <a:ea typeface="楷体_GB2312" pitchFamily="49" charset="-122"/>
              </a:rPr>
              <a:t>{</a:t>
            </a:r>
          </a:p>
          <a:p>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year;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年</a:t>
            </a:r>
          </a:p>
          <a:p>
            <a:r>
              <a:rPr lang="zh-CN" altLang="en-US"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month;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月</a:t>
            </a:r>
          </a:p>
          <a:p>
            <a:r>
              <a:rPr lang="zh-CN" altLang="en-US"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day;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日</a:t>
            </a:r>
          </a:p>
          <a:p>
            <a:r>
              <a:rPr lang="en-US" altLang="zh-CN" sz="2000" b="1" dirty="0">
                <a:ea typeface="楷体_GB2312" pitchFamily="49" charset="-122"/>
              </a:rPr>
              <a:t>};</a:t>
            </a:r>
          </a:p>
        </p:txBody>
      </p:sp>
      <p:sp>
        <p:nvSpPr>
          <p:cNvPr id="13" name="Rectangle 4">
            <a:extLst>
              <a:ext uri="{FF2B5EF4-FFF2-40B4-BE49-F238E27FC236}">
                <a16:creationId xmlns:a16="http://schemas.microsoft.com/office/drawing/2014/main" id="{D2D5BD32-99F0-4DFA-A9B0-20E302AD27F7}"/>
              </a:ext>
            </a:extLst>
          </p:cNvPr>
          <p:cNvSpPr>
            <a:spLocks noChangeArrowheads="1"/>
          </p:cNvSpPr>
          <p:nvPr/>
        </p:nvSpPr>
        <p:spPr bwMode="auto">
          <a:xfrm>
            <a:off x="624359"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50738"/>
                                        </p:tgtEl>
                                        <p:attrNameLst>
                                          <p:attrName>style.visibility</p:attrName>
                                        </p:attrNameLst>
                                      </p:cBhvr>
                                      <p:to>
                                        <p:strVal val="visible"/>
                                      </p:to>
                                    </p:set>
                                    <p:animEffect transition="in" filter="box(out)">
                                      <p:cBhvr>
                                        <p:cTn id="7" dur="500"/>
                                        <p:tgtEl>
                                          <p:spTgt spid="105073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050739"/>
                                        </p:tgtEl>
                                        <p:attrNameLst>
                                          <p:attrName>style.visibility</p:attrName>
                                        </p:attrNameLst>
                                      </p:cBhvr>
                                      <p:to>
                                        <p:strVal val="visible"/>
                                      </p:to>
                                    </p:set>
                                    <p:animEffect transition="in" filter="strips(downLeft)">
                                      <p:cBhvr>
                                        <p:cTn id="12" dur="500"/>
                                        <p:tgtEl>
                                          <p:spTgt spid="1050739"/>
                                        </p:tgtEl>
                                      </p:cBhvr>
                                    </p:animEffect>
                                  </p:childTnLst>
                                  <p:subTnLst>
                                    <p:audio>
                                      <p:cMediaNode>
                                        <p:cTn display="0" masterRel="sameClick">
                                          <p:stCondLst>
                                            <p:cond evt="begin" delay="0">
                                              <p:tn val="10"/>
                                            </p:cond>
                                          </p:stCondLst>
                                          <p:endCondLst>
                                            <p:cond evt="onStopAudio" delay="0">
                                              <p:tgtEl>
                                                <p:sldTgt/>
                                              </p:tgtEl>
                                            </p:cond>
                                          </p:endCondLst>
                                        </p:cTn>
                                        <p:tgtEl>
                                          <p:sndTgt r:embed="rId4" name="laser.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50740"/>
                                        </p:tgtEl>
                                        <p:attrNameLst>
                                          <p:attrName>style.visibility</p:attrName>
                                        </p:attrNameLst>
                                      </p:cBhvr>
                                      <p:to>
                                        <p:strVal val="visible"/>
                                      </p:to>
                                    </p:set>
                                    <p:animEffect transition="in" filter="strips(downRight)">
                                      <p:cBhvr>
                                        <p:cTn id="17" dur="500"/>
                                        <p:tgtEl>
                                          <p:spTgt spid="1050740"/>
                                        </p:tgtEl>
                                      </p:cBhvr>
                                    </p:animEffect>
                                  </p:childTnLst>
                                  <p:subTnLst>
                                    <p:audio>
                                      <p:cMediaNode>
                                        <p:cTn display="0" masterRel="sameClick">
                                          <p:stCondLst>
                                            <p:cond evt="begin" delay="0">
                                              <p:tn val="15"/>
                                            </p:cond>
                                          </p:stCondLst>
                                          <p:endCondLst>
                                            <p:cond evt="onStopAudio" delay="0">
                                              <p:tgtEl>
                                                <p:sldTgt/>
                                              </p:tgtEl>
                                            </p:cond>
                                          </p:endCondLst>
                                        </p:cTn>
                                        <p:tgtEl>
                                          <p:sndTgt r:embed="rId4" name="laser.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050741"/>
                                        </p:tgtEl>
                                        <p:attrNameLst>
                                          <p:attrName>style.visibility</p:attrName>
                                        </p:attrNameLst>
                                      </p:cBhvr>
                                      <p:to>
                                        <p:strVal val="visible"/>
                                      </p:to>
                                    </p:set>
                                    <p:animEffect transition="in" filter="strips(downLeft)">
                                      <p:cBhvr>
                                        <p:cTn id="22" dur="500"/>
                                        <p:tgtEl>
                                          <p:spTgt spid="1050741"/>
                                        </p:tgtEl>
                                      </p:cBhvr>
                                    </p:animEffect>
                                  </p:childTnLst>
                                  <p:subTnLst>
                                    <p:audio>
                                      <p:cMediaNode>
                                        <p:cTn display="0" masterRel="sameClick">
                                          <p:stCondLst>
                                            <p:cond evt="begin" delay="0">
                                              <p:tn val="20"/>
                                            </p:cond>
                                          </p:stCondLst>
                                          <p:endCondLst>
                                            <p:cond evt="onStopAudio" delay="0">
                                              <p:tgtEl>
                                                <p:sldTgt/>
                                              </p:tgtEl>
                                            </p:cond>
                                          </p:endCondLst>
                                        </p:cTn>
                                        <p:tgtEl>
                                          <p:sndTgt r:embed="rId4" name="laser.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050742"/>
                                        </p:tgtEl>
                                        <p:attrNameLst>
                                          <p:attrName>style.visibility</p:attrName>
                                        </p:attrNameLst>
                                      </p:cBhvr>
                                      <p:to>
                                        <p:strVal val="visible"/>
                                      </p:to>
                                    </p:set>
                                    <p:animEffect transition="in" filter="strips(downRight)">
                                      <p:cBhvr>
                                        <p:cTn id="27" dur="500"/>
                                        <p:tgtEl>
                                          <p:spTgt spid="1050742"/>
                                        </p:tgtEl>
                                      </p:cBhvr>
                                    </p:animEffect>
                                  </p:childTnLst>
                                  <p:subTnLst>
                                    <p:audio>
                                      <p:cMediaNode>
                                        <p:cTn display="0" masterRel="sameClick">
                                          <p:stCondLst>
                                            <p:cond evt="begin" delay="0">
                                              <p:tn val="25"/>
                                            </p:cond>
                                          </p:stCondLst>
                                          <p:endCondLst>
                                            <p:cond evt="onStopAudio" delay="0">
                                              <p:tgtEl>
                                                <p:sldTgt/>
                                              </p:tgtEl>
                                            </p:cond>
                                          </p:endCondLst>
                                        </p:cTn>
                                        <p:tgtEl>
                                          <p:sndTgt r:embed="rId4" name="laser.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050745"/>
                                        </p:tgtEl>
                                        <p:attrNameLst>
                                          <p:attrName>style.visibility</p:attrName>
                                        </p:attrNameLst>
                                      </p:cBhvr>
                                      <p:to>
                                        <p:strVal val="visible"/>
                                      </p:to>
                                    </p:set>
                                    <p:animEffect transition="in" filter="box(out)">
                                      <p:cBhvr>
                                        <p:cTn id="32" dur="500"/>
                                        <p:tgtEl>
                                          <p:spTgt spid="1050745"/>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050746"/>
                                        </p:tgtEl>
                                        <p:attrNameLst>
                                          <p:attrName>style.visibility</p:attrName>
                                        </p:attrNameLst>
                                      </p:cBhvr>
                                      <p:to>
                                        <p:strVal val="visible"/>
                                      </p:to>
                                    </p:set>
                                    <p:animEffect transition="in" filter="box(out)">
                                      <p:cBhvr>
                                        <p:cTn id="37" dur="500"/>
                                        <p:tgtEl>
                                          <p:spTgt spid="1050746"/>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0738" grpId="0" animBg="1"/>
      <p:bldP spid="1050739" grpId="0" animBg="1"/>
      <p:bldP spid="1050740" grpId="0" animBg="1"/>
      <p:bldP spid="1050741" grpId="0" animBg="1"/>
      <p:bldP spid="1050742" grpId="0" animBg="1"/>
      <p:bldP spid="1050745" grpId="0" animBg="1"/>
      <p:bldP spid="1050746"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2685" name="Rectangle 13"/>
          <p:cNvSpPr>
            <a:spLocks noChangeArrowheads="1"/>
          </p:cNvSpPr>
          <p:nvPr/>
        </p:nvSpPr>
        <p:spPr bwMode="auto">
          <a:xfrm>
            <a:off x="890657" y="823971"/>
            <a:ext cx="10410685"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在结构体中数据类型相同的成员，既可逐个、逐行分别定义，也可合并成一行定义，就象一次定义多个变量一样。 </a:t>
            </a:r>
          </a:p>
        </p:txBody>
      </p:sp>
      <p:sp>
        <p:nvSpPr>
          <p:cNvPr id="1052686" name="AutoShape 14"/>
          <p:cNvSpPr>
            <a:spLocks noChangeArrowheads="1"/>
          </p:cNvSpPr>
          <p:nvPr/>
        </p:nvSpPr>
        <p:spPr bwMode="auto">
          <a:xfrm>
            <a:off x="5808018" y="2891879"/>
            <a:ext cx="1320467" cy="360363"/>
          </a:xfrm>
          <a:prstGeom prst="leftRightArrow">
            <a:avLst>
              <a:gd name="adj1" fmla="val 50000"/>
              <a:gd name="adj2" fmla="val 55947"/>
            </a:avLst>
          </a:prstGeom>
          <a:gradFill rotWithShape="1">
            <a:gsLst>
              <a:gs pos="0">
                <a:srgbClr val="002060"/>
              </a:gs>
              <a:gs pos="98000">
                <a:srgbClr val="0070C0"/>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52688" name="AutoShape 16"/>
          <p:cNvSpPr>
            <a:spLocks noChangeArrowheads="1"/>
          </p:cNvSpPr>
          <p:nvPr/>
        </p:nvSpPr>
        <p:spPr bwMode="auto">
          <a:xfrm>
            <a:off x="5807968" y="5574777"/>
            <a:ext cx="1321200" cy="360363"/>
          </a:xfrm>
          <a:prstGeom prst="leftRightArrow">
            <a:avLst>
              <a:gd name="adj1" fmla="val 50000"/>
              <a:gd name="adj2" fmla="val 55947"/>
            </a:avLst>
          </a:prstGeom>
          <a:gradFill rotWithShape="1">
            <a:gsLst>
              <a:gs pos="0">
                <a:srgbClr val="002060"/>
              </a:gs>
              <a:gs pos="98000">
                <a:srgbClr val="0070C0"/>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52690" name="Rectangle 18" descr="信纸"/>
          <p:cNvSpPr>
            <a:spLocks noChangeArrowheads="1"/>
          </p:cNvSpPr>
          <p:nvPr/>
        </p:nvSpPr>
        <p:spPr bwMode="auto">
          <a:xfrm>
            <a:off x="1502133" y="1646798"/>
            <a:ext cx="4017803" cy="2862322"/>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00000"/>
                </a:solidFill>
                <a:ea typeface="楷体_GB2312" pitchFamily="49" charset="-122"/>
              </a:rPr>
              <a:t>struct</a:t>
            </a:r>
            <a:r>
              <a:rPr lang="en-US" altLang="zh-CN" sz="2000" b="1" dirty="0">
                <a:solidFill>
                  <a:srgbClr val="C00000"/>
                </a:solidFill>
                <a:ea typeface="楷体_GB2312" pitchFamily="49" charset="-122"/>
              </a:rPr>
              <a:t>  </a:t>
            </a:r>
            <a:r>
              <a:rPr lang="en-US" altLang="zh-CN" sz="2000" b="1" dirty="0" err="1">
                <a:solidFill>
                  <a:srgbClr val="C00000"/>
                </a:solidFill>
                <a:ea typeface="楷体_GB2312" pitchFamily="49" charset="-122"/>
              </a:rPr>
              <a:t>Student_Info</a:t>
            </a:r>
            <a:endParaRPr lang="en-US" altLang="zh-CN" sz="2000" b="1" dirty="0">
              <a:solidFill>
                <a:srgbClr val="C00000"/>
              </a:solidFill>
              <a:ea typeface="楷体_GB2312" pitchFamily="49" charset="-122"/>
            </a:endParaRPr>
          </a:p>
          <a:p>
            <a:r>
              <a:rPr lang="en-US" altLang="zh-CN" sz="2000" b="1" dirty="0">
                <a:ea typeface="楷体_GB2312" pitchFamily="49" charset="-122"/>
              </a:rPr>
              <a:t>{</a:t>
            </a:r>
          </a:p>
          <a:p>
            <a:r>
              <a:rPr lang="en-US" altLang="zh-CN" sz="2000" b="1" dirty="0">
                <a:ea typeface="楷体_GB2312" pitchFamily="49" charset="-122"/>
              </a:rPr>
              <a:t>  char        no[9];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学号</a:t>
            </a:r>
          </a:p>
          <a:p>
            <a:r>
              <a:rPr lang="zh-CN" altLang="en-US" sz="2000" b="1" dirty="0">
                <a:ea typeface="楷体_GB2312" pitchFamily="49" charset="-122"/>
              </a:rPr>
              <a:t>  </a:t>
            </a:r>
            <a:r>
              <a:rPr lang="en-US" altLang="zh-CN" sz="2000" b="1" dirty="0">
                <a:ea typeface="楷体_GB2312" pitchFamily="49" charset="-122"/>
              </a:rPr>
              <a:t>char        name[20];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姓名</a:t>
            </a:r>
          </a:p>
          <a:p>
            <a:r>
              <a:rPr lang="zh-CN" altLang="en-US" sz="2000" b="1" dirty="0">
                <a:ea typeface="楷体_GB2312" pitchFamily="49" charset="-122"/>
              </a:rPr>
              <a:t>  </a:t>
            </a:r>
            <a:r>
              <a:rPr lang="en-US" altLang="zh-CN" sz="2000" b="1" dirty="0">
                <a:ea typeface="楷体_GB2312" pitchFamily="49" charset="-122"/>
              </a:rPr>
              <a:t>char        sex;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性别</a:t>
            </a:r>
          </a:p>
          <a:p>
            <a:r>
              <a:rPr lang="zh-CN" altLang="en-US" sz="2000" b="1" dirty="0">
                <a:ea typeface="楷体_GB2312" pitchFamily="49" charset="-122"/>
              </a:rPr>
              <a:t>  </a:t>
            </a:r>
            <a:r>
              <a:rPr lang="en-US" altLang="zh-CN" sz="2000" b="1" dirty="0">
                <a:ea typeface="楷体_GB2312" pitchFamily="49" charset="-122"/>
              </a:rPr>
              <a:t>unsigned </a:t>
            </a:r>
            <a:r>
              <a:rPr lang="en-US" altLang="zh-CN" sz="2000" b="1" dirty="0" err="1">
                <a:ea typeface="楷体_GB2312" pitchFamily="49" charset="-122"/>
              </a:rPr>
              <a:t>int</a:t>
            </a:r>
            <a:r>
              <a:rPr lang="en-US" altLang="zh-CN" sz="2000" b="1" dirty="0">
                <a:ea typeface="楷体_GB2312" pitchFamily="49" charset="-122"/>
              </a:rPr>
              <a:t>  age;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年龄</a:t>
            </a:r>
          </a:p>
          <a:p>
            <a:r>
              <a:rPr lang="zh-CN" altLang="en-US" sz="2000" b="1" dirty="0">
                <a:ea typeface="楷体_GB2312" pitchFamily="49" charset="-122"/>
              </a:rPr>
              <a:t>  </a:t>
            </a:r>
            <a:r>
              <a:rPr lang="en-US" altLang="zh-CN" sz="2000" b="1" dirty="0">
                <a:ea typeface="楷体_GB2312" pitchFamily="49" charset="-122"/>
              </a:rPr>
              <a:t>unsigned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classno</a:t>
            </a:r>
            <a:r>
              <a:rPr lang="en-US" altLang="zh-CN" sz="2000" b="1" dirty="0">
                <a:ea typeface="楷体_GB2312"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班级</a:t>
            </a:r>
          </a:p>
          <a:p>
            <a:r>
              <a:rPr lang="zh-CN" altLang="en-US" sz="2000" b="1" dirty="0">
                <a:ea typeface="楷体_GB2312" pitchFamily="49" charset="-122"/>
              </a:rPr>
              <a:t>  </a:t>
            </a:r>
            <a:r>
              <a:rPr lang="en-US" altLang="zh-CN" sz="2000" b="1" dirty="0">
                <a:ea typeface="楷体_GB2312" pitchFamily="49" charset="-122"/>
              </a:rPr>
              <a:t>float        grade;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成绩</a:t>
            </a:r>
          </a:p>
          <a:p>
            <a:r>
              <a:rPr lang="en-US" altLang="zh-CN" sz="2000" b="1" dirty="0">
                <a:ea typeface="楷体_GB2312" pitchFamily="49" charset="-122"/>
              </a:rPr>
              <a:t>};</a:t>
            </a:r>
          </a:p>
        </p:txBody>
      </p:sp>
      <p:sp>
        <p:nvSpPr>
          <p:cNvPr id="1052691" name="Rectangle 19" descr="信纸"/>
          <p:cNvSpPr>
            <a:spLocks noChangeArrowheads="1"/>
          </p:cNvSpPr>
          <p:nvPr/>
        </p:nvSpPr>
        <p:spPr bwMode="auto">
          <a:xfrm>
            <a:off x="7337871" y="2119139"/>
            <a:ext cx="3582665" cy="1958975"/>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00000"/>
                </a:solidFill>
                <a:ea typeface="楷体_GB2312" pitchFamily="49" charset="-122"/>
              </a:rPr>
              <a:t>struct  </a:t>
            </a:r>
            <a:r>
              <a:rPr lang="en-US" altLang="zh-CN" sz="2000" b="1" dirty="0" err="1">
                <a:solidFill>
                  <a:srgbClr val="C00000"/>
                </a:solidFill>
                <a:ea typeface="楷体_GB2312" pitchFamily="49" charset="-122"/>
              </a:rPr>
              <a:t>Student_Info</a:t>
            </a:r>
            <a:endParaRPr lang="en-US" altLang="zh-CN" sz="2000" b="1" dirty="0">
              <a:solidFill>
                <a:srgbClr val="C00000"/>
              </a:solidFill>
              <a:ea typeface="楷体_GB2312" pitchFamily="49" charset="-122"/>
            </a:endParaRPr>
          </a:p>
          <a:p>
            <a:r>
              <a:rPr lang="en-US" altLang="zh-CN" sz="2000" b="1" dirty="0"/>
              <a:t>{</a:t>
            </a:r>
          </a:p>
          <a:p>
            <a:r>
              <a:rPr lang="en-US" altLang="zh-CN" sz="2000" b="1" dirty="0"/>
              <a:t>  char  no[9], name[20], sex;</a:t>
            </a:r>
            <a:endParaRPr lang="en-US" altLang="zh-CN" sz="2000" b="1" dirty="0">
              <a:solidFill>
                <a:schemeClr val="accent2"/>
              </a:solidFill>
            </a:endParaRPr>
          </a:p>
          <a:p>
            <a:r>
              <a:rPr lang="en-US" altLang="zh-CN" sz="2000" b="1" dirty="0"/>
              <a:t>  unsigned int  age, </a:t>
            </a:r>
            <a:r>
              <a:rPr lang="en-US" altLang="zh-CN" sz="2000" b="1" dirty="0" err="1"/>
              <a:t>classno</a:t>
            </a:r>
            <a:r>
              <a:rPr lang="en-US" altLang="zh-CN" sz="2000" b="1" dirty="0"/>
              <a:t>;</a:t>
            </a:r>
            <a:endParaRPr lang="en-US" altLang="zh-CN" sz="2000" b="1" dirty="0">
              <a:solidFill>
                <a:schemeClr val="accent2"/>
              </a:solidFill>
            </a:endParaRPr>
          </a:p>
          <a:p>
            <a:r>
              <a:rPr lang="en-US" altLang="zh-CN" sz="2000" b="1" dirty="0"/>
              <a:t>  float  grade;            </a:t>
            </a:r>
            <a:endParaRPr lang="en-US" altLang="zh-CN" sz="2000" b="1" dirty="0">
              <a:solidFill>
                <a:schemeClr val="accent2"/>
              </a:solidFill>
            </a:endParaRPr>
          </a:p>
          <a:p>
            <a:r>
              <a:rPr lang="en-US" altLang="zh-CN" sz="2000" b="1" dirty="0"/>
              <a:t>};</a:t>
            </a:r>
          </a:p>
        </p:txBody>
      </p:sp>
      <p:sp>
        <p:nvSpPr>
          <p:cNvPr id="1052692" name="Rectangle 20" descr="信纸"/>
          <p:cNvSpPr>
            <a:spLocks noChangeArrowheads="1"/>
          </p:cNvSpPr>
          <p:nvPr/>
        </p:nvSpPr>
        <p:spPr bwMode="auto">
          <a:xfrm>
            <a:off x="1505174" y="4581128"/>
            <a:ext cx="4014762" cy="1958975"/>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00000"/>
                </a:solidFill>
                <a:ea typeface="楷体_GB2312" pitchFamily="49" charset="-122"/>
              </a:rPr>
              <a:t>struct</a:t>
            </a:r>
            <a:r>
              <a:rPr lang="en-US" altLang="zh-CN" sz="2000" b="1" dirty="0">
                <a:solidFill>
                  <a:srgbClr val="C00000"/>
                </a:solidFill>
                <a:ea typeface="楷体_GB2312" pitchFamily="49" charset="-122"/>
              </a:rPr>
              <a:t> Date</a:t>
            </a:r>
          </a:p>
          <a:p>
            <a:r>
              <a:rPr lang="en-US" altLang="zh-CN" sz="2000" b="1" dirty="0">
                <a:ea typeface="楷体_GB2312" pitchFamily="49" charset="-122"/>
              </a:rPr>
              <a:t>{</a:t>
            </a:r>
          </a:p>
          <a:p>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year;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年</a:t>
            </a:r>
          </a:p>
          <a:p>
            <a:r>
              <a:rPr lang="zh-CN" altLang="en-US"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month;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月</a:t>
            </a:r>
          </a:p>
          <a:p>
            <a:r>
              <a:rPr lang="zh-CN" altLang="en-US"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day;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日</a:t>
            </a:r>
          </a:p>
          <a:p>
            <a:r>
              <a:rPr lang="en-US" altLang="zh-CN" sz="2000" b="1" dirty="0">
                <a:ea typeface="楷体_GB2312" pitchFamily="49" charset="-122"/>
              </a:rPr>
              <a:t>};</a:t>
            </a:r>
          </a:p>
        </p:txBody>
      </p:sp>
      <p:sp>
        <p:nvSpPr>
          <p:cNvPr id="1052693" name="Rectangle 21" descr="信纸"/>
          <p:cNvSpPr>
            <a:spLocks noChangeArrowheads="1"/>
          </p:cNvSpPr>
          <p:nvPr/>
        </p:nvSpPr>
        <p:spPr bwMode="auto">
          <a:xfrm>
            <a:off x="7326920" y="4941787"/>
            <a:ext cx="3593615" cy="1349375"/>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00000"/>
                </a:solidFill>
                <a:ea typeface="楷体_GB2312" pitchFamily="49" charset="-122"/>
              </a:rPr>
              <a:t>struct Date</a:t>
            </a:r>
          </a:p>
          <a:p>
            <a:r>
              <a:rPr lang="en-US" altLang="zh-CN" sz="2000" b="1" dirty="0"/>
              <a:t>{</a:t>
            </a:r>
          </a:p>
          <a:p>
            <a:r>
              <a:rPr lang="en-US" altLang="zh-CN" sz="2000" b="1" dirty="0"/>
              <a:t>  int year, month, day;</a:t>
            </a:r>
            <a:endParaRPr lang="en-US" altLang="zh-CN" sz="2000" b="1" dirty="0">
              <a:solidFill>
                <a:schemeClr val="accent2"/>
              </a:solidFill>
            </a:endParaRPr>
          </a:p>
          <a:p>
            <a:r>
              <a:rPr lang="en-US" altLang="zh-CN" sz="2000" b="1" dirty="0"/>
              <a:t>};</a:t>
            </a:r>
          </a:p>
        </p:txBody>
      </p:sp>
      <p:sp>
        <p:nvSpPr>
          <p:cNvPr id="1052694" name="Rectangle 22"/>
          <p:cNvSpPr>
            <a:spLocks noChangeArrowheads="1"/>
          </p:cNvSpPr>
          <p:nvPr/>
        </p:nvSpPr>
        <p:spPr bwMode="auto">
          <a:xfrm>
            <a:off x="1510285" y="3870901"/>
            <a:ext cx="9398822" cy="1200329"/>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dirty="0">
                <a:ea typeface="隶书" pitchFamily="49" charset="-122"/>
              </a:rPr>
              <a:t>      </a:t>
            </a:r>
            <a:r>
              <a:rPr lang="zh-CN" altLang="en-US" b="1" dirty="0">
                <a:solidFill>
                  <a:srgbClr val="C00000"/>
                </a:solidFill>
                <a:latin typeface="隶书" pitchFamily="49" charset="-122"/>
                <a:ea typeface="隶书" pitchFamily="49" charset="-122"/>
              </a:rPr>
              <a:t>注意：</a:t>
            </a:r>
            <a:r>
              <a:rPr lang="zh-CN" altLang="en-US" b="1" dirty="0">
                <a:latin typeface="隶书" pitchFamily="49" charset="-122"/>
                <a:ea typeface="隶书" pitchFamily="49" charset="-122"/>
              </a:rPr>
              <a:t>结构类型只是用户自定义的一种数据类型，用来定义描述结构的组织形式</a:t>
            </a:r>
            <a:r>
              <a:rPr lang="en-US" altLang="zh-CN" b="1" dirty="0">
                <a:latin typeface="隶书" pitchFamily="49" charset="-122"/>
                <a:ea typeface="隶书" pitchFamily="49" charset="-122"/>
              </a:rPr>
              <a:t>,</a:t>
            </a:r>
            <a:r>
              <a:rPr lang="zh-CN" altLang="en-US" b="1" dirty="0">
                <a:solidFill>
                  <a:srgbClr val="002060"/>
                </a:solidFill>
                <a:latin typeface="隶书" pitchFamily="49" charset="-122"/>
                <a:ea typeface="隶书" pitchFamily="49" charset="-122"/>
              </a:rPr>
              <a:t>不分配内存</a:t>
            </a:r>
            <a:r>
              <a:rPr lang="zh-CN" altLang="en-US" b="1" dirty="0">
                <a:latin typeface="隶书" pitchFamily="49" charset="-122"/>
                <a:ea typeface="隶书" pitchFamily="49" charset="-122"/>
              </a:rPr>
              <a:t>，只有用它来定义某个变量时，才会为该变量分配结构类型所需要大小的内存单元。</a:t>
            </a:r>
            <a:endParaRPr lang="zh-CN" altLang="en-US" dirty="0">
              <a:latin typeface="隶书" pitchFamily="49" charset="-122"/>
              <a:ea typeface="隶书" pitchFamily="49" charset="-122"/>
            </a:endParaRPr>
          </a:p>
        </p:txBody>
      </p:sp>
      <p:sp>
        <p:nvSpPr>
          <p:cNvPr id="13" name="Rectangle 4">
            <a:extLst>
              <a:ext uri="{FF2B5EF4-FFF2-40B4-BE49-F238E27FC236}">
                <a16:creationId xmlns:a16="http://schemas.microsoft.com/office/drawing/2014/main" id="{34548D2B-5571-4AA4-B73D-D19619614D95}"/>
              </a:ext>
            </a:extLst>
          </p:cNvPr>
          <p:cNvSpPr>
            <a:spLocks noChangeArrowheads="1"/>
          </p:cNvSpPr>
          <p:nvPr/>
        </p:nvSpPr>
        <p:spPr bwMode="auto">
          <a:xfrm>
            <a:off x="624359"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52685"/>
                                        </p:tgtEl>
                                        <p:attrNameLst>
                                          <p:attrName>style.visibility</p:attrName>
                                        </p:attrNameLst>
                                      </p:cBhvr>
                                      <p:to>
                                        <p:strVal val="visible"/>
                                      </p:to>
                                    </p:set>
                                    <p:animEffect transition="in" filter="box(out)">
                                      <p:cBhvr>
                                        <p:cTn id="7" dur="500"/>
                                        <p:tgtEl>
                                          <p:spTgt spid="105268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52690"/>
                                        </p:tgtEl>
                                        <p:attrNameLst>
                                          <p:attrName>style.visibility</p:attrName>
                                        </p:attrNameLst>
                                      </p:cBhvr>
                                      <p:to>
                                        <p:strVal val="visible"/>
                                      </p:to>
                                    </p:set>
                                    <p:animEffect transition="in" filter="box(out)">
                                      <p:cBhvr>
                                        <p:cTn id="12" dur="500"/>
                                        <p:tgtEl>
                                          <p:spTgt spid="105269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52686"/>
                                        </p:tgtEl>
                                        <p:attrNameLst>
                                          <p:attrName>style.visibility</p:attrName>
                                        </p:attrNameLst>
                                      </p:cBhvr>
                                      <p:to>
                                        <p:strVal val="visible"/>
                                      </p:to>
                                    </p:set>
                                    <p:animEffect transition="in" filter="strips(downRight)">
                                      <p:cBhvr>
                                        <p:cTn id="17" dur="500"/>
                                        <p:tgtEl>
                                          <p:spTgt spid="1052686"/>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
                            </p:stCondLst>
                            <p:childTnLst>
                              <p:par>
                                <p:cTn id="19" presetID="4" presetClass="entr" presetSubtype="32" fill="hold" grpId="0" nodeType="afterEffect">
                                  <p:stCondLst>
                                    <p:cond delay="0"/>
                                  </p:stCondLst>
                                  <p:childTnLst>
                                    <p:set>
                                      <p:cBhvr>
                                        <p:cTn id="20" dur="1" fill="hold">
                                          <p:stCondLst>
                                            <p:cond delay="0"/>
                                          </p:stCondLst>
                                        </p:cTn>
                                        <p:tgtEl>
                                          <p:spTgt spid="1052691"/>
                                        </p:tgtEl>
                                        <p:attrNameLst>
                                          <p:attrName>style.visibility</p:attrName>
                                        </p:attrNameLst>
                                      </p:cBhvr>
                                      <p:to>
                                        <p:strVal val="visible"/>
                                      </p:to>
                                    </p:set>
                                    <p:animEffect transition="in" filter="box(out)">
                                      <p:cBhvr>
                                        <p:cTn id="21" dur="500"/>
                                        <p:tgtEl>
                                          <p:spTgt spid="1052691"/>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1052692"/>
                                        </p:tgtEl>
                                        <p:attrNameLst>
                                          <p:attrName>style.visibility</p:attrName>
                                        </p:attrNameLst>
                                      </p:cBhvr>
                                      <p:to>
                                        <p:strVal val="visible"/>
                                      </p:to>
                                    </p:set>
                                    <p:animEffect transition="in" filter="box(out)">
                                      <p:cBhvr>
                                        <p:cTn id="26" dur="500"/>
                                        <p:tgtEl>
                                          <p:spTgt spid="1052692"/>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1052688"/>
                                        </p:tgtEl>
                                        <p:attrNameLst>
                                          <p:attrName>style.visibility</p:attrName>
                                        </p:attrNameLst>
                                      </p:cBhvr>
                                      <p:to>
                                        <p:strVal val="visible"/>
                                      </p:to>
                                    </p:set>
                                    <p:animEffect transition="in" filter="strips(downRight)">
                                      <p:cBhvr>
                                        <p:cTn id="31" dur="500"/>
                                        <p:tgtEl>
                                          <p:spTgt spid="1052688"/>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500"/>
                            </p:stCondLst>
                            <p:childTnLst>
                              <p:par>
                                <p:cTn id="33" presetID="4" presetClass="entr" presetSubtype="32" fill="hold" grpId="0" nodeType="afterEffect">
                                  <p:stCondLst>
                                    <p:cond delay="0"/>
                                  </p:stCondLst>
                                  <p:childTnLst>
                                    <p:set>
                                      <p:cBhvr>
                                        <p:cTn id="34" dur="1" fill="hold">
                                          <p:stCondLst>
                                            <p:cond delay="0"/>
                                          </p:stCondLst>
                                        </p:cTn>
                                        <p:tgtEl>
                                          <p:spTgt spid="1052693"/>
                                        </p:tgtEl>
                                        <p:attrNameLst>
                                          <p:attrName>style.visibility</p:attrName>
                                        </p:attrNameLst>
                                      </p:cBhvr>
                                      <p:to>
                                        <p:strVal val="visible"/>
                                      </p:to>
                                    </p:set>
                                    <p:animEffect transition="in" filter="box(out)">
                                      <p:cBhvr>
                                        <p:cTn id="35" dur="500"/>
                                        <p:tgtEl>
                                          <p:spTgt spid="1052693"/>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52694"/>
                                        </p:tgtEl>
                                        <p:attrNameLst>
                                          <p:attrName>style.visibility</p:attrName>
                                        </p:attrNameLst>
                                      </p:cBhvr>
                                      <p:to>
                                        <p:strVal val="visible"/>
                                      </p:to>
                                    </p:set>
                                    <p:animEffect transition="in" filter="box(out)">
                                      <p:cBhvr>
                                        <p:cTn id="40" dur="500"/>
                                        <p:tgtEl>
                                          <p:spTgt spid="1052694"/>
                                        </p:tgtEl>
                                      </p:cBhvr>
                                    </p:animEffect>
                                  </p:childTnLst>
                                  <p:subTnLst>
                                    <p:audio>
                                      <p:cMediaNode>
                                        <p:cTn display="0" masterRel="sameClick">
                                          <p:stCondLst>
                                            <p:cond evt="begin" delay="0">
                                              <p:tn val="38"/>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2685" grpId="0"/>
      <p:bldP spid="1052686" grpId="0" animBg="1"/>
      <p:bldP spid="1052688" grpId="0" animBg="1"/>
      <p:bldP spid="1052690" grpId="0" animBg="1"/>
      <p:bldP spid="1052691" grpId="0" animBg="1"/>
      <p:bldP spid="1052692" grpId="0" animBg="1"/>
      <p:bldP spid="1052693" grpId="0" animBg="1"/>
      <p:bldP spid="1052694"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054820" name="Group 100"/>
          <p:cNvGrpSpPr>
            <a:grpSpLocks/>
          </p:cNvGrpSpPr>
          <p:nvPr/>
        </p:nvGrpSpPr>
        <p:grpSpPr bwMode="auto">
          <a:xfrm>
            <a:off x="966954" y="4448644"/>
            <a:ext cx="5090181" cy="2370138"/>
            <a:chOff x="497" y="2688"/>
            <a:chExt cx="2735" cy="1493"/>
          </a:xfrm>
        </p:grpSpPr>
        <p:sp>
          <p:nvSpPr>
            <p:cNvPr id="1054736" name="Rectangle 16" descr="信纸"/>
            <p:cNvSpPr>
              <a:spLocks noChangeArrowheads="1"/>
            </p:cNvSpPr>
            <p:nvPr/>
          </p:nvSpPr>
          <p:spPr bwMode="auto">
            <a:xfrm>
              <a:off x="951" y="2755"/>
              <a:ext cx="2281" cy="1426"/>
            </a:xfrm>
            <a:prstGeom prst="rect">
              <a:avLst/>
            </a:prstGeom>
            <a:gradFill>
              <a:gsLst>
                <a:gs pos="0">
                  <a:srgbClr val="CFCFD1"/>
                </a:gs>
                <a:gs pos="90000">
                  <a:schemeClr val="bg1">
                    <a:lumMod val="95000"/>
                  </a:schemeClr>
                </a:gs>
              </a:gsLst>
              <a:lin ang="5400000" scaled="1"/>
            </a:gradFill>
            <a:ln w="3810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00000"/>
                  </a:solidFill>
                </a:rPr>
                <a:t>struct  </a:t>
              </a:r>
              <a:r>
                <a:rPr lang="en-US" altLang="zh-CN" sz="2000" b="1" dirty="0" err="1">
                  <a:solidFill>
                    <a:srgbClr val="C00000"/>
                  </a:solidFill>
                </a:rPr>
                <a:t>Student_Info</a:t>
              </a:r>
              <a:endParaRPr lang="en-US" altLang="zh-CN" sz="2000" b="1" dirty="0">
                <a:solidFill>
                  <a:srgbClr val="C00000"/>
                </a:solidFill>
              </a:endParaRPr>
            </a:p>
            <a:p>
              <a:r>
                <a:rPr lang="en-US" altLang="zh-CN" sz="2000" b="1" dirty="0"/>
                <a:t>{</a:t>
              </a:r>
            </a:p>
            <a:p>
              <a:r>
                <a:rPr lang="en-US" altLang="zh-CN" sz="2000" b="1" dirty="0"/>
                <a:t>  char  no[9], name[20], sex;</a:t>
              </a:r>
              <a:endParaRPr lang="en-US" altLang="zh-CN" sz="2000" b="1" dirty="0">
                <a:solidFill>
                  <a:schemeClr val="accent2"/>
                </a:solidFill>
              </a:endParaRPr>
            </a:p>
            <a:p>
              <a:r>
                <a:rPr lang="en-US" altLang="zh-CN" sz="2000" b="1" dirty="0"/>
                <a:t>  unsigned int  age, </a:t>
              </a:r>
              <a:r>
                <a:rPr lang="en-US" altLang="zh-CN" sz="2000" b="1" dirty="0" err="1"/>
                <a:t>classno</a:t>
              </a:r>
              <a:r>
                <a:rPr lang="en-US" altLang="zh-CN" sz="2000" b="1" dirty="0"/>
                <a:t>;</a:t>
              </a:r>
              <a:endParaRPr lang="en-US" altLang="zh-CN" sz="2000" b="1" dirty="0">
                <a:solidFill>
                  <a:schemeClr val="accent2"/>
                </a:solidFill>
              </a:endParaRPr>
            </a:p>
            <a:p>
              <a:r>
                <a:rPr lang="en-US" altLang="zh-CN" sz="2000" b="1" dirty="0"/>
                <a:t>  float  grade;            </a:t>
              </a:r>
              <a:endParaRPr lang="en-US" altLang="zh-CN" sz="2000" b="1" dirty="0">
                <a:solidFill>
                  <a:schemeClr val="accent2"/>
                </a:solidFill>
              </a:endParaRPr>
            </a:p>
            <a:p>
              <a:r>
                <a:rPr lang="en-US" altLang="zh-CN" sz="2000" b="1" dirty="0"/>
                <a:t>};</a:t>
              </a:r>
            </a:p>
            <a:p>
              <a:r>
                <a:rPr lang="en-US" altLang="zh-CN" sz="2000" b="1" dirty="0">
                  <a:solidFill>
                    <a:srgbClr val="CC0000"/>
                  </a:solidFill>
                </a:rPr>
                <a:t>struct  </a:t>
              </a:r>
              <a:r>
                <a:rPr lang="en-US" altLang="zh-CN" sz="2000" b="1" dirty="0" err="1">
                  <a:solidFill>
                    <a:srgbClr val="CC0000"/>
                  </a:solidFill>
                </a:rPr>
                <a:t>Student_Info</a:t>
              </a:r>
              <a:r>
                <a:rPr lang="en-US" altLang="zh-CN" sz="2000" b="1" dirty="0">
                  <a:solidFill>
                    <a:srgbClr val="CC0000"/>
                  </a:solidFill>
                </a:rPr>
                <a:t>  student;</a:t>
              </a:r>
            </a:p>
          </p:txBody>
        </p:sp>
        <p:sp>
          <p:nvSpPr>
            <p:cNvPr id="1054819" name="Text Box 99"/>
            <p:cNvSpPr txBox="1">
              <a:spLocks noChangeArrowheads="1"/>
            </p:cNvSpPr>
            <p:nvPr/>
          </p:nvSpPr>
          <p:spPr bwMode="auto">
            <a:xfrm>
              <a:off x="497" y="2688"/>
              <a:ext cx="408" cy="288"/>
            </a:xfrm>
            <a:prstGeom prst="rect">
              <a:avLst/>
            </a:prstGeom>
            <a:noFill/>
            <a:ln w="9525">
              <a:noFill/>
              <a:miter lim="800000"/>
              <a:headEnd/>
              <a:tailEnd/>
            </a:ln>
            <a:effectLst/>
          </p:spPr>
          <p:txBody>
            <a:bodyPr wrap="square">
              <a:spAutoFit/>
            </a:bodyPr>
            <a:lstStyle/>
            <a:p>
              <a:pPr>
                <a:spcBef>
                  <a:spcPct val="50000"/>
                </a:spcBef>
              </a:pPr>
              <a:r>
                <a:rPr lang="zh-CN" altLang="en-US" b="1" dirty="0">
                  <a:solidFill>
                    <a:srgbClr val="C00000"/>
                  </a:solidFill>
                  <a:ea typeface="隶书" pitchFamily="49" charset="-122"/>
                </a:rPr>
                <a:t>例：</a:t>
              </a:r>
            </a:p>
          </p:txBody>
        </p:sp>
      </p:grpSp>
      <p:sp>
        <p:nvSpPr>
          <p:cNvPr id="1054725" name="Rectangle 5"/>
          <p:cNvSpPr>
            <a:spLocks noChangeArrowheads="1"/>
          </p:cNvSpPr>
          <p:nvPr/>
        </p:nvSpPr>
        <p:spPr bwMode="auto">
          <a:xfrm>
            <a:off x="633924" y="761885"/>
            <a:ext cx="4014787" cy="45720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2</a:t>
            </a:r>
            <a:r>
              <a:rPr lang="zh-CN" altLang="en-US" sz="2800" b="1" dirty="0">
                <a:solidFill>
                  <a:srgbClr val="C00000"/>
                </a:solidFill>
                <a:latin typeface="楷体" panose="02010609060101010101" pitchFamily="49" charset="-122"/>
                <a:ea typeface="楷体" panose="02010609060101010101" pitchFamily="49" charset="-122"/>
              </a:rPr>
              <a:t>、结构体变量的定义和引用</a:t>
            </a:r>
          </a:p>
        </p:txBody>
      </p:sp>
      <p:sp>
        <p:nvSpPr>
          <p:cNvPr id="1054726" name="Text Box 6"/>
          <p:cNvSpPr txBox="1">
            <a:spLocks noChangeArrowheads="1"/>
          </p:cNvSpPr>
          <p:nvPr/>
        </p:nvSpPr>
        <p:spPr bwMode="auto">
          <a:xfrm>
            <a:off x="1786359" y="2093197"/>
            <a:ext cx="4248150" cy="2303462"/>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solidFill>
                  <a:srgbClr val="C00000"/>
                </a:solidFill>
                <a:latin typeface="+mn-lt"/>
                <a:ea typeface="楷体" pitchFamily="49" charset="-122"/>
              </a:rPr>
              <a:t>struct </a:t>
            </a:r>
            <a:r>
              <a:rPr lang="en-US" altLang="zh-CN" sz="2000" b="1" dirty="0">
                <a:latin typeface="+mn-lt"/>
                <a:ea typeface="楷体" pitchFamily="49" charset="-122"/>
              </a:rPr>
              <a:t> </a:t>
            </a:r>
            <a:r>
              <a:rPr lang="zh-CN" altLang="en-US" sz="2000" b="1" dirty="0">
                <a:latin typeface="+mn-lt"/>
                <a:ea typeface="楷体" pitchFamily="49" charset="-122"/>
              </a:rPr>
              <a:t>结构体类型名</a:t>
            </a:r>
          </a:p>
          <a:p>
            <a:r>
              <a:rPr lang="en-US" altLang="zh-CN" sz="2000" b="1" dirty="0">
                <a:latin typeface="+mn-lt"/>
                <a:ea typeface="楷体" pitchFamily="49" charset="-122"/>
              </a:rPr>
              <a:t>{</a:t>
            </a:r>
          </a:p>
          <a:p>
            <a:r>
              <a:rPr lang="en-US" altLang="zh-CN" sz="2000" b="1" dirty="0">
                <a:latin typeface="+mn-lt"/>
                <a:ea typeface="楷体" pitchFamily="49" charset="-122"/>
              </a:rPr>
              <a:t>   </a:t>
            </a:r>
            <a:r>
              <a:rPr lang="zh-CN" altLang="en-US" sz="2000" b="1" dirty="0">
                <a:latin typeface="+mn-lt"/>
                <a:ea typeface="楷体" pitchFamily="49" charset="-122"/>
              </a:rPr>
              <a:t>数据类型名</a:t>
            </a:r>
            <a:r>
              <a:rPr lang="en-US" altLang="zh-CN" sz="2000" b="1" dirty="0">
                <a:latin typeface="+mn-lt"/>
                <a:ea typeface="楷体" pitchFamily="49" charset="-122"/>
              </a:rPr>
              <a:t>1   </a:t>
            </a:r>
            <a:r>
              <a:rPr lang="zh-CN" altLang="en-US" sz="2000" b="1" dirty="0">
                <a:latin typeface="+mn-lt"/>
                <a:ea typeface="楷体" pitchFamily="49" charset="-122"/>
              </a:rPr>
              <a:t>成员名</a:t>
            </a:r>
            <a:r>
              <a:rPr lang="en-US" altLang="zh-CN" sz="2000" b="1" dirty="0">
                <a:latin typeface="+mn-lt"/>
                <a:ea typeface="楷体" pitchFamily="49" charset="-122"/>
              </a:rPr>
              <a:t>1</a:t>
            </a:r>
            <a:r>
              <a:rPr lang="zh-CN" altLang="en-US" sz="2000" b="1" dirty="0">
                <a:latin typeface="+mn-lt"/>
                <a:ea typeface="楷体" pitchFamily="49" charset="-122"/>
              </a:rPr>
              <a:t>；</a:t>
            </a:r>
          </a:p>
          <a:p>
            <a:r>
              <a:rPr lang="zh-CN" altLang="en-US" sz="2000" b="1" dirty="0">
                <a:latin typeface="+mn-lt"/>
                <a:ea typeface="楷体" pitchFamily="49" charset="-122"/>
              </a:rPr>
              <a:t>    </a:t>
            </a:r>
            <a:r>
              <a:rPr lang="en-US" altLang="zh-CN" sz="2000" b="1" dirty="0">
                <a:latin typeface="+mn-lt"/>
                <a:ea typeface="楷体" pitchFamily="49" charset="-122"/>
              </a:rPr>
              <a:t>… …</a:t>
            </a:r>
          </a:p>
          <a:p>
            <a:r>
              <a:rPr lang="en-US" altLang="zh-CN" sz="2000" b="1" dirty="0">
                <a:latin typeface="+mn-lt"/>
                <a:ea typeface="楷体" pitchFamily="49" charset="-122"/>
              </a:rPr>
              <a:t>   </a:t>
            </a:r>
            <a:r>
              <a:rPr lang="zh-CN" altLang="en-US" sz="2000" b="1" dirty="0">
                <a:latin typeface="+mn-lt"/>
                <a:ea typeface="楷体" pitchFamily="49" charset="-122"/>
              </a:rPr>
              <a:t>数据类型名</a:t>
            </a:r>
            <a:r>
              <a:rPr lang="en-US" altLang="zh-CN" sz="2000" b="1" dirty="0">
                <a:latin typeface="+mn-lt"/>
                <a:ea typeface="楷体" pitchFamily="49" charset="-122"/>
              </a:rPr>
              <a:t>n   </a:t>
            </a:r>
            <a:r>
              <a:rPr lang="zh-CN" altLang="en-US" sz="2000" b="1" dirty="0">
                <a:latin typeface="+mn-lt"/>
                <a:ea typeface="楷体" pitchFamily="49" charset="-122"/>
              </a:rPr>
              <a:t>成员名</a:t>
            </a:r>
            <a:r>
              <a:rPr lang="en-US" altLang="zh-CN" sz="2000" b="1" dirty="0">
                <a:latin typeface="+mn-lt"/>
                <a:ea typeface="楷体" pitchFamily="49" charset="-122"/>
              </a:rPr>
              <a:t>n</a:t>
            </a:r>
            <a:r>
              <a:rPr lang="zh-CN" altLang="en-US" sz="2000" b="1" dirty="0">
                <a:latin typeface="+mn-lt"/>
                <a:ea typeface="楷体" pitchFamily="49" charset="-122"/>
              </a:rPr>
              <a:t>；</a:t>
            </a:r>
          </a:p>
          <a:p>
            <a:r>
              <a:rPr lang="en-US" altLang="zh-CN" sz="2000" b="1" dirty="0">
                <a:latin typeface="+mn-lt"/>
                <a:ea typeface="楷体" pitchFamily="49" charset="-122"/>
              </a:rPr>
              <a:t>}</a:t>
            </a:r>
            <a:r>
              <a:rPr lang="zh-CN" altLang="en-US" sz="2000" b="1" dirty="0">
                <a:latin typeface="+mn-lt"/>
                <a:ea typeface="楷体" pitchFamily="49" charset="-122"/>
              </a:rPr>
              <a:t>；</a:t>
            </a:r>
          </a:p>
          <a:p>
            <a:r>
              <a:rPr lang="en-US" altLang="zh-CN" sz="2000" b="1" dirty="0">
                <a:solidFill>
                  <a:srgbClr val="C00000"/>
                </a:solidFill>
                <a:latin typeface="+mn-lt"/>
                <a:ea typeface="楷体" pitchFamily="49" charset="-122"/>
              </a:rPr>
              <a:t>struct  </a:t>
            </a:r>
            <a:r>
              <a:rPr lang="zh-CN" altLang="en-US" sz="2000" b="1" dirty="0">
                <a:solidFill>
                  <a:srgbClr val="C00000"/>
                </a:solidFill>
                <a:latin typeface="+mn-lt"/>
                <a:ea typeface="楷体" pitchFamily="49" charset="-122"/>
              </a:rPr>
              <a:t>结构体类型名  变量名列表；</a:t>
            </a:r>
          </a:p>
        </p:txBody>
      </p:sp>
      <p:sp>
        <p:nvSpPr>
          <p:cNvPr id="1054733" name="Rectangle 13"/>
          <p:cNvSpPr>
            <a:spLocks noChangeArrowheads="1"/>
          </p:cNvSpPr>
          <p:nvPr/>
        </p:nvSpPr>
        <p:spPr bwMode="auto">
          <a:xfrm>
            <a:off x="1199456" y="1239143"/>
            <a:ext cx="3060453"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结构体变量的定义</a:t>
            </a:r>
          </a:p>
        </p:txBody>
      </p:sp>
      <p:sp>
        <p:nvSpPr>
          <p:cNvPr id="1054735" name="Rectangle 15"/>
          <p:cNvSpPr>
            <a:spLocks noChangeArrowheads="1"/>
          </p:cNvSpPr>
          <p:nvPr/>
        </p:nvSpPr>
        <p:spPr bwMode="auto">
          <a:xfrm>
            <a:off x="1298106" y="1696255"/>
            <a:ext cx="7566025" cy="400110"/>
          </a:xfrm>
          <a:prstGeom prst="rect">
            <a:avLst/>
          </a:prstGeom>
          <a:noFill/>
          <a:ln w="9525">
            <a:noFill/>
            <a:miter lim="800000"/>
            <a:headEnd/>
            <a:tailEnd/>
          </a:ln>
          <a:effectLst/>
        </p:spPr>
        <p:txBody>
          <a:bodyPr>
            <a:spAutoFit/>
          </a:bodyPr>
          <a:lstStyle/>
          <a:p>
            <a:pPr>
              <a:buFont typeface="Wingdings" pitchFamily="2" charset="2"/>
              <a:buChar char="l"/>
            </a:pPr>
            <a:r>
              <a:rPr lang="en-US" altLang="zh-CN" sz="2000" b="1" dirty="0">
                <a:solidFill>
                  <a:srgbClr val="C00000"/>
                </a:solidFill>
                <a:latin typeface="楷体" panose="02010609060101010101" pitchFamily="49" charset="-122"/>
                <a:ea typeface="楷体" panose="02010609060101010101" pitchFamily="49" charset="-122"/>
              </a:rPr>
              <a:t> </a:t>
            </a:r>
            <a:r>
              <a:rPr lang="zh-CN" altLang="en-US" sz="2000" b="1" dirty="0">
                <a:solidFill>
                  <a:srgbClr val="C00000"/>
                </a:solidFill>
                <a:latin typeface="楷体" panose="02010609060101010101" pitchFamily="49" charset="-122"/>
                <a:ea typeface="楷体" panose="02010609060101010101" pitchFamily="49" charset="-122"/>
              </a:rPr>
              <a:t>间接定义法：</a:t>
            </a:r>
            <a:r>
              <a:rPr lang="zh-CN" altLang="en-US" sz="2000" b="1" dirty="0">
                <a:latin typeface="楷体" panose="02010609060101010101" pitchFamily="49" charset="-122"/>
                <a:ea typeface="楷体" panose="02010609060101010101" pitchFamily="49" charset="-122"/>
              </a:rPr>
              <a:t>先定义结构类型，再定义结构变量</a:t>
            </a:r>
            <a:r>
              <a:rPr lang="zh-CN" altLang="en-US" sz="2000" dirty="0">
                <a:latin typeface="楷体" panose="02010609060101010101" pitchFamily="49" charset="-122"/>
                <a:ea typeface="楷体" panose="02010609060101010101" pitchFamily="49" charset="-122"/>
              </a:rPr>
              <a:t> </a:t>
            </a:r>
          </a:p>
        </p:txBody>
      </p:sp>
      <p:grpSp>
        <p:nvGrpSpPr>
          <p:cNvPr id="1054818" name="Group 98"/>
          <p:cNvGrpSpPr>
            <a:grpSpLocks/>
          </p:cNvGrpSpPr>
          <p:nvPr/>
        </p:nvGrpSpPr>
        <p:grpSpPr bwMode="auto">
          <a:xfrm>
            <a:off x="4099830" y="5225737"/>
            <a:ext cx="4556126" cy="1574801"/>
            <a:chOff x="1996" y="3299"/>
            <a:chExt cx="3157" cy="992"/>
          </a:xfrm>
        </p:grpSpPr>
        <p:sp>
          <p:nvSpPr>
            <p:cNvPr id="1054815" name="Oval 95"/>
            <p:cNvSpPr>
              <a:spLocks noChangeArrowheads="1"/>
            </p:cNvSpPr>
            <p:nvPr/>
          </p:nvSpPr>
          <p:spPr bwMode="auto">
            <a:xfrm>
              <a:off x="1996" y="4019"/>
              <a:ext cx="680" cy="272"/>
            </a:xfrm>
            <a:prstGeom prst="ellipse">
              <a:avLst/>
            </a:prstGeom>
            <a:noFill/>
            <a:ln w="28575">
              <a:solidFill>
                <a:srgbClr val="7030A0"/>
              </a:solidFill>
              <a:round/>
              <a:headEnd/>
              <a:tailEnd/>
            </a:ln>
            <a:effectLst/>
          </p:spPr>
          <p:txBody>
            <a:bodyPr wrap="none" anchor="ctr"/>
            <a:lstStyle/>
            <a:p>
              <a:endParaRPr lang="zh-CN" altLang="en-US"/>
            </a:p>
          </p:txBody>
        </p:sp>
        <p:sp>
          <p:nvSpPr>
            <p:cNvPr id="1054816" name="Line 96"/>
            <p:cNvSpPr>
              <a:spLocks noChangeShapeType="1"/>
            </p:cNvSpPr>
            <p:nvPr/>
          </p:nvSpPr>
          <p:spPr bwMode="auto">
            <a:xfrm flipV="1">
              <a:off x="2676" y="3299"/>
              <a:ext cx="2477" cy="749"/>
            </a:xfrm>
            <a:prstGeom prst="line">
              <a:avLst/>
            </a:prstGeom>
            <a:noFill/>
            <a:ln w="28575">
              <a:solidFill>
                <a:srgbClr val="7030A0"/>
              </a:solidFill>
              <a:round/>
              <a:headEnd/>
              <a:tailEnd type="stealth" w="lg" len="lg"/>
            </a:ln>
            <a:effectLst>
              <a:outerShdw dist="35921" dir="2700000" algn="ctr" rotWithShape="0">
                <a:schemeClr val="bg2"/>
              </a:outerShdw>
            </a:effectLst>
          </p:spPr>
          <p:txBody>
            <a:bodyPr/>
            <a:lstStyle/>
            <a:p>
              <a:endParaRPr lang="zh-CN" altLang="en-US"/>
            </a:p>
          </p:txBody>
        </p:sp>
        <p:sp>
          <p:nvSpPr>
            <p:cNvPr id="1054817" name="Text Box 97"/>
            <p:cNvSpPr txBox="1">
              <a:spLocks noChangeArrowheads="1"/>
            </p:cNvSpPr>
            <p:nvPr/>
          </p:nvSpPr>
          <p:spPr bwMode="auto">
            <a:xfrm rot="20703405">
              <a:off x="3697" y="3578"/>
              <a:ext cx="848" cy="233"/>
            </a:xfrm>
            <a:prstGeom prst="rect">
              <a:avLst/>
            </a:prstGeom>
            <a:noFill/>
            <a:ln w="9525">
              <a:noFill/>
              <a:miter lim="800000"/>
              <a:headEnd/>
              <a:tailEnd/>
            </a:ln>
            <a:effectLst/>
          </p:spPr>
          <p:txBody>
            <a:bodyPr wrap="square">
              <a:spAutoFit/>
            </a:bodyPr>
            <a:lstStyle/>
            <a:p>
              <a:pPr>
                <a:spcBef>
                  <a:spcPct val="50000"/>
                </a:spcBef>
              </a:pPr>
              <a:r>
                <a:rPr lang="zh-CN" altLang="en-US" sz="1800" b="1" dirty="0">
                  <a:solidFill>
                    <a:srgbClr val="C00000"/>
                  </a:solidFill>
                  <a:latin typeface="楷体" pitchFamily="49" charset="-122"/>
                  <a:ea typeface="楷体" pitchFamily="49" charset="-122"/>
                </a:rPr>
                <a:t>内存映像</a:t>
              </a:r>
              <a:endParaRPr lang="en-US" altLang="zh-CN" sz="1800" b="1" dirty="0">
                <a:solidFill>
                  <a:srgbClr val="C00000"/>
                </a:solidFill>
                <a:latin typeface="楷体" pitchFamily="49" charset="-122"/>
                <a:ea typeface="楷体" pitchFamily="49" charset="-122"/>
              </a:endParaRPr>
            </a:p>
          </p:txBody>
        </p:sp>
      </p:grpSp>
      <p:grpSp>
        <p:nvGrpSpPr>
          <p:cNvPr id="68" name="组合 67"/>
          <p:cNvGrpSpPr/>
          <p:nvPr/>
        </p:nvGrpSpPr>
        <p:grpSpPr>
          <a:xfrm>
            <a:off x="7641060" y="1916710"/>
            <a:ext cx="3711577" cy="4392610"/>
            <a:chOff x="5732466" y="1844672"/>
            <a:chExt cx="3711577" cy="4392610"/>
          </a:xfrm>
        </p:grpSpPr>
        <p:grpSp>
          <p:nvGrpSpPr>
            <p:cNvPr id="1054814" name="Group 94"/>
            <p:cNvGrpSpPr>
              <a:grpSpLocks/>
            </p:cNvGrpSpPr>
            <p:nvPr/>
          </p:nvGrpSpPr>
          <p:grpSpPr bwMode="auto">
            <a:xfrm>
              <a:off x="5732466" y="1844672"/>
              <a:ext cx="3711577" cy="4392610"/>
              <a:chOff x="3611" y="1058"/>
              <a:chExt cx="2338" cy="2767"/>
            </a:xfrm>
          </p:grpSpPr>
          <p:grpSp>
            <p:nvGrpSpPr>
              <p:cNvPr id="1054783" name="Group 63"/>
              <p:cNvGrpSpPr>
                <a:grpSpLocks/>
              </p:cNvGrpSpPr>
              <p:nvPr/>
            </p:nvGrpSpPr>
            <p:grpSpPr bwMode="auto">
              <a:xfrm>
                <a:off x="4281" y="1058"/>
                <a:ext cx="904" cy="2767"/>
                <a:chOff x="4281" y="1058"/>
                <a:chExt cx="904" cy="2767"/>
              </a:xfrm>
            </p:grpSpPr>
            <p:grpSp>
              <p:nvGrpSpPr>
                <p:cNvPr id="1054782" name="Group 62"/>
                <p:cNvGrpSpPr>
                  <a:grpSpLocks/>
                </p:cNvGrpSpPr>
                <p:nvPr/>
              </p:nvGrpSpPr>
              <p:grpSpPr bwMode="auto">
                <a:xfrm>
                  <a:off x="4281" y="1058"/>
                  <a:ext cx="904" cy="2767"/>
                  <a:chOff x="3609" y="1202"/>
                  <a:chExt cx="1219" cy="2767"/>
                </a:xfrm>
              </p:grpSpPr>
              <p:sp>
                <p:nvSpPr>
                  <p:cNvPr id="1054748" name="Rectangle 28"/>
                  <p:cNvSpPr>
                    <a:spLocks noChangeArrowheads="1"/>
                  </p:cNvSpPr>
                  <p:nvPr/>
                </p:nvSpPr>
                <p:spPr bwMode="auto">
                  <a:xfrm>
                    <a:off x="3609" y="1202"/>
                    <a:ext cx="1211" cy="2177"/>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endParaRPr lang="zh-CN" altLang="zh-CN" sz="2000"/>
                  </a:p>
                </p:txBody>
              </p:sp>
              <p:sp>
                <p:nvSpPr>
                  <p:cNvPr id="1054749" name="Line 29"/>
                  <p:cNvSpPr>
                    <a:spLocks noChangeShapeType="1"/>
                  </p:cNvSpPr>
                  <p:nvPr/>
                </p:nvSpPr>
                <p:spPr bwMode="auto">
                  <a:xfrm>
                    <a:off x="3609" y="168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054750" name="Line 30"/>
                  <p:cNvSpPr>
                    <a:spLocks noChangeShapeType="1"/>
                  </p:cNvSpPr>
                  <p:nvPr/>
                </p:nvSpPr>
                <p:spPr bwMode="auto">
                  <a:xfrm>
                    <a:off x="3609" y="206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054753" name="AutoShape 33"/>
                  <p:cNvSpPr>
                    <a:spLocks noChangeArrowheads="1"/>
                  </p:cNvSpPr>
                  <p:nvPr/>
                </p:nvSpPr>
                <p:spPr bwMode="auto">
                  <a:xfrm>
                    <a:off x="3610" y="3379"/>
                    <a:ext cx="1211" cy="590"/>
                  </a:xfrm>
                  <a:prstGeom prst="foldedCorner">
                    <a:avLst>
                      <a:gd name="adj" fmla="val 50000"/>
                    </a:avLst>
                  </a:prstGeom>
                  <a:solidFill>
                    <a:srgbClr val="DDFAED"/>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54755" name="Line 35"/>
                  <p:cNvSpPr>
                    <a:spLocks noChangeShapeType="1"/>
                  </p:cNvSpPr>
                  <p:nvPr/>
                </p:nvSpPr>
                <p:spPr bwMode="auto">
                  <a:xfrm>
                    <a:off x="3609" y="2228"/>
                    <a:ext cx="1211" cy="0"/>
                  </a:xfrm>
                  <a:prstGeom prst="line">
                    <a:avLst/>
                  </a:prstGeom>
                  <a:noFill/>
                  <a:ln w="12700">
                    <a:solidFill>
                      <a:srgbClr val="000000"/>
                    </a:solidFill>
                    <a:round/>
                    <a:headEnd/>
                    <a:tailEnd/>
                  </a:ln>
                  <a:effectLst/>
                </p:spPr>
                <p:txBody>
                  <a:bodyPr wrap="none" anchor="ctr"/>
                  <a:lstStyle/>
                  <a:p>
                    <a:endParaRPr lang="zh-CN" altLang="en-US"/>
                  </a:p>
                </p:txBody>
              </p:sp>
              <p:sp>
                <p:nvSpPr>
                  <p:cNvPr id="1054776" name="Line 56"/>
                  <p:cNvSpPr>
                    <a:spLocks noChangeShapeType="1"/>
                  </p:cNvSpPr>
                  <p:nvPr/>
                </p:nvSpPr>
                <p:spPr bwMode="auto">
                  <a:xfrm>
                    <a:off x="3609" y="2881"/>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054777" name="Line 57"/>
                  <p:cNvSpPr>
                    <a:spLocks noChangeShapeType="1"/>
                  </p:cNvSpPr>
                  <p:nvPr/>
                </p:nvSpPr>
                <p:spPr bwMode="auto">
                  <a:xfrm>
                    <a:off x="3609" y="1421"/>
                    <a:ext cx="1211" cy="0"/>
                  </a:xfrm>
                  <a:prstGeom prst="line">
                    <a:avLst/>
                  </a:prstGeom>
                  <a:noFill/>
                  <a:ln w="12700">
                    <a:solidFill>
                      <a:schemeClr val="tx1"/>
                    </a:solidFill>
                    <a:round/>
                    <a:headEnd/>
                    <a:tailEnd/>
                  </a:ln>
                  <a:effectLst/>
                </p:spPr>
                <p:txBody>
                  <a:bodyPr wrap="none" anchor="ctr"/>
                  <a:lstStyle/>
                  <a:p>
                    <a:endParaRPr lang="zh-CN" altLang="en-US"/>
                  </a:p>
                </p:txBody>
              </p:sp>
              <p:sp>
                <p:nvSpPr>
                  <p:cNvPr id="1054779" name="Line 59"/>
                  <p:cNvSpPr>
                    <a:spLocks noChangeShapeType="1"/>
                  </p:cNvSpPr>
                  <p:nvPr/>
                </p:nvSpPr>
                <p:spPr bwMode="auto">
                  <a:xfrm>
                    <a:off x="3609" y="2548"/>
                    <a:ext cx="1211" cy="0"/>
                  </a:xfrm>
                  <a:prstGeom prst="line">
                    <a:avLst/>
                  </a:prstGeom>
                  <a:noFill/>
                  <a:ln w="12700">
                    <a:solidFill>
                      <a:srgbClr val="000000"/>
                    </a:solidFill>
                    <a:round/>
                    <a:headEnd/>
                    <a:tailEnd/>
                  </a:ln>
                  <a:effectLst/>
                </p:spPr>
                <p:txBody>
                  <a:bodyPr wrap="none" anchor="ctr"/>
                  <a:lstStyle/>
                  <a:p>
                    <a:endParaRPr lang="zh-CN" altLang="en-US"/>
                  </a:p>
                </p:txBody>
              </p:sp>
              <p:sp>
                <p:nvSpPr>
                  <p:cNvPr id="1054780" name="Line 60"/>
                  <p:cNvSpPr>
                    <a:spLocks noChangeShapeType="1"/>
                  </p:cNvSpPr>
                  <p:nvPr/>
                </p:nvSpPr>
                <p:spPr bwMode="auto">
                  <a:xfrm>
                    <a:off x="3617" y="3183"/>
                    <a:ext cx="1211" cy="0"/>
                  </a:xfrm>
                  <a:prstGeom prst="line">
                    <a:avLst/>
                  </a:prstGeom>
                  <a:noFill/>
                  <a:ln w="9525">
                    <a:solidFill>
                      <a:srgbClr val="000000"/>
                    </a:solidFill>
                    <a:round/>
                    <a:headEnd/>
                    <a:tailEnd/>
                  </a:ln>
                  <a:effectLst/>
                </p:spPr>
                <p:txBody>
                  <a:bodyPr wrap="none" anchor="ctr"/>
                  <a:lstStyle/>
                  <a:p>
                    <a:endParaRPr lang="zh-CN" altLang="en-US"/>
                  </a:p>
                </p:txBody>
              </p:sp>
            </p:grpSp>
            <p:sp>
              <p:nvSpPr>
                <p:cNvPr id="1054752" name="Text Box 32"/>
                <p:cNvSpPr txBox="1">
                  <a:spLocks noChangeArrowheads="1"/>
                </p:cNvSpPr>
                <p:nvPr/>
              </p:nvSpPr>
              <p:spPr bwMode="auto">
                <a:xfrm>
                  <a:off x="4621" y="1291"/>
                  <a:ext cx="310" cy="220"/>
                </a:xfrm>
                <a:prstGeom prst="rect">
                  <a:avLst/>
                </a:prstGeom>
                <a:noFill/>
                <a:ln w="9525">
                  <a:noFill/>
                  <a:miter lim="800000"/>
                  <a:headEnd/>
                  <a:tailEnd/>
                </a:ln>
                <a:effectLst/>
              </p:spPr>
              <p:txBody>
                <a:bodyPr vert="eaVert" wrap="none" anchor="ctr">
                  <a:spAutoFit/>
                </a:bodyPr>
                <a:lstStyle/>
                <a:p>
                  <a:pPr algn="ctr" eaLnBrk="0" hangingPunct="0"/>
                  <a:r>
                    <a:rPr lang="en-US" altLang="zh-CN" sz="2000" b="1" dirty="0">
                      <a:effectLst>
                        <a:outerShdw blurRad="38100" dist="38100" dir="2700000" algn="tl">
                          <a:srgbClr val="FFFFFF"/>
                        </a:outerShdw>
                      </a:effectLst>
                    </a:rPr>
                    <a:t>…</a:t>
                  </a:r>
                </a:p>
              </p:txBody>
            </p:sp>
            <p:sp>
              <p:nvSpPr>
                <p:cNvPr id="1054775" name="Text Box 55"/>
                <p:cNvSpPr txBox="1">
                  <a:spLocks noChangeArrowheads="1"/>
                </p:cNvSpPr>
                <p:nvPr/>
              </p:nvSpPr>
              <p:spPr bwMode="auto">
                <a:xfrm>
                  <a:off x="4621" y="1610"/>
                  <a:ext cx="310" cy="220"/>
                </a:xfrm>
                <a:prstGeom prst="rect">
                  <a:avLst/>
                </a:prstGeom>
                <a:noFill/>
                <a:ln w="9525">
                  <a:noFill/>
                  <a:miter lim="800000"/>
                  <a:headEnd/>
                  <a:tailEnd/>
                </a:ln>
                <a:effectLst/>
              </p:spPr>
              <p:txBody>
                <a:bodyPr vert="eaVert" wrap="none" anchor="ctr">
                  <a:spAutoFit/>
                </a:bodyPr>
                <a:lstStyle/>
                <a:p>
                  <a:pPr algn="ctr" eaLnBrk="0" hangingPunct="0"/>
                  <a:r>
                    <a:rPr lang="en-US" altLang="zh-CN" sz="2000" b="1" dirty="0">
                      <a:effectLst>
                        <a:outerShdw blurRad="38100" dist="38100" dir="2700000" algn="tl">
                          <a:srgbClr val="FFFFFF"/>
                        </a:outerShdw>
                      </a:effectLst>
                    </a:rPr>
                    <a:t>…</a:t>
                  </a:r>
                </a:p>
              </p:txBody>
            </p:sp>
          </p:grpSp>
          <p:grpSp>
            <p:nvGrpSpPr>
              <p:cNvPr id="1054806" name="Group 86"/>
              <p:cNvGrpSpPr>
                <a:grpSpLocks/>
              </p:cNvGrpSpPr>
              <p:nvPr/>
            </p:nvGrpSpPr>
            <p:grpSpPr bwMode="auto">
              <a:xfrm>
                <a:off x="5215" y="1270"/>
                <a:ext cx="734" cy="1784"/>
                <a:chOff x="5215" y="1270"/>
                <a:chExt cx="734" cy="1784"/>
              </a:xfrm>
            </p:grpSpPr>
            <p:grpSp>
              <p:nvGrpSpPr>
                <p:cNvPr id="1054804" name="Group 84"/>
                <p:cNvGrpSpPr>
                  <a:grpSpLocks/>
                </p:cNvGrpSpPr>
                <p:nvPr/>
              </p:nvGrpSpPr>
              <p:grpSpPr bwMode="auto">
                <a:xfrm>
                  <a:off x="5215" y="1270"/>
                  <a:ext cx="69" cy="1784"/>
                  <a:chOff x="5215" y="1270"/>
                  <a:chExt cx="69" cy="1784"/>
                </a:xfrm>
              </p:grpSpPr>
              <p:sp>
                <p:nvSpPr>
                  <p:cNvPr id="1054784" name="AutoShape 64"/>
                  <p:cNvSpPr>
                    <a:spLocks/>
                  </p:cNvSpPr>
                  <p:nvPr/>
                </p:nvSpPr>
                <p:spPr bwMode="auto">
                  <a:xfrm>
                    <a:off x="5223" y="1270"/>
                    <a:ext cx="45" cy="272"/>
                  </a:xfrm>
                  <a:prstGeom prst="rightBrace">
                    <a:avLst>
                      <a:gd name="adj1" fmla="val 50370"/>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054786" name="AutoShape 66"/>
                  <p:cNvSpPr>
                    <a:spLocks/>
                  </p:cNvSpPr>
                  <p:nvPr/>
                </p:nvSpPr>
                <p:spPr bwMode="auto">
                  <a:xfrm>
                    <a:off x="5215" y="1557"/>
                    <a:ext cx="61" cy="355"/>
                  </a:xfrm>
                  <a:prstGeom prst="rightBrace">
                    <a:avLst>
                      <a:gd name="adj1" fmla="val 48497"/>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054788" name="AutoShape 68"/>
                  <p:cNvSpPr>
                    <a:spLocks/>
                  </p:cNvSpPr>
                  <p:nvPr/>
                </p:nvSpPr>
                <p:spPr bwMode="auto">
                  <a:xfrm>
                    <a:off x="5223" y="1945"/>
                    <a:ext cx="51" cy="144"/>
                  </a:xfrm>
                  <a:prstGeom prst="rightBrace">
                    <a:avLst>
                      <a:gd name="adj1" fmla="val 23529"/>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054790" name="AutoShape 70"/>
                  <p:cNvSpPr>
                    <a:spLocks/>
                  </p:cNvSpPr>
                  <p:nvPr/>
                </p:nvSpPr>
                <p:spPr bwMode="auto">
                  <a:xfrm>
                    <a:off x="5225" y="2101"/>
                    <a:ext cx="59" cy="318"/>
                  </a:xfrm>
                  <a:prstGeom prst="rightBrace">
                    <a:avLst>
                      <a:gd name="adj1" fmla="val 35452"/>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054792" name="AutoShape 72"/>
                  <p:cNvSpPr>
                    <a:spLocks/>
                  </p:cNvSpPr>
                  <p:nvPr/>
                </p:nvSpPr>
                <p:spPr bwMode="auto">
                  <a:xfrm>
                    <a:off x="5233" y="2442"/>
                    <a:ext cx="45" cy="272"/>
                  </a:xfrm>
                  <a:prstGeom prst="rightBrace">
                    <a:avLst>
                      <a:gd name="adj1" fmla="val 50370"/>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054794" name="AutoShape 74"/>
                  <p:cNvSpPr>
                    <a:spLocks/>
                  </p:cNvSpPr>
                  <p:nvPr/>
                </p:nvSpPr>
                <p:spPr bwMode="auto">
                  <a:xfrm>
                    <a:off x="5233" y="2736"/>
                    <a:ext cx="51" cy="318"/>
                  </a:xfrm>
                  <a:prstGeom prst="rightBrace">
                    <a:avLst>
                      <a:gd name="adj1" fmla="val 103030"/>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grpSp>
            <p:grpSp>
              <p:nvGrpSpPr>
                <p:cNvPr id="1054805" name="Group 85"/>
                <p:cNvGrpSpPr>
                  <a:grpSpLocks/>
                </p:cNvGrpSpPr>
                <p:nvPr/>
              </p:nvGrpSpPr>
              <p:grpSpPr bwMode="auto">
                <a:xfrm>
                  <a:off x="5328" y="1299"/>
                  <a:ext cx="621" cy="1706"/>
                  <a:chOff x="5328" y="1299"/>
                  <a:chExt cx="621" cy="1706"/>
                </a:xfrm>
              </p:grpSpPr>
              <p:sp>
                <p:nvSpPr>
                  <p:cNvPr id="1054785" name="Text Box 65"/>
                  <p:cNvSpPr txBox="1">
                    <a:spLocks noChangeArrowheads="1"/>
                  </p:cNvSpPr>
                  <p:nvPr/>
                </p:nvSpPr>
                <p:spPr bwMode="auto">
                  <a:xfrm>
                    <a:off x="5330" y="1299"/>
                    <a:ext cx="499"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latin typeface="+mn-lt"/>
                        <a:ea typeface="楷体" pitchFamily="49" charset="-122"/>
                      </a:rPr>
                      <a:t>9</a:t>
                    </a:r>
                    <a:r>
                      <a:rPr lang="zh-CN" altLang="en-US" sz="1800" b="1" dirty="0">
                        <a:effectLst>
                          <a:outerShdw blurRad="38100" dist="38100" dir="2700000" algn="tl">
                            <a:srgbClr val="FFFFFF"/>
                          </a:outerShdw>
                        </a:effectLst>
                        <a:latin typeface="+mn-lt"/>
                        <a:ea typeface="楷体" pitchFamily="49" charset="-122"/>
                      </a:rPr>
                      <a:t>字节</a:t>
                    </a:r>
                  </a:p>
                </p:txBody>
              </p:sp>
              <p:sp>
                <p:nvSpPr>
                  <p:cNvPr id="1054787" name="Text Box 67"/>
                  <p:cNvSpPr txBox="1">
                    <a:spLocks noChangeArrowheads="1"/>
                  </p:cNvSpPr>
                  <p:nvPr/>
                </p:nvSpPr>
                <p:spPr bwMode="auto">
                  <a:xfrm>
                    <a:off x="5328" y="1615"/>
                    <a:ext cx="621"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latin typeface="+mn-lt"/>
                        <a:ea typeface="楷体" pitchFamily="49" charset="-122"/>
                      </a:rPr>
                      <a:t>20</a:t>
                    </a:r>
                    <a:r>
                      <a:rPr lang="zh-CN" altLang="en-US" sz="1800" b="1">
                        <a:effectLst>
                          <a:outerShdw blurRad="38100" dist="38100" dir="2700000" algn="tl">
                            <a:srgbClr val="FFFFFF"/>
                          </a:outerShdw>
                        </a:effectLst>
                        <a:latin typeface="+mn-lt"/>
                        <a:ea typeface="楷体" pitchFamily="49" charset="-122"/>
                      </a:rPr>
                      <a:t>字节</a:t>
                    </a:r>
                  </a:p>
                </p:txBody>
              </p:sp>
              <p:sp>
                <p:nvSpPr>
                  <p:cNvPr id="1054789" name="Text Box 69"/>
                  <p:cNvSpPr txBox="1">
                    <a:spLocks noChangeArrowheads="1"/>
                  </p:cNvSpPr>
                  <p:nvPr/>
                </p:nvSpPr>
                <p:spPr bwMode="auto">
                  <a:xfrm>
                    <a:off x="5330" y="1902"/>
                    <a:ext cx="499"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latin typeface="+mn-lt"/>
                        <a:ea typeface="楷体" pitchFamily="49" charset="-122"/>
                      </a:rPr>
                      <a:t>1</a:t>
                    </a:r>
                    <a:r>
                      <a:rPr lang="zh-CN" altLang="en-US" sz="1800" b="1" dirty="0">
                        <a:effectLst>
                          <a:outerShdw blurRad="38100" dist="38100" dir="2700000" algn="tl">
                            <a:srgbClr val="FFFFFF"/>
                          </a:outerShdw>
                        </a:effectLst>
                        <a:latin typeface="+mn-lt"/>
                        <a:ea typeface="楷体" pitchFamily="49" charset="-122"/>
                      </a:rPr>
                      <a:t>字节</a:t>
                    </a:r>
                  </a:p>
                </p:txBody>
              </p:sp>
              <p:sp>
                <p:nvSpPr>
                  <p:cNvPr id="1054791" name="Text Box 71"/>
                  <p:cNvSpPr txBox="1">
                    <a:spLocks noChangeArrowheads="1"/>
                  </p:cNvSpPr>
                  <p:nvPr/>
                </p:nvSpPr>
                <p:spPr bwMode="auto">
                  <a:xfrm>
                    <a:off x="5331" y="2132"/>
                    <a:ext cx="499"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latin typeface="+mn-lt"/>
                        <a:ea typeface="楷体" pitchFamily="49" charset="-122"/>
                      </a:rPr>
                      <a:t>4</a:t>
                    </a:r>
                    <a:r>
                      <a:rPr lang="zh-CN" altLang="en-US" sz="1800" b="1" dirty="0">
                        <a:effectLst>
                          <a:outerShdw blurRad="38100" dist="38100" dir="2700000" algn="tl">
                            <a:srgbClr val="FFFFFF"/>
                          </a:outerShdw>
                        </a:effectLst>
                        <a:latin typeface="+mn-lt"/>
                        <a:ea typeface="楷体" pitchFamily="49" charset="-122"/>
                      </a:rPr>
                      <a:t>字节</a:t>
                    </a:r>
                  </a:p>
                </p:txBody>
              </p:sp>
              <p:sp>
                <p:nvSpPr>
                  <p:cNvPr id="1054793" name="Text Box 73"/>
                  <p:cNvSpPr txBox="1">
                    <a:spLocks noChangeArrowheads="1"/>
                  </p:cNvSpPr>
                  <p:nvPr/>
                </p:nvSpPr>
                <p:spPr bwMode="auto">
                  <a:xfrm>
                    <a:off x="5338" y="2460"/>
                    <a:ext cx="499"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latin typeface="+mn-lt"/>
                        <a:ea typeface="楷体" pitchFamily="49" charset="-122"/>
                      </a:rPr>
                      <a:t>4</a:t>
                    </a:r>
                    <a:r>
                      <a:rPr lang="zh-CN" altLang="en-US" sz="1800" b="1" dirty="0">
                        <a:effectLst>
                          <a:outerShdw blurRad="38100" dist="38100" dir="2700000" algn="tl">
                            <a:srgbClr val="FFFFFF"/>
                          </a:outerShdw>
                        </a:effectLst>
                        <a:latin typeface="+mn-lt"/>
                        <a:ea typeface="楷体" pitchFamily="49" charset="-122"/>
                      </a:rPr>
                      <a:t>字节</a:t>
                    </a:r>
                  </a:p>
                </p:txBody>
              </p:sp>
              <p:sp>
                <p:nvSpPr>
                  <p:cNvPr id="1054795" name="Text Box 75"/>
                  <p:cNvSpPr txBox="1">
                    <a:spLocks noChangeArrowheads="1"/>
                  </p:cNvSpPr>
                  <p:nvPr/>
                </p:nvSpPr>
                <p:spPr bwMode="auto">
                  <a:xfrm>
                    <a:off x="5346" y="2774"/>
                    <a:ext cx="499"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latin typeface="+mn-lt"/>
                        <a:ea typeface="楷体" pitchFamily="49" charset="-122"/>
                      </a:rPr>
                      <a:t>4</a:t>
                    </a:r>
                    <a:r>
                      <a:rPr lang="zh-CN" altLang="en-US" sz="1800" b="1" dirty="0">
                        <a:effectLst>
                          <a:outerShdw blurRad="38100" dist="38100" dir="2700000" algn="tl">
                            <a:srgbClr val="FFFFFF"/>
                          </a:outerShdw>
                        </a:effectLst>
                        <a:latin typeface="+mn-lt"/>
                        <a:ea typeface="楷体" pitchFamily="49" charset="-122"/>
                      </a:rPr>
                      <a:t>字节</a:t>
                    </a:r>
                  </a:p>
                </p:txBody>
              </p:sp>
            </p:grpSp>
          </p:grpSp>
          <p:grpSp>
            <p:nvGrpSpPr>
              <p:cNvPr id="1054813" name="Group 93"/>
              <p:cNvGrpSpPr>
                <a:grpSpLocks/>
              </p:cNvGrpSpPr>
              <p:nvPr/>
            </p:nvGrpSpPr>
            <p:grpSpPr bwMode="auto">
              <a:xfrm>
                <a:off x="3611" y="1270"/>
                <a:ext cx="640" cy="1792"/>
                <a:chOff x="3611" y="1270"/>
                <a:chExt cx="640" cy="1792"/>
              </a:xfrm>
            </p:grpSpPr>
            <p:grpSp>
              <p:nvGrpSpPr>
                <p:cNvPr id="1054803" name="Group 83"/>
                <p:cNvGrpSpPr>
                  <a:grpSpLocks/>
                </p:cNvGrpSpPr>
                <p:nvPr/>
              </p:nvGrpSpPr>
              <p:grpSpPr bwMode="auto">
                <a:xfrm>
                  <a:off x="4182" y="1270"/>
                  <a:ext cx="69" cy="1792"/>
                  <a:chOff x="4182" y="1270"/>
                  <a:chExt cx="69" cy="1792"/>
                </a:xfrm>
              </p:grpSpPr>
              <p:sp>
                <p:nvSpPr>
                  <p:cNvPr id="1054796" name="AutoShape 76"/>
                  <p:cNvSpPr>
                    <a:spLocks/>
                  </p:cNvSpPr>
                  <p:nvPr/>
                </p:nvSpPr>
                <p:spPr bwMode="auto">
                  <a:xfrm rot="10800000">
                    <a:off x="4198" y="1270"/>
                    <a:ext cx="45" cy="272"/>
                  </a:xfrm>
                  <a:prstGeom prst="rightBrace">
                    <a:avLst>
                      <a:gd name="adj1" fmla="val 50370"/>
                      <a:gd name="adj2" fmla="val 50000"/>
                    </a:avLst>
                  </a:prstGeom>
                  <a:noFill/>
                  <a:ln w="25400">
                    <a:solidFill>
                      <a:srgbClr val="7030A0"/>
                    </a:solidFill>
                    <a:round/>
                    <a:headEnd/>
                    <a:tailEnd/>
                  </a:ln>
                  <a:effectLst>
                    <a:outerShdw dist="35921" dir="2700000" algn="ctr" rotWithShape="0">
                      <a:schemeClr val="bg2"/>
                    </a:outerShdw>
                  </a:effectLst>
                </p:spPr>
                <p:txBody>
                  <a:bodyPr wrap="none" anchor="ctr"/>
                  <a:lstStyle/>
                  <a:p>
                    <a:endParaRPr lang="zh-CN" altLang="en-US"/>
                  </a:p>
                </p:txBody>
              </p:sp>
              <p:sp>
                <p:nvSpPr>
                  <p:cNvPr id="1054798" name="AutoShape 78"/>
                  <p:cNvSpPr>
                    <a:spLocks/>
                  </p:cNvSpPr>
                  <p:nvPr/>
                </p:nvSpPr>
                <p:spPr bwMode="auto">
                  <a:xfrm rot="10800000">
                    <a:off x="4190" y="1557"/>
                    <a:ext cx="61" cy="355"/>
                  </a:xfrm>
                  <a:prstGeom prst="rightBrace">
                    <a:avLst>
                      <a:gd name="adj1" fmla="val 48497"/>
                      <a:gd name="adj2" fmla="val 50000"/>
                    </a:avLst>
                  </a:prstGeom>
                  <a:noFill/>
                  <a:ln w="25400">
                    <a:solidFill>
                      <a:srgbClr val="7030A0"/>
                    </a:solidFill>
                    <a:round/>
                    <a:headEnd/>
                    <a:tailEnd/>
                  </a:ln>
                  <a:effectLst>
                    <a:outerShdw dist="35921" dir="2700000" algn="ctr" rotWithShape="0">
                      <a:schemeClr val="bg2"/>
                    </a:outerShdw>
                  </a:effectLst>
                </p:spPr>
                <p:txBody>
                  <a:bodyPr wrap="none" anchor="ctr"/>
                  <a:lstStyle/>
                  <a:p>
                    <a:endParaRPr lang="zh-CN" altLang="en-US"/>
                  </a:p>
                </p:txBody>
              </p:sp>
              <p:sp>
                <p:nvSpPr>
                  <p:cNvPr id="1054799" name="AutoShape 79"/>
                  <p:cNvSpPr>
                    <a:spLocks/>
                  </p:cNvSpPr>
                  <p:nvPr/>
                </p:nvSpPr>
                <p:spPr bwMode="auto">
                  <a:xfrm rot="10800000">
                    <a:off x="4190" y="1935"/>
                    <a:ext cx="51" cy="143"/>
                  </a:xfrm>
                  <a:prstGeom prst="rightBrace">
                    <a:avLst>
                      <a:gd name="adj1" fmla="val 23529"/>
                      <a:gd name="adj2" fmla="val 50000"/>
                    </a:avLst>
                  </a:prstGeom>
                  <a:noFill/>
                  <a:ln w="25400">
                    <a:solidFill>
                      <a:srgbClr val="7030A0"/>
                    </a:solidFill>
                    <a:round/>
                    <a:headEnd/>
                    <a:tailEnd/>
                  </a:ln>
                  <a:effectLst>
                    <a:outerShdw dist="35921" dir="2700000" algn="ctr" rotWithShape="0">
                      <a:schemeClr val="bg2"/>
                    </a:outerShdw>
                  </a:effectLst>
                </p:spPr>
                <p:txBody>
                  <a:bodyPr wrap="none" anchor="ctr"/>
                  <a:lstStyle/>
                  <a:p>
                    <a:endParaRPr lang="zh-CN" altLang="en-US"/>
                  </a:p>
                </p:txBody>
              </p:sp>
              <p:sp>
                <p:nvSpPr>
                  <p:cNvPr id="1054800" name="AutoShape 80"/>
                  <p:cNvSpPr>
                    <a:spLocks/>
                  </p:cNvSpPr>
                  <p:nvPr/>
                </p:nvSpPr>
                <p:spPr bwMode="auto">
                  <a:xfrm rot="10800000">
                    <a:off x="4182" y="2101"/>
                    <a:ext cx="59" cy="318"/>
                  </a:xfrm>
                  <a:prstGeom prst="rightBrace">
                    <a:avLst>
                      <a:gd name="adj1" fmla="val 35452"/>
                      <a:gd name="adj2" fmla="val 50000"/>
                    </a:avLst>
                  </a:prstGeom>
                  <a:noFill/>
                  <a:ln w="25400">
                    <a:solidFill>
                      <a:srgbClr val="7030A0"/>
                    </a:solidFill>
                    <a:round/>
                    <a:headEnd/>
                    <a:tailEnd/>
                  </a:ln>
                  <a:effectLst>
                    <a:outerShdw dist="35921" dir="2700000" algn="ctr" rotWithShape="0">
                      <a:schemeClr val="bg2"/>
                    </a:outerShdw>
                  </a:effectLst>
                </p:spPr>
                <p:txBody>
                  <a:bodyPr wrap="none" anchor="ctr"/>
                  <a:lstStyle/>
                  <a:p>
                    <a:endParaRPr lang="zh-CN" altLang="en-US"/>
                  </a:p>
                </p:txBody>
              </p:sp>
              <p:sp>
                <p:nvSpPr>
                  <p:cNvPr id="1054801" name="AutoShape 81"/>
                  <p:cNvSpPr>
                    <a:spLocks/>
                  </p:cNvSpPr>
                  <p:nvPr/>
                </p:nvSpPr>
                <p:spPr bwMode="auto">
                  <a:xfrm rot="10800000">
                    <a:off x="4203" y="2449"/>
                    <a:ext cx="45" cy="272"/>
                  </a:xfrm>
                  <a:prstGeom prst="rightBrace">
                    <a:avLst>
                      <a:gd name="adj1" fmla="val 50370"/>
                      <a:gd name="adj2" fmla="val 50000"/>
                    </a:avLst>
                  </a:prstGeom>
                  <a:noFill/>
                  <a:ln w="25400">
                    <a:solidFill>
                      <a:srgbClr val="7030A0"/>
                    </a:solidFill>
                    <a:round/>
                    <a:headEnd/>
                    <a:tailEnd/>
                  </a:ln>
                  <a:effectLst>
                    <a:outerShdw dist="35921" dir="2700000" algn="ctr" rotWithShape="0">
                      <a:schemeClr val="bg2"/>
                    </a:outerShdw>
                  </a:effectLst>
                </p:spPr>
                <p:txBody>
                  <a:bodyPr wrap="none" anchor="ctr"/>
                  <a:lstStyle/>
                  <a:p>
                    <a:endParaRPr lang="zh-CN" altLang="en-US"/>
                  </a:p>
                </p:txBody>
              </p:sp>
              <p:sp>
                <p:nvSpPr>
                  <p:cNvPr id="1054802" name="AutoShape 82"/>
                  <p:cNvSpPr>
                    <a:spLocks/>
                  </p:cNvSpPr>
                  <p:nvPr/>
                </p:nvSpPr>
                <p:spPr bwMode="auto">
                  <a:xfrm rot="10800000">
                    <a:off x="4203" y="2744"/>
                    <a:ext cx="38" cy="318"/>
                  </a:xfrm>
                  <a:prstGeom prst="rightBrace">
                    <a:avLst>
                      <a:gd name="adj1" fmla="val 103030"/>
                      <a:gd name="adj2" fmla="val 50000"/>
                    </a:avLst>
                  </a:prstGeom>
                  <a:noFill/>
                  <a:ln w="25400">
                    <a:solidFill>
                      <a:srgbClr val="7030A0"/>
                    </a:solidFill>
                    <a:round/>
                    <a:headEnd/>
                    <a:tailEnd/>
                  </a:ln>
                  <a:effectLst>
                    <a:outerShdw dist="35921" dir="2700000" algn="ctr" rotWithShape="0">
                      <a:schemeClr val="bg2"/>
                    </a:outerShdw>
                  </a:effectLst>
                </p:spPr>
                <p:txBody>
                  <a:bodyPr wrap="none" anchor="ctr"/>
                  <a:lstStyle/>
                  <a:p>
                    <a:endParaRPr lang="zh-CN" altLang="en-US"/>
                  </a:p>
                </p:txBody>
              </p:sp>
            </p:grpSp>
            <p:grpSp>
              <p:nvGrpSpPr>
                <p:cNvPr id="1054812" name="Group 92"/>
                <p:cNvGrpSpPr>
                  <a:grpSpLocks/>
                </p:cNvGrpSpPr>
                <p:nvPr/>
              </p:nvGrpSpPr>
              <p:grpSpPr bwMode="auto">
                <a:xfrm>
                  <a:off x="3611" y="1281"/>
                  <a:ext cx="569" cy="1726"/>
                  <a:chOff x="3611" y="1281"/>
                  <a:chExt cx="569" cy="1726"/>
                </a:xfrm>
              </p:grpSpPr>
              <p:sp>
                <p:nvSpPr>
                  <p:cNvPr id="1054797" name="Text Box 77"/>
                  <p:cNvSpPr txBox="1">
                    <a:spLocks noChangeArrowheads="1"/>
                  </p:cNvSpPr>
                  <p:nvPr/>
                </p:nvSpPr>
                <p:spPr bwMode="auto">
                  <a:xfrm>
                    <a:off x="3864" y="1281"/>
                    <a:ext cx="273" cy="231"/>
                  </a:xfrm>
                  <a:prstGeom prst="rect">
                    <a:avLst/>
                  </a:prstGeom>
                  <a:noFill/>
                  <a:ln w="9525">
                    <a:noFill/>
                    <a:miter lim="800000"/>
                    <a:headEnd/>
                    <a:tailEnd/>
                  </a:ln>
                  <a:effectLst/>
                </p:spPr>
                <p:txBody>
                  <a:bodyPr>
                    <a:spAutoFit/>
                  </a:bodyPr>
                  <a:lstStyle/>
                  <a:p>
                    <a:pPr>
                      <a:spcBef>
                        <a:spcPct val="50000"/>
                      </a:spcBef>
                    </a:pPr>
                    <a:r>
                      <a:rPr lang="en-US" altLang="zh-CN" sz="1800" b="1" dirty="0">
                        <a:solidFill>
                          <a:srgbClr val="7030A0"/>
                        </a:solidFill>
                        <a:ea typeface="楷体_GB2312" pitchFamily="49" charset="-122"/>
                      </a:rPr>
                      <a:t>no</a:t>
                    </a:r>
                  </a:p>
                </p:txBody>
              </p:sp>
              <p:sp>
                <p:nvSpPr>
                  <p:cNvPr id="1054807" name="Text Box 87"/>
                  <p:cNvSpPr txBox="1">
                    <a:spLocks noChangeArrowheads="1"/>
                  </p:cNvSpPr>
                  <p:nvPr/>
                </p:nvSpPr>
                <p:spPr bwMode="auto">
                  <a:xfrm>
                    <a:off x="3688" y="1599"/>
                    <a:ext cx="473" cy="231"/>
                  </a:xfrm>
                  <a:prstGeom prst="rect">
                    <a:avLst/>
                  </a:prstGeom>
                  <a:noFill/>
                  <a:ln w="9525">
                    <a:noFill/>
                    <a:miter lim="800000"/>
                    <a:headEnd/>
                    <a:tailEnd/>
                  </a:ln>
                  <a:effectLst/>
                </p:spPr>
                <p:txBody>
                  <a:bodyPr>
                    <a:spAutoFit/>
                  </a:bodyPr>
                  <a:lstStyle/>
                  <a:p>
                    <a:pPr>
                      <a:spcBef>
                        <a:spcPct val="50000"/>
                      </a:spcBef>
                    </a:pPr>
                    <a:r>
                      <a:rPr lang="en-US" altLang="zh-CN" sz="1800" b="1" dirty="0">
                        <a:solidFill>
                          <a:srgbClr val="7030A0"/>
                        </a:solidFill>
                        <a:ea typeface="楷体_GB2312" pitchFamily="49" charset="-122"/>
                      </a:rPr>
                      <a:t>name</a:t>
                    </a:r>
                  </a:p>
                </p:txBody>
              </p:sp>
              <p:sp>
                <p:nvSpPr>
                  <p:cNvPr id="1054808" name="Text Box 88"/>
                  <p:cNvSpPr txBox="1">
                    <a:spLocks noChangeArrowheads="1"/>
                  </p:cNvSpPr>
                  <p:nvPr/>
                </p:nvSpPr>
                <p:spPr bwMode="auto">
                  <a:xfrm>
                    <a:off x="3838" y="1875"/>
                    <a:ext cx="334" cy="231"/>
                  </a:xfrm>
                  <a:prstGeom prst="rect">
                    <a:avLst/>
                  </a:prstGeom>
                  <a:noFill/>
                  <a:ln w="9525">
                    <a:noFill/>
                    <a:miter lim="800000"/>
                    <a:headEnd/>
                    <a:tailEnd/>
                  </a:ln>
                  <a:effectLst/>
                </p:spPr>
                <p:txBody>
                  <a:bodyPr>
                    <a:spAutoFit/>
                  </a:bodyPr>
                  <a:lstStyle/>
                  <a:p>
                    <a:pPr>
                      <a:spcBef>
                        <a:spcPct val="50000"/>
                      </a:spcBef>
                    </a:pPr>
                    <a:r>
                      <a:rPr lang="en-US" altLang="zh-CN" sz="1800" b="1" dirty="0">
                        <a:solidFill>
                          <a:srgbClr val="7030A0"/>
                        </a:solidFill>
                        <a:ea typeface="楷体_GB2312" pitchFamily="49" charset="-122"/>
                      </a:rPr>
                      <a:t>sex</a:t>
                    </a:r>
                  </a:p>
                </p:txBody>
              </p:sp>
              <p:sp>
                <p:nvSpPr>
                  <p:cNvPr id="1054809" name="Text Box 89"/>
                  <p:cNvSpPr txBox="1">
                    <a:spLocks noChangeArrowheads="1"/>
                  </p:cNvSpPr>
                  <p:nvPr/>
                </p:nvSpPr>
                <p:spPr bwMode="auto">
                  <a:xfrm>
                    <a:off x="3817" y="2142"/>
                    <a:ext cx="334" cy="231"/>
                  </a:xfrm>
                  <a:prstGeom prst="rect">
                    <a:avLst/>
                  </a:prstGeom>
                  <a:noFill/>
                  <a:ln w="9525">
                    <a:noFill/>
                    <a:miter lim="800000"/>
                    <a:headEnd/>
                    <a:tailEnd/>
                  </a:ln>
                  <a:effectLst/>
                </p:spPr>
                <p:txBody>
                  <a:bodyPr>
                    <a:spAutoFit/>
                  </a:bodyPr>
                  <a:lstStyle/>
                  <a:p>
                    <a:pPr>
                      <a:spcBef>
                        <a:spcPct val="50000"/>
                      </a:spcBef>
                    </a:pPr>
                    <a:r>
                      <a:rPr lang="en-US" altLang="zh-CN" sz="1800" b="1" dirty="0">
                        <a:solidFill>
                          <a:srgbClr val="7030A0"/>
                        </a:solidFill>
                        <a:ea typeface="楷体_GB2312" pitchFamily="49" charset="-122"/>
                      </a:rPr>
                      <a:t>age</a:t>
                    </a:r>
                  </a:p>
                </p:txBody>
              </p:sp>
              <p:sp>
                <p:nvSpPr>
                  <p:cNvPr id="1054810" name="Text Box 90"/>
                  <p:cNvSpPr txBox="1">
                    <a:spLocks noChangeArrowheads="1"/>
                  </p:cNvSpPr>
                  <p:nvPr/>
                </p:nvSpPr>
                <p:spPr bwMode="auto">
                  <a:xfrm>
                    <a:off x="3611" y="2442"/>
                    <a:ext cx="569" cy="231"/>
                  </a:xfrm>
                  <a:prstGeom prst="rect">
                    <a:avLst/>
                  </a:prstGeom>
                  <a:noFill/>
                  <a:ln w="9525">
                    <a:noFill/>
                    <a:miter lim="800000"/>
                    <a:headEnd/>
                    <a:tailEnd/>
                  </a:ln>
                  <a:effectLst/>
                </p:spPr>
                <p:txBody>
                  <a:bodyPr>
                    <a:spAutoFit/>
                  </a:bodyPr>
                  <a:lstStyle/>
                  <a:p>
                    <a:pPr>
                      <a:spcBef>
                        <a:spcPct val="50000"/>
                      </a:spcBef>
                    </a:pPr>
                    <a:r>
                      <a:rPr lang="en-US" altLang="zh-CN" sz="1800" b="1" dirty="0" err="1">
                        <a:solidFill>
                          <a:srgbClr val="7030A0"/>
                        </a:solidFill>
                        <a:ea typeface="楷体_GB2312" pitchFamily="49" charset="-122"/>
                      </a:rPr>
                      <a:t>classno</a:t>
                    </a:r>
                    <a:endParaRPr lang="en-US" altLang="zh-CN" sz="1800" b="1" dirty="0">
                      <a:solidFill>
                        <a:srgbClr val="7030A0"/>
                      </a:solidFill>
                      <a:ea typeface="楷体_GB2312" pitchFamily="49" charset="-122"/>
                    </a:endParaRPr>
                  </a:p>
                </p:txBody>
              </p:sp>
              <p:sp>
                <p:nvSpPr>
                  <p:cNvPr id="1054811" name="Text Box 91"/>
                  <p:cNvSpPr txBox="1">
                    <a:spLocks noChangeArrowheads="1"/>
                  </p:cNvSpPr>
                  <p:nvPr/>
                </p:nvSpPr>
                <p:spPr bwMode="auto">
                  <a:xfrm>
                    <a:off x="3681" y="2774"/>
                    <a:ext cx="470" cy="233"/>
                  </a:xfrm>
                  <a:prstGeom prst="rect">
                    <a:avLst/>
                  </a:prstGeom>
                  <a:noFill/>
                  <a:ln w="9525">
                    <a:noFill/>
                    <a:miter lim="800000"/>
                    <a:headEnd/>
                    <a:tailEnd/>
                  </a:ln>
                  <a:effectLst/>
                </p:spPr>
                <p:txBody>
                  <a:bodyPr wrap="square">
                    <a:spAutoFit/>
                  </a:bodyPr>
                  <a:lstStyle/>
                  <a:p>
                    <a:pPr>
                      <a:spcBef>
                        <a:spcPct val="50000"/>
                      </a:spcBef>
                    </a:pPr>
                    <a:r>
                      <a:rPr lang="en-US" altLang="zh-CN" sz="1800" b="1" dirty="0">
                        <a:solidFill>
                          <a:srgbClr val="7030A0"/>
                        </a:solidFill>
                        <a:ea typeface="楷体_GB2312" pitchFamily="49" charset="-122"/>
                      </a:rPr>
                      <a:t>grade</a:t>
                    </a:r>
                  </a:p>
                </p:txBody>
              </p:sp>
            </p:grpSp>
          </p:grpSp>
        </p:grpSp>
        <p:sp>
          <p:nvSpPr>
            <p:cNvPr id="65" name="Text Box 55"/>
            <p:cNvSpPr txBox="1">
              <a:spLocks noChangeArrowheads="1"/>
            </p:cNvSpPr>
            <p:nvPr/>
          </p:nvSpPr>
          <p:spPr bwMode="auto">
            <a:xfrm>
              <a:off x="7342654" y="3549516"/>
              <a:ext cx="492443" cy="348813"/>
            </a:xfrm>
            <a:prstGeom prst="rect">
              <a:avLst/>
            </a:prstGeom>
            <a:noFill/>
            <a:ln w="9525">
              <a:noFill/>
              <a:miter lim="800000"/>
              <a:headEnd/>
              <a:tailEnd/>
            </a:ln>
            <a:effectLst/>
          </p:spPr>
          <p:txBody>
            <a:bodyPr vert="eaVert" wrap="none" anchor="ctr">
              <a:spAutoFit/>
            </a:bodyPr>
            <a:lstStyle/>
            <a:p>
              <a:pPr algn="ctr" eaLnBrk="0" hangingPunct="0"/>
              <a:r>
                <a:rPr lang="en-US" altLang="zh-CN" sz="2000" b="1" dirty="0">
                  <a:effectLst>
                    <a:outerShdw blurRad="38100" dist="38100" dir="2700000" algn="tl">
                      <a:srgbClr val="FFFFFF"/>
                    </a:outerShdw>
                  </a:effectLst>
                </a:rPr>
                <a:t>…</a:t>
              </a:r>
            </a:p>
          </p:txBody>
        </p:sp>
        <p:sp>
          <p:nvSpPr>
            <p:cNvPr id="66" name="Text Box 55"/>
            <p:cNvSpPr txBox="1">
              <a:spLocks noChangeArrowheads="1"/>
            </p:cNvSpPr>
            <p:nvPr/>
          </p:nvSpPr>
          <p:spPr bwMode="auto">
            <a:xfrm>
              <a:off x="7332184" y="4064235"/>
              <a:ext cx="492443" cy="348813"/>
            </a:xfrm>
            <a:prstGeom prst="rect">
              <a:avLst/>
            </a:prstGeom>
            <a:noFill/>
            <a:ln w="9525">
              <a:noFill/>
              <a:miter lim="800000"/>
              <a:headEnd/>
              <a:tailEnd/>
            </a:ln>
            <a:effectLst/>
          </p:spPr>
          <p:txBody>
            <a:bodyPr vert="eaVert" wrap="none" anchor="ctr">
              <a:spAutoFit/>
            </a:bodyPr>
            <a:lstStyle/>
            <a:p>
              <a:pPr algn="ctr" eaLnBrk="0" hangingPunct="0"/>
              <a:r>
                <a:rPr lang="en-US" altLang="zh-CN" sz="2000" b="1" dirty="0">
                  <a:effectLst>
                    <a:outerShdw blurRad="38100" dist="38100" dir="2700000" algn="tl">
                      <a:srgbClr val="FFFFFF"/>
                    </a:outerShdw>
                  </a:effectLst>
                </a:rPr>
                <a:t>…</a:t>
              </a:r>
            </a:p>
          </p:txBody>
        </p:sp>
        <p:sp>
          <p:nvSpPr>
            <p:cNvPr id="67" name="Text Box 55"/>
            <p:cNvSpPr txBox="1">
              <a:spLocks noChangeArrowheads="1"/>
            </p:cNvSpPr>
            <p:nvPr/>
          </p:nvSpPr>
          <p:spPr bwMode="auto">
            <a:xfrm>
              <a:off x="7332368" y="4580323"/>
              <a:ext cx="492443" cy="348813"/>
            </a:xfrm>
            <a:prstGeom prst="rect">
              <a:avLst/>
            </a:prstGeom>
            <a:noFill/>
            <a:ln w="9525">
              <a:noFill/>
              <a:miter lim="800000"/>
              <a:headEnd/>
              <a:tailEnd/>
            </a:ln>
            <a:effectLst/>
          </p:spPr>
          <p:txBody>
            <a:bodyPr vert="eaVert" wrap="none" anchor="ctr">
              <a:spAutoFit/>
            </a:bodyPr>
            <a:lstStyle/>
            <a:p>
              <a:pPr algn="ctr" eaLnBrk="0" hangingPunct="0"/>
              <a:r>
                <a:rPr lang="en-US" altLang="zh-CN" sz="2000" b="1" dirty="0">
                  <a:effectLst>
                    <a:outerShdw blurRad="38100" dist="38100" dir="2700000" algn="tl">
                      <a:srgbClr val="FFFFFF"/>
                    </a:outerShdw>
                  </a:effectLst>
                </a:rPr>
                <a:t>…</a:t>
              </a:r>
            </a:p>
          </p:txBody>
        </p:sp>
      </p:grpSp>
      <p:sp>
        <p:nvSpPr>
          <p:cNvPr id="69" name="Rectangle 22"/>
          <p:cNvSpPr>
            <a:spLocks noChangeArrowheads="1"/>
          </p:cNvSpPr>
          <p:nvPr/>
        </p:nvSpPr>
        <p:spPr bwMode="auto">
          <a:xfrm>
            <a:off x="1558925" y="3804963"/>
            <a:ext cx="9615912" cy="830997"/>
          </a:xfrm>
          <a:prstGeom prst="rect">
            <a:avLst/>
          </a:prstGeom>
          <a:gradFill rotWithShape="1">
            <a:gsLst>
              <a:gs pos="0">
                <a:srgbClr val="CFCFD1"/>
              </a:gs>
              <a:gs pos="9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dirty="0">
                <a:solidFill>
                  <a:srgbClr val="C00000"/>
                </a:solidFill>
                <a:latin typeface="+mn-lt"/>
                <a:ea typeface="隶书" pitchFamily="49" charset="-122"/>
              </a:rPr>
              <a:t>      </a:t>
            </a:r>
            <a:r>
              <a:rPr lang="zh-CN" altLang="en-US" b="1" dirty="0">
                <a:solidFill>
                  <a:srgbClr val="C00000"/>
                </a:solidFill>
                <a:latin typeface="+mn-lt"/>
                <a:ea typeface="隶书" pitchFamily="49" charset="-122"/>
              </a:rPr>
              <a:t>注意：</a:t>
            </a:r>
            <a:r>
              <a:rPr lang="zh-CN" altLang="zh-CN" b="1" dirty="0">
                <a:ln w="1905"/>
                <a:solidFill>
                  <a:srgbClr val="C00000"/>
                </a:solidFill>
                <a:latin typeface="+mn-lt"/>
                <a:ea typeface="隶书" pitchFamily="49" charset="-122"/>
              </a:rPr>
              <a:t>结构体变量</a:t>
            </a:r>
            <a:r>
              <a:rPr lang="en-US" altLang="zh-CN" b="1" dirty="0">
                <a:ln w="1905"/>
                <a:solidFill>
                  <a:srgbClr val="C00000"/>
                </a:solidFill>
                <a:latin typeface="+mn-lt"/>
                <a:ea typeface="隶书" pitchFamily="49" charset="-122"/>
              </a:rPr>
              <a:t>student</a:t>
            </a:r>
            <a:r>
              <a:rPr lang="zh-CN" altLang="zh-CN" b="1" dirty="0">
                <a:ln w="1905"/>
                <a:solidFill>
                  <a:srgbClr val="C00000"/>
                </a:solidFill>
                <a:latin typeface="+mn-lt"/>
                <a:ea typeface="隶书" pitchFamily="49" charset="-122"/>
              </a:rPr>
              <a:t>所占内存空间的大小是否就等于各个成员所占内存空间的大小之和与不同的编译环境有关，详细讨论见</a:t>
            </a:r>
            <a:r>
              <a:rPr lang="en-US" altLang="zh-CN" b="1" dirty="0">
                <a:ln w="1905"/>
                <a:solidFill>
                  <a:srgbClr val="C00000"/>
                </a:solidFill>
                <a:latin typeface="+mn-lt"/>
                <a:ea typeface="隶书" pitchFamily="49" charset="-122"/>
              </a:rPr>
              <a:t>11.2.4</a:t>
            </a:r>
            <a:r>
              <a:rPr lang="zh-CN" altLang="zh-CN" b="1" dirty="0">
                <a:ln w="1905"/>
                <a:solidFill>
                  <a:srgbClr val="C00000"/>
                </a:solidFill>
                <a:latin typeface="+mn-lt"/>
                <a:ea typeface="隶书" pitchFamily="49" charset="-122"/>
              </a:rPr>
              <a:t>节。</a:t>
            </a:r>
            <a:endParaRPr lang="zh-CN" altLang="en-US" dirty="0">
              <a:solidFill>
                <a:srgbClr val="C00000"/>
              </a:solidFill>
              <a:latin typeface="+mn-lt"/>
              <a:ea typeface="隶书" pitchFamily="49" charset="-122"/>
            </a:endParaRPr>
          </a:p>
        </p:txBody>
      </p:sp>
      <p:sp>
        <p:nvSpPr>
          <p:cNvPr id="70" name="Rectangle 4">
            <a:extLst>
              <a:ext uri="{FF2B5EF4-FFF2-40B4-BE49-F238E27FC236}">
                <a16:creationId xmlns:a16="http://schemas.microsoft.com/office/drawing/2014/main" id="{150AF68A-9C9E-470A-AA26-37C7781FDDB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4733"/>
                                        </p:tgtEl>
                                        <p:attrNameLst>
                                          <p:attrName>style.visibility</p:attrName>
                                        </p:attrNameLst>
                                      </p:cBhvr>
                                      <p:to>
                                        <p:strVal val="visible"/>
                                      </p:to>
                                    </p:set>
                                    <p:anim calcmode="lin" valueType="num">
                                      <p:cBhvr additive="base">
                                        <p:cTn id="7" dur="500" fill="hold"/>
                                        <p:tgtEl>
                                          <p:spTgt spid="1054733"/>
                                        </p:tgtEl>
                                        <p:attrNameLst>
                                          <p:attrName>ppt_x</p:attrName>
                                        </p:attrNameLst>
                                      </p:cBhvr>
                                      <p:tavLst>
                                        <p:tav tm="0">
                                          <p:val>
                                            <p:strVal val="0-#ppt_w/2"/>
                                          </p:val>
                                        </p:tav>
                                        <p:tav tm="100000">
                                          <p:val>
                                            <p:strVal val="#ppt_x"/>
                                          </p:val>
                                        </p:tav>
                                      </p:tavLst>
                                    </p:anim>
                                    <p:anim calcmode="lin" valueType="num">
                                      <p:cBhvr additive="base">
                                        <p:cTn id="8" dur="500" fill="hold"/>
                                        <p:tgtEl>
                                          <p:spTgt spid="105473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4735"/>
                                        </p:tgtEl>
                                        <p:attrNameLst>
                                          <p:attrName>style.visibility</p:attrName>
                                        </p:attrNameLst>
                                      </p:cBhvr>
                                      <p:to>
                                        <p:strVal val="visible"/>
                                      </p:to>
                                    </p:set>
                                    <p:anim calcmode="lin" valueType="num">
                                      <p:cBhvr additive="base">
                                        <p:cTn id="13" dur="500" fill="hold"/>
                                        <p:tgtEl>
                                          <p:spTgt spid="1054735"/>
                                        </p:tgtEl>
                                        <p:attrNameLst>
                                          <p:attrName>ppt_x</p:attrName>
                                        </p:attrNameLst>
                                      </p:cBhvr>
                                      <p:tavLst>
                                        <p:tav tm="0">
                                          <p:val>
                                            <p:strVal val="0-#ppt_w/2"/>
                                          </p:val>
                                        </p:tav>
                                        <p:tav tm="100000">
                                          <p:val>
                                            <p:strVal val="#ppt_x"/>
                                          </p:val>
                                        </p:tav>
                                      </p:tavLst>
                                    </p:anim>
                                    <p:anim calcmode="lin" valueType="num">
                                      <p:cBhvr additive="base">
                                        <p:cTn id="14" dur="500" fill="hold"/>
                                        <p:tgtEl>
                                          <p:spTgt spid="105473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54726"/>
                                        </p:tgtEl>
                                        <p:attrNameLst>
                                          <p:attrName>style.visibility</p:attrName>
                                        </p:attrNameLst>
                                      </p:cBhvr>
                                      <p:to>
                                        <p:strVal val="visible"/>
                                      </p:to>
                                    </p:set>
                                    <p:animEffect transition="in" filter="box(out)">
                                      <p:cBhvr>
                                        <p:cTn id="19" dur="500"/>
                                        <p:tgtEl>
                                          <p:spTgt spid="1054726"/>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1054820"/>
                                        </p:tgtEl>
                                        <p:attrNameLst>
                                          <p:attrName>style.visibility</p:attrName>
                                        </p:attrNameLst>
                                      </p:cBhvr>
                                      <p:to>
                                        <p:strVal val="visible"/>
                                      </p:to>
                                    </p:set>
                                    <p:animEffect transition="in" filter="box(out)">
                                      <p:cBhvr>
                                        <p:cTn id="24" dur="500"/>
                                        <p:tgtEl>
                                          <p:spTgt spid="1054820"/>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3" fill="hold" nodeType="clickEffect">
                                  <p:stCondLst>
                                    <p:cond delay="0"/>
                                  </p:stCondLst>
                                  <p:childTnLst>
                                    <p:set>
                                      <p:cBhvr>
                                        <p:cTn id="28" dur="1" fill="hold">
                                          <p:stCondLst>
                                            <p:cond delay="0"/>
                                          </p:stCondLst>
                                        </p:cTn>
                                        <p:tgtEl>
                                          <p:spTgt spid="1054818"/>
                                        </p:tgtEl>
                                        <p:attrNameLst>
                                          <p:attrName>style.visibility</p:attrName>
                                        </p:attrNameLst>
                                      </p:cBhvr>
                                      <p:to>
                                        <p:strVal val="visible"/>
                                      </p:to>
                                    </p:set>
                                    <p:animEffect transition="in" filter="strips(upRight)">
                                      <p:cBhvr>
                                        <p:cTn id="29" dur="500"/>
                                        <p:tgtEl>
                                          <p:spTgt spid="1054818"/>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par>
                          <p:cTn id="30" fill="hold">
                            <p:stCondLst>
                              <p:cond delay="500"/>
                            </p:stCondLst>
                            <p:childTnLst>
                              <p:par>
                                <p:cTn id="31" presetID="18" presetClass="entr" presetSubtype="3" fill="hold" nodeType="afterEffect">
                                  <p:stCondLst>
                                    <p:cond delay="0"/>
                                  </p:stCondLst>
                                  <p:childTnLst>
                                    <p:set>
                                      <p:cBhvr>
                                        <p:cTn id="32" dur="1" fill="hold">
                                          <p:stCondLst>
                                            <p:cond delay="0"/>
                                          </p:stCondLst>
                                        </p:cTn>
                                        <p:tgtEl>
                                          <p:spTgt spid="68"/>
                                        </p:tgtEl>
                                        <p:attrNameLst>
                                          <p:attrName>style.visibility</p:attrName>
                                        </p:attrNameLst>
                                      </p:cBhvr>
                                      <p:to>
                                        <p:strVal val="visible"/>
                                      </p:to>
                                    </p:set>
                                    <p:animEffect transition="in" filter="strips(upRight)">
                                      <p:cBhvr>
                                        <p:cTn id="33" dur="500"/>
                                        <p:tgtEl>
                                          <p:spTgt spid="68"/>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69"/>
                                        </p:tgtEl>
                                        <p:attrNameLst>
                                          <p:attrName>style.visibility</p:attrName>
                                        </p:attrNameLst>
                                      </p:cBhvr>
                                      <p:to>
                                        <p:strVal val="visible"/>
                                      </p:to>
                                    </p:set>
                                    <p:animEffect transition="in" filter="box(out)">
                                      <p:cBhvr>
                                        <p:cTn id="38" dur="500"/>
                                        <p:tgtEl>
                                          <p:spTgt spid="69"/>
                                        </p:tgtEl>
                                      </p:cBhvr>
                                    </p:animEffect>
                                  </p:childTnLst>
                                  <p:subTnLst>
                                    <p:audio>
                                      <p:cMediaNode>
                                        <p:cTn display="0" masterRel="sameClick">
                                          <p:stCondLst>
                                            <p:cond evt="begin" delay="0">
                                              <p:tn val="36"/>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26" grpId="0" animBg="1"/>
      <p:bldP spid="1054733" grpId="0"/>
      <p:bldP spid="1054735" grpId="0"/>
      <p:bldP spid="69"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6839" name="Rectangle 71" descr="信纸"/>
          <p:cNvSpPr>
            <a:spLocks noChangeArrowheads="1"/>
          </p:cNvSpPr>
          <p:nvPr/>
        </p:nvSpPr>
        <p:spPr bwMode="auto">
          <a:xfrm>
            <a:off x="2833588" y="3356620"/>
            <a:ext cx="2952751" cy="40011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solidFill>
                  <a:srgbClr val="CC0000"/>
                </a:solidFill>
              </a:rPr>
              <a:t>struct </a:t>
            </a:r>
            <a:r>
              <a:rPr lang="en-US" altLang="zh-CN" sz="2000" b="1"/>
              <a:t> student;</a:t>
            </a:r>
          </a:p>
        </p:txBody>
      </p:sp>
      <p:sp>
        <p:nvSpPr>
          <p:cNvPr id="1056771" name="Rectangle 3" descr="信纸"/>
          <p:cNvSpPr>
            <a:spLocks noChangeArrowheads="1"/>
          </p:cNvSpPr>
          <p:nvPr/>
        </p:nvSpPr>
        <p:spPr bwMode="auto">
          <a:xfrm>
            <a:off x="5735960" y="1057163"/>
            <a:ext cx="4801508" cy="400110"/>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C0000"/>
                </a:solidFill>
              </a:rPr>
              <a:t>struct  </a:t>
            </a:r>
            <a:r>
              <a:rPr lang="en-US" altLang="zh-CN" sz="2000" b="1" dirty="0" err="1">
                <a:solidFill>
                  <a:srgbClr val="CC0000"/>
                </a:solidFill>
              </a:rPr>
              <a:t>Student_Info</a:t>
            </a:r>
            <a:r>
              <a:rPr lang="en-US" altLang="zh-CN" sz="2000" b="1" dirty="0">
                <a:solidFill>
                  <a:srgbClr val="CC0000"/>
                </a:solidFill>
              </a:rPr>
              <a:t>  </a:t>
            </a:r>
            <a:r>
              <a:rPr lang="en-US" altLang="zh-CN" sz="2000" b="1" dirty="0"/>
              <a:t>student1, student2;</a:t>
            </a:r>
          </a:p>
        </p:txBody>
      </p:sp>
      <p:sp>
        <p:nvSpPr>
          <p:cNvPr id="1056831" name="Rectangle 63"/>
          <p:cNvSpPr>
            <a:spLocks noChangeArrowheads="1"/>
          </p:cNvSpPr>
          <p:nvPr/>
        </p:nvSpPr>
        <p:spPr bwMode="auto">
          <a:xfrm>
            <a:off x="962148" y="1027584"/>
            <a:ext cx="4319588" cy="457200"/>
          </a:xfrm>
          <a:prstGeom prst="rect">
            <a:avLst/>
          </a:prstGeom>
          <a:noFill/>
          <a:ln w="9525">
            <a:noFill/>
            <a:miter lim="800000"/>
            <a:headEnd/>
            <a:tailEnd/>
          </a:ln>
          <a:effectLst/>
        </p:spPr>
        <p:txBody>
          <a:bodyPr wrap="none" anchor="ctr">
            <a:spAutoFit/>
          </a:bodyPr>
          <a:lstStyle/>
          <a:p>
            <a:r>
              <a:rPr lang="zh-CN" altLang="en-US" b="1" dirty="0">
                <a:solidFill>
                  <a:srgbClr val="C00000"/>
                </a:solidFill>
                <a:latin typeface="楷体" panose="02010609060101010101" pitchFamily="49" charset="-122"/>
                <a:ea typeface="楷体" panose="02010609060101010101" pitchFamily="49" charset="-122"/>
              </a:rPr>
              <a:t>一次定义多个结构体类型变量</a:t>
            </a:r>
            <a:r>
              <a:rPr lang="zh-CN" altLang="en-US" dirty="0">
                <a:solidFill>
                  <a:srgbClr val="C00000"/>
                </a:solidFill>
                <a:latin typeface="楷体" panose="02010609060101010101" pitchFamily="49" charset="-122"/>
                <a:ea typeface="楷体" panose="02010609060101010101" pitchFamily="49" charset="-122"/>
              </a:rPr>
              <a:t> </a:t>
            </a:r>
          </a:p>
        </p:txBody>
      </p:sp>
      <p:sp>
        <p:nvSpPr>
          <p:cNvPr id="1056832" name="Rectangle 64"/>
          <p:cNvSpPr>
            <a:spLocks noChangeArrowheads="1"/>
          </p:cNvSpPr>
          <p:nvPr/>
        </p:nvSpPr>
        <p:spPr bwMode="auto">
          <a:xfrm>
            <a:off x="965969" y="1919237"/>
            <a:ext cx="4625975" cy="457200"/>
          </a:xfrm>
          <a:prstGeom prst="rect">
            <a:avLst/>
          </a:prstGeom>
          <a:noFill/>
          <a:ln w="9525">
            <a:noFill/>
            <a:miter lim="800000"/>
            <a:headEnd/>
            <a:tailEnd/>
          </a:ln>
          <a:effectLst/>
        </p:spPr>
        <p:txBody>
          <a:bodyPr wrap="none" anchor="ctr">
            <a:spAutoFit/>
          </a:bodyPr>
          <a:lstStyle/>
          <a:p>
            <a:r>
              <a:rPr lang="zh-CN" altLang="en-US" b="1">
                <a:solidFill>
                  <a:srgbClr val="C00000"/>
                </a:solidFill>
                <a:latin typeface="楷体" panose="02010609060101010101" pitchFamily="49" charset="-122"/>
                <a:ea typeface="楷体" panose="02010609060101010101" pitchFamily="49" charset="-122"/>
              </a:rPr>
              <a:t>定义指向结构体类型的指针变量</a:t>
            </a:r>
            <a:r>
              <a:rPr lang="zh-CN" altLang="en-US">
                <a:solidFill>
                  <a:srgbClr val="C00000"/>
                </a:solidFill>
                <a:latin typeface="楷体" panose="02010609060101010101" pitchFamily="49" charset="-122"/>
                <a:ea typeface="楷体" panose="02010609060101010101" pitchFamily="49" charset="-122"/>
              </a:rPr>
              <a:t> </a:t>
            </a:r>
          </a:p>
        </p:txBody>
      </p:sp>
      <p:sp>
        <p:nvSpPr>
          <p:cNvPr id="1056833" name="Rectangle 65" descr="信纸"/>
          <p:cNvSpPr>
            <a:spLocks noChangeArrowheads="1"/>
          </p:cNvSpPr>
          <p:nvPr/>
        </p:nvSpPr>
        <p:spPr bwMode="auto">
          <a:xfrm>
            <a:off x="5735960" y="1988840"/>
            <a:ext cx="4808834" cy="400110"/>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C0000"/>
                </a:solidFill>
              </a:rPr>
              <a:t>struct  </a:t>
            </a:r>
            <a:r>
              <a:rPr lang="en-US" altLang="zh-CN" sz="2000" b="1" dirty="0" err="1">
                <a:solidFill>
                  <a:srgbClr val="CC0000"/>
                </a:solidFill>
              </a:rPr>
              <a:t>Student_Info</a:t>
            </a:r>
            <a:r>
              <a:rPr lang="en-US" altLang="zh-CN" sz="2000" b="1" dirty="0">
                <a:solidFill>
                  <a:srgbClr val="CC0000"/>
                </a:solidFill>
              </a:rPr>
              <a:t>  </a:t>
            </a:r>
            <a:r>
              <a:rPr lang="en-US" altLang="zh-CN" sz="2000" b="1" dirty="0"/>
              <a:t>*</a:t>
            </a:r>
            <a:r>
              <a:rPr lang="en-US" altLang="zh-CN" sz="2000" b="1" dirty="0" err="1"/>
              <a:t>pstu</a:t>
            </a:r>
            <a:r>
              <a:rPr lang="en-US" altLang="zh-CN" sz="2000" b="1" dirty="0"/>
              <a:t>;</a:t>
            </a:r>
          </a:p>
        </p:txBody>
      </p:sp>
      <p:sp>
        <p:nvSpPr>
          <p:cNvPr id="1056834" name="Rectangle 66"/>
          <p:cNvSpPr>
            <a:spLocks noChangeArrowheads="1"/>
          </p:cNvSpPr>
          <p:nvPr/>
        </p:nvSpPr>
        <p:spPr bwMode="auto">
          <a:xfrm>
            <a:off x="787422" y="2708920"/>
            <a:ext cx="7229475" cy="457200"/>
          </a:xfrm>
          <a:prstGeom prst="rect">
            <a:avLst/>
          </a:prstGeom>
          <a:noFill/>
          <a:ln w="9525">
            <a:noFill/>
            <a:miter lim="800000"/>
            <a:headEnd/>
            <a:tailEnd/>
          </a:ln>
          <a:effectLst/>
        </p:spPr>
        <p:txBody>
          <a:bodyPr wrap="none" anchor="ctr">
            <a:spAutoFit/>
          </a:bodyPr>
          <a:lstStyle/>
          <a:p>
            <a:pPr>
              <a:buFont typeface="隶书" pitchFamily="49" charset="-122"/>
              <a:buChar char="※"/>
            </a:pPr>
            <a:r>
              <a:rPr lang="en-US" altLang="zh-CN" b="1" dirty="0">
                <a:solidFill>
                  <a:srgbClr val="002060"/>
                </a:solidFill>
                <a:latin typeface="楷体" panose="02010609060101010101" pitchFamily="49" charset="-122"/>
                <a:ea typeface="楷体" panose="02010609060101010101" pitchFamily="49" charset="-122"/>
              </a:rPr>
              <a:t> </a:t>
            </a:r>
            <a:r>
              <a:rPr lang="zh-CN" altLang="en-US" b="1" dirty="0">
                <a:solidFill>
                  <a:srgbClr val="002060"/>
                </a:solidFill>
                <a:latin typeface="楷体" panose="02010609060101010101" pitchFamily="49" charset="-122"/>
                <a:ea typeface="楷体" panose="02010609060101010101" pitchFamily="49" charset="-122"/>
              </a:rPr>
              <a:t>间接定义法中几种错误的结构体变量的定义方法</a:t>
            </a:r>
            <a:r>
              <a:rPr lang="zh-CN" altLang="en-US" dirty="0">
                <a:solidFill>
                  <a:srgbClr val="002060"/>
                </a:solidFill>
                <a:latin typeface="楷体" panose="02010609060101010101" pitchFamily="49" charset="-122"/>
                <a:ea typeface="楷体" panose="02010609060101010101" pitchFamily="49" charset="-122"/>
              </a:rPr>
              <a:t> </a:t>
            </a:r>
          </a:p>
        </p:txBody>
      </p:sp>
      <p:sp>
        <p:nvSpPr>
          <p:cNvPr id="1056836" name="AutoShape 68"/>
          <p:cNvSpPr>
            <a:spLocks noChangeArrowheads="1"/>
          </p:cNvSpPr>
          <p:nvPr/>
        </p:nvSpPr>
        <p:spPr bwMode="auto">
          <a:xfrm>
            <a:off x="6671965" y="3622685"/>
            <a:ext cx="2592387" cy="431800"/>
          </a:xfrm>
          <a:prstGeom prst="wedgeRoundRectCallout">
            <a:avLst>
              <a:gd name="adj1" fmla="val -92009"/>
              <a:gd name="adj2" fmla="val -67648"/>
              <a:gd name="adj3" fmla="val 16667"/>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latin typeface="+mn-lt"/>
                <a:ea typeface="楷体" pitchFamily="49" charset="-122"/>
              </a:rPr>
              <a:t>没有结构体类型名 </a:t>
            </a:r>
          </a:p>
        </p:txBody>
      </p:sp>
      <p:sp>
        <p:nvSpPr>
          <p:cNvPr id="1056840" name="Rectangle 72" descr="信纸"/>
          <p:cNvSpPr>
            <a:spLocks noChangeArrowheads="1"/>
          </p:cNvSpPr>
          <p:nvPr/>
        </p:nvSpPr>
        <p:spPr bwMode="auto">
          <a:xfrm>
            <a:off x="2762153" y="4191646"/>
            <a:ext cx="3024187" cy="46166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a:solidFill>
                  <a:srgbClr val="CC0000"/>
                </a:solidFill>
              </a:rPr>
              <a:t>Student_Info</a:t>
            </a:r>
            <a:r>
              <a:rPr lang="en-US" altLang="zh-CN" sz="2000" b="1"/>
              <a:t>  student;</a:t>
            </a:r>
            <a:r>
              <a:rPr lang="en-US" altLang="zh-CN"/>
              <a:t> </a:t>
            </a:r>
          </a:p>
        </p:txBody>
      </p:sp>
      <p:sp>
        <p:nvSpPr>
          <p:cNvPr id="1056841" name="AutoShape 73"/>
          <p:cNvSpPr>
            <a:spLocks noChangeArrowheads="1"/>
          </p:cNvSpPr>
          <p:nvPr/>
        </p:nvSpPr>
        <p:spPr bwMode="auto">
          <a:xfrm>
            <a:off x="6671964" y="4365054"/>
            <a:ext cx="2592387" cy="504825"/>
          </a:xfrm>
          <a:prstGeom prst="wedgeRoundRectCallout">
            <a:avLst>
              <a:gd name="adj1" fmla="val -95856"/>
              <a:gd name="adj2" fmla="val -51508"/>
              <a:gd name="adj3" fmla="val 16667"/>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latin typeface="+mn-lt"/>
                <a:ea typeface="楷体" pitchFamily="49" charset="-122"/>
              </a:rPr>
              <a:t>缺省</a:t>
            </a:r>
            <a:r>
              <a:rPr lang="en-US" altLang="zh-CN" sz="2000" b="1">
                <a:latin typeface="+mn-lt"/>
                <a:ea typeface="楷体" pitchFamily="49" charset="-122"/>
              </a:rPr>
              <a:t>struct</a:t>
            </a:r>
            <a:r>
              <a:rPr lang="zh-CN" altLang="en-US" sz="2000" b="1">
                <a:latin typeface="+mn-lt"/>
                <a:ea typeface="楷体" pitchFamily="49" charset="-122"/>
              </a:rPr>
              <a:t>关键字</a:t>
            </a:r>
            <a:r>
              <a:rPr lang="zh-CN" altLang="en-US">
                <a:latin typeface="+mn-lt"/>
                <a:ea typeface="楷体" pitchFamily="49" charset="-122"/>
              </a:rPr>
              <a:t> </a:t>
            </a:r>
          </a:p>
        </p:txBody>
      </p:sp>
      <p:sp>
        <p:nvSpPr>
          <p:cNvPr id="1056842" name="Rectangle 74" descr="信纸"/>
          <p:cNvSpPr>
            <a:spLocks noChangeArrowheads="1"/>
          </p:cNvSpPr>
          <p:nvPr/>
        </p:nvSpPr>
        <p:spPr bwMode="auto">
          <a:xfrm>
            <a:off x="2762153" y="4941168"/>
            <a:ext cx="3024187" cy="16541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a:solidFill>
                  <a:srgbClr val="CC0000"/>
                </a:solidFill>
              </a:rPr>
              <a:t>struct Point</a:t>
            </a:r>
            <a:r>
              <a:rPr lang="en-US" altLang="zh-CN" sz="2000" b="1"/>
              <a:t> p;</a:t>
            </a:r>
          </a:p>
          <a:p>
            <a:r>
              <a:rPr lang="en-US" altLang="zh-CN" sz="2000" b="1">
                <a:solidFill>
                  <a:srgbClr val="CC0000"/>
                </a:solidFill>
              </a:rPr>
              <a:t>struct Point</a:t>
            </a:r>
          </a:p>
          <a:p>
            <a:r>
              <a:rPr lang="en-US" altLang="zh-CN" sz="2000" b="1"/>
              <a:t>{</a:t>
            </a:r>
          </a:p>
          <a:p>
            <a:r>
              <a:rPr lang="en-US" altLang="zh-CN" sz="2000" b="1"/>
              <a:t>  int x, y;</a:t>
            </a:r>
          </a:p>
          <a:p>
            <a:r>
              <a:rPr lang="en-US" altLang="zh-CN" sz="2000" b="1"/>
              <a:t>};</a:t>
            </a:r>
            <a:r>
              <a:rPr lang="en-US" altLang="zh-CN" sz="2000"/>
              <a:t> </a:t>
            </a:r>
          </a:p>
        </p:txBody>
      </p:sp>
      <p:sp>
        <p:nvSpPr>
          <p:cNvPr id="1056843" name="AutoShape 75"/>
          <p:cNvSpPr>
            <a:spLocks noChangeArrowheads="1"/>
          </p:cNvSpPr>
          <p:nvPr/>
        </p:nvSpPr>
        <p:spPr bwMode="auto">
          <a:xfrm>
            <a:off x="6673329" y="5677767"/>
            <a:ext cx="2591022" cy="776288"/>
          </a:xfrm>
          <a:prstGeom prst="wedgeRoundRectCallout">
            <a:avLst>
              <a:gd name="adj1" fmla="val -98062"/>
              <a:gd name="adj2" fmla="val -78956"/>
              <a:gd name="adj3" fmla="val 16667"/>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latin typeface="+mn-lt"/>
                <a:ea typeface="楷体" pitchFamily="49" charset="-122"/>
              </a:rPr>
              <a:t>结构类型</a:t>
            </a:r>
            <a:r>
              <a:rPr lang="en-US" altLang="zh-CN" sz="2000" b="1">
                <a:latin typeface="+mn-lt"/>
                <a:ea typeface="楷体" pitchFamily="49" charset="-122"/>
              </a:rPr>
              <a:t>Point</a:t>
            </a:r>
            <a:r>
              <a:rPr lang="zh-CN" altLang="en-US" sz="2000" b="1">
                <a:latin typeface="+mn-lt"/>
                <a:ea typeface="楷体" pitchFamily="49" charset="-122"/>
              </a:rPr>
              <a:t>定义在后</a:t>
            </a:r>
            <a:r>
              <a:rPr lang="zh-CN" altLang="en-US" sz="2000">
                <a:latin typeface="+mn-lt"/>
                <a:ea typeface="楷体" pitchFamily="49" charset="-122"/>
              </a:rPr>
              <a:t> </a:t>
            </a:r>
          </a:p>
        </p:txBody>
      </p:sp>
      <p:sp>
        <p:nvSpPr>
          <p:cNvPr id="16" name="Rectangle 4">
            <a:extLst>
              <a:ext uri="{FF2B5EF4-FFF2-40B4-BE49-F238E27FC236}">
                <a16:creationId xmlns:a16="http://schemas.microsoft.com/office/drawing/2014/main" id="{D3B3859C-28E3-4BEC-9FC9-726235143AA5}"/>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56831"/>
                                        </p:tgtEl>
                                        <p:attrNameLst>
                                          <p:attrName>style.visibility</p:attrName>
                                        </p:attrNameLst>
                                      </p:cBhvr>
                                      <p:to>
                                        <p:strVal val="visible"/>
                                      </p:to>
                                    </p:set>
                                    <p:animEffect transition="in" filter="box(out)">
                                      <p:cBhvr>
                                        <p:cTn id="7" dur="500"/>
                                        <p:tgtEl>
                                          <p:spTgt spid="105683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56771"/>
                                        </p:tgtEl>
                                        <p:attrNameLst>
                                          <p:attrName>style.visibility</p:attrName>
                                        </p:attrNameLst>
                                      </p:cBhvr>
                                      <p:to>
                                        <p:strVal val="visible"/>
                                      </p:to>
                                    </p:set>
                                    <p:animEffect transition="in" filter="box(out)">
                                      <p:cBhvr>
                                        <p:cTn id="12" dur="500"/>
                                        <p:tgtEl>
                                          <p:spTgt spid="105677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056832">
                                            <p:txEl>
                                              <p:pRg st="0" end="0"/>
                                            </p:txEl>
                                          </p:spTgt>
                                        </p:tgtEl>
                                        <p:attrNameLst>
                                          <p:attrName>style.visibility</p:attrName>
                                        </p:attrNameLst>
                                      </p:cBhvr>
                                      <p:to>
                                        <p:strVal val="visible"/>
                                      </p:to>
                                    </p:set>
                                    <p:animEffect transition="in" filter="box(out)">
                                      <p:cBhvr>
                                        <p:cTn id="17" dur="500"/>
                                        <p:tgtEl>
                                          <p:spTgt spid="1056832">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056833"/>
                                        </p:tgtEl>
                                        <p:attrNameLst>
                                          <p:attrName>style.visibility</p:attrName>
                                        </p:attrNameLst>
                                      </p:cBhvr>
                                      <p:to>
                                        <p:strVal val="visible"/>
                                      </p:to>
                                    </p:set>
                                    <p:animEffect transition="in" filter="box(out)">
                                      <p:cBhvr>
                                        <p:cTn id="22" dur="500"/>
                                        <p:tgtEl>
                                          <p:spTgt spid="1056833"/>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056834"/>
                                        </p:tgtEl>
                                        <p:attrNameLst>
                                          <p:attrName>style.visibility</p:attrName>
                                        </p:attrNameLst>
                                      </p:cBhvr>
                                      <p:to>
                                        <p:strVal val="visible"/>
                                      </p:to>
                                    </p:set>
                                    <p:animEffect transition="in" filter="box(out)">
                                      <p:cBhvr>
                                        <p:cTn id="27" dur="500"/>
                                        <p:tgtEl>
                                          <p:spTgt spid="1056834"/>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056839"/>
                                        </p:tgtEl>
                                        <p:attrNameLst>
                                          <p:attrName>style.visibility</p:attrName>
                                        </p:attrNameLst>
                                      </p:cBhvr>
                                      <p:to>
                                        <p:strVal val="visible"/>
                                      </p:to>
                                    </p:set>
                                    <p:animEffect transition="in" filter="box(out)">
                                      <p:cBhvr>
                                        <p:cTn id="32" dur="500"/>
                                        <p:tgtEl>
                                          <p:spTgt spid="1056839"/>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056836"/>
                                        </p:tgtEl>
                                        <p:attrNameLst>
                                          <p:attrName>style.visibility</p:attrName>
                                        </p:attrNameLst>
                                      </p:cBhvr>
                                      <p:to>
                                        <p:strVal val="visible"/>
                                      </p:to>
                                    </p:set>
                                    <p:animEffect transition="in" filter="strips(downRight)">
                                      <p:cBhvr>
                                        <p:cTn id="37" dur="500"/>
                                        <p:tgtEl>
                                          <p:spTgt spid="1056836"/>
                                        </p:tgtEl>
                                      </p:cBhvr>
                                    </p:animEffect>
                                  </p:childTnLst>
                                  <p:subTnLst>
                                    <p:audio>
                                      <p:cMediaNode>
                                        <p:cTn display="0" masterRel="sameClick">
                                          <p:stCondLst>
                                            <p:cond evt="begin" delay="0">
                                              <p:tn val="35"/>
                                            </p:cond>
                                          </p:stCondLst>
                                          <p:endCondLst>
                                            <p:cond evt="onStopAudio" delay="0">
                                              <p:tgtEl>
                                                <p:sldTgt/>
                                              </p:tgtEl>
                                            </p:cond>
                                          </p:endCondLst>
                                        </p:cTn>
                                        <p:tgtEl>
                                          <p:sndTgt r:embed="rId4" name="laser.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056840"/>
                                        </p:tgtEl>
                                        <p:attrNameLst>
                                          <p:attrName>style.visibility</p:attrName>
                                        </p:attrNameLst>
                                      </p:cBhvr>
                                      <p:to>
                                        <p:strVal val="visible"/>
                                      </p:to>
                                    </p:set>
                                    <p:animEffect transition="in" filter="box(out)">
                                      <p:cBhvr>
                                        <p:cTn id="42" dur="500"/>
                                        <p:tgtEl>
                                          <p:spTgt spid="1056840"/>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1056841"/>
                                        </p:tgtEl>
                                        <p:attrNameLst>
                                          <p:attrName>style.visibility</p:attrName>
                                        </p:attrNameLst>
                                      </p:cBhvr>
                                      <p:to>
                                        <p:strVal val="visible"/>
                                      </p:to>
                                    </p:set>
                                    <p:animEffect transition="in" filter="strips(downRight)">
                                      <p:cBhvr>
                                        <p:cTn id="47" dur="500"/>
                                        <p:tgtEl>
                                          <p:spTgt spid="1056841"/>
                                        </p:tgtEl>
                                      </p:cBhvr>
                                    </p:animEffect>
                                  </p:childTnLst>
                                  <p:subTnLst>
                                    <p:audio>
                                      <p:cMediaNode>
                                        <p:cTn display="0" masterRel="sameClick">
                                          <p:stCondLst>
                                            <p:cond evt="begin" delay="0">
                                              <p:tn val="45"/>
                                            </p:cond>
                                          </p:stCondLst>
                                          <p:endCondLst>
                                            <p:cond evt="onStopAudio" delay="0">
                                              <p:tgtEl>
                                                <p:sldTgt/>
                                              </p:tgtEl>
                                            </p:cond>
                                          </p:endCondLst>
                                        </p:cTn>
                                        <p:tgtEl>
                                          <p:sndTgt r:embed="rId4" name="laser.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056842"/>
                                        </p:tgtEl>
                                        <p:attrNameLst>
                                          <p:attrName>style.visibility</p:attrName>
                                        </p:attrNameLst>
                                      </p:cBhvr>
                                      <p:to>
                                        <p:strVal val="visible"/>
                                      </p:to>
                                    </p:set>
                                    <p:animEffect transition="in" filter="box(out)">
                                      <p:cBhvr>
                                        <p:cTn id="52" dur="500"/>
                                        <p:tgtEl>
                                          <p:spTgt spid="1056842"/>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1056843"/>
                                        </p:tgtEl>
                                        <p:attrNameLst>
                                          <p:attrName>style.visibility</p:attrName>
                                        </p:attrNameLst>
                                      </p:cBhvr>
                                      <p:to>
                                        <p:strVal val="visible"/>
                                      </p:to>
                                    </p:set>
                                    <p:animEffect transition="in" filter="strips(downRight)">
                                      <p:cBhvr>
                                        <p:cTn id="57" dur="500"/>
                                        <p:tgtEl>
                                          <p:spTgt spid="1056843"/>
                                        </p:tgtEl>
                                      </p:cBhvr>
                                    </p:animEffect>
                                  </p:childTnLst>
                                  <p:subTnLst>
                                    <p:audio>
                                      <p:cMediaNode>
                                        <p:cTn display="0" masterRel="sameClick">
                                          <p:stCondLst>
                                            <p:cond evt="begin" delay="0">
                                              <p:tn val="55"/>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6839" grpId="0" animBg="1"/>
      <p:bldP spid="1056771" grpId="0" animBg="1"/>
      <p:bldP spid="1056831" grpId="0"/>
      <p:bldP spid="1056833" grpId="0" animBg="1"/>
      <p:bldP spid="1056834" grpId="0"/>
      <p:bldP spid="1056836" grpId="0" animBg="1"/>
      <p:bldP spid="1056840" grpId="0" animBg="1"/>
      <p:bldP spid="1056841" grpId="0" animBg="1"/>
      <p:bldP spid="1056842" grpId="0" animBg="1"/>
      <p:bldP spid="1056843"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8824" name="Rectangle 8"/>
          <p:cNvSpPr>
            <a:spLocks noChangeArrowheads="1"/>
          </p:cNvSpPr>
          <p:nvPr/>
        </p:nvSpPr>
        <p:spPr bwMode="auto">
          <a:xfrm>
            <a:off x="641053" y="875710"/>
            <a:ext cx="4693914"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2</a:t>
            </a:r>
            <a:r>
              <a:rPr lang="zh-CN" altLang="en-US" sz="2800" b="1" dirty="0">
                <a:solidFill>
                  <a:srgbClr val="C00000"/>
                </a:solidFill>
                <a:latin typeface="楷体" panose="02010609060101010101" pitchFamily="49" charset="-122"/>
                <a:ea typeface="楷体" panose="02010609060101010101" pitchFamily="49" charset="-122"/>
              </a:rPr>
              <a:t>、结构体变量的定义和引用</a:t>
            </a:r>
          </a:p>
        </p:txBody>
      </p:sp>
      <p:sp>
        <p:nvSpPr>
          <p:cNvPr id="1058825" name="Text Box 9"/>
          <p:cNvSpPr txBox="1">
            <a:spLocks noChangeArrowheads="1"/>
          </p:cNvSpPr>
          <p:nvPr/>
        </p:nvSpPr>
        <p:spPr bwMode="auto">
          <a:xfrm>
            <a:off x="7752184" y="923924"/>
            <a:ext cx="3384129" cy="2081212"/>
          </a:xfrm>
          <a:prstGeom prst="rect">
            <a:avLst/>
          </a:prstGeom>
          <a:gradFill rotWithShape="1">
            <a:gsLst>
              <a:gs pos="0">
                <a:srgbClr val="CFCFD1"/>
              </a:gs>
              <a:gs pos="95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solidFill>
                  <a:srgbClr val="C00000"/>
                </a:solidFill>
                <a:latin typeface="+mn-lt"/>
                <a:ea typeface="楷体" pitchFamily="49" charset="-122"/>
              </a:rPr>
              <a:t>struct</a:t>
            </a:r>
            <a:r>
              <a:rPr lang="en-US" altLang="zh-CN" sz="2000" b="1" dirty="0">
                <a:latin typeface="+mn-lt"/>
                <a:ea typeface="楷体" pitchFamily="49" charset="-122"/>
              </a:rPr>
              <a:t>  [</a:t>
            </a:r>
            <a:r>
              <a:rPr lang="zh-CN" altLang="en-US" sz="2000" b="1" dirty="0">
                <a:latin typeface="+mn-lt"/>
                <a:ea typeface="楷体" pitchFamily="49" charset="-122"/>
              </a:rPr>
              <a:t>结构体类型名</a:t>
            </a:r>
            <a:r>
              <a:rPr lang="en-US" altLang="zh-CN" sz="2000" b="1" dirty="0">
                <a:latin typeface="+mn-lt"/>
                <a:ea typeface="楷体" pitchFamily="49" charset="-122"/>
              </a:rPr>
              <a:t>]</a:t>
            </a:r>
          </a:p>
          <a:p>
            <a:r>
              <a:rPr lang="en-US" altLang="zh-CN" sz="2000" b="1" dirty="0">
                <a:latin typeface="+mn-lt"/>
                <a:ea typeface="楷体" pitchFamily="49" charset="-122"/>
              </a:rPr>
              <a:t>{</a:t>
            </a:r>
          </a:p>
          <a:p>
            <a:r>
              <a:rPr lang="en-US" altLang="zh-CN" sz="2000" b="1" dirty="0">
                <a:latin typeface="+mn-lt"/>
                <a:ea typeface="楷体" pitchFamily="49" charset="-122"/>
              </a:rPr>
              <a:t>   </a:t>
            </a:r>
            <a:r>
              <a:rPr lang="zh-CN" altLang="en-US" sz="2000" b="1" dirty="0">
                <a:latin typeface="+mn-lt"/>
                <a:ea typeface="楷体" pitchFamily="49" charset="-122"/>
              </a:rPr>
              <a:t>数据类型名</a:t>
            </a:r>
            <a:r>
              <a:rPr lang="en-US" altLang="zh-CN" sz="2000" b="1" dirty="0">
                <a:latin typeface="+mn-lt"/>
                <a:ea typeface="楷体" pitchFamily="49" charset="-122"/>
              </a:rPr>
              <a:t>1    </a:t>
            </a:r>
            <a:r>
              <a:rPr lang="zh-CN" altLang="en-US" sz="2000" b="1" dirty="0">
                <a:latin typeface="+mn-lt"/>
                <a:ea typeface="楷体" pitchFamily="49" charset="-122"/>
              </a:rPr>
              <a:t>成员名</a:t>
            </a:r>
            <a:r>
              <a:rPr lang="en-US" altLang="zh-CN" sz="2000" b="1" dirty="0">
                <a:latin typeface="+mn-lt"/>
                <a:ea typeface="楷体" pitchFamily="49" charset="-122"/>
              </a:rPr>
              <a:t>1</a:t>
            </a:r>
            <a:r>
              <a:rPr lang="zh-CN" altLang="en-US" sz="2000" b="1" dirty="0">
                <a:latin typeface="+mn-lt"/>
                <a:ea typeface="楷体" pitchFamily="49" charset="-122"/>
              </a:rPr>
              <a:t>；</a:t>
            </a:r>
          </a:p>
          <a:p>
            <a:r>
              <a:rPr lang="zh-CN" altLang="en-US" sz="2000" b="1" dirty="0">
                <a:latin typeface="+mn-lt"/>
                <a:ea typeface="楷体" pitchFamily="49" charset="-122"/>
              </a:rPr>
              <a:t>   </a:t>
            </a:r>
            <a:r>
              <a:rPr lang="en-US" altLang="zh-CN" sz="2000" b="1" dirty="0">
                <a:latin typeface="+mn-lt"/>
                <a:ea typeface="楷体" pitchFamily="49" charset="-122"/>
              </a:rPr>
              <a:t>… …</a:t>
            </a:r>
          </a:p>
          <a:p>
            <a:r>
              <a:rPr lang="en-US" altLang="zh-CN" sz="2000" b="1" dirty="0">
                <a:latin typeface="+mn-lt"/>
                <a:ea typeface="楷体" pitchFamily="49" charset="-122"/>
              </a:rPr>
              <a:t>   </a:t>
            </a:r>
            <a:r>
              <a:rPr lang="zh-CN" altLang="en-US" sz="2000" b="1" dirty="0">
                <a:latin typeface="+mn-lt"/>
                <a:ea typeface="楷体" pitchFamily="49" charset="-122"/>
              </a:rPr>
              <a:t>数据类型名</a:t>
            </a:r>
            <a:r>
              <a:rPr lang="en-US" altLang="zh-CN" sz="2000" b="1" dirty="0">
                <a:latin typeface="+mn-lt"/>
                <a:ea typeface="楷体" pitchFamily="49" charset="-122"/>
              </a:rPr>
              <a:t>n    </a:t>
            </a:r>
            <a:r>
              <a:rPr lang="zh-CN" altLang="en-US" sz="2000" b="1" dirty="0">
                <a:latin typeface="+mn-lt"/>
                <a:ea typeface="楷体" pitchFamily="49" charset="-122"/>
              </a:rPr>
              <a:t>成员名</a:t>
            </a:r>
            <a:r>
              <a:rPr lang="en-US" altLang="zh-CN" sz="2000" b="1" dirty="0">
                <a:latin typeface="+mn-lt"/>
                <a:ea typeface="楷体" pitchFamily="49" charset="-122"/>
              </a:rPr>
              <a:t>n</a:t>
            </a:r>
            <a:r>
              <a:rPr lang="zh-CN" altLang="en-US" sz="2000" b="1" dirty="0">
                <a:latin typeface="+mn-lt"/>
                <a:ea typeface="楷体" pitchFamily="49" charset="-122"/>
              </a:rPr>
              <a:t>；</a:t>
            </a:r>
          </a:p>
          <a:p>
            <a:r>
              <a:rPr lang="en-US" altLang="zh-CN" sz="2000" b="1" dirty="0">
                <a:latin typeface="+mn-lt"/>
                <a:ea typeface="楷体" pitchFamily="49" charset="-122"/>
              </a:rPr>
              <a:t>} </a:t>
            </a:r>
            <a:r>
              <a:rPr lang="zh-CN" altLang="en-US" sz="2000" b="1" dirty="0">
                <a:solidFill>
                  <a:srgbClr val="CC0000"/>
                </a:solidFill>
                <a:latin typeface="+mn-lt"/>
                <a:ea typeface="楷体" pitchFamily="49" charset="-122"/>
              </a:rPr>
              <a:t>变量名列表</a:t>
            </a:r>
            <a:r>
              <a:rPr lang="zh-CN" altLang="en-US" sz="2000" b="1" dirty="0">
                <a:latin typeface="+mn-lt"/>
                <a:ea typeface="楷体" pitchFamily="49" charset="-122"/>
              </a:rPr>
              <a:t>；</a:t>
            </a:r>
          </a:p>
        </p:txBody>
      </p:sp>
      <p:sp>
        <p:nvSpPr>
          <p:cNvPr id="1058826" name="Rectangle 10"/>
          <p:cNvSpPr>
            <a:spLocks noChangeArrowheads="1"/>
          </p:cNvSpPr>
          <p:nvPr/>
        </p:nvSpPr>
        <p:spPr bwMode="auto">
          <a:xfrm>
            <a:off x="1298106" y="1599183"/>
            <a:ext cx="3060453"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结构体变量的定义</a:t>
            </a:r>
          </a:p>
        </p:txBody>
      </p:sp>
      <p:sp>
        <p:nvSpPr>
          <p:cNvPr id="1058827" name="Rectangle 11"/>
          <p:cNvSpPr>
            <a:spLocks noChangeArrowheads="1"/>
          </p:cNvSpPr>
          <p:nvPr/>
        </p:nvSpPr>
        <p:spPr bwMode="auto">
          <a:xfrm>
            <a:off x="1298106" y="2391620"/>
            <a:ext cx="7566025" cy="400110"/>
          </a:xfrm>
          <a:prstGeom prst="rect">
            <a:avLst/>
          </a:prstGeom>
          <a:noFill/>
          <a:ln w="9525">
            <a:noFill/>
            <a:miter lim="800000"/>
            <a:headEnd/>
            <a:tailEnd/>
          </a:ln>
          <a:effectLst/>
        </p:spPr>
        <p:txBody>
          <a:bodyPr>
            <a:spAutoFit/>
          </a:bodyPr>
          <a:lstStyle/>
          <a:p>
            <a:pPr>
              <a:buFont typeface="Wingdings" pitchFamily="2" charset="2"/>
              <a:buChar char="l"/>
            </a:pPr>
            <a:r>
              <a:rPr lang="en-US" altLang="zh-CN" sz="2000" b="1" dirty="0">
                <a:solidFill>
                  <a:srgbClr val="C00000"/>
                </a:solidFill>
                <a:latin typeface="楷体" panose="02010609060101010101" pitchFamily="49" charset="-122"/>
                <a:ea typeface="楷体" panose="02010609060101010101" pitchFamily="49" charset="-122"/>
              </a:rPr>
              <a:t> </a:t>
            </a:r>
            <a:r>
              <a:rPr lang="zh-CN" altLang="en-US" sz="2000" b="1" dirty="0">
                <a:solidFill>
                  <a:srgbClr val="C00000"/>
                </a:solidFill>
                <a:latin typeface="楷体" panose="02010609060101010101" pitchFamily="49" charset="-122"/>
                <a:ea typeface="楷体" panose="02010609060101010101" pitchFamily="49" charset="-122"/>
              </a:rPr>
              <a:t>直接定义法：</a:t>
            </a:r>
            <a:r>
              <a:rPr lang="zh-CN" altLang="en-US" sz="2000" b="1" dirty="0">
                <a:latin typeface="楷体" panose="02010609060101010101" pitchFamily="49" charset="-122"/>
                <a:ea typeface="楷体" panose="02010609060101010101" pitchFamily="49" charset="-122"/>
              </a:rPr>
              <a:t>定义结构体类型的同时定义结构体变量</a:t>
            </a:r>
            <a:r>
              <a:rPr lang="zh-CN" altLang="en-US" sz="2000" dirty="0">
                <a:latin typeface="楷体" panose="02010609060101010101" pitchFamily="49" charset="-122"/>
                <a:ea typeface="楷体" panose="02010609060101010101" pitchFamily="49" charset="-122"/>
              </a:rPr>
              <a:t> </a:t>
            </a:r>
          </a:p>
        </p:txBody>
      </p:sp>
      <p:sp>
        <p:nvSpPr>
          <p:cNvPr id="1058879" name="Rectangle 63" descr="信纸"/>
          <p:cNvSpPr>
            <a:spLocks noChangeArrowheads="1"/>
          </p:cNvSpPr>
          <p:nvPr/>
        </p:nvSpPr>
        <p:spPr bwMode="auto">
          <a:xfrm>
            <a:off x="1343472" y="3577777"/>
            <a:ext cx="4240470" cy="2862322"/>
          </a:xfrm>
          <a:prstGeom prst="rect">
            <a:avLst/>
          </a:prstGeom>
          <a:gradFill>
            <a:gsLst>
              <a:gs pos="0">
                <a:srgbClr val="CFCFD1"/>
              </a:gs>
              <a:gs pos="100000">
                <a:schemeClr val="bg1"/>
              </a:gs>
            </a:gsLst>
            <a:lin ang="5400000" scaled="1"/>
          </a:gradFill>
          <a:ln w="3810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00000"/>
                </a:solidFill>
                <a:ea typeface="楷体_GB2312" pitchFamily="49" charset="-122"/>
              </a:rPr>
              <a:t>struct</a:t>
            </a:r>
            <a:r>
              <a:rPr lang="en-US" altLang="zh-CN" sz="2000" b="1" dirty="0">
                <a:solidFill>
                  <a:srgbClr val="C00000"/>
                </a:solidFill>
                <a:ea typeface="楷体_GB2312" pitchFamily="49" charset="-122"/>
              </a:rPr>
              <a:t>  </a:t>
            </a:r>
            <a:r>
              <a:rPr lang="en-US" altLang="zh-CN" sz="2000" b="1" dirty="0" err="1">
                <a:solidFill>
                  <a:srgbClr val="C00000"/>
                </a:solidFill>
                <a:ea typeface="楷体_GB2312" pitchFamily="49" charset="-122"/>
              </a:rPr>
              <a:t>Student_Info</a:t>
            </a:r>
            <a:endParaRPr lang="en-US" altLang="zh-CN" sz="2000" b="1" dirty="0">
              <a:solidFill>
                <a:srgbClr val="C00000"/>
              </a:solidFill>
              <a:ea typeface="楷体_GB2312" pitchFamily="49" charset="-122"/>
            </a:endParaRPr>
          </a:p>
          <a:p>
            <a:r>
              <a:rPr lang="en-US" altLang="zh-CN" sz="2000" b="1" dirty="0">
                <a:ea typeface="楷体_GB2312" pitchFamily="49" charset="-122"/>
              </a:rPr>
              <a:t>{</a:t>
            </a:r>
          </a:p>
          <a:p>
            <a:r>
              <a:rPr lang="en-US" altLang="zh-CN" sz="2000" b="1" dirty="0">
                <a:ea typeface="楷体_GB2312" pitchFamily="49" charset="-122"/>
              </a:rPr>
              <a:t>  char        no[9];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学号</a:t>
            </a:r>
          </a:p>
          <a:p>
            <a:r>
              <a:rPr lang="zh-CN" altLang="en-US" sz="2000" b="1" dirty="0">
                <a:ea typeface="楷体_GB2312" pitchFamily="49" charset="-122"/>
              </a:rPr>
              <a:t>  </a:t>
            </a:r>
            <a:r>
              <a:rPr lang="en-US" altLang="zh-CN" sz="2000" b="1" dirty="0">
                <a:ea typeface="楷体_GB2312" pitchFamily="49" charset="-122"/>
              </a:rPr>
              <a:t>char        name[20];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姓名</a:t>
            </a:r>
          </a:p>
          <a:p>
            <a:r>
              <a:rPr lang="zh-CN" altLang="en-US" sz="2000" b="1" dirty="0">
                <a:ea typeface="楷体_GB2312" pitchFamily="49" charset="-122"/>
              </a:rPr>
              <a:t>  </a:t>
            </a:r>
            <a:r>
              <a:rPr lang="en-US" altLang="zh-CN" sz="2000" b="1" dirty="0">
                <a:ea typeface="楷体_GB2312" pitchFamily="49" charset="-122"/>
              </a:rPr>
              <a:t>char        sex;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性别</a:t>
            </a:r>
          </a:p>
          <a:p>
            <a:r>
              <a:rPr lang="zh-CN" altLang="en-US" sz="2000" b="1" dirty="0">
                <a:ea typeface="楷体_GB2312" pitchFamily="49" charset="-122"/>
              </a:rPr>
              <a:t>  </a:t>
            </a:r>
            <a:r>
              <a:rPr lang="en-US" altLang="zh-CN" sz="2000" b="1" dirty="0">
                <a:ea typeface="楷体_GB2312" pitchFamily="49" charset="-122"/>
              </a:rPr>
              <a:t>unsigned </a:t>
            </a:r>
            <a:r>
              <a:rPr lang="en-US" altLang="zh-CN" sz="2000" b="1" dirty="0" err="1">
                <a:ea typeface="楷体_GB2312" pitchFamily="49" charset="-122"/>
              </a:rPr>
              <a:t>int</a:t>
            </a:r>
            <a:r>
              <a:rPr lang="en-US" altLang="zh-CN" sz="2000" b="1" dirty="0">
                <a:ea typeface="楷体_GB2312" pitchFamily="49" charset="-122"/>
              </a:rPr>
              <a:t>  age;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年龄</a:t>
            </a:r>
          </a:p>
          <a:p>
            <a:r>
              <a:rPr lang="zh-CN" altLang="en-US" sz="2000" b="1" dirty="0">
                <a:ea typeface="楷体_GB2312" pitchFamily="49" charset="-122"/>
              </a:rPr>
              <a:t>  </a:t>
            </a:r>
            <a:r>
              <a:rPr lang="en-US" altLang="zh-CN" sz="2000" b="1" dirty="0">
                <a:ea typeface="楷体_GB2312" pitchFamily="49" charset="-122"/>
              </a:rPr>
              <a:t>unsigned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classno</a:t>
            </a:r>
            <a:r>
              <a:rPr lang="en-US" altLang="zh-CN" sz="2000" b="1" dirty="0">
                <a:ea typeface="楷体_GB2312" pitchFamily="49" charset="-122"/>
              </a:rPr>
              <a:t>;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班级</a:t>
            </a:r>
          </a:p>
          <a:p>
            <a:r>
              <a:rPr lang="zh-CN" altLang="en-US" sz="2000" b="1" dirty="0">
                <a:ea typeface="楷体_GB2312" pitchFamily="49" charset="-122"/>
              </a:rPr>
              <a:t>  </a:t>
            </a:r>
            <a:r>
              <a:rPr lang="en-US" altLang="zh-CN" sz="2000" b="1" dirty="0">
                <a:ea typeface="楷体_GB2312" pitchFamily="49" charset="-122"/>
              </a:rPr>
              <a:t>float        grade;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成绩</a:t>
            </a:r>
          </a:p>
          <a:p>
            <a:r>
              <a:rPr lang="en-US" altLang="zh-CN" sz="2000" b="1" dirty="0">
                <a:ea typeface="楷体_GB2312" pitchFamily="49" charset="-122"/>
              </a:rPr>
              <a:t>} </a:t>
            </a:r>
            <a:r>
              <a:rPr lang="en-US" altLang="zh-CN" sz="2000" b="1" dirty="0">
                <a:solidFill>
                  <a:srgbClr val="CC0000"/>
                </a:solidFill>
                <a:ea typeface="楷体_GB2312" pitchFamily="49" charset="-122"/>
              </a:rPr>
              <a:t>student1, student2</a:t>
            </a:r>
            <a:r>
              <a:rPr lang="en-US" altLang="zh-CN" sz="2000" b="1" dirty="0">
                <a:ea typeface="楷体_GB2312" pitchFamily="49" charset="-122"/>
              </a:rPr>
              <a:t>;</a:t>
            </a:r>
          </a:p>
        </p:txBody>
      </p:sp>
      <p:sp>
        <p:nvSpPr>
          <p:cNvPr id="1058880" name="Rectangle 64" descr="信纸"/>
          <p:cNvSpPr>
            <a:spLocks noChangeArrowheads="1"/>
          </p:cNvSpPr>
          <p:nvPr/>
        </p:nvSpPr>
        <p:spPr bwMode="auto">
          <a:xfrm>
            <a:off x="6578856" y="3573016"/>
            <a:ext cx="4240800" cy="2873375"/>
          </a:xfrm>
          <a:prstGeom prst="rect">
            <a:avLst/>
          </a:prstGeom>
          <a:gradFill>
            <a:gsLst>
              <a:gs pos="0">
                <a:srgbClr val="CFCFD1"/>
              </a:gs>
              <a:gs pos="100000">
                <a:schemeClr val="bg1"/>
              </a:gs>
            </a:gsLst>
            <a:lin ang="5400000" scaled="1"/>
          </a:gradFill>
          <a:ln w="3810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00000"/>
                </a:solidFill>
                <a:ea typeface="楷体_GB2312" pitchFamily="49" charset="-122"/>
              </a:rPr>
              <a:t>struct</a:t>
            </a:r>
            <a:endParaRPr lang="en-US" altLang="zh-CN" sz="2000" b="1" dirty="0">
              <a:solidFill>
                <a:srgbClr val="C00000"/>
              </a:solidFill>
              <a:ea typeface="楷体_GB2312" pitchFamily="49" charset="-122"/>
            </a:endParaRPr>
          </a:p>
          <a:p>
            <a:r>
              <a:rPr lang="en-US" altLang="zh-CN" sz="2000" b="1" dirty="0">
                <a:ea typeface="楷体_GB2312" pitchFamily="49" charset="-122"/>
              </a:rPr>
              <a:t>{</a:t>
            </a:r>
          </a:p>
          <a:p>
            <a:r>
              <a:rPr lang="en-US" altLang="zh-CN" sz="2000" b="1" dirty="0">
                <a:ea typeface="楷体_GB2312" pitchFamily="49" charset="-122"/>
              </a:rPr>
              <a:t>  char        no[9];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学号</a:t>
            </a:r>
          </a:p>
          <a:p>
            <a:r>
              <a:rPr lang="zh-CN" altLang="en-US" sz="2000" b="1" dirty="0">
                <a:ea typeface="楷体_GB2312" pitchFamily="49" charset="-122"/>
              </a:rPr>
              <a:t>  </a:t>
            </a:r>
            <a:r>
              <a:rPr lang="en-US" altLang="zh-CN" sz="2000" b="1" dirty="0">
                <a:ea typeface="楷体_GB2312" pitchFamily="49" charset="-122"/>
              </a:rPr>
              <a:t>char        name[20];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姓名</a:t>
            </a:r>
          </a:p>
          <a:p>
            <a:r>
              <a:rPr lang="zh-CN" altLang="en-US" sz="2000" b="1" dirty="0">
                <a:ea typeface="楷体_GB2312" pitchFamily="49" charset="-122"/>
              </a:rPr>
              <a:t>  </a:t>
            </a:r>
            <a:r>
              <a:rPr lang="en-US" altLang="zh-CN" sz="2000" b="1" dirty="0">
                <a:ea typeface="楷体_GB2312" pitchFamily="49" charset="-122"/>
              </a:rPr>
              <a:t>char        sex;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性别</a:t>
            </a:r>
          </a:p>
          <a:p>
            <a:r>
              <a:rPr lang="zh-CN" altLang="en-US" sz="2000" b="1" dirty="0">
                <a:ea typeface="楷体_GB2312" pitchFamily="49" charset="-122"/>
              </a:rPr>
              <a:t>  </a:t>
            </a:r>
            <a:r>
              <a:rPr lang="en-US" altLang="zh-CN" sz="2000" b="1" dirty="0">
                <a:ea typeface="楷体_GB2312" pitchFamily="49" charset="-122"/>
              </a:rPr>
              <a:t>unsigned </a:t>
            </a:r>
            <a:r>
              <a:rPr lang="en-US" altLang="zh-CN" sz="2000" b="1" dirty="0" err="1">
                <a:ea typeface="楷体_GB2312" pitchFamily="49" charset="-122"/>
              </a:rPr>
              <a:t>int</a:t>
            </a:r>
            <a:r>
              <a:rPr lang="en-US" altLang="zh-CN" sz="2000" b="1" dirty="0">
                <a:ea typeface="楷体_GB2312" pitchFamily="49" charset="-122"/>
              </a:rPr>
              <a:t>  age;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年龄</a:t>
            </a:r>
          </a:p>
          <a:p>
            <a:r>
              <a:rPr lang="zh-CN" altLang="en-US" sz="2000" b="1" dirty="0">
                <a:ea typeface="楷体_GB2312" pitchFamily="49" charset="-122"/>
              </a:rPr>
              <a:t>  </a:t>
            </a:r>
            <a:r>
              <a:rPr lang="en-US" altLang="zh-CN" sz="2000" b="1" dirty="0">
                <a:ea typeface="楷体_GB2312" pitchFamily="49" charset="-122"/>
              </a:rPr>
              <a:t>unsigned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classno</a:t>
            </a:r>
            <a:r>
              <a:rPr lang="en-US" altLang="zh-CN" sz="2000" b="1" dirty="0">
                <a:ea typeface="楷体_GB2312" pitchFamily="49" charset="-122"/>
              </a:rPr>
              <a:t>;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班级</a:t>
            </a:r>
          </a:p>
          <a:p>
            <a:r>
              <a:rPr lang="zh-CN" altLang="en-US" sz="2000" b="1" dirty="0">
                <a:ea typeface="楷体_GB2312" pitchFamily="49" charset="-122"/>
              </a:rPr>
              <a:t>  </a:t>
            </a:r>
            <a:r>
              <a:rPr lang="en-US" altLang="zh-CN" sz="2000" b="1" dirty="0">
                <a:ea typeface="楷体_GB2312" pitchFamily="49" charset="-122"/>
              </a:rPr>
              <a:t>float        grade;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成绩</a:t>
            </a:r>
          </a:p>
          <a:p>
            <a:r>
              <a:rPr lang="en-US" altLang="zh-CN" sz="2000" b="1" dirty="0">
                <a:ea typeface="楷体_GB2312" pitchFamily="49" charset="-122"/>
              </a:rPr>
              <a:t>} </a:t>
            </a:r>
            <a:r>
              <a:rPr lang="en-US" altLang="zh-CN" sz="2000" b="1" dirty="0">
                <a:solidFill>
                  <a:srgbClr val="CC0000"/>
                </a:solidFill>
                <a:ea typeface="楷体_GB2312" pitchFamily="49" charset="-122"/>
              </a:rPr>
              <a:t>student1, student2</a:t>
            </a:r>
            <a:r>
              <a:rPr lang="en-US" altLang="zh-CN" sz="2000" b="1" dirty="0">
                <a:ea typeface="楷体_GB2312" pitchFamily="49" charset="-122"/>
              </a:rPr>
              <a:t>;</a:t>
            </a:r>
          </a:p>
        </p:txBody>
      </p:sp>
      <p:sp>
        <p:nvSpPr>
          <p:cNvPr id="1058881" name="Text Box 65"/>
          <p:cNvSpPr txBox="1">
            <a:spLocks noChangeArrowheads="1"/>
          </p:cNvSpPr>
          <p:nvPr/>
        </p:nvSpPr>
        <p:spPr bwMode="auto">
          <a:xfrm>
            <a:off x="5848345" y="4674740"/>
            <a:ext cx="504825" cy="457200"/>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0000"/>
                </a:solidFill>
                <a:latin typeface="楷体" pitchFamily="49" charset="-122"/>
                <a:ea typeface="楷体" pitchFamily="49" charset="-122"/>
              </a:rPr>
              <a:t>或</a:t>
            </a:r>
          </a:p>
        </p:txBody>
      </p:sp>
      <p:sp>
        <p:nvSpPr>
          <p:cNvPr id="1058882" name="AutoShape 66"/>
          <p:cNvSpPr>
            <a:spLocks noChangeArrowheads="1"/>
          </p:cNvSpPr>
          <p:nvPr/>
        </p:nvSpPr>
        <p:spPr bwMode="auto">
          <a:xfrm>
            <a:off x="9595693" y="3257049"/>
            <a:ext cx="2447925" cy="792163"/>
          </a:xfrm>
          <a:prstGeom prst="wedgeRoundRectCallout">
            <a:avLst>
              <a:gd name="adj1" fmla="val -78343"/>
              <a:gd name="adj2" fmla="val 44542"/>
              <a:gd name="adj3" fmla="val 16667"/>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solidFill>
                  <a:srgbClr val="C00000"/>
                </a:solidFill>
                <a:latin typeface="+mn-lt"/>
                <a:ea typeface="楷体" pitchFamily="49" charset="-122"/>
              </a:rPr>
              <a:t>无名结构体定义，变量只能一次 </a:t>
            </a:r>
          </a:p>
        </p:txBody>
      </p:sp>
      <p:sp>
        <p:nvSpPr>
          <p:cNvPr id="13" name="Rectangle 4">
            <a:extLst>
              <a:ext uri="{FF2B5EF4-FFF2-40B4-BE49-F238E27FC236}">
                <a16:creationId xmlns:a16="http://schemas.microsoft.com/office/drawing/2014/main" id="{24EDE603-8721-409E-AAE1-65AD4B1D59C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8826"/>
                                        </p:tgtEl>
                                        <p:attrNameLst>
                                          <p:attrName>style.visibility</p:attrName>
                                        </p:attrNameLst>
                                      </p:cBhvr>
                                      <p:to>
                                        <p:strVal val="visible"/>
                                      </p:to>
                                    </p:set>
                                    <p:anim calcmode="lin" valueType="num">
                                      <p:cBhvr additive="base">
                                        <p:cTn id="7" dur="500" fill="hold"/>
                                        <p:tgtEl>
                                          <p:spTgt spid="1058826"/>
                                        </p:tgtEl>
                                        <p:attrNameLst>
                                          <p:attrName>ppt_x</p:attrName>
                                        </p:attrNameLst>
                                      </p:cBhvr>
                                      <p:tavLst>
                                        <p:tav tm="0">
                                          <p:val>
                                            <p:strVal val="0-#ppt_w/2"/>
                                          </p:val>
                                        </p:tav>
                                        <p:tav tm="100000">
                                          <p:val>
                                            <p:strVal val="#ppt_x"/>
                                          </p:val>
                                        </p:tav>
                                      </p:tavLst>
                                    </p:anim>
                                    <p:anim calcmode="lin" valueType="num">
                                      <p:cBhvr additive="base">
                                        <p:cTn id="8" dur="500" fill="hold"/>
                                        <p:tgtEl>
                                          <p:spTgt spid="105882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8827"/>
                                        </p:tgtEl>
                                        <p:attrNameLst>
                                          <p:attrName>style.visibility</p:attrName>
                                        </p:attrNameLst>
                                      </p:cBhvr>
                                      <p:to>
                                        <p:strVal val="visible"/>
                                      </p:to>
                                    </p:set>
                                    <p:anim calcmode="lin" valueType="num">
                                      <p:cBhvr additive="base">
                                        <p:cTn id="13" dur="500" fill="hold"/>
                                        <p:tgtEl>
                                          <p:spTgt spid="1058827"/>
                                        </p:tgtEl>
                                        <p:attrNameLst>
                                          <p:attrName>ppt_x</p:attrName>
                                        </p:attrNameLst>
                                      </p:cBhvr>
                                      <p:tavLst>
                                        <p:tav tm="0">
                                          <p:val>
                                            <p:strVal val="0-#ppt_w/2"/>
                                          </p:val>
                                        </p:tav>
                                        <p:tav tm="100000">
                                          <p:val>
                                            <p:strVal val="#ppt_x"/>
                                          </p:val>
                                        </p:tav>
                                      </p:tavLst>
                                    </p:anim>
                                    <p:anim calcmode="lin" valueType="num">
                                      <p:cBhvr additive="base">
                                        <p:cTn id="14" dur="500" fill="hold"/>
                                        <p:tgtEl>
                                          <p:spTgt spid="105882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58825"/>
                                        </p:tgtEl>
                                        <p:attrNameLst>
                                          <p:attrName>style.visibility</p:attrName>
                                        </p:attrNameLst>
                                      </p:cBhvr>
                                      <p:to>
                                        <p:strVal val="visible"/>
                                      </p:to>
                                    </p:set>
                                    <p:animEffect transition="in" filter="box(out)">
                                      <p:cBhvr>
                                        <p:cTn id="19" dur="500"/>
                                        <p:tgtEl>
                                          <p:spTgt spid="1058825"/>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58879"/>
                                        </p:tgtEl>
                                        <p:attrNameLst>
                                          <p:attrName>style.visibility</p:attrName>
                                        </p:attrNameLst>
                                      </p:cBhvr>
                                      <p:to>
                                        <p:strVal val="visible"/>
                                      </p:to>
                                    </p:set>
                                    <p:animEffect transition="in" filter="box(out)">
                                      <p:cBhvr>
                                        <p:cTn id="24" dur="500"/>
                                        <p:tgtEl>
                                          <p:spTgt spid="1058879"/>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1058881"/>
                                        </p:tgtEl>
                                        <p:attrNameLst>
                                          <p:attrName>style.visibility</p:attrName>
                                        </p:attrNameLst>
                                      </p:cBhvr>
                                      <p:to>
                                        <p:strVal val="visible"/>
                                      </p:to>
                                    </p:set>
                                    <p:animEffect transition="in" filter="box(in)">
                                      <p:cBhvr>
                                        <p:cTn id="29" dur="500"/>
                                        <p:tgtEl>
                                          <p:spTgt spid="1058881"/>
                                        </p:tgtEl>
                                      </p:cBhvr>
                                    </p:animEffect>
                                  </p:childTnLst>
                                </p:cTn>
                              </p:par>
                            </p:childTnLst>
                          </p:cTn>
                        </p:par>
                        <p:par>
                          <p:cTn id="30" fill="hold">
                            <p:stCondLst>
                              <p:cond delay="500"/>
                            </p:stCondLst>
                            <p:childTnLst>
                              <p:par>
                                <p:cTn id="31" presetID="4" presetClass="entr" presetSubtype="32" fill="hold" grpId="0" nodeType="afterEffect">
                                  <p:stCondLst>
                                    <p:cond delay="0"/>
                                  </p:stCondLst>
                                  <p:childTnLst>
                                    <p:set>
                                      <p:cBhvr>
                                        <p:cTn id="32" dur="1" fill="hold">
                                          <p:stCondLst>
                                            <p:cond delay="0"/>
                                          </p:stCondLst>
                                        </p:cTn>
                                        <p:tgtEl>
                                          <p:spTgt spid="1058880"/>
                                        </p:tgtEl>
                                        <p:attrNameLst>
                                          <p:attrName>style.visibility</p:attrName>
                                        </p:attrNameLst>
                                      </p:cBhvr>
                                      <p:to>
                                        <p:strVal val="visible"/>
                                      </p:to>
                                    </p:set>
                                    <p:animEffect transition="in" filter="box(out)">
                                      <p:cBhvr>
                                        <p:cTn id="33" dur="500"/>
                                        <p:tgtEl>
                                          <p:spTgt spid="1058880"/>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3" fill="hold" grpId="0" nodeType="clickEffect">
                                  <p:stCondLst>
                                    <p:cond delay="0"/>
                                  </p:stCondLst>
                                  <p:childTnLst>
                                    <p:set>
                                      <p:cBhvr>
                                        <p:cTn id="37" dur="1" fill="hold">
                                          <p:stCondLst>
                                            <p:cond delay="0"/>
                                          </p:stCondLst>
                                        </p:cTn>
                                        <p:tgtEl>
                                          <p:spTgt spid="1058882"/>
                                        </p:tgtEl>
                                        <p:attrNameLst>
                                          <p:attrName>style.visibility</p:attrName>
                                        </p:attrNameLst>
                                      </p:cBhvr>
                                      <p:to>
                                        <p:strVal val="visible"/>
                                      </p:to>
                                    </p:set>
                                    <p:animEffect transition="in" filter="strips(upRight)">
                                      <p:cBhvr>
                                        <p:cTn id="38" dur="500"/>
                                        <p:tgtEl>
                                          <p:spTgt spid="1058882"/>
                                        </p:tgtEl>
                                      </p:cBhvr>
                                    </p:animEffect>
                                  </p:childTnLst>
                                  <p:subTnLst>
                                    <p:audio>
                                      <p:cMediaNode>
                                        <p:cTn display="0" masterRel="sameClick">
                                          <p:stCondLst>
                                            <p:cond evt="begin" delay="0">
                                              <p:tn val="36"/>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8825" grpId="0" animBg="1"/>
      <p:bldP spid="1058826" grpId="0"/>
      <p:bldP spid="1058827" grpId="0"/>
      <p:bldP spid="1058879" grpId="0" animBg="1"/>
      <p:bldP spid="1058880" grpId="0" animBg="1"/>
      <p:bldP spid="1058881" grpId="0"/>
      <p:bldP spid="1058882"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0914" name="Rectangle 50"/>
          <p:cNvSpPr>
            <a:spLocks noChangeArrowheads="1"/>
          </p:cNvSpPr>
          <p:nvPr/>
        </p:nvSpPr>
        <p:spPr bwMode="auto">
          <a:xfrm>
            <a:off x="1230429" y="4407495"/>
            <a:ext cx="8862243" cy="461665"/>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楷体" panose="02010609060101010101" pitchFamily="49" charset="-122"/>
                <a:ea typeface="楷体" panose="02010609060101010101" pitchFamily="49" charset="-122"/>
              </a:rPr>
              <a:t>(4)</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结构体类型及变量的作用域和生存期与基本类型变量相同。</a:t>
            </a:r>
            <a:r>
              <a:rPr lang="zh-CN" altLang="en-US" dirty="0">
                <a:latin typeface="楷体" panose="02010609060101010101" pitchFamily="49" charset="-122"/>
                <a:ea typeface="楷体" panose="02010609060101010101" pitchFamily="49" charset="-122"/>
              </a:rPr>
              <a:t> </a:t>
            </a:r>
          </a:p>
        </p:txBody>
      </p:sp>
      <p:sp>
        <p:nvSpPr>
          <p:cNvPr id="1060912" name="Rectangle 48"/>
          <p:cNvSpPr>
            <a:spLocks noChangeArrowheads="1"/>
          </p:cNvSpPr>
          <p:nvPr/>
        </p:nvSpPr>
        <p:spPr bwMode="auto">
          <a:xfrm>
            <a:off x="617526" y="3391811"/>
            <a:ext cx="10873208"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楷体" panose="02010609060101010101" pitchFamily="49" charset="-122"/>
                <a:ea typeface="楷体" panose="02010609060101010101" pitchFamily="49" charset="-122"/>
              </a:rPr>
              <a:t>    (3)</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结构类型中的成员名，可以与程序中的变量同名，它们代表不同的对象，互不干扰。</a:t>
            </a:r>
            <a:r>
              <a:rPr lang="zh-CN" altLang="en-US" dirty="0">
                <a:latin typeface="楷体" panose="02010609060101010101" pitchFamily="49" charset="-122"/>
                <a:ea typeface="楷体" panose="02010609060101010101" pitchFamily="49" charset="-122"/>
              </a:rPr>
              <a:t> </a:t>
            </a:r>
          </a:p>
        </p:txBody>
      </p:sp>
      <p:sp>
        <p:nvSpPr>
          <p:cNvPr id="1060869" name="Rectangle 5"/>
          <p:cNvSpPr>
            <a:spLocks noChangeArrowheads="1"/>
          </p:cNvSpPr>
          <p:nvPr/>
        </p:nvSpPr>
        <p:spPr bwMode="auto">
          <a:xfrm>
            <a:off x="911424" y="867527"/>
            <a:ext cx="1731564" cy="461665"/>
          </a:xfrm>
          <a:prstGeom prst="rect">
            <a:avLst/>
          </a:prstGeom>
          <a:noFill/>
          <a:ln w="9525">
            <a:noFill/>
            <a:miter lim="800000"/>
            <a:headEnd/>
            <a:tailEnd/>
          </a:ln>
          <a:effectLst/>
        </p:spPr>
        <p:txBody>
          <a:bodyPr wrap="none" anchor="ctr">
            <a:spAutoFit/>
          </a:bodyPr>
          <a:lstStyle/>
          <a:p>
            <a:r>
              <a:rPr lang="zh-CN" altLang="en-US" b="1" u="sng" dirty="0">
                <a:solidFill>
                  <a:srgbClr val="C00000"/>
                </a:solidFill>
                <a:latin typeface="楷体" panose="02010609060101010101" pitchFamily="49" charset="-122"/>
                <a:ea typeface="楷体" panose="02010609060101010101" pitchFamily="49" charset="-122"/>
              </a:rPr>
              <a:t>几点说明：</a:t>
            </a:r>
          </a:p>
        </p:txBody>
      </p:sp>
      <p:sp>
        <p:nvSpPr>
          <p:cNvPr id="1060877" name="Rectangle 13"/>
          <p:cNvSpPr>
            <a:spLocks noChangeArrowheads="1"/>
          </p:cNvSpPr>
          <p:nvPr/>
        </p:nvSpPr>
        <p:spPr bwMode="auto">
          <a:xfrm>
            <a:off x="1245258" y="1341784"/>
            <a:ext cx="10416255" cy="1200329"/>
          </a:xfrm>
          <a:prstGeom prst="rect">
            <a:avLst/>
          </a:prstGeom>
          <a:noFill/>
          <a:ln w="9525">
            <a:noFill/>
            <a:miter lim="800000"/>
            <a:headEnd/>
            <a:tailEnd/>
          </a:ln>
          <a:effectLst/>
        </p:spPr>
        <p:txBody>
          <a:bodyPr wrap="square">
            <a:spAutoFit/>
          </a:bodyPr>
          <a:lstStyle/>
          <a:p>
            <a:r>
              <a:rPr lang="en-US" altLang="zh-CN" b="1" dirty="0">
                <a:latin typeface="楷体" panose="02010609060101010101" pitchFamily="49" charset="-122"/>
                <a:ea typeface="楷体" panose="02010609060101010101" pitchFamily="49" charset="-122"/>
              </a:rPr>
              <a:t>(1)</a:t>
            </a:r>
            <a:r>
              <a:rPr lang="zh-CN" altLang="en-US" b="1" dirty="0">
                <a:latin typeface="楷体" panose="02010609060101010101" pitchFamily="49" charset="-122"/>
                <a:ea typeface="楷体" panose="02010609060101010101" pitchFamily="49" charset="-122"/>
              </a:rPr>
              <a:t>结构体类型与结构体变量概念不同</a:t>
            </a:r>
          </a:p>
          <a:p>
            <a:pPr lvl="1"/>
            <a:r>
              <a:rPr lang="zh-CN" altLang="en-US" b="1" dirty="0">
                <a:solidFill>
                  <a:schemeClr val="tx2"/>
                </a:solidFill>
                <a:latin typeface="楷体" panose="02010609060101010101" pitchFamily="49" charset="-122"/>
                <a:ea typeface="楷体" panose="02010609060101010101" pitchFamily="49" charset="-122"/>
              </a:rPr>
              <a:t>  </a:t>
            </a:r>
            <a:r>
              <a:rPr lang="zh-CN" altLang="en-US" b="1" dirty="0">
                <a:solidFill>
                  <a:srgbClr val="002060"/>
                </a:solidFill>
                <a:latin typeface="楷体" panose="02010609060101010101" pitchFamily="49" charset="-122"/>
                <a:ea typeface="楷体" panose="02010609060101010101" pitchFamily="49" charset="-122"/>
              </a:rPr>
              <a:t>类型</a:t>
            </a:r>
            <a:r>
              <a:rPr lang="en-US" altLang="zh-CN" b="1" dirty="0">
                <a:solidFill>
                  <a:srgbClr val="002060"/>
                </a:solidFill>
                <a:latin typeface="楷体" panose="02010609060101010101" pitchFamily="49" charset="-122"/>
                <a:ea typeface="楷体" panose="02010609060101010101" pitchFamily="49" charset="-122"/>
              </a:rPr>
              <a:t>: </a:t>
            </a:r>
            <a:r>
              <a:rPr lang="zh-CN" altLang="en-US" b="1" dirty="0">
                <a:solidFill>
                  <a:srgbClr val="002060"/>
                </a:solidFill>
                <a:latin typeface="楷体" panose="02010609060101010101" pitchFamily="49" charset="-122"/>
                <a:ea typeface="楷体" panose="02010609060101010101" pitchFamily="49" charset="-122"/>
              </a:rPr>
              <a:t>不分配内存；                      </a:t>
            </a:r>
            <a:r>
              <a:rPr lang="zh-CN" altLang="en-US" b="1" dirty="0">
                <a:solidFill>
                  <a:srgbClr val="C00000"/>
                </a:solidFill>
                <a:latin typeface="楷体" panose="02010609060101010101" pitchFamily="49" charset="-122"/>
                <a:ea typeface="楷体" panose="02010609060101010101" pitchFamily="49" charset="-122"/>
              </a:rPr>
              <a:t>变量</a:t>
            </a:r>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分配内存</a:t>
            </a:r>
          </a:p>
          <a:p>
            <a:pPr lvl="1"/>
            <a:r>
              <a:rPr lang="zh-CN" altLang="en-US" b="1" dirty="0">
                <a:solidFill>
                  <a:schemeClr val="tx2"/>
                </a:solidFill>
                <a:latin typeface="楷体" panose="02010609060101010101" pitchFamily="49" charset="-122"/>
                <a:ea typeface="楷体" panose="02010609060101010101" pitchFamily="49" charset="-122"/>
              </a:rPr>
              <a:t>  </a:t>
            </a:r>
            <a:r>
              <a:rPr lang="zh-CN" altLang="en-US" b="1" dirty="0">
                <a:solidFill>
                  <a:srgbClr val="002060"/>
                </a:solidFill>
                <a:latin typeface="楷体" panose="02010609060101010101" pitchFamily="49" charset="-122"/>
                <a:ea typeface="楷体" panose="02010609060101010101" pitchFamily="49" charset="-122"/>
              </a:rPr>
              <a:t>类型</a:t>
            </a:r>
            <a:r>
              <a:rPr lang="en-US" altLang="zh-CN" b="1" dirty="0">
                <a:solidFill>
                  <a:srgbClr val="002060"/>
                </a:solidFill>
                <a:latin typeface="楷体" panose="02010609060101010101" pitchFamily="49" charset="-122"/>
                <a:ea typeface="楷体" panose="02010609060101010101" pitchFamily="49" charset="-122"/>
              </a:rPr>
              <a:t>: </a:t>
            </a:r>
            <a:r>
              <a:rPr lang="zh-CN" altLang="en-US" b="1" dirty="0">
                <a:solidFill>
                  <a:srgbClr val="002060"/>
                </a:solidFill>
                <a:latin typeface="楷体" panose="02010609060101010101" pitchFamily="49" charset="-122"/>
                <a:ea typeface="楷体" panose="02010609060101010101" pitchFamily="49" charset="-122"/>
              </a:rPr>
              <a:t>不能赋值、存取、运算</a:t>
            </a:r>
            <a:r>
              <a:rPr lang="en-US" altLang="zh-CN" b="1" dirty="0">
                <a:solidFill>
                  <a:srgbClr val="00206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变量</a:t>
            </a:r>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可以</a:t>
            </a:r>
          </a:p>
        </p:txBody>
      </p:sp>
      <p:sp>
        <p:nvSpPr>
          <p:cNvPr id="1060878" name="Rectangle 14"/>
          <p:cNvSpPr>
            <a:spLocks noChangeArrowheads="1"/>
          </p:cNvSpPr>
          <p:nvPr/>
        </p:nvSpPr>
        <p:spPr bwMode="auto">
          <a:xfrm>
            <a:off x="1230429" y="2728323"/>
            <a:ext cx="3374058" cy="461665"/>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楷体" panose="02010609060101010101" pitchFamily="49" charset="-122"/>
                <a:ea typeface="楷体" panose="02010609060101010101" pitchFamily="49" charset="-122"/>
              </a:rPr>
              <a:t>(2) </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结构体可以嵌套。 </a:t>
            </a:r>
          </a:p>
        </p:txBody>
      </p:sp>
      <p:grpSp>
        <p:nvGrpSpPr>
          <p:cNvPr id="1060894" name="Group 30"/>
          <p:cNvGrpSpPr>
            <a:grpSpLocks/>
          </p:cNvGrpSpPr>
          <p:nvPr/>
        </p:nvGrpSpPr>
        <p:grpSpPr bwMode="auto">
          <a:xfrm>
            <a:off x="2115346" y="2727799"/>
            <a:ext cx="8104183" cy="4092575"/>
            <a:chOff x="151" y="1516"/>
            <a:chExt cx="5105" cy="2578"/>
          </a:xfrm>
        </p:grpSpPr>
        <p:sp>
          <p:nvSpPr>
            <p:cNvPr id="1060880" name="Text Box 16" descr="信纸"/>
            <p:cNvSpPr txBox="1">
              <a:spLocks noChangeArrowheads="1"/>
            </p:cNvSpPr>
            <p:nvPr/>
          </p:nvSpPr>
          <p:spPr bwMode="auto">
            <a:xfrm>
              <a:off x="151" y="1516"/>
              <a:ext cx="2054" cy="2578"/>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zh-CN" sz="2000" b="1" dirty="0">
                  <a:solidFill>
                    <a:srgbClr val="C00000"/>
                  </a:solidFill>
                  <a:latin typeface="楷体" panose="02010609060101010101" pitchFamily="49" charset="-122"/>
                  <a:ea typeface="楷体" panose="02010609060101010101" pitchFamily="49" charset="-122"/>
                </a:rPr>
                <a:t>例</a:t>
              </a:r>
              <a:r>
                <a:rPr lang="zh-CN" altLang="en-US" sz="2000" b="1" dirty="0">
                  <a:solidFill>
                    <a:srgbClr val="C00000"/>
                  </a:solidFill>
                  <a:latin typeface="楷体" panose="02010609060101010101" pitchFamily="49" charset="-122"/>
                  <a:ea typeface="楷体" panose="02010609060101010101" pitchFamily="49" charset="-122"/>
                </a:rPr>
                <a:t>：</a:t>
              </a:r>
              <a:r>
                <a:rPr lang="zh-CN" altLang="zh-CN" sz="2000" b="1" dirty="0">
                  <a:solidFill>
                    <a:srgbClr val="C00000"/>
                  </a:solidFill>
                  <a:latin typeface="楷体" panose="02010609060101010101" pitchFamily="49" charset="-122"/>
                  <a:ea typeface="楷体" panose="02010609060101010101" pitchFamily="49" charset="-122"/>
                </a:rPr>
                <a:t> </a:t>
              </a:r>
              <a:endParaRPr lang="zh-CN" altLang="en-US" sz="2000" b="1" dirty="0">
                <a:solidFill>
                  <a:srgbClr val="C00000"/>
                </a:solidFill>
                <a:latin typeface="楷体" panose="02010609060101010101" pitchFamily="49" charset="-122"/>
                <a:ea typeface="楷体" panose="02010609060101010101" pitchFamily="49" charset="-122"/>
              </a:endParaRPr>
            </a:p>
            <a:p>
              <a:pPr eaLnBrk="0" hangingPunct="0"/>
              <a:r>
                <a:rPr lang="en-US" altLang="zh-CN" sz="2000" b="1" dirty="0">
                  <a:solidFill>
                    <a:srgbClr val="002060"/>
                  </a:solidFill>
                </a:rPr>
                <a:t>struct  date</a:t>
              </a:r>
            </a:p>
            <a:p>
              <a:pPr eaLnBrk="0" hangingPunct="0"/>
              <a:r>
                <a:rPr lang="en-US" altLang="zh-CN" sz="2000" b="1" dirty="0"/>
                <a:t>{    </a:t>
              </a:r>
            </a:p>
            <a:p>
              <a:pPr eaLnBrk="0" hangingPunct="0"/>
              <a:r>
                <a:rPr lang="en-US" altLang="zh-CN" sz="2000" b="1" dirty="0"/>
                <a:t>  int month;</a:t>
              </a:r>
            </a:p>
            <a:p>
              <a:pPr eaLnBrk="0" hangingPunct="0"/>
              <a:r>
                <a:rPr lang="en-US" altLang="zh-CN" sz="2000" b="1" dirty="0"/>
                <a:t>  int day;</a:t>
              </a:r>
            </a:p>
            <a:p>
              <a:pPr eaLnBrk="0" hangingPunct="0"/>
              <a:r>
                <a:rPr lang="en-US" altLang="zh-CN" sz="2000" b="1" dirty="0"/>
                <a:t>  int year;</a:t>
              </a:r>
            </a:p>
            <a:p>
              <a:pPr eaLnBrk="0" hangingPunct="0"/>
              <a:r>
                <a:rPr lang="en-US" altLang="zh-CN" sz="2000" b="1" dirty="0"/>
                <a:t>};</a:t>
              </a:r>
            </a:p>
            <a:p>
              <a:pPr eaLnBrk="0" hangingPunct="0"/>
              <a:r>
                <a:rPr lang="en-US" altLang="zh-CN" sz="2000" b="1" dirty="0">
                  <a:solidFill>
                    <a:srgbClr val="CC0000"/>
                  </a:solidFill>
                </a:rPr>
                <a:t>struct  student</a:t>
              </a:r>
            </a:p>
            <a:p>
              <a:pPr eaLnBrk="0" hangingPunct="0"/>
              <a:r>
                <a:rPr lang="en-US" altLang="zh-CN" sz="2000" b="1" dirty="0"/>
                <a:t>{</a:t>
              </a:r>
            </a:p>
            <a:p>
              <a:pPr eaLnBrk="0" hangingPunct="0"/>
              <a:r>
                <a:rPr lang="en-US" altLang="zh-CN" sz="2000" b="1" dirty="0"/>
                <a:t>  int  num;</a:t>
              </a:r>
            </a:p>
            <a:p>
              <a:pPr eaLnBrk="0" hangingPunct="0"/>
              <a:r>
                <a:rPr lang="en-US" altLang="zh-CN" sz="2000" b="1" dirty="0"/>
                <a:t>  char name[20];</a:t>
              </a:r>
            </a:p>
            <a:p>
              <a:pPr eaLnBrk="0" hangingPunct="0"/>
              <a:r>
                <a:rPr lang="en-US" altLang="zh-CN" sz="2000" b="1" dirty="0"/>
                <a:t>  </a:t>
              </a:r>
              <a:r>
                <a:rPr lang="en-US" altLang="zh-CN" sz="2000" b="1" dirty="0">
                  <a:solidFill>
                    <a:srgbClr val="002060"/>
                  </a:solidFill>
                </a:rPr>
                <a:t>struct  date  birthday</a:t>
              </a:r>
              <a:r>
                <a:rPr lang="en-US" altLang="zh-CN" sz="2000" b="1" dirty="0"/>
                <a:t>;</a:t>
              </a:r>
            </a:p>
            <a:p>
              <a:pPr eaLnBrk="0" hangingPunct="0"/>
              <a:r>
                <a:rPr lang="en-US" altLang="zh-CN" sz="2000" b="1" dirty="0"/>
                <a:t>} </a:t>
              </a:r>
              <a:r>
                <a:rPr lang="en-US" altLang="zh-CN" sz="2000" b="1" dirty="0" err="1"/>
                <a:t>stu</a:t>
              </a:r>
              <a:r>
                <a:rPr lang="en-US" altLang="zh-CN" sz="2000" b="1" dirty="0"/>
                <a:t>;</a:t>
              </a:r>
            </a:p>
          </p:txBody>
        </p:sp>
        <p:grpSp>
          <p:nvGrpSpPr>
            <p:cNvPr id="1060881" name="Group 17"/>
            <p:cNvGrpSpPr>
              <a:grpSpLocks/>
            </p:cNvGrpSpPr>
            <p:nvPr/>
          </p:nvGrpSpPr>
          <p:grpSpPr bwMode="auto">
            <a:xfrm>
              <a:off x="2664" y="2315"/>
              <a:ext cx="2592" cy="490"/>
              <a:chOff x="1392" y="3648"/>
              <a:chExt cx="2592" cy="490"/>
            </a:xfrm>
          </p:grpSpPr>
          <p:sp>
            <p:nvSpPr>
              <p:cNvPr id="1060882" name="Rectangle 18"/>
              <p:cNvSpPr>
                <a:spLocks noChangeArrowheads="1"/>
              </p:cNvSpPr>
              <p:nvPr/>
            </p:nvSpPr>
            <p:spPr bwMode="auto">
              <a:xfrm>
                <a:off x="1392" y="3648"/>
                <a:ext cx="2592" cy="480"/>
              </a:xfrm>
              <a:prstGeom prst="rect">
                <a:avLst/>
              </a:prstGeom>
              <a:noFill/>
              <a:ln w="28575">
                <a:solidFill>
                  <a:schemeClr val="tx1"/>
                </a:solidFill>
                <a:miter lim="800000"/>
                <a:headEnd/>
                <a:tailEnd/>
              </a:ln>
              <a:effectLst/>
            </p:spPr>
            <p:txBody>
              <a:bodyPr wrap="none" anchor="ctr"/>
              <a:lstStyle/>
              <a:p>
                <a:pPr algn="ctr"/>
                <a:endParaRPr lang="zh-CN" altLang="zh-CN" sz="2000"/>
              </a:p>
            </p:txBody>
          </p:sp>
          <p:sp>
            <p:nvSpPr>
              <p:cNvPr id="1060883" name="Line 19"/>
              <p:cNvSpPr>
                <a:spLocks noChangeShapeType="1"/>
              </p:cNvSpPr>
              <p:nvPr/>
            </p:nvSpPr>
            <p:spPr bwMode="auto">
              <a:xfrm>
                <a:off x="1872" y="3648"/>
                <a:ext cx="0" cy="480"/>
              </a:xfrm>
              <a:prstGeom prst="line">
                <a:avLst/>
              </a:prstGeom>
              <a:noFill/>
              <a:ln w="28575">
                <a:solidFill>
                  <a:schemeClr val="tx1"/>
                </a:solidFill>
                <a:round/>
                <a:headEnd/>
                <a:tailEnd/>
              </a:ln>
              <a:effectLst/>
            </p:spPr>
            <p:txBody>
              <a:bodyPr wrap="none" anchor="ctr"/>
              <a:lstStyle/>
              <a:p>
                <a:endParaRPr lang="zh-CN" altLang="en-US"/>
              </a:p>
            </p:txBody>
          </p:sp>
          <p:sp>
            <p:nvSpPr>
              <p:cNvPr id="1060884" name="Line 20"/>
              <p:cNvSpPr>
                <a:spLocks noChangeShapeType="1"/>
              </p:cNvSpPr>
              <p:nvPr/>
            </p:nvSpPr>
            <p:spPr bwMode="auto">
              <a:xfrm>
                <a:off x="2400" y="3648"/>
                <a:ext cx="0" cy="480"/>
              </a:xfrm>
              <a:prstGeom prst="line">
                <a:avLst/>
              </a:prstGeom>
              <a:noFill/>
              <a:ln w="28575">
                <a:solidFill>
                  <a:schemeClr val="tx1"/>
                </a:solidFill>
                <a:round/>
                <a:headEnd/>
                <a:tailEnd/>
              </a:ln>
              <a:effectLst/>
            </p:spPr>
            <p:txBody>
              <a:bodyPr wrap="none" anchor="ctr"/>
              <a:lstStyle/>
              <a:p>
                <a:endParaRPr lang="zh-CN" altLang="en-US"/>
              </a:p>
            </p:txBody>
          </p:sp>
          <p:sp>
            <p:nvSpPr>
              <p:cNvPr id="1060885" name="Line 21"/>
              <p:cNvSpPr>
                <a:spLocks noChangeShapeType="1"/>
              </p:cNvSpPr>
              <p:nvPr/>
            </p:nvSpPr>
            <p:spPr bwMode="auto">
              <a:xfrm>
                <a:off x="2400" y="3888"/>
                <a:ext cx="1584" cy="0"/>
              </a:xfrm>
              <a:prstGeom prst="line">
                <a:avLst/>
              </a:prstGeom>
              <a:noFill/>
              <a:ln w="9525">
                <a:solidFill>
                  <a:schemeClr val="tx1"/>
                </a:solidFill>
                <a:round/>
                <a:headEnd/>
                <a:tailEnd/>
              </a:ln>
              <a:effectLst/>
            </p:spPr>
            <p:txBody>
              <a:bodyPr wrap="none" anchor="ctr"/>
              <a:lstStyle/>
              <a:p>
                <a:endParaRPr lang="zh-CN" altLang="en-US"/>
              </a:p>
            </p:txBody>
          </p:sp>
          <p:sp>
            <p:nvSpPr>
              <p:cNvPr id="1060886" name="Line 22"/>
              <p:cNvSpPr>
                <a:spLocks noChangeShapeType="1"/>
              </p:cNvSpPr>
              <p:nvPr/>
            </p:nvSpPr>
            <p:spPr bwMode="auto">
              <a:xfrm>
                <a:off x="2928" y="3888"/>
                <a:ext cx="0" cy="240"/>
              </a:xfrm>
              <a:prstGeom prst="line">
                <a:avLst/>
              </a:prstGeom>
              <a:noFill/>
              <a:ln w="9525">
                <a:solidFill>
                  <a:schemeClr val="tx1"/>
                </a:solidFill>
                <a:round/>
                <a:headEnd/>
                <a:tailEnd/>
              </a:ln>
              <a:effectLst/>
            </p:spPr>
            <p:txBody>
              <a:bodyPr wrap="none" anchor="ctr"/>
              <a:lstStyle/>
              <a:p>
                <a:endParaRPr lang="zh-CN" altLang="en-US"/>
              </a:p>
            </p:txBody>
          </p:sp>
          <p:sp>
            <p:nvSpPr>
              <p:cNvPr id="1060887" name="Line 23"/>
              <p:cNvSpPr>
                <a:spLocks noChangeShapeType="1"/>
              </p:cNvSpPr>
              <p:nvPr/>
            </p:nvSpPr>
            <p:spPr bwMode="auto">
              <a:xfrm>
                <a:off x="3456" y="3888"/>
                <a:ext cx="0" cy="240"/>
              </a:xfrm>
              <a:prstGeom prst="line">
                <a:avLst/>
              </a:prstGeom>
              <a:noFill/>
              <a:ln w="9525">
                <a:solidFill>
                  <a:schemeClr val="tx1"/>
                </a:solidFill>
                <a:round/>
                <a:headEnd/>
                <a:tailEnd/>
              </a:ln>
              <a:effectLst/>
            </p:spPr>
            <p:txBody>
              <a:bodyPr wrap="none" anchor="ctr"/>
              <a:lstStyle/>
              <a:p>
                <a:endParaRPr lang="zh-CN" altLang="en-US"/>
              </a:p>
            </p:txBody>
          </p:sp>
          <p:sp>
            <p:nvSpPr>
              <p:cNvPr id="1060888" name="Text Box 24"/>
              <p:cNvSpPr txBox="1">
                <a:spLocks noChangeArrowheads="1"/>
              </p:cNvSpPr>
              <p:nvPr/>
            </p:nvSpPr>
            <p:spPr bwMode="auto">
              <a:xfrm>
                <a:off x="1430" y="3753"/>
                <a:ext cx="427" cy="250"/>
              </a:xfrm>
              <a:prstGeom prst="rect">
                <a:avLst/>
              </a:prstGeom>
              <a:noFill/>
              <a:ln w="9525">
                <a:noFill/>
                <a:miter lim="800000"/>
                <a:headEnd/>
                <a:tailEnd/>
              </a:ln>
              <a:effectLst/>
            </p:spPr>
            <p:txBody>
              <a:bodyPr wrap="none">
                <a:spAutoFit/>
              </a:bodyPr>
              <a:lstStyle/>
              <a:p>
                <a:r>
                  <a:rPr lang="en-US" altLang="zh-CN" sz="2000" b="1"/>
                  <a:t>num</a:t>
                </a:r>
              </a:p>
            </p:txBody>
          </p:sp>
          <p:sp>
            <p:nvSpPr>
              <p:cNvPr id="1060889" name="Text Box 25"/>
              <p:cNvSpPr txBox="1">
                <a:spLocks noChangeArrowheads="1"/>
              </p:cNvSpPr>
              <p:nvPr/>
            </p:nvSpPr>
            <p:spPr bwMode="auto">
              <a:xfrm>
                <a:off x="1958" y="3753"/>
                <a:ext cx="489" cy="250"/>
              </a:xfrm>
              <a:prstGeom prst="rect">
                <a:avLst/>
              </a:prstGeom>
              <a:noFill/>
              <a:ln w="9525">
                <a:noFill/>
                <a:miter lim="800000"/>
                <a:headEnd/>
                <a:tailEnd/>
              </a:ln>
              <a:effectLst/>
            </p:spPr>
            <p:txBody>
              <a:bodyPr wrap="none">
                <a:spAutoFit/>
              </a:bodyPr>
              <a:lstStyle/>
              <a:p>
                <a:r>
                  <a:rPr lang="en-US" altLang="zh-CN" sz="2000" b="1"/>
                  <a:t>name</a:t>
                </a:r>
              </a:p>
            </p:txBody>
          </p:sp>
          <p:sp>
            <p:nvSpPr>
              <p:cNvPr id="1060890" name="Text Box 26"/>
              <p:cNvSpPr txBox="1">
                <a:spLocks noChangeArrowheads="1"/>
              </p:cNvSpPr>
              <p:nvPr/>
            </p:nvSpPr>
            <p:spPr bwMode="auto">
              <a:xfrm>
                <a:off x="2928" y="3648"/>
                <a:ext cx="711" cy="250"/>
              </a:xfrm>
              <a:prstGeom prst="rect">
                <a:avLst/>
              </a:prstGeom>
              <a:noFill/>
              <a:ln w="9525">
                <a:noFill/>
                <a:miter lim="800000"/>
                <a:headEnd/>
                <a:tailEnd/>
              </a:ln>
              <a:effectLst/>
            </p:spPr>
            <p:txBody>
              <a:bodyPr wrap="none">
                <a:spAutoFit/>
              </a:bodyPr>
              <a:lstStyle/>
              <a:p>
                <a:r>
                  <a:rPr lang="en-US" altLang="zh-CN" sz="2000" b="1" dirty="0">
                    <a:solidFill>
                      <a:srgbClr val="002060"/>
                    </a:solidFill>
                  </a:rPr>
                  <a:t>birthday</a:t>
                </a:r>
              </a:p>
            </p:txBody>
          </p:sp>
          <p:sp>
            <p:nvSpPr>
              <p:cNvPr id="1060891" name="Text Box 27"/>
              <p:cNvSpPr txBox="1">
                <a:spLocks noChangeArrowheads="1"/>
              </p:cNvSpPr>
              <p:nvPr/>
            </p:nvSpPr>
            <p:spPr bwMode="auto">
              <a:xfrm>
                <a:off x="2400" y="3888"/>
                <a:ext cx="560" cy="250"/>
              </a:xfrm>
              <a:prstGeom prst="rect">
                <a:avLst/>
              </a:prstGeom>
              <a:noFill/>
              <a:ln w="9525">
                <a:noFill/>
                <a:miter lim="800000"/>
                <a:headEnd/>
                <a:tailEnd/>
              </a:ln>
              <a:effectLst/>
            </p:spPr>
            <p:txBody>
              <a:bodyPr wrap="none">
                <a:spAutoFit/>
              </a:bodyPr>
              <a:lstStyle/>
              <a:p>
                <a:r>
                  <a:rPr lang="en-US" altLang="zh-CN" sz="2000" b="1"/>
                  <a:t>month</a:t>
                </a:r>
              </a:p>
            </p:txBody>
          </p:sp>
          <p:sp>
            <p:nvSpPr>
              <p:cNvPr id="1060892" name="Text Box 28"/>
              <p:cNvSpPr txBox="1">
                <a:spLocks noChangeArrowheads="1"/>
              </p:cNvSpPr>
              <p:nvPr/>
            </p:nvSpPr>
            <p:spPr bwMode="auto">
              <a:xfrm>
                <a:off x="3024" y="3888"/>
                <a:ext cx="365" cy="250"/>
              </a:xfrm>
              <a:prstGeom prst="rect">
                <a:avLst/>
              </a:prstGeom>
              <a:noFill/>
              <a:ln w="9525">
                <a:noFill/>
                <a:miter lim="800000"/>
                <a:headEnd/>
                <a:tailEnd/>
              </a:ln>
              <a:effectLst/>
            </p:spPr>
            <p:txBody>
              <a:bodyPr wrap="none">
                <a:spAutoFit/>
              </a:bodyPr>
              <a:lstStyle/>
              <a:p>
                <a:r>
                  <a:rPr lang="en-US" altLang="zh-CN" sz="2000" b="1"/>
                  <a:t>day</a:t>
                </a:r>
              </a:p>
            </p:txBody>
          </p:sp>
          <p:sp>
            <p:nvSpPr>
              <p:cNvPr id="1060893" name="Text Box 29"/>
              <p:cNvSpPr txBox="1">
                <a:spLocks noChangeArrowheads="1"/>
              </p:cNvSpPr>
              <p:nvPr/>
            </p:nvSpPr>
            <p:spPr bwMode="auto">
              <a:xfrm>
                <a:off x="3504" y="3888"/>
                <a:ext cx="418" cy="250"/>
              </a:xfrm>
              <a:prstGeom prst="rect">
                <a:avLst/>
              </a:prstGeom>
              <a:noFill/>
              <a:ln w="9525">
                <a:noFill/>
                <a:miter lim="800000"/>
                <a:headEnd/>
                <a:tailEnd/>
              </a:ln>
              <a:effectLst/>
            </p:spPr>
            <p:txBody>
              <a:bodyPr wrap="none">
                <a:spAutoFit/>
              </a:bodyPr>
              <a:lstStyle/>
              <a:p>
                <a:r>
                  <a:rPr lang="en-US" altLang="zh-CN" sz="2000" b="1"/>
                  <a:t>year</a:t>
                </a:r>
              </a:p>
            </p:txBody>
          </p:sp>
        </p:grpSp>
      </p:grpSp>
      <p:grpSp>
        <p:nvGrpSpPr>
          <p:cNvPr id="1060910" name="Group 46"/>
          <p:cNvGrpSpPr>
            <a:grpSpLocks/>
          </p:cNvGrpSpPr>
          <p:nvPr/>
        </p:nvGrpSpPr>
        <p:grpSpPr bwMode="auto">
          <a:xfrm>
            <a:off x="2063552" y="2881585"/>
            <a:ext cx="8135937" cy="3787775"/>
            <a:chOff x="131" y="1578"/>
            <a:chExt cx="5125" cy="2386"/>
          </a:xfrm>
        </p:grpSpPr>
        <p:sp>
          <p:nvSpPr>
            <p:cNvPr id="1060896" name="Text Box 32" descr="信纸"/>
            <p:cNvSpPr txBox="1">
              <a:spLocks noChangeArrowheads="1"/>
            </p:cNvSpPr>
            <p:nvPr/>
          </p:nvSpPr>
          <p:spPr bwMode="auto">
            <a:xfrm>
              <a:off x="131" y="1578"/>
              <a:ext cx="2065" cy="2386"/>
            </a:xfrm>
            <a:prstGeom prst="rect">
              <a:avLst/>
            </a:prstGeom>
            <a:gradFill>
              <a:gsLst>
                <a:gs pos="0">
                  <a:srgbClr val="CFCFD1"/>
                </a:gs>
                <a:gs pos="100000">
                  <a:schemeClr val="bg1"/>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zh-CN" sz="2000" b="1" dirty="0">
                  <a:solidFill>
                    <a:srgbClr val="C00000"/>
                  </a:solidFill>
                  <a:latin typeface="楷体" panose="02010609060101010101" pitchFamily="49" charset="-122"/>
                  <a:ea typeface="楷体" panose="02010609060101010101" pitchFamily="49" charset="-122"/>
                </a:rPr>
                <a:t>例</a:t>
              </a:r>
              <a:r>
                <a:rPr lang="zh-CN" altLang="en-US" sz="2000" b="1" dirty="0">
                  <a:solidFill>
                    <a:srgbClr val="C00000"/>
                  </a:solidFill>
                  <a:latin typeface="楷体" panose="02010609060101010101" pitchFamily="49" charset="-122"/>
                  <a:ea typeface="楷体" panose="02010609060101010101" pitchFamily="49" charset="-122"/>
                </a:rPr>
                <a:t>：</a:t>
              </a:r>
              <a:r>
                <a:rPr lang="zh-CN" altLang="zh-CN" sz="2000" b="1" dirty="0">
                  <a:solidFill>
                    <a:srgbClr val="C00000"/>
                  </a:solidFill>
                  <a:latin typeface="楷体" panose="02010609060101010101" pitchFamily="49" charset="-122"/>
                  <a:ea typeface="楷体" panose="02010609060101010101" pitchFamily="49" charset="-122"/>
                </a:rPr>
                <a:t> </a:t>
              </a:r>
              <a:endParaRPr lang="zh-CN" altLang="en-US" sz="2000" b="1" dirty="0">
                <a:solidFill>
                  <a:srgbClr val="C00000"/>
                </a:solidFill>
                <a:latin typeface="楷体" panose="02010609060101010101" pitchFamily="49" charset="-122"/>
                <a:ea typeface="楷体" panose="02010609060101010101" pitchFamily="49" charset="-122"/>
              </a:endParaRPr>
            </a:p>
            <a:p>
              <a:pPr eaLnBrk="0" hangingPunct="0"/>
              <a:r>
                <a:rPr lang="en-US" altLang="zh-CN" sz="2000" b="1" dirty="0">
                  <a:solidFill>
                    <a:srgbClr val="CC0000"/>
                  </a:solidFill>
                </a:rPr>
                <a:t>struct  student</a:t>
              </a:r>
            </a:p>
            <a:p>
              <a:pPr eaLnBrk="0" hangingPunct="0"/>
              <a:r>
                <a:rPr lang="en-US" altLang="zh-CN" sz="2000" b="1" dirty="0"/>
                <a:t>{</a:t>
              </a:r>
            </a:p>
            <a:p>
              <a:pPr eaLnBrk="0" hangingPunct="0"/>
              <a:r>
                <a:rPr lang="en-US" altLang="zh-CN" sz="2000" b="1" dirty="0"/>
                <a:t>  int  num;</a:t>
              </a:r>
            </a:p>
            <a:p>
              <a:pPr eaLnBrk="0" hangingPunct="0"/>
              <a:r>
                <a:rPr lang="en-US" altLang="zh-CN" sz="2000" b="1" dirty="0"/>
                <a:t>  char name[20];</a:t>
              </a:r>
            </a:p>
            <a:p>
              <a:r>
                <a:rPr lang="en-US" altLang="zh-CN" sz="2000" b="1" dirty="0">
                  <a:solidFill>
                    <a:srgbClr val="002060"/>
                  </a:solidFill>
                </a:rPr>
                <a:t>  struct  date</a:t>
              </a:r>
            </a:p>
            <a:p>
              <a:r>
                <a:rPr lang="en-US" altLang="zh-CN" sz="2000" b="1" dirty="0">
                  <a:solidFill>
                    <a:srgbClr val="002060"/>
                  </a:solidFill>
                </a:rPr>
                <a:t>  {    </a:t>
              </a:r>
            </a:p>
            <a:p>
              <a:r>
                <a:rPr lang="en-US" altLang="zh-CN" sz="2000" b="1" dirty="0">
                  <a:solidFill>
                    <a:srgbClr val="002060"/>
                  </a:solidFill>
                </a:rPr>
                <a:t>    int month;</a:t>
              </a:r>
            </a:p>
            <a:p>
              <a:r>
                <a:rPr lang="en-US" altLang="zh-CN" sz="2000" b="1" dirty="0">
                  <a:solidFill>
                    <a:srgbClr val="002060"/>
                  </a:solidFill>
                </a:rPr>
                <a:t>    int day;</a:t>
              </a:r>
            </a:p>
            <a:p>
              <a:r>
                <a:rPr lang="en-US" altLang="zh-CN" sz="2000" b="1" dirty="0">
                  <a:solidFill>
                    <a:srgbClr val="002060"/>
                  </a:solidFill>
                </a:rPr>
                <a:t>    int year;</a:t>
              </a:r>
            </a:p>
            <a:p>
              <a:r>
                <a:rPr lang="en-US" altLang="zh-CN" sz="2000" b="1" dirty="0">
                  <a:solidFill>
                    <a:srgbClr val="002060"/>
                  </a:solidFill>
                </a:rPr>
                <a:t>  } </a:t>
              </a:r>
              <a:r>
                <a:rPr lang="en-US" altLang="zh-CN" sz="2000" b="1" dirty="0">
                  <a:solidFill>
                    <a:srgbClr val="C00000"/>
                  </a:solidFill>
                </a:rPr>
                <a:t>birthday</a:t>
              </a:r>
              <a:r>
                <a:rPr lang="en-US" altLang="zh-CN" sz="2000" b="1" dirty="0"/>
                <a:t>;</a:t>
              </a:r>
            </a:p>
            <a:p>
              <a:pPr eaLnBrk="0" hangingPunct="0"/>
              <a:r>
                <a:rPr lang="en-US" altLang="zh-CN" sz="2000" b="1" dirty="0"/>
                <a:t>} </a:t>
              </a:r>
              <a:r>
                <a:rPr lang="en-US" altLang="zh-CN" sz="2000" b="1" dirty="0" err="1"/>
                <a:t>stu</a:t>
              </a:r>
              <a:r>
                <a:rPr lang="en-US" altLang="zh-CN" sz="2000" b="1" dirty="0"/>
                <a:t>;</a:t>
              </a:r>
            </a:p>
          </p:txBody>
        </p:sp>
        <p:grpSp>
          <p:nvGrpSpPr>
            <p:cNvPr id="1060897" name="Group 33"/>
            <p:cNvGrpSpPr>
              <a:grpSpLocks/>
            </p:cNvGrpSpPr>
            <p:nvPr/>
          </p:nvGrpSpPr>
          <p:grpSpPr bwMode="auto">
            <a:xfrm>
              <a:off x="2664" y="2291"/>
              <a:ext cx="2592" cy="490"/>
              <a:chOff x="1392" y="3648"/>
              <a:chExt cx="2592" cy="490"/>
            </a:xfrm>
          </p:grpSpPr>
          <p:sp>
            <p:nvSpPr>
              <p:cNvPr id="1060898" name="Rectangle 34"/>
              <p:cNvSpPr>
                <a:spLocks noChangeArrowheads="1"/>
              </p:cNvSpPr>
              <p:nvPr/>
            </p:nvSpPr>
            <p:spPr bwMode="auto">
              <a:xfrm>
                <a:off x="1392" y="3648"/>
                <a:ext cx="2592" cy="480"/>
              </a:xfrm>
              <a:prstGeom prst="rect">
                <a:avLst/>
              </a:prstGeom>
              <a:noFill/>
              <a:ln w="28575">
                <a:solidFill>
                  <a:schemeClr val="tx1"/>
                </a:solidFill>
                <a:miter lim="800000"/>
                <a:headEnd/>
                <a:tailEnd/>
              </a:ln>
              <a:effectLst/>
            </p:spPr>
            <p:txBody>
              <a:bodyPr wrap="none" anchor="ctr"/>
              <a:lstStyle/>
              <a:p>
                <a:pPr algn="ctr"/>
                <a:endParaRPr lang="zh-CN" altLang="zh-CN" sz="2000"/>
              </a:p>
            </p:txBody>
          </p:sp>
          <p:sp>
            <p:nvSpPr>
              <p:cNvPr id="1060899" name="Line 35"/>
              <p:cNvSpPr>
                <a:spLocks noChangeShapeType="1"/>
              </p:cNvSpPr>
              <p:nvPr/>
            </p:nvSpPr>
            <p:spPr bwMode="auto">
              <a:xfrm>
                <a:off x="1872" y="3648"/>
                <a:ext cx="0" cy="480"/>
              </a:xfrm>
              <a:prstGeom prst="line">
                <a:avLst/>
              </a:prstGeom>
              <a:noFill/>
              <a:ln w="28575">
                <a:solidFill>
                  <a:schemeClr val="tx1"/>
                </a:solidFill>
                <a:round/>
                <a:headEnd/>
                <a:tailEnd/>
              </a:ln>
              <a:effectLst/>
            </p:spPr>
            <p:txBody>
              <a:bodyPr wrap="none" anchor="ctr"/>
              <a:lstStyle/>
              <a:p>
                <a:endParaRPr lang="zh-CN" altLang="en-US"/>
              </a:p>
            </p:txBody>
          </p:sp>
          <p:sp>
            <p:nvSpPr>
              <p:cNvPr id="1060900" name="Line 36"/>
              <p:cNvSpPr>
                <a:spLocks noChangeShapeType="1"/>
              </p:cNvSpPr>
              <p:nvPr/>
            </p:nvSpPr>
            <p:spPr bwMode="auto">
              <a:xfrm>
                <a:off x="2400" y="3648"/>
                <a:ext cx="0" cy="480"/>
              </a:xfrm>
              <a:prstGeom prst="line">
                <a:avLst/>
              </a:prstGeom>
              <a:noFill/>
              <a:ln w="28575">
                <a:solidFill>
                  <a:schemeClr val="tx1"/>
                </a:solidFill>
                <a:round/>
                <a:headEnd/>
                <a:tailEnd/>
              </a:ln>
              <a:effectLst/>
            </p:spPr>
            <p:txBody>
              <a:bodyPr wrap="none" anchor="ctr"/>
              <a:lstStyle/>
              <a:p>
                <a:endParaRPr lang="zh-CN" altLang="en-US"/>
              </a:p>
            </p:txBody>
          </p:sp>
          <p:sp>
            <p:nvSpPr>
              <p:cNvPr id="1060901" name="Line 37"/>
              <p:cNvSpPr>
                <a:spLocks noChangeShapeType="1"/>
              </p:cNvSpPr>
              <p:nvPr/>
            </p:nvSpPr>
            <p:spPr bwMode="auto">
              <a:xfrm>
                <a:off x="2400" y="3888"/>
                <a:ext cx="1584" cy="0"/>
              </a:xfrm>
              <a:prstGeom prst="line">
                <a:avLst/>
              </a:prstGeom>
              <a:noFill/>
              <a:ln w="9525">
                <a:solidFill>
                  <a:schemeClr val="tx1"/>
                </a:solidFill>
                <a:round/>
                <a:headEnd/>
                <a:tailEnd/>
              </a:ln>
              <a:effectLst/>
            </p:spPr>
            <p:txBody>
              <a:bodyPr wrap="none" anchor="ctr"/>
              <a:lstStyle/>
              <a:p>
                <a:endParaRPr lang="zh-CN" altLang="en-US"/>
              </a:p>
            </p:txBody>
          </p:sp>
          <p:sp>
            <p:nvSpPr>
              <p:cNvPr id="1060902" name="Line 38"/>
              <p:cNvSpPr>
                <a:spLocks noChangeShapeType="1"/>
              </p:cNvSpPr>
              <p:nvPr/>
            </p:nvSpPr>
            <p:spPr bwMode="auto">
              <a:xfrm>
                <a:off x="2928" y="3888"/>
                <a:ext cx="0" cy="240"/>
              </a:xfrm>
              <a:prstGeom prst="line">
                <a:avLst/>
              </a:prstGeom>
              <a:noFill/>
              <a:ln w="9525">
                <a:solidFill>
                  <a:schemeClr val="tx1"/>
                </a:solidFill>
                <a:round/>
                <a:headEnd/>
                <a:tailEnd/>
              </a:ln>
              <a:effectLst/>
            </p:spPr>
            <p:txBody>
              <a:bodyPr wrap="none" anchor="ctr"/>
              <a:lstStyle/>
              <a:p>
                <a:endParaRPr lang="zh-CN" altLang="en-US"/>
              </a:p>
            </p:txBody>
          </p:sp>
          <p:sp>
            <p:nvSpPr>
              <p:cNvPr id="1060903" name="Line 39"/>
              <p:cNvSpPr>
                <a:spLocks noChangeShapeType="1"/>
              </p:cNvSpPr>
              <p:nvPr/>
            </p:nvSpPr>
            <p:spPr bwMode="auto">
              <a:xfrm>
                <a:off x="3456" y="3888"/>
                <a:ext cx="0" cy="240"/>
              </a:xfrm>
              <a:prstGeom prst="line">
                <a:avLst/>
              </a:prstGeom>
              <a:noFill/>
              <a:ln w="9525">
                <a:solidFill>
                  <a:schemeClr val="tx1"/>
                </a:solidFill>
                <a:round/>
                <a:headEnd/>
                <a:tailEnd/>
              </a:ln>
              <a:effectLst/>
            </p:spPr>
            <p:txBody>
              <a:bodyPr wrap="none" anchor="ctr"/>
              <a:lstStyle/>
              <a:p>
                <a:endParaRPr lang="zh-CN" altLang="en-US"/>
              </a:p>
            </p:txBody>
          </p:sp>
          <p:sp>
            <p:nvSpPr>
              <p:cNvPr id="1060904" name="Text Box 40"/>
              <p:cNvSpPr txBox="1">
                <a:spLocks noChangeArrowheads="1"/>
              </p:cNvSpPr>
              <p:nvPr/>
            </p:nvSpPr>
            <p:spPr bwMode="auto">
              <a:xfrm>
                <a:off x="1430" y="3753"/>
                <a:ext cx="427" cy="250"/>
              </a:xfrm>
              <a:prstGeom prst="rect">
                <a:avLst/>
              </a:prstGeom>
              <a:noFill/>
              <a:ln w="9525">
                <a:noFill/>
                <a:miter lim="800000"/>
                <a:headEnd/>
                <a:tailEnd/>
              </a:ln>
              <a:effectLst/>
            </p:spPr>
            <p:txBody>
              <a:bodyPr wrap="none">
                <a:spAutoFit/>
              </a:bodyPr>
              <a:lstStyle/>
              <a:p>
                <a:r>
                  <a:rPr lang="en-US" altLang="zh-CN" sz="2000" b="1"/>
                  <a:t>num</a:t>
                </a:r>
              </a:p>
            </p:txBody>
          </p:sp>
          <p:sp>
            <p:nvSpPr>
              <p:cNvPr id="1060905" name="Text Box 41"/>
              <p:cNvSpPr txBox="1">
                <a:spLocks noChangeArrowheads="1"/>
              </p:cNvSpPr>
              <p:nvPr/>
            </p:nvSpPr>
            <p:spPr bwMode="auto">
              <a:xfrm>
                <a:off x="1958" y="3753"/>
                <a:ext cx="489" cy="250"/>
              </a:xfrm>
              <a:prstGeom prst="rect">
                <a:avLst/>
              </a:prstGeom>
              <a:noFill/>
              <a:ln w="9525">
                <a:noFill/>
                <a:miter lim="800000"/>
                <a:headEnd/>
                <a:tailEnd/>
              </a:ln>
              <a:effectLst/>
            </p:spPr>
            <p:txBody>
              <a:bodyPr wrap="none">
                <a:spAutoFit/>
              </a:bodyPr>
              <a:lstStyle/>
              <a:p>
                <a:r>
                  <a:rPr lang="en-US" altLang="zh-CN" sz="2000" b="1"/>
                  <a:t>name</a:t>
                </a:r>
              </a:p>
            </p:txBody>
          </p:sp>
          <p:sp>
            <p:nvSpPr>
              <p:cNvPr id="1060906" name="Text Box 42"/>
              <p:cNvSpPr txBox="1">
                <a:spLocks noChangeArrowheads="1"/>
              </p:cNvSpPr>
              <p:nvPr/>
            </p:nvSpPr>
            <p:spPr bwMode="auto">
              <a:xfrm>
                <a:off x="2928" y="3648"/>
                <a:ext cx="711" cy="250"/>
              </a:xfrm>
              <a:prstGeom prst="rect">
                <a:avLst/>
              </a:prstGeom>
              <a:noFill/>
              <a:ln w="9525">
                <a:noFill/>
                <a:miter lim="800000"/>
                <a:headEnd/>
                <a:tailEnd/>
              </a:ln>
              <a:effectLst/>
            </p:spPr>
            <p:txBody>
              <a:bodyPr wrap="none">
                <a:spAutoFit/>
              </a:bodyPr>
              <a:lstStyle/>
              <a:p>
                <a:r>
                  <a:rPr lang="en-US" altLang="zh-CN" sz="2000" b="1" dirty="0">
                    <a:solidFill>
                      <a:srgbClr val="002060"/>
                    </a:solidFill>
                  </a:rPr>
                  <a:t>birthday</a:t>
                </a:r>
              </a:p>
            </p:txBody>
          </p:sp>
          <p:sp>
            <p:nvSpPr>
              <p:cNvPr id="1060907" name="Text Box 43"/>
              <p:cNvSpPr txBox="1">
                <a:spLocks noChangeArrowheads="1"/>
              </p:cNvSpPr>
              <p:nvPr/>
            </p:nvSpPr>
            <p:spPr bwMode="auto">
              <a:xfrm>
                <a:off x="2400" y="3888"/>
                <a:ext cx="560" cy="250"/>
              </a:xfrm>
              <a:prstGeom prst="rect">
                <a:avLst/>
              </a:prstGeom>
              <a:noFill/>
              <a:ln w="9525">
                <a:noFill/>
                <a:miter lim="800000"/>
                <a:headEnd/>
                <a:tailEnd/>
              </a:ln>
              <a:effectLst/>
            </p:spPr>
            <p:txBody>
              <a:bodyPr wrap="none">
                <a:spAutoFit/>
              </a:bodyPr>
              <a:lstStyle/>
              <a:p>
                <a:r>
                  <a:rPr lang="en-US" altLang="zh-CN" sz="2000" b="1"/>
                  <a:t>month</a:t>
                </a:r>
              </a:p>
            </p:txBody>
          </p:sp>
          <p:sp>
            <p:nvSpPr>
              <p:cNvPr id="1060908" name="Text Box 44"/>
              <p:cNvSpPr txBox="1">
                <a:spLocks noChangeArrowheads="1"/>
              </p:cNvSpPr>
              <p:nvPr/>
            </p:nvSpPr>
            <p:spPr bwMode="auto">
              <a:xfrm>
                <a:off x="3024" y="3888"/>
                <a:ext cx="365" cy="250"/>
              </a:xfrm>
              <a:prstGeom prst="rect">
                <a:avLst/>
              </a:prstGeom>
              <a:noFill/>
              <a:ln w="9525">
                <a:noFill/>
                <a:miter lim="800000"/>
                <a:headEnd/>
                <a:tailEnd/>
              </a:ln>
              <a:effectLst/>
            </p:spPr>
            <p:txBody>
              <a:bodyPr wrap="none">
                <a:spAutoFit/>
              </a:bodyPr>
              <a:lstStyle/>
              <a:p>
                <a:r>
                  <a:rPr lang="en-US" altLang="zh-CN" sz="2000" b="1"/>
                  <a:t>day</a:t>
                </a:r>
              </a:p>
            </p:txBody>
          </p:sp>
          <p:sp>
            <p:nvSpPr>
              <p:cNvPr id="1060909" name="Text Box 45"/>
              <p:cNvSpPr txBox="1">
                <a:spLocks noChangeArrowheads="1"/>
              </p:cNvSpPr>
              <p:nvPr/>
            </p:nvSpPr>
            <p:spPr bwMode="auto">
              <a:xfrm>
                <a:off x="3504" y="3888"/>
                <a:ext cx="418" cy="250"/>
              </a:xfrm>
              <a:prstGeom prst="rect">
                <a:avLst/>
              </a:prstGeom>
              <a:noFill/>
              <a:ln w="9525">
                <a:noFill/>
                <a:miter lim="800000"/>
                <a:headEnd/>
                <a:tailEnd/>
              </a:ln>
              <a:effectLst/>
            </p:spPr>
            <p:txBody>
              <a:bodyPr wrap="none">
                <a:spAutoFit/>
              </a:bodyPr>
              <a:lstStyle/>
              <a:p>
                <a:r>
                  <a:rPr lang="en-US" altLang="zh-CN" sz="2000" b="1"/>
                  <a:t>year</a:t>
                </a:r>
              </a:p>
            </p:txBody>
          </p:sp>
        </p:grpSp>
      </p:grpSp>
      <p:sp>
        <p:nvSpPr>
          <p:cNvPr id="1060911" name="Rectangle 47" descr="信纸"/>
          <p:cNvSpPr>
            <a:spLocks noChangeArrowheads="1"/>
          </p:cNvSpPr>
          <p:nvPr/>
        </p:nvSpPr>
        <p:spPr bwMode="auto">
          <a:xfrm>
            <a:off x="2279576" y="3280072"/>
            <a:ext cx="7704856" cy="3178175"/>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sz="2000" b="1" dirty="0" err="1">
                <a:solidFill>
                  <a:srgbClr val="C00000"/>
                </a:solidFill>
                <a:ea typeface="楷体_GB2312" pitchFamily="49" charset="-122"/>
              </a:rPr>
              <a:t>struct</a:t>
            </a:r>
            <a:r>
              <a:rPr lang="en-US" altLang="zh-CN" sz="2000" b="1" dirty="0">
                <a:solidFill>
                  <a:srgbClr val="C00000"/>
                </a:solidFill>
                <a:ea typeface="楷体_GB2312" pitchFamily="49" charset="-122"/>
              </a:rPr>
              <a:t> Point</a:t>
            </a:r>
          </a:p>
          <a:p>
            <a:pPr indent="266700"/>
            <a:r>
              <a:rPr lang="en-US" altLang="zh-CN" sz="2000" b="1" dirty="0">
                <a:ea typeface="楷体_GB2312" pitchFamily="49" charset="-122"/>
              </a:rPr>
              <a:t>{</a:t>
            </a:r>
          </a:p>
          <a:p>
            <a:pPr indent="2667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x, y;</a:t>
            </a:r>
          </a:p>
          <a:p>
            <a:pPr indent="266700"/>
            <a:r>
              <a:rPr lang="en-US" altLang="zh-CN" sz="2000" b="1" dirty="0">
                <a:ea typeface="楷体_GB2312" pitchFamily="49" charset="-122"/>
              </a:rPr>
              <a:t>};</a:t>
            </a:r>
          </a:p>
          <a:p>
            <a:pPr indent="266700"/>
            <a:r>
              <a:rPr lang="en-US" altLang="zh-CN" sz="2000" b="1" dirty="0" err="1">
                <a:solidFill>
                  <a:srgbClr val="CC0000"/>
                </a:solidFill>
                <a:ea typeface="楷体_GB2312" pitchFamily="49" charset="-122"/>
              </a:rPr>
              <a:t>struct</a:t>
            </a:r>
            <a:r>
              <a:rPr lang="en-US" altLang="zh-CN" sz="2000" b="1" dirty="0">
                <a:solidFill>
                  <a:srgbClr val="CC0000"/>
                </a:solidFill>
                <a:ea typeface="楷体_GB2312" pitchFamily="49" charset="-122"/>
              </a:rPr>
              <a:t> </a:t>
            </a:r>
            <a:r>
              <a:rPr lang="en-US" altLang="zh-CN" sz="2000" b="1" dirty="0" err="1">
                <a:solidFill>
                  <a:srgbClr val="CC0000"/>
                </a:solidFill>
                <a:ea typeface="楷体_GB2312" pitchFamily="49" charset="-122"/>
              </a:rPr>
              <a:t>Img</a:t>
            </a:r>
            <a:endParaRPr lang="en-US" altLang="zh-CN" sz="2000" b="1" dirty="0">
              <a:solidFill>
                <a:srgbClr val="CC0000"/>
              </a:solidFill>
              <a:ea typeface="楷体_GB2312" pitchFamily="49" charset="-122"/>
            </a:endParaRPr>
          </a:p>
          <a:p>
            <a:pPr indent="266700"/>
            <a:r>
              <a:rPr lang="en-US" altLang="zh-CN" sz="2000" b="1" dirty="0">
                <a:ea typeface="楷体_GB2312" pitchFamily="49" charset="-122"/>
              </a:rPr>
              <a:t>{</a:t>
            </a:r>
          </a:p>
          <a:p>
            <a:pPr indent="2667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tag;</a:t>
            </a:r>
          </a:p>
          <a:p>
            <a:pPr indent="266700"/>
            <a:r>
              <a:rPr lang="en-US" altLang="zh-CN" sz="2000" b="1" dirty="0">
                <a:ea typeface="楷体_GB2312" pitchFamily="49" charset="-122"/>
              </a:rPr>
              <a:t>  struct </a:t>
            </a:r>
            <a:r>
              <a:rPr lang="en-US" altLang="zh-CN" sz="2000" b="1" dirty="0" err="1">
                <a:ea typeface="楷体_GB2312" pitchFamily="49" charset="-122"/>
              </a:rPr>
              <a:t>Img</a:t>
            </a:r>
            <a:r>
              <a:rPr lang="en-US" altLang="zh-CN" sz="2000" b="1" dirty="0">
                <a:ea typeface="楷体_GB2312" pitchFamily="49" charset="-122"/>
              </a:rPr>
              <a:t> *</a:t>
            </a:r>
            <a:r>
              <a:rPr lang="en-US" altLang="zh-CN" sz="2000" b="1" dirty="0" err="1">
                <a:ea typeface="楷体_GB2312" pitchFamily="49" charset="-122"/>
              </a:rPr>
              <a:t>pimg</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正确，可以包含自身类型的指针</a:t>
            </a:r>
          </a:p>
          <a:p>
            <a:pPr indent="266700"/>
            <a:r>
              <a:rPr lang="zh-CN" altLang="en-US" sz="2000" b="1" dirty="0">
                <a:ea typeface="楷体_GB2312" pitchFamily="49" charset="-122"/>
              </a:rPr>
              <a:t>  </a:t>
            </a:r>
            <a:r>
              <a:rPr lang="en-US" altLang="zh-CN" sz="2000" b="1" dirty="0">
                <a:ea typeface="楷体_GB2312" pitchFamily="49" charset="-122"/>
              </a:rPr>
              <a:t>struct </a:t>
            </a:r>
            <a:r>
              <a:rPr lang="en-US" altLang="zh-CN" sz="2000" b="1" dirty="0" err="1">
                <a:ea typeface="楷体_GB2312" pitchFamily="49" charset="-122"/>
              </a:rPr>
              <a:t>Img</a:t>
            </a:r>
            <a:r>
              <a:rPr lang="en-US" altLang="zh-CN" sz="2000" b="1" dirty="0">
                <a:ea typeface="楷体_GB2312" pitchFamily="49" charset="-122"/>
              </a:rPr>
              <a:t> </a:t>
            </a:r>
            <a:r>
              <a:rPr lang="en-US" altLang="zh-CN" sz="2000" b="1" dirty="0" err="1">
                <a:ea typeface="楷体_GB2312" pitchFamily="49" charset="-122"/>
              </a:rPr>
              <a:t>img</a:t>
            </a:r>
            <a:r>
              <a:rPr lang="en-US" altLang="zh-CN" sz="2000" b="1" dirty="0">
                <a:ea typeface="楷体_GB2312" pitchFamily="49" charset="-122"/>
              </a:rPr>
              <a:t>;               </a:t>
            </a:r>
            <a:r>
              <a:rPr lang="en-US" altLang="zh-CN" sz="1800" b="1" dirty="0">
                <a:solidFill>
                  <a:srgbClr val="C00000"/>
                </a:solidFill>
                <a:latin typeface="+mn-lt"/>
                <a:ea typeface="楷体" pitchFamily="49" charset="-122"/>
              </a:rPr>
              <a:t>//</a:t>
            </a:r>
            <a:r>
              <a:rPr lang="zh-CN" altLang="en-US" sz="1800" b="1" dirty="0">
                <a:solidFill>
                  <a:srgbClr val="C00000"/>
                </a:solidFill>
                <a:latin typeface="+mn-lt"/>
                <a:ea typeface="楷体" pitchFamily="49" charset="-122"/>
              </a:rPr>
              <a:t>错误，不能包含自身类型的变量</a:t>
            </a:r>
          </a:p>
          <a:p>
            <a:pPr indent="266700"/>
            <a:r>
              <a:rPr lang="en-US" altLang="zh-CN" sz="2000" b="1" dirty="0">
                <a:ea typeface="楷体_GB2312" pitchFamily="49" charset="-122"/>
              </a:rPr>
              <a:t>};</a:t>
            </a:r>
          </a:p>
        </p:txBody>
      </p:sp>
      <p:sp>
        <p:nvSpPr>
          <p:cNvPr id="1060913" name="Rectangle 49" descr="信纸"/>
          <p:cNvSpPr>
            <a:spLocks noChangeArrowheads="1"/>
          </p:cNvSpPr>
          <p:nvPr/>
        </p:nvSpPr>
        <p:spPr bwMode="auto">
          <a:xfrm>
            <a:off x="3531301" y="4250789"/>
            <a:ext cx="5207362" cy="707886"/>
          </a:xfrm>
          <a:prstGeom prst="rect">
            <a:avLst/>
          </a:prstGeom>
          <a:gradFill>
            <a:gsLst>
              <a:gs pos="0">
                <a:srgbClr val="CFCFD1"/>
              </a:gs>
              <a:gs pos="100000">
                <a:schemeClr val="bg1"/>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err="1">
                <a:solidFill>
                  <a:srgbClr val="C00000"/>
                </a:solidFill>
              </a:rPr>
              <a:t>struct</a:t>
            </a:r>
            <a:r>
              <a:rPr lang="en-US" altLang="zh-CN" sz="2000" b="1" dirty="0">
                <a:solidFill>
                  <a:srgbClr val="C00000"/>
                </a:solidFill>
              </a:rPr>
              <a:t>  </a:t>
            </a:r>
            <a:r>
              <a:rPr lang="en-US" altLang="zh-CN" sz="2000" b="1" dirty="0" err="1">
                <a:solidFill>
                  <a:srgbClr val="C00000"/>
                </a:solidFill>
              </a:rPr>
              <a:t>Student_Info</a:t>
            </a:r>
            <a:r>
              <a:rPr lang="en-US" altLang="zh-CN" sz="2000" b="1" dirty="0">
                <a:solidFill>
                  <a:srgbClr val="C00000"/>
                </a:solidFill>
              </a:rPr>
              <a:t>  </a:t>
            </a:r>
            <a:r>
              <a:rPr lang="en-US" altLang="zh-CN" sz="2000" b="1" dirty="0"/>
              <a:t>student;</a:t>
            </a:r>
          </a:p>
          <a:p>
            <a:r>
              <a:rPr lang="en-US" altLang="zh-CN" sz="2000" b="1" dirty="0"/>
              <a:t>char name[20];</a:t>
            </a:r>
          </a:p>
        </p:txBody>
      </p:sp>
      <p:sp>
        <p:nvSpPr>
          <p:cNvPr id="42" name="Rectangle 4">
            <a:extLst>
              <a:ext uri="{FF2B5EF4-FFF2-40B4-BE49-F238E27FC236}">
                <a16:creationId xmlns:a16="http://schemas.microsoft.com/office/drawing/2014/main" id="{3F88743B-2DFD-4448-B4A5-4498E7B2549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0869"/>
                                        </p:tgtEl>
                                        <p:attrNameLst>
                                          <p:attrName>style.visibility</p:attrName>
                                        </p:attrNameLst>
                                      </p:cBhvr>
                                      <p:to>
                                        <p:strVal val="visible"/>
                                      </p:to>
                                    </p:set>
                                    <p:anim calcmode="lin" valueType="num">
                                      <p:cBhvr additive="base">
                                        <p:cTn id="7" dur="500" fill="hold"/>
                                        <p:tgtEl>
                                          <p:spTgt spid="1060869"/>
                                        </p:tgtEl>
                                        <p:attrNameLst>
                                          <p:attrName>ppt_x</p:attrName>
                                        </p:attrNameLst>
                                      </p:cBhvr>
                                      <p:tavLst>
                                        <p:tav tm="0">
                                          <p:val>
                                            <p:strVal val="0-#ppt_w/2"/>
                                          </p:val>
                                        </p:tav>
                                        <p:tav tm="100000">
                                          <p:val>
                                            <p:strVal val="#ppt_x"/>
                                          </p:val>
                                        </p:tav>
                                      </p:tavLst>
                                    </p:anim>
                                    <p:anim calcmode="lin" valueType="num">
                                      <p:cBhvr additive="base">
                                        <p:cTn id="8" dur="500" fill="hold"/>
                                        <p:tgtEl>
                                          <p:spTgt spid="106086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60877">
                                            <p:txEl>
                                              <p:pRg st="0" end="0"/>
                                            </p:txEl>
                                          </p:spTgt>
                                        </p:tgtEl>
                                        <p:attrNameLst>
                                          <p:attrName>style.visibility</p:attrName>
                                        </p:attrNameLst>
                                      </p:cBhvr>
                                      <p:to>
                                        <p:strVal val="visible"/>
                                      </p:to>
                                    </p:set>
                                    <p:anim calcmode="lin" valueType="num">
                                      <p:cBhvr additive="base">
                                        <p:cTn id="13" dur="500" fill="hold"/>
                                        <p:tgtEl>
                                          <p:spTgt spid="106087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6087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1060877">
                                            <p:txEl>
                                              <p:pRg st="1" end="1"/>
                                            </p:txEl>
                                          </p:spTgt>
                                        </p:tgtEl>
                                        <p:attrNameLst>
                                          <p:attrName>style.visibility</p:attrName>
                                        </p:attrNameLst>
                                      </p:cBhvr>
                                      <p:to>
                                        <p:strVal val="visible"/>
                                      </p:to>
                                    </p:set>
                                    <p:animEffect transition="in" filter="box(out)">
                                      <p:cBhvr>
                                        <p:cTn id="19" dur="500"/>
                                        <p:tgtEl>
                                          <p:spTgt spid="1060877">
                                            <p:txEl>
                                              <p:pRg st="1" end="1"/>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1060877">
                                            <p:txEl>
                                              <p:pRg st="2" end="2"/>
                                            </p:txEl>
                                          </p:spTgt>
                                        </p:tgtEl>
                                        <p:attrNameLst>
                                          <p:attrName>style.visibility</p:attrName>
                                        </p:attrNameLst>
                                      </p:cBhvr>
                                      <p:to>
                                        <p:strVal val="visible"/>
                                      </p:to>
                                    </p:set>
                                    <p:animEffect transition="in" filter="box(out)">
                                      <p:cBhvr>
                                        <p:cTn id="24" dur="500"/>
                                        <p:tgtEl>
                                          <p:spTgt spid="1060877">
                                            <p:txEl>
                                              <p:pRg st="2" end="2"/>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060878"/>
                                        </p:tgtEl>
                                        <p:attrNameLst>
                                          <p:attrName>style.visibility</p:attrName>
                                        </p:attrNameLst>
                                      </p:cBhvr>
                                      <p:to>
                                        <p:strVal val="visible"/>
                                      </p:to>
                                    </p:set>
                                    <p:anim calcmode="lin" valueType="num">
                                      <p:cBhvr additive="base">
                                        <p:cTn id="29" dur="500" fill="hold"/>
                                        <p:tgtEl>
                                          <p:spTgt spid="1060878"/>
                                        </p:tgtEl>
                                        <p:attrNameLst>
                                          <p:attrName>ppt_x</p:attrName>
                                        </p:attrNameLst>
                                      </p:cBhvr>
                                      <p:tavLst>
                                        <p:tav tm="0">
                                          <p:val>
                                            <p:strVal val="0-#ppt_w/2"/>
                                          </p:val>
                                        </p:tav>
                                        <p:tav tm="100000">
                                          <p:val>
                                            <p:strVal val="#ppt_x"/>
                                          </p:val>
                                        </p:tav>
                                      </p:tavLst>
                                    </p:anim>
                                    <p:anim calcmode="lin" valueType="num">
                                      <p:cBhvr additive="base">
                                        <p:cTn id="30" dur="500" fill="hold"/>
                                        <p:tgtEl>
                                          <p:spTgt spid="106087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4" name="whoosh.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1060894"/>
                                        </p:tgtEl>
                                        <p:attrNameLst>
                                          <p:attrName>style.visibility</p:attrName>
                                        </p:attrNameLst>
                                      </p:cBhvr>
                                      <p:to>
                                        <p:strVal val="visible"/>
                                      </p:to>
                                    </p:set>
                                    <p:animEffect transition="in" filter="box(out)">
                                      <p:cBhvr>
                                        <p:cTn id="35" dur="500"/>
                                        <p:tgtEl>
                                          <p:spTgt spid="1060894"/>
                                        </p:tgtEl>
                                      </p:cBhvr>
                                    </p:animEffect>
                                  </p:childTnLst>
                                  <p:subTnLst>
                                    <p:set>
                                      <p:cBhvr override="childStyle">
                                        <p:cTn dur="1" fill="hold" display="0" masterRel="nextClick" afterEffect="1"/>
                                        <p:tgtEl>
                                          <p:spTgt spid="1060894"/>
                                        </p:tgtEl>
                                        <p:attrNameLst>
                                          <p:attrName>style.visibility</p:attrName>
                                        </p:attrNameLst>
                                      </p:cBhvr>
                                      <p:to>
                                        <p:strVal val="hidden"/>
                                      </p:to>
                                    </p:se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nodeType="clickEffect">
                                  <p:stCondLst>
                                    <p:cond delay="0"/>
                                  </p:stCondLst>
                                  <p:childTnLst>
                                    <p:set>
                                      <p:cBhvr>
                                        <p:cTn id="39" dur="1" fill="hold">
                                          <p:stCondLst>
                                            <p:cond delay="0"/>
                                          </p:stCondLst>
                                        </p:cTn>
                                        <p:tgtEl>
                                          <p:spTgt spid="1060910"/>
                                        </p:tgtEl>
                                        <p:attrNameLst>
                                          <p:attrName>style.visibility</p:attrName>
                                        </p:attrNameLst>
                                      </p:cBhvr>
                                      <p:to>
                                        <p:strVal val="visible"/>
                                      </p:to>
                                    </p:set>
                                    <p:animEffect transition="in" filter="box(out)">
                                      <p:cBhvr>
                                        <p:cTn id="40" dur="500"/>
                                        <p:tgtEl>
                                          <p:spTgt spid="1060910"/>
                                        </p:tgtEl>
                                      </p:cBhvr>
                                    </p:animEffect>
                                  </p:childTnLst>
                                  <p:subTnLst>
                                    <p:set>
                                      <p:cBhvr override="childStyle">
                                        <p:cTn dur="1" fill="hold" display="0" masterRel="nextClick" afterEffect="1"/>
                                        <p:tgtEl>
                                          <p:spTgt spid="1060910"/>
                                        </p:tgtEl>
                                        <p:attrNameLst>
                                          <p:attrName>style.visibility</p:attrName>
                                        </p:attrNameLst>
                                      </p:cBhvr>
                                      <p:to>
                                        <p:strVal val="hidden"/>
                                      </p:to>
                                    </p:se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060911"/>
                                        </p:tgtEl>
                                        <p:attrNameLst>
                                          <p:attrName>style.visibility</p:attrName>
                                        </p:attrNameLst>
                                      </p:cBhvr>
                                      <p:to>
                                        <p:strVal val="visible"/>
                                      </p:to>
                                    </p:set>
                                    <p:animEffect transition="in" filter="box(out)">
                                      <p:cBhvr>
                                        <p:cTn id="45" dur="500"/>
                                        <p:tgtEl>
                                          <p:spTgt spid="1060911"/>
                                        </p:tgtEl>
                                      </p:cBhvr>
                                    </p:animEffect>
                                  </p:childTnLst>
                                  <p:subTnLst>
                                    <p:set>
                                      <p:cBhvr override="childStyle">
                                        <p:cTn dur="1" fill="hold" display="0" masterRel="nextClick" afterEffect="1"/>
                                        <p:tgtEl>
                                          <p:spTgt spid="1060911"/>
                                        </p:tgtEl>
                                        <p:attrNameLst>
                                          <p:attrName>style.visibility</p:attrName>
                                        </p:attrNameLst>
                                      </p:cBhvr>
                                      <p:to>
                                        <p:strVal val="hidden"/>
                                      </p:to>
                                    </p:se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1060912"/>
                                        </p:tgtEl>
                                        <p:attrNameLst>
                                          <p:attrName>style.visibility</p:attrName>
                                        </p:attrNameLst>
                                      </p:cBhvr>
                                      <p:to>
                                        <p:strVal val="visible"/>
                                      </p:to>
                                    </p:set>
                                    <p:anim calcmode="lin" valueType="num">
                                      <p:cBhvr additive="base">
                                        <p:cTn id="50" dur="500" fill="hold"/>
                                        <p:tgtEl>
                                          <p:spTgt spid="1060912"/>
                                        </p:tgtEl>
                                        <p:attrNameLst>
                                          <p:attrName>ppt_x</p:attrName>
                                        </p:attrNameLst>
                                      </p:cBhvr>
                                      <p:tavLst>
                                        <p:tav tm="0">
                                          <p:val>
                                            <p:strVal val="0-#ppt_w/2"/>
                                          </p:val>
                                        </p:tav>
                                        <p:tav tm="100000">
                                          <p:val>
                                            <p:strVal val="#ppt_x"/>
                                          </p:val>
                                        </p:tav>
                                      </p:tavLst>
                                    </p:anim>
                                    <p:anim calcmode="lin" valueType="num">
                                      <p:cBhvr additive="base">
                                        <p:cTn id="51" dur="500" fill="hold"/>
                                        <p:tgtEl>
                                          <p:spTgt spid="10609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4" name="whoosh.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1060913"/>
                                        </p:tgtEl>
                                        <p:attrNameLst>
                                          <p:attrName>style.visibility</p:attrName>
                                        </p:attrNameLst>
                                      </p:cBhvr>
                                      <p:to>
                                        <p:strVal val="visible"/>
                                      </p:to>
                                    </p:set>
                                    <p:animEffect transition="in" filter="box(out)">
                                      <p:cBhvr>
                                        <p:cTn id="56" dur="500"/>
                                        <p:tgtEl>
                                          <p:spTgt spid="1060913"/>
                                        </p:tgtEl>
                                      </p:cBhvr>
                                    </p:animEffect>
                                  </p:childTnLst>
                                  <p:subTnLst>
                                    <p:set>
                                      <p:cBhvr override="childStyle">
                                        <p:cTn dur="1" fill="hold" display="0" masterRel="nextClick" afterEffect="1"/>
                                        <p:tgtEl>
                                          <p:spTgt spid="1060913"/>
                                        </p:tgtEl>
                                        <p:attrNameLst>
                                          <p:attrName>style.visibility</p:attrName>
                                        </p:attrNameLst>
                                      </p:cBhvr>
                                      <p:to>
                                        <p:strVal val="hidden"/>
                                      </p:to>
                                    </p:se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060914"/>
                                        </p:tgtEl>
                                        <p:attrNameLst>
                                          <p:attrName>style.visibility</p:attrName>
                                        </p:attrNameLst>
                                      </p:cBhvr>
                                      <p:to>
                                        <p:strVal val="visible"/>
                                      </p:to>
                                    </p:set>
                                    <p:anim calcmode="lin" valueType="num">
                                      <p:cBhvr additive="base">
                                        <p:cTn id="61" dur="500" fill="hold"/>
                                        <p:tgtEl>
                                          <p:spTgt spid="1060914"/>
                                        </p:tgtEl>
                                        <p:attrNameLst>
                                          <p:attrName>ppt_x</p:attrName>
                                        </p:attrNameLst>
                                      </p:cBhvr>
                                      <p:tavLst>
                                        <p:tav tm="0">
                                          <p:val>
                                            <p:strVal val="0-#ppt_w/2"/>
                                          </p:val>
                                        </p:tav>
                                        <p:tav tm="100000">
                                          <p:val>
                                            <p:strVal val="#ppt_x"/>
                                          </p:val>
                                        </p:tav>
                                      </p:tavLst>
                                    </p:anim>
                                    <p:anim calcmode="lin" valueType="num">
                                      <p:cBhvr additive="base">
                                        <p:cTn id="62" dur="500" fill="hold"/>
                                        <p:tgtEl>
                                          <p:spTgt spid="10609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0914" grpId="0"/>
      <p:bldP spid="1060912" grpId="0"/>
      <p:bldP spid="1060869" grpId="0"/>
      <p:bldP spid="1060878" grpId="0"/>
      <p:bldP spid="1060911" grpId="0" animBg="1"/>
      <p:bldP spid="1060913"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2926" name="Rectangle 14"/>
          <p:cNvSpPr>
            <a:spLocks noChangeArrowheads="1"/>
          </p:cNvSpPr>
          <p:nvPr/>
        </p:nvSpPr>
        <p:spPr bwMode="auto">
          <a:xfrm>
            <a:off x="1653703" y="2251720"/>
            <a:ext cx="6386513" cy="457200"/>
          </a:xfrm>
          <a:prstGeom prst="rect">
            <a:avLst/>
          </a:prstGeom>
          <a:noFill/>
          <a:ln w="9525">
            <a:noFill/>
            <a:miter lim="800000"/>
            <a:headEnd/>
            <a:tailEnd/>
          </a:ln>
          <a:effectLst/>
        </p:spPr>
        <p:txBody>
          <a:bodyPr wrap="none">
            <a:spAutoFit/>
          </a:bodyPr>
          <a:lstStyle/>
          <a:p>
            <a:pPr>
              <a:buFont typeface="Wingdings" pitchFamily="2" charset="2"/>
              <a:buChar char="l"/>
            </a:pPr>
            <a:r>
              <a:rPr lang="zh-CN" altLang="en-US" b="1" dirty="0">
                <a:latin typeface="+mn-lt"/>
                <a:ea typeface="楷体" pitchFamily="49" charset="-122"/>
              </a:rPr>
              <a:t>结构体变量</a:t>
            </a:r>
            <a:r>
              <a:rPr lang="zh-CN" altLang="en-US" b="1" dirty="0">
                <a:solidFill>
                  <a:srgbClr val="002060"/>
                </a:solidFill>
                <a:latin typeface="+mn-lt"/>
                <a:ea typeface="楷体" pitchFamily="49" charset="-122"/>
              </a:rPr>
              <a:t>不能整体引用</a:t>
            </a:r>
            <a:r>
              <a:rPr lang="en-US" altLang="zh-CN" b="1" dirty="0">
                <a:latin typeface="+mn-lt"/>
                <a:ea typeface="楷体" pitchFamily="49" charset="-122"/>
              </a:rPr>
              <a:t>,</a:t>
            </a:r>
            <a:r>
              <a:rPr lang="zh-CN" altLang="en-US" b="1" dirty="0">
                <a:latin typeface="+mn-lt"/>
                <a:ea typeface="楷体" pitchFamily="49" charset="-122"/>
              </a:rPr>
              <a:t>只能引用变量</a:t>
            </a:r>
            <a:r>
              <a:rPr lang="zh-CN" altLang="en-US" b="1" dirty="0">
                <a:solidFill>
                  <a:schemeClr val="tx2"/>
                </a:solidFill>
                <a:latin typeface="+mn-lt"/>
                <a:ea typeface="楷体" pitchFamily="49" charset="-122"/>
              </a:rPr>
              <a:t>成员</a:t>
            </a:r>
          </a:p>
        </p:txBody>
      </p:sp>
      <p:sp>
        <p:nvSpPr>
          <p:cNvPr id="1062930" name="Rectangle 18"/>
          <p:cNvSpPr>
            <a:spLocks noChangeArrowheads="1"/>
          </p:cNvSpPr>
          <p:nvPr/>
        </p:nvSpPr>
        <p:spPr bwMode="auto">
          <a:xfrm>
            <a:off x="1711431" y="4555063"/>
            <a:ext cx="6845300" cy="457200"/>
          </a:xfrm>
          <a:prstGeom prst="rect">
            <a:avLst/>
          </a:prstGeom>
          <a:noFill/>
          <a:ln w="9525">
            <a:noFill/>
            <a:miter lim="800000"/>
            <a:headEnd/>
            <a:tailEnd/>
          </a:ln>
          <a:effectLst/>
        </p:spPr>
        <p:txBody>
          <a:bodyPr wrap="none">
            <a:spAutoFit/>
          </a:bodyPr>
          <a:lstStyle/>
          <a:p>
            <a:pPr>
              <a:spcBef>
                <a:spcPct val="20000"/>
              </a:spcBef>
              <a:buClr>
                <a:schemeClr val="tx1"/>
              </a:buClr>
              <a:buFont typeface="Wingdings" pitchFamily="2" charset="2"/>
              <a:buChar char="l"/>
            </a:pPr>
            <a:r>
              <a:rPr lang="zh-CN" altLang="en-US" b="1" dirty="0">
                <a:latin typeface="+mn-lt"/>
                <a:ea typeface="楷体" pitchFamily="49" charset="-122"/>
              </a:rPr>
              <a:t>可以将一个</a:t>
            </a:r>
            <a:r>
              <a:rPr lang="zh-CN" altLang="en-US" b="1" dirty="0">
                <a:solidFill>
                  <a:schemeClr val="accent2">
                    <a:lumMod val="50000"/>
                  </a:schemeClr>
                </a:solidFill>
                <a:latin typeface="+mn-lt"/>
                <a:ea typeface="楷体" pitchFamily="49" charset="-122"/>
              </a:rPr>
              <a:t>结构体变量赋值给另一个结构体变量</a:t>
            </a:r>
          </a:p>
        </p:txBody>
      </p:sp>
      <p:sp>
        <p:nvSpPr>
          <p:cNvPr id="1062931" name="Rectangle 19"/>
          <p:cNvSpPr>
            <a:spLocks noChangeArrowheads="1"/>
          </p:cNvSpPr>
          <p:nvPr/>
        </p:nvSpPr>
        <p:spPr bwMode="auto">
          <a:xfrm>
            <a:off x="1711431" y="5071000"/>
            <a:ext cx="3475038" cy="457200"/>
          </a:xfrm>
          <a:prstGeom prst="rect">
            <a:avLst/>
          </a:prstGeom>
          <a:noFill/>
          <a:ln w="9525">
            <a:noFill/>
            <a:miter lim="800000"/>
            <a:headEnd/>
            <a:tailEnd/>
          </a:ln>
          <a:effectLst/>
        </p:spPr>
        <p:txBody>
          <a:bodyPr wrap="none">
            <a:spAutoFit/>
          </a:bodyPr>
          <a:lstStyle/>
          <a:p>
            <a:pPr>
              <a:spcBef>
                <a:spcPct val="20000"/>
              </a:spcBef>
              <a:buClr>
                <a:schemeClr val="tx1"/>
              </a:buClr>
              <a:buFont typeface="Wingdings" pitchFamily="2" charset="2"/>
              <a:buChar char="l"/>
            </a:pPr>
            <a:r>
              <a:rPr lang="zh-CN" altLang="en-US" b="1" dirty="0">
                <a:latin typeface="+mn-lt"/>
                <a:ea typeface="楷体" pitchFamily="49" charset="-122"/>
              </a:rPr>
              <a:t>结构体嵌套时</a:t>
            </a:r>
            <a:r>
              <a:rPr lang="zh-CN" altLang="en-US" b="1" dirty="0">
                <a:solidFill>
                  <a:schemeClr val="accent2">
                    <a:lumMod val="50000"/>
                  </a:schemeClr>
                </a:solidFill>
                <a:latin typeface="+mn-lt"/>
                <a:ea typeface="楷体" pitchFamily="49" charset="-122"/>
              </a:rPr>
              <a:t>逐级引用</a:t>
            </a:r>
          </a:p>
        </p:txBody>
      </p:sp>
      <p:sp>
        <p:nvSpPr>
          <p:cNvPr id="1062962" name="Text Box 50"/>
          <p:cNvSpPr txBox="1">
            <a:spLocks noChangeArrowheads="1"/>
          </p:cNvSpPr>
          <p:nvPr/>
        </p:nvSpPr>
        <p:spPr bwMode="auto">
          <a:xfrm>
            <a:off x="1702045" y="5554434"/>
            <a:ext cx="9251727" cy="43180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eaLnBrk="0" hangingPunct="0"/>
            <a:r>
              <a:rPr lang="zh-CN" altLang="en-US" sz="2000" b="1">
                <a:latin typeface="+mn-lt"/>
                <a:ea typeface="楷体" pitchFamily="49" charset="-122"/>
              </a:rPr>
              <a:t>结构体变量名</a:t>
            </a:r>
            <a:r>
              <a:rPr lang="en-US" altLang="zh-CN" sz="2000" b="1">
                <a:latin typeface="+mn-lt"/>
                <a:ea typeface="楷体" pitchFamily="49" charset="-122"/>
              </a:rPr>
              <a:t>.</a:t>
            </a:r>
            <a:r>
              <a:rPr lang="zh-CN" altLang="en-US" sz="2000" b="1">
                <a:latin typeface="+mn-lt"/>
                <a:ea typeface="楷体" pitchFamily="49" charset="-122"/>
              </a:rPr>
              <a:t>成员名</a:t>
            </a:r>
            <a:r>
              <a:rPr lang="en-US" altLang="zh-CN" sz="2000" b="1">
                <a:latin typeface="+mn-lt"/>
                <a:ea typeface="楷体" pitchFamily="49" charset="-122"/>
              </a:rPr>
              <a:t>.</a:t>
            </a:r>
            <a:r>
              <a:rPr lang="zh-CN" altLang="en-US" sz="2000" b="1">
                <a:latin typeface="+mn-lt"/>
                <a:ea typeface="楷体" pitchFamily="49" charset="-122"/>
              </a:rPr>
              <a:t>子成员名</a:t>
            </a:r>
            <a:r>
              <a:rPr lang="en-US" altLang="zh-CN" sz="2000" b="1">
                <a:latin typeface="+mn-lt"/>
                <a:ea typeface="楷体" pitchFamily="49" charset="-122"/>
              </a:rPr>
              <a:t>……</a:t>
            </a:r>
            <a:r>
              <a:rPr lang="zh-CN" altLang="en-US" sz="2000" b="1">
                <a:latin typeface="+mn-lt"/>
                <a:ea typeface="楷体" pitchFamily="49" charset="-122"/>
              </a:rPr>
              <a:t>最低级子成员名</a:t>
            </a:r>
          </a:p>
          <a:p>
            <a:pPr algn="ctr" eaLnBrk="0" hangingPunct="0"/>
            <a:endParaRPr lang="en-US" altLang="zh-CN" sz="2000" b="1">
              <a:latin typeface="+mn-lt"/>
              <a:ea typeface="楷体" pitchFamily="49" charset="-122"/>
            </a:endParaRPr>
          </a:p>
        </p:txBody>
      </p:sp>
      <p:sp>
        <p:nvSpPr>
          <p:cNvPr id="1062919" name="Rectangle 7"/>
          <p:cNvSpPr>
            <a:spLocks noChangeArrowheads="1"/>
          </p:cNvSpPr>
          <p:nvPr/>
        </p:nvSpPr>
        <p:spPr bwMode="auto">
          <a:xfrm>
            <a:off x="1171617" y="1383159"/>
            <a:ext cx="3060453"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结构体变量的引用</a:t>
            </a:r>
          </a:p>
        </p:txBody>
      </p:sp>
      <p:sp>
        <p:nvSpPr>
          <p:cNvPr id="1062925" name="Rectangle 13"/>
          <p:cNvSpPr>
            <a:spLocks noChangeArrowheads="1"/>
          </p:cNvSpPr>
          <p:nvPr/>
        </p:nvSpPr>
        <p:spPr bwMode="auto">
          <a:xfrm>
            <a:off x="1343472" y="1804754"/>
            <a:ext cx="1952779" cy="461665"/>
          </a:xfrm>
          <a:prstGeom prst="rect">
            <a:avLst/>
          </a:prstGeom>
          <a:noFill/>
          <a:ln w="9525">
            <a:noFill/>
            <a:miter lim="800000"/>
            <a:headEnd/>
            <a:tailEnd/>
          </a:ln>
          <a:effectLst/>
        </p:spPr>
        <p:txBody>
          <a:bodyPr wrap="none">
            <a:spAutoFit/>
          </a:bodyPr>
          <a:lstStyle/>
          <a:p>
            <a:pPr>
              <a:spcBef>
                <a:spcPct val="20000"/>
              </a:spcBef>
              <a:buClr>
                <a:srgbClr val="CC0000"/>
              </a:buClr>
              <a:buFont typeface="Wingdings" pitchFamily="2" charset="2"/>
              <a:buChar char="&amp;"/>
            </a:pPr>
            <a:r>
              <a:rPr lang="en-US" altLang="zh-CN" b="1" dirty="0">
                <a:solidFill>
                  <a:srgbClr val="CC0000"/>
                </a:solidFill>
                <a:latin typeface="楷体" panose="02010609060101010101" pitchFamily="49" charset="-122"/>
                <a:ea typeface="楷体" panose="02010609060101010101" pitchFamily="49" charset="-122"/>
              </a:rPr>
              <a:t> </a:t>
            </a:r>
            <a:r>
              <a:rPr lang="zh-CN" altLang="en-US" b="1" dirty="0">
                <a:solidFill>
                  <a:srgbClr val="CC0000"/>
                </a:solidFill>
                <a:latin typeface="楷体" panose="02010609060101010101" pitchFamily="49" charset="-122"/>
                <a:ea typeface="楷体" panose="02010609060101010101" pitchFamily="49" charset="-122"/>
              </a:rPr>
              <a:t>引用规则</a:t>
            </a:r>
          </a:p>
        </p:txBody>
      </p:sp>
      <p:sp>
        <p:nvSpPr>
          <p:cNvPr id="1062927" name="Rectangle 15"/>
          <p:cNvSpPr>
            <a:spLocks noChangeArrowheads="1"/>
          </p:cNvSpPr>
          <p:nvPr/>
        </p:nvSpPr>
        <p:spPr bwMode="auto">
          <a:xfrm>
            <a:off x="1859632" y="2662858"/>
            <a:ext cx="1716088" cy="457200"/>
          </a:xfrm>
          <a:prstGeom prst="rect">
            <a:avLst/>
          </a:prstGeom>
          <a:noFill/>
          <a:ln w="9525">
            <a:noFill/>
            <a:miter lim="800000"/>
            <a:headEnd/>
            <a:tailEnd/>
          </a:ln>
          <a:effectLst/>
        </p:spPr>
        <p:txBody>
          <a:bodyPr wrap="none">
            <a:spAutoFit/>
          </a:bodyPr>
          <a:lstStyle/>
          <a:p>
            <a:pPr>
              <a:spcBef>
                <a:spcPct val="20000"/>
              </a:spcBef>
              <a:buClr>
                <a:schemeClr val="hlink"/>
              </a:buClr>
              <a:buFont typeface="Wingdings" pitchFamily="2" charset="2"/>
              <a:buNone/>
            </a:pPr>
            <a:r>
              <a:rPr lang="zh-CN" altLang="en-US" b="1" dirty="0">
                <a:latin typeface="+mn-lt"/>
                <a:ea typeface="楷体" pitchFamily="49" charset="-122"/>
              </a:rPr>
              <a:t>引用方式：</a:t>
            </a:r>
            <a:endParaRPr lang="zh-CN" altLang="en-US" b="1" dirty="0">
              <a:solidFill>
                <a:schemeClr val="tx2"/>
              </a:solidFill>
              <a:latin typeface="+mn-lt"/>
              <a:ea typeface="楷体" pitchFamily="49" charset="-122"/>
            </a:endParaRPr>
          </a:p>
        </p:txBody>
      </p:sp>
      <p:sp>
        <p:nvSpPr>
          <p:cNvPr id="1062928" name="Text Box 16"/>
          <p:cNvSpPr txBox="1">
            <a:spLocks noChangeArrowheads="1"/>
          </p:cNvSpPr>
          <p:nvPr/>
        </p:nvSpPr>
        <p:spPr bwMode="auto">
          <a:xfrm>
            <a:off x="1735837" y="3085823"/>
            <a:ext cx="9245161" cy="43180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eaLnBrk="0" hangingPunct="0"/>
            <a:r>
              <a:rPr lang="zh-CN" altLang="en-US" sz="2000" b="1" dirty="0">
                <a:latin typeface="+mn-lt"/>
                <a:ea typeface="楷体" pitchFamily="49" charset="-122"/>
              </a:rPr>
              <a:t>结构体变量名</a:t>
            </a:r>
            <a:r>
              <a:rPr lang="en-US" altLang="zh-CN" sz="2000" b="1" dirty="0">
                <a:latin typeface="+mn-lt"/>
                <a:ea typeface="楷体" pitchFamily="49" charset="-122"/>
              </a:rPr>
              <a:t>.</a:t>
            </a:r>
            <a:r>
              <a:rPr lang="zh-CN" altLang="en-US" sz="2000" b="1" dirty="0">
                <a:latin typeface="+mn-lt"/>
                <a:ea typeface="楷体" pitchFamily="49" charset="-122"/>
              </a:rPr>
              <a:t>成员名          </a:t>
            </a:r>
            <a:r>
              <a:rPr lang="en-US" altLang="zh-CN" sz="2000" b="1" dirty="0">
                <a:solidFill>
                  <a:srgbClr val="C00000"/>
                </a:solidFill>
                <a:latin typeface="+mn-lt"/>
                <a:ea typeface="楷体" pitchFamily="49" charset="-122"/>
              </a:rPr>
              <a:t>//</a:t>
            </a:r>
            <a:r>
              <a:rPr lang="zh-CN" altLang="en-US" sz="2000" b="1" dirty="0">
                <a:solidFill>
                  <a:srgbClr val="C00000"/>
                </a:solidFill>
                <a:latin typeface="+mn-lt"/>
                <a:ea typeface="楷体" pitchFamily="49" charset="-122"/>
              </a:rPr>
              <a:t>非指针型结构体变量的引用</a:t>
            </a:r>
          </a:p>
        </p:txBody>
      </p:sp>
      <p:sp>
        <p:nvSpPr>
          <p:cNvPr id="1062933" name="Text Box 21"/>
          <p:cNvSpPr txBox="1">
            <a:spLocks noChangeArrowheads="1"/>
          </p:cNvSpPr>
          <p:nvPr/>
        </p:nvSpPr>
        <p:spPr bwMode="auto">
          <a:xfrm>
            <a:off x="1702045" y="3645024"/>
            <a:ext cx="9245161" cy="782638"/>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eaLnBrk="0" hangingPunct="0"/>
            <a:r>
              <a:rPr lang="zh-CN" altLang="en-US" sz="2000" b="1" dirty="0">
                <a:latin typeface="+mn-lt"/>
                <a:ea typeface="楷体" pitchFamily="49" charset="-122"/>
              </a:rPr>
              <a:t>                       结构体指针</a:t>
            </a:r>
            <a:r>
              <a:rPr lang="en-US" altLang="zh-CN" sz="2000" b="1" dirty="0">
                <a:latin typeface="+mn-lt"/>
                <a:ea typeface="楷体" pitchFamily="49" charset="-122"/>
              </a:rPr>
              <a:t>-&gt;</a:t>
            </a:r>
            <a:r>
              <a:rPr lang="zh-CN" altLang="en-US" sz="2000" b="1" dirty="0">
                <a:latin typeface="+mn-lt"/>
                <a:ea typeface="楷体" pitchFamily="49" charset="-122"/>
              </a:rPr>
              <a:t>成员名   </a:t>
            </a:r>
            <a:r>
              <a:rPr lang="zh-CN" altLang="en-US" sz="2000" b="1" dirty="0">
                <a:solidFill>
                  <a:schemeClr val="accent2">
                    <a:lumMod val="50000"/>
                  </a:schemeClr>
                </a:solidFill>
                <a:latin typeface="+mn-lt"/>
                <a:ea typeface="楷体" pitchFamily="49" charset="-122"/>
              </a:rPr>
              <a:t>或 </a:t>
            </a:r>
            <a:r>
              <a:rPr lang="zh-CN" altLang="en-US" sz="2000" b="1" dirty="0">
                <a:latin typeface="+mn-lt"/>
                <a:ea typeface="楷体" pitchFamily="49" charset="-122"/>
              </a:rPr>
              <a:t>  （*结构体指针）</a:t>
            </a:r>
            <a:r>
              <a:rPr lang="en-US" altLang="zh-CN" sz="2000" b="1" dirty="0">
                <a:latin typeface="+mn-lt"/>
                <a:ea typeface="楷体" pitchFamily="49" charset="-122"/>
              </a:rPr>
              <a:t>.</a:t>
            </a:r>
            <a:r>
              <a:rPr lang="zh-CN" altLang="en-US" sz="2000" b="1" dirty="0">
                <a:latin typeface="+mn-lt"/>
                <a:ea typeface="楷体" pitchFamily="49" charset="-122"/>
              </a:rPr>
              <a:t>成员名</a:t>
            </a:r>
          </a:p>
          <a:p>
            <a:pPr algn="ctr" eaLnBrk="0" hangingPunct="0"/>
            <a:r>
              <a:rPr lang="en-US" altLang="zh-CN" sz="2000" b="1" dirty="0">
                <a:solidFill>
                  <a:srgbClr val="FF0066"/>
                </a:solidFill>
                <a:latin typeface="+mn-lt"/>
                <a:ea typeface="楷体" pitchFamily="49" charset="-122"/>
              </a:rPr>
              <a:t>                                           </a:t>
            </a:r>
            <a:r>
              <a:rPr lang="en-US" altLang="zh-CN" sz="2000" b="1" dirty="0">
                <a:solidFill>
                  <a:srgbClr val="C00000"/>
                </a:solidFill>
                <a:latin typeface="+mn-lt"/>
                <a:ea typeface="楷体" pitchFamily="49" charset="-122"/>
              </a:rPr>
              <a:t>//</a:t>
            </a:r>
            <a:r>
              <a:rPr lang="zh-CN" altLang="en-US" sz="2000" b="1" dirty="0">
                <a:solidFill>
                  <a:srgbClr val="C00000"/>
                </a:solidFill>
                <a:latin typeface="+mn-lt"/>
                <a:ea typeface="楷体" pitchFamily="49" charset="-122"/>
              </a:rPr>
              <a:t>指针型结构体变量的引用</a:t>
            </a:r>
          </a:p>
        </p:txBody>
      </p:sp>
      <p:sp>
        <p:nvSpPr>
          <p:cNvPr id="1062934" name="AutoShape 22"/>
          <p:cNvSpPr>
            <a:spLocks noChangeArrowheads="1"/>
          </p:cNvSpPr>
          <p:nvPr/>
        </p:nvSpPr>
        <p:spPr bwMode="auto">
          <a:xfrm>
            <a:off x="5031827" y="1796776"/>
            <a:ext cx="2158261" cy="710067"/>
          </a:xfrm>
          <a:prstGeom prst="wedgeRectCallout">
            <a:avLst>
              <a:gd name="adj1" fmla="val -59482"/>
              <a:gd name="adj2" fmla="val 153860"/>
            </a:avLst>
          </a:prstGeom>
          <a:gradFill rotWithShape="1">
            <a:gsLst>
              <a:gs pos="0">
                <a:srgbClr val="CFCFD1"/>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zh-CN" altLang="en-US" sz="2000" b="1">
                <a:latin typeface="+mn-lt"/>
                <a:ea typeface="楷体" pitchFamily="49" charset="-122"/>
              </a:rPr>
              <a:t>成员</a:t>
            </a:r>
            <a:r>
              <a:rPr lang="en-US" altLang="zh-CN" sz="2000" b="1">
                <a:latin typeface="+mn-lt"/>
                <a:ea typeface="楷体" pitchFamily="49" charset="-122"/>
              </a:rPr>
              <a:t>(</a:t>
            </a:r>
            <a:r>
              <a:rPr lang="zh-CN" altLang="en-US" sz="2000" b="1">
                <a:latin typeface="+mn-lt"/>
                <a:ea typeface="楷体" pitchFamily="49" charset="-122"/>
              </a:rPr>
              <a:t>分量</a:t>
            </a:r>
            <a:r>
              <a:rPr lang="en-US" altLang="zh-CN" sz="2000" b="1">
                <a:latin typeface="+mn-lt"/>
                <a:ea typeface="楷体" pitchFamily="49" charset="-122"/>
              </a:rPr>
              <a:t>)</a:t>
            </a:r>
            <a:r>
              <a:rPr lang="zh-CN" altLang="en-US" sz="2000" b="1">
                <a:latin typeface="+mn-lt"/>
                <a:ea typeface="楷体" pitchFamily="49" charset="-122"/>
              </a:rPr>
              <a:t>运算符</a:t>
            </a:r>
          </a:p>
          <a:p>
            <a:r>
              <a:rPr lang="zh-CN" altLang="en-US" sz="2000" b="1">
                <a:latin typeface="+mn-lt"/>
                <a:ea typeface="楷体" pitchFamily="49" charset="-122"/>
              </a:rPr>
              <a:t>结合性</a:t>
            </a:r>
            <a:r>
              <a:rPr lang="en-US" altLang="zh-CN" sz="2000" b="1">
                <a:latin typeface="+mn-lt"/>
                <a:ea typeface="楷体" pitchFamily="49" charset="-122"/>
              </a:rPr>
              <a:t>:</a:t>
            </a:r>
            <a:r>
              <a:rPr lang="zh-CN" altLang="en-US" sz="2000" b="1">
                <a:solidFill>
                  <a:srgbClr val="CC0000"/>
                </a:solidFill>
                <a:latin typeface="+mn-lt"/>
                <a:ea typeface="楷体" pitchFamily="49" charset="-122"/>
              </a:rPr>
              <a:t>从左向右</a:t>
            </a:r>
          </a:p>
        </p:txBody>
      </p:sp>
      <p:sp>
        <p:nvSpPr>
          <p:cNvPr id="1062935" name="AutoShape 23"/>
          <p:cNvSpPr>
            <a:spLocks noChangeArrowheads="1"/>
          </p:cNvSpPr>
          <p:nvPr/>
        </p:nvSpPr>
        <p:spPr bwMode="auto">
          <a:xfrm>
            <a:off x="5652406" y="2280478"/>
            <a:ext cx="2158261" cy="710067"/>
          </a:xfrm>
          <a:prstGeom prst="wedgeRectCallout">
            <a:avLst>
              <a:gd name="adj1" fmla="val -92616"/>
              <a:gd name="adj2" fmla="val 165417"/>
            </a:avLst>
          </a:prstGeom>
          <a:gradFill rotWithShape="1">
            <a:gsLst>
              <a:gs pos="0">
                <a:srgbClr val="CFCFD1"/>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zh-CN" altLang="en-US" sz="2000" b="1">
                <a:latin typeface="+mn-lt"/>
                <a:ea typeface="楷体" pitchFamily="49" charset="-122"/>
              </a:rPr>
              <a:t>成员</a:t>
            </a:r>
            <a:r>
              <a:rPr lang="en-US" altLang="zh-CN" sz="2000" b="1">
                <a:latin typeface="+mn-lt"/>
                <a:ea typeface="楷体" pitchFamily="49" charset="-122"/>
              </a:rPr>
              <a:t>(</a:t>
            </a:r>
            <a:r>
              <a:rPr lang="zh-CN" altLang="en-US" sz="2000" b="1">
                <a:latin typeface="+mn-lt"/>
                <a:ea typeface="楷体" pitchFamily="49" charset="-122"/>
              </a:rPr>
              <a:t>分量</a:t>
            </a:r>
            <a:r>
              <a:rPr lang="en-US" altLang="zh-CN" sz="2000" b="1">
                <a:latin typeface="+mn-lt"/>
                <a:ea typeface="楷体" pitchFamily="49" charset="-122"/>
              </a:rPr>
              <a:t>)</a:t>
            </a:r>
            <a:r>
              <a:rPr lang="zh-CN" altLang="en-US" sz="2000" b="1">
                <a:latin typeface="+mn-lt"/>
                <a:ea typeface="楷体" pitchFamily="49" charset="-122"/>
              </a:rPr>
              <a:t>运算符</a:t>
            </a:r>
          </a:p>
          <a:p>
            <a:r>
              <a:rPr lang="zh-CN" altLang="en-US" sz="2000" b="1">
                <a:latin typeface="+mn-lt"/>
                <a:ea typeface="楷体" pitchFamily="49" charset="-122"/>
              </a:rPr>
              <a:t>结合性</a:t>
            </a:r>
            <a:r>
              <a:rPr lang="en-US" altLang="zh-CN" sz="2000" b="1">
                <a:latin typeface="+mn-lt"/>
                <a:ea typeface="楷体" pitchFamily="49" charset="-122"/>
              </a:rPr>
              <a:t>:</a:t>
            </a:r>
            <a:r>
              <a:rPr lang="zh-CN" altLang="en-US" sz="2000" b="1">
                <a:solidFill>
                  <a:srgbClr val="CC0000"/>
                </a:solidFill>
                <a:latin typeface="+mn-lt"/>
                <a:ea typeface="楷体" pitchFamily="49" charset="-122"/>
              </a:rPr>
              <a:t>从左向右</a:t>
            </a:r>
          </a:p>
        </p:txBody>
      </p:sp>
      <p:grpSp>
        <p:nvGrpSpPr>
          <p:cNvPr id="1062941" name="Group 29"/>
          <p:cNvGrpSpPr>
            <a:grpSpLocks/>
          </p:cNvGrpSpPr>
          <p:nvPr/>
        </p:nvGrpSpPr>
        <p:grpSpPr bwMode="auto">
          <a:xfrm>
            <a:off x="2655024" y="3459767"/>
            <a:ext cx="6953251" cy="2873375"/>
            <a:chOff x="798" y="2352"/>
            <a:chExt cx="4380" cy="1810"/>
          </a:xfrm>
        </p:grpSpPr>
        <p:sp>
          <p:nvSpPr>
            <p:cNvPr id="1062937" name="Text Box 25" descr="信纸"/>
            <p:cNvSpPr txBox="1">
              <a:spLocks noChangeArrowheads="1"/>
            </p:cNvSpPr>
            <p:nvPr/>
          </p:nvSpPr>
          <p:spPr bwMode="auto">
            <a:xfrm>
              <a:off x="798" y="2352"/>
              <a:ext cx="2110" cy="1810"/>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en-US" sz="2000" b="1" dirty="0">
                  <a:solidFill>
                    <a:srgbClr val="C00000"/>
                  </a:solidFill>
                  <a:latin typeface="隶书" pitchFamily="49" charset="-122"/>
                  <a:ea typeface="隶书" pitchFamily="49" charset="-122"/>
                </a:rPr>
                <a:t>例 </a:t>
              </a:r>
              <a:r>
                <a:rPr lang="zh-CN" altLang="en-US" sz="2000" b="1" dirty="0"/>
                <a:t>  </a:t>
              </a:r>
              <a:r>
                <a:rPr lang="en-US" altLang="zh-CN" sz="2000" b="1" dirty="0">
                  <a:solidFill>
                    <a:srgbClr val="CC0000"/>
                  </a:solidFill>
                </a:rPr>
                <a:t>struct   student</a:t>
              </a:r>
            </a:p>
            <a:p>
              <a:pPr eaLnBrk="0" hangingPunct="0"/>
              <a:r>
                <a:rPr lang="en-US" altLang="zh-CN" sz="2000" b="1" dirty="0"/>
                <a:t>        {       </a:t>
              </a:r>
            </a:p>
            <a:p>
              <a:pPr eaLnBrk="0" hangingPunct="0"/>
              <a:r>
                <a:rPr lang="en-US" altLang="zh-CN" sz="2000" b="1" dirty="0"/>
                <a:t>           int num;</a:t>
              </a:r>
            </a:p>
            <a:p>
              <a:pPr eaLnBrk="0" hangingPunct="0"/>
              <a:r>
                <a:rPr lang="en-US" altLang="zh-CN" sz="2000" b="1" dirty="0"/>
                <a:t>           char  name[20];</a:t>
              </a:r>
            </a:p>
            <a:p>
              <a:pPr eaLnBrk="0" hangingPunct="0"/>
              <a:r>
                <a:rPr lang="en-US" altLang="zh-CN" sz="2000" b="1" dirty="0"/>
                <a:t>           char sex;</a:t>
              </a:r>
            </a:p>
            <a:p>
              <a:pPr eaLnBrk="0" hangingPunct="0"/>
              <a:r>
                <a:rPr lang="en-US" altLang="zh-CN" sz="2000" b="1" dirty="0"/>
                <a:t>           int age;</a:t>
              </a:r>
            </a:p>
            <a:p>
              <a:pPr eaLnBrk="0" hangingPunct="0"/>
              <a:r>
                <a:rPr lang="en-US" altLang="zh-CN" sz="2000" b="1" dirty="0"/>
                <a:t>           float score;</a:t>
              </a:r>
            </a:p>
            <a:p>
              <a:pPr eaLnBrk="0" hangingPunct="0"/>
              <a:r>
                <a:rPr lang="en-US" altLang="zh-CN" sz="2000" b="1" dirty="0"/>
                <a:t>           char </a:t>
              </a:r>
              <a:r>
                <a:rPr lang="en-US" altLang="zh-CN" sz="2000" b="1" dirty="0" err="1"/>
                <a:t>addr</a:t>
              </a:r>
              <a:r>
                <a:rPr lang="en-US" altLang="zh-CN" sz="2000" b="1" dirty="0"/>
                <a:t>[30];</a:t>
              </a:r>
            </a:p>
            <a:p>
              <a:pPr eaLnBrk="0" hangingPunct="0"/>
              <a:r>
                <a:rPr lang="en-US" altLang="zh-CN" sz="2000" b="1" dirty="0"/>
                <a:t>        } </a:t>
              </a:r>
              <a:r>
                <a:rPr lang="en-US" altLang="zh-CN" sz="2000" b="1" dirty="0">
                  <a:solidFill>
                    <a:srgbClr val="C00000"/>
                  </a:solidFill>
                </a:rPr>
                <a:t>stu1, stu2</a:t>
              </a:r>
              <a:r>
                <a:rPr lang="en-US" altLang="zh-CN" sz="2000" b="1" dirty="0"/>
                <a:t>;</a:t>
              </a:r>
              <a:r>
                <a:rPr lang="en-US" altLang="zh-CN" sz="2000" dirty="0"/>
                <a:t> </a:t>
              </a:r>
            </a:p>
          </p:txBody>
        </p:sp>
        <p:sp>
          <p:nvSpPr>
            <p:cNvPr id="1062938" name="AutoShape 26"/>
            <p:cNvSpPr>
              <a:spLocks noChangeArrowheads="1"/>
            </p:cNvSpPr>
            <p:nvPr/>
          </p:nvSpPr>
          <p:spPr bwMode="auto">
            <a:xfrm>
              <a:off x="3267" y="2478"/>
              <a:ext cx="1145" cy="262"/>
            </a:xfrm>
            <a:prstGeom prst="wedgeRectCallout">
              <a:avLst>
                <a:gd name="adj1" fmla="val -159823"/>
                <a:gd name="adj2" fmla="val 104798"/>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a:t>stu1.num = 10;</a:t>
              </a:r>
            </a:p>
          </p:txBody>
        </p:sp>
        <p:sp>
          <p:nvSpPr>
            <p:cNvPr id="1062939" name="AutoShape 27"/>
            <p:cNvSpPr>
              <a:spLocks noChangeArrowheads="1"/>
            </p:cNvSpPr>
            <p:nvPr/>
          </p:nvSpPr>
          <p:spPr bwMode="auto">
            <a:xfrm>
              <a:off x="3288" y="3022"/>
              <a:ext cx="1309" cy="262"/>
            </a:xfrm>
            <a:prstGeom prst="wedgeRectCallout">
              <a:avLst>
                <a:gd name="adj1" fmla="val -141112"/>
                <a:gd name="adj2" fmla="val 179039"/>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a:t>stu1.score = 85.5;</a:t>
              </a:r>
            </a:p>
          </p:txBody>
        </p:sp>
        <p:sp>
          <p:nvSpPr>
            <p:cNvPr id="1062940" name="AutoShape 28"/>
            <p:cNvSpPr>
              <a:spLocks noChangeArrowheads="1"/>
            </p:cNvSpPr>
            <p:nvPr/>
          </p:nvSpPr>
          <p:spPr bwMode="auto">
            <a:xfrm>
              <a:off x="3379" y="3612"/>
              <a:ext cx="1799" cy="454"/>
            </a:xfrm>
            <a:prstGeom prst="wedgeRectCallout">
              <a:avLst>
                <a:gd name="adj1" fmla="val -122120"/>
                <a:gd name="adj2" fmla="val -35730"/>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en-US" altLang="zh-CN" sz="2000" b="1"/>
                <a:t>stu1.score += stu2.score;</a:t>
              </a:r>
            </a:p>
            <a:p>
              <a:r>
                <a:rPr lang="en-US" altLang="zh-CN" sz="2000" b="1"/>
                <a:t> stu1.age++;</a:t>
              </a:r>
              <a:endParaRPr lang="en-US" altLang="zh-CN" sz="2000" b="1">
                <a:sym typeface="Symbol" pitchFamily="18" charset="2"/>
              </a:endParaRPr>
            </a:p>
          </p:txBody>
        </p:sp>
      </p:grpSp>
      <p:grpSp>
        <p:nvGrpSpPr>
          <p:cNvPr id="1062946" name="Group 34"/>
          <p:cNvGrpSpPr>
            <a:grpSpLocks/>
          </p:cNvGrpSpPr>
          <p:nvPr/>
        </p:nvGrpSpPr>
        <p:grpSpPr bwMode="auto">
          <a:xfrm>
            <a:off x="2584378" y="3368890"/>
            <a:ext cx="8367714" cy="2873375"/>
            <a:chOff x="626" y="2317"/>
            <a:chExt cx="5271" cy="1810"/>
          </a:xfrm>
        </p:grpSpPr>
        <p:sp>
          <p:nvSpPr>
            <p:cNvPr id="1062943" name="Text Box 31" descr="信纸"/>
            <p:cNvSpPr txBox="1">
              <a:spLocks noChangeArrowheads="1"/>
            </p:cNvSpPr>
            <p:nvPr/>
          </p:nvSpPr>
          <p:spPr bwMode="auto">
            <a:xfrm>
              <a:off x="626" y="2317"/>
              <a:ext cx="1661" cy="1810"/>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eaLnBrk="0" hangingPunct="0"/>
              <a:r>
                <a:rPr lang="zh-CN" altLang="en-US" sz="2000" b="1" dirty="0">
                  <a:solidFill>
                    <a:srgbClr val="C00000"/>
                  </a:solidFill>
                  <a:latin typeface="隶书" pitchFamily="49" charset="-122"/>
                  <a:ea typeface="隶书" pitchFamily="49" charset="-122"/>
                </a:rPr>
                <a:t>例 </a:t>
              </a:r>
              <a:r>
                <a:rPr lang="zh-CN" altLang="en-US" sz="2000" b="1" dirty="0"/>
                <a:t>   </a:t>
              </a:r>
              <a:r>
                <a:rPr lang="en-US" altLang="zh-CN" sz="2000" b="1" dirty="0">
                  <a:solidFill>
                    <a:srgbClr val="CC0000"/>
                  </a:solidFill>
                </a:rPr>
                <a:t>struct   student</a:t>
              </a:r>
            </a:p>
            <a:p>
              <a:pPr eaLnBrk="0" hangingPunct="0"/>
              <a:r>
                <a:rPr lang="en-US" altLang="zh-CN" sz="2000" b="1" dirty="0"/>
                <a:t>         {       </a:t>
              </a:r>
            </a:p>
            <a:p>
              <a:pPr eaLnBrk="0" hangingPunct="0"/>
              <a:r>
                <a:rPr lang="en-US" altLang="zh-CN" sz="2000" b="1" dirty="0"/>
                <a:t>           int num;</a:t>
              </a:r>
            </a:p>
            <a:p>
              <a:pPr eaLnBrk="0" hangingPunct="0"/>
              <a:r>
                <a:rPr lang="en-US" altLang="zh-CN" sz="2000" b="1" dirty="0"/>
                <a:t>           char  name[20];</a:t>
              </a:r>
            </a:p>
            <a:p>
              <a:pPr eaLnBrk="0" hangingPunct="0"/>
              <a:r>
                <a:rPr lang="en-US" altLang="zh-CN" sz="2000" b="1" dirty="0"/>
                <a:t>           char sex;</a:t>
              </a:r>
            </a:p>
            <a:p>
              <a:pPr eaLnBrk="0" hangingPunct="0"/>
              <a:r>
                <a:rPr lang="en-US" altLang="zh-CN" sz="2000" b="1" dirty="0"/>
                <a:t>           int age;</a:t>
              </a:r>
            </a:p>
            <a:p>
              <a:pPr eaLnBrk="0" hangingPunct="0"/>
              <a:r>
                <a:rPr lang="en-US" altLang="zh-CN" sz="2000" b="1" dirty="0"/>
                <a:t>           float score;</a:t>
              </a:r>
            </a:p>
            <a:p>
              <a:pPr eaLnBrk="0" hangingPunct="0"/>
              <a:r>
                <a:rPr lang="en-US" altLang="zh-CN" sz="2000" b="1" dirty="0"/>
                <a:t>           char </a:t>
              </a:r>
              <a:r>
                <a:rPr lang="en-US" altLang="zh-CN" sz="2000" b="1" dirty="0" err="1"/>
                <a:t>addr</a:t>
              </a:r>
              <a:r>
                <a:rPr lang="en-US" altLang="zh-CN" sz="2000" b="1" dirty="0"/>
                <a:t>[30];</a:t>
              </a:r>
            </a:p>
            <a:p>
              <a:pPr eaLnBrk="0" hangingPunct="0"/>
              <a:r>
                <a:rPr lang="en-US" altLang="zh-CN" sz="2000" b="1" dirty="0"/>
                <a:t>        } </a:t>
              </a:r>
              <a:r>
                <a:rPr lang="en-US" altLang="zh-CN" sz="2000" b="1" dirty="0">
                  <a:solidFill>
                    <a:srgbClr val="C00000"/>
                  </a:solidFill>
                </a:rPr>
                <a:t>stu1, stu2</a:t>
              </a:r>
              <a:r>
                <a:rPr lang="en-US" altLang="zh-CN" sz="2000" b="1" dirty="0"/>
                <a:t>; </a:t>
              </a:r>
            </a:p>
          </p:txBody>
        </p:sp>
        <p:sp>
          <p:nvSpPr>
            <p:cNvPr id="1062944" name="AutoShape 32"/>
            <p:cNvSpPr>
              <a:spLocks noChangeArrowheads="1"/>
            </p:cNvSpPr>
            <p:nvPr/>
          </p:nvSpPr>
          <p:spPr bwMode="auto">
            <a:xfrm>
              <a:off x="2336" y="2750"/>
              <a:ext cx="3561" cy="253"/>
            </a:xfrm>
            <a:prstGeom prst="wedgeRectCallout">
              <a:avLst>
                <a:gd name="adj1" fmla="val -63259"/>
                <a:gd name="adj2" fmla="val -30657"/>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sz="2000" b="1" dirty="0" err="1"/>
                <a:t>printf</a:t>
              </a:r>
              <a:r>
                <a:rPr lang="en-US" altLang="zh-CN" sz="2000" b="1" dirty="0"/>
                <a:t>("%</a:t>
              </a:r>
              <a:r>
                <a:rPr lang="en-US" altLang="zh-CN" sz="2000" b="1" dirty="0" err="1"/>
                <a:t>d,%s,%c,%d,%f,%s</a:t>
              </a:r>
              <a:r>
                <a:rPr lang="en-US" altLang="zh-CN" sz="2000" b="1" dirty="0"/>
                <a:t>\n",</a:t>
              </a:r>
              <a:r>
                <a:rPr lang="en-US" altLang="zh-CN" sz="2000" b="1" dirty="0">
                  <a:solidFill>
                    <a:srgbClr val="FF0000"/>
                  </a:solidFill>
                </a:rPr>
                <a:t>stu1</a:t>
              </a:r>
              <a:r>
                <a:rPr lang="en-US" altLang="zh-CN" sz="2000" b="1" dirty="0"/>
                <a:t>);      (</a:t>
              </a:r>
              <a:r>
                <a:rPr lang="en-US" altLang="zh-CN" sz="2000" b="1" dirty="0">
                  <a:solidFill>
                    <a:srgbClr val="FF0000"/>
                  </a:solidFill>
                  <a:sym typeface="Symbol" pitchFamily="18" charset="2"/>
                </a:rPr>
                <a:t></a:t>
              </a:r>
              <a:r>
                <a:rPr lang="en-US" altLang="zh-CN" sz="2000" b="1" dirty="0"/>
                <a:t>)</a:t>
              </a:r>
              <a:endParaRPr lang="en-US" altLang="zh-CN" sz="2000" b="1" dirty="0">
                <a:sym typeface="Symbol" pitchFamily="18" charset="2"/>
              </a:endParaRPr>
            </a:p>
          </p:txBody>
        </p:sp>
        <p:sp>
          <p:nvSpPr>
            <p:cNvPr id="1062945" name="AutoShape 33"/>
            <p:cNvSpPr>
              <a:spLocks noChangeArrowheads="1"/>
            </p:cNvSpPr>
            <p:nvPr/>
          </p:nvSpPr>
          <p:spPr bwMode="auto">
            <a:xfrm>
              <a:off x="2200" y="3657"/>
              <a:ext cx="3697" cy="253"/>
            </a:xfrm>
            <a:prstGeom prst="wedgeRectCallout">
              <a:avLst>
                <a:gd name="adj1" fmla="val -55685"/>
                <a:gd name="adj2" fmla="val -198093"/>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en-US" altLang="zh-CN" sz="2000" b="1" dirty="0"/>
                <a:t>stu1={101, "Wan Lin",</a:t>
              </a:r>
              <a:r>
                <a:rPr lang="en-US" altLang="zh-CN" sz="2000" b="1" dirty="0">
                  <a:ea typeface="楷体_GB2312" pitchFamily="49" charset="-122"/>
                </a:rPr>
                <a:t> '</a:t>
              </a:r>
              <a:r>
                <a:rPr lang="en-US" altLang="zh-CN" sz="2000" b="1" dirty="0"/>
                <a:t>M</a:t>
              </a:r>
              <a:r>
                <a:rPr lang="en-US" altLang="zh-CN" sz="2000" b="1" dirty="0">
                  <a:ea typeface="楷体_GB2312" pitchFamily="49" charset="-122"/>
                </a:rPr>
                <a:t>'</a:t>
              </a:r>
              <a:r>
                <a:rPr lang="en-US" altLang="zh-CN" sz="2000" b="1" dirty="0"/>
                <a:t>,19,87.5, "</a:t>
              </a:r>
              <a:r>
                <a:rPr lang="en-US" altLang="zh-CN" sz="2000" b="1" dirty="0" err="1"/>
                <a:t>DaLian</a:t>
              </a:r>
              <a:r>
                <a:rPr lang="en-US" altLang="zh-CN" sz="2000" b="1" dirty="0"/>
                <a:t>"};  (</a:t>
              </a:r>
              <a:r>
                <a:rPr lang="en-US" altLang="zh-CN" sz="2000" b="1" dirty="0">
                  <a:solidFill>
                    <a:srgbClr val="FF0000"/>
                  </a:solidFill>
                  <a:sym typeface="Symbol" pitchFamily="18" charset="2"/>
                </a:rPr>
                <a:t></a:t>
              </a:r>
              <a:r>
                <a:rPr lang="en-US" altLang="zh-CN" sz="2000" b="1" dirty="0"/>
                <a:t>)</a:t>
              </a:r>
            </a:p>
          </p:txBody>
        </p:sp>
      </p:grpSp>
      <p:grpSp>
        <p:nvGrpSpPr>
          <p:cNvPr id="1062954" name="Group 42"/>
          <p:cNvGrpSpPr>
            <a:grpSpLocks/>
          </p:cNvGrpSpPr>
          <p:nvPr/>
        </p:nvGrpSpPr>
        <p:grpSpPr bwMode="auto">
          <a:xfrm>
            <a:off x="2999656" y="3382507"/>
            <a:ext cx="6311901" cy="2873375"/>
            <a:chOff x="884" y="2296"/>
            <a:chExt cx="3976" cy="1810"/>
          </a:xfrm>
        </p:grpSpPr>
        <p:sp>
          <p:nvSpPr>
            <p:cNvPr id="1062951" name="Text Box 39" descr="信纸"/>
            <p:cNvSpPr txBox="1">
              <a:spLocks noChangeArrowheads="1"/>
            </p:cNvSpPr>
            <p:nvPr/>
          </p:nvSpPr>
          <p:spPr bwMode="auto">
            <a:xfrm>
              <a:off x="884" y="2296"/>
              <a:ext cx="1661" cy="1810"/>
            </a:xfrm>
            <a:prstGeom prst="rect">
              <a:avLst/>
            </a:prstGeom>
            <a:gradFill>
              <a:gsLst>
                <a:gs pos="0">
                  <a:schemeClr val="bg1">
                    <a:lumMod val="95000"/>
                  </a:schemeClr>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eaLnBrk="0" hangingPunct="0"/>
              <a:r>
                <a:rPr lang="zh-CN" altLang="en-US" sz="2000" b="1" dirty="0">
                  <a:solidFill>
                    <a:srgbClr val="C00000"/>
                  </a:solidFill>
                  <a:latin typeface="隶书" pitchFamily="49" charset="-122"/>
                  <a:ea typeface="隶书" pitchFamily="49" charset="-122"/>
                </a:rPr>
                <a:t>例</a:t>
              </a:r>
              <a:r>
                <a:rPr lang="zh-CN" altLang="en-US" sz="2000" b="1" dirty="0">
                  <a:solidFill>
                    <a:srgbClr val="FF0000"/>
                  </a:solidFill>
                  <a:latin typeface="隶书" pitchFamily="49" charset="-122"/>
                  <a:ea typeface="隶书" pitchFamily="49" charset="-122"/>
                </a:rPr>
                <a:t> </a:t>
              </a:r>
              <a:r>
                <a:rPr lang="zh-CN" altLang="en-US" sz="2000" b="1" dirty="0"/>
                <a:t>   </a:t>
              </a:r>
              <a:r>
                <a:rPr lang="en-US" altLang="zh-CN" sz="2000" b="1" dirty="0">
                  <a:solidFill>
                    <a:srgbClr val="CC0000"/>
                  </a:solidFill>
                </a:rPr>
                <a:t>struct   student</a:t>
              </a:r>
            </a:p>
            <a:p>
              <a:pPr eaLnBrk="0" hangingPunct="0"/>
              <a:r>
                <a:rPr lang="en-US" altLang="zh-CN" sz="2000" b="1" dirty="0"/>
                <a:t>         {       </a:t>
              </a:r>
            </a:p>
            <a:p>
              <a:pPr eaLnBrk="0" hangingPunct="0"/>
              <a:r>
                <a:rPr lang="en-US" altLang="zh-CN" sz="2000" b="1" dirty="0"/>
                <a:t>           int num;</a:t>
              </a:r>
            </a:p>
            <a:p>
              <a:pPr eaLnBrk="0" hangingPunct="0"/>
              <a:r>
                <a:rPr lang="en-US" altLang="zh-CN" sz="2000" b="1" dirty="0"/>
                <a:t>           char  name[20];</a:t>
              </a:r>
            </a:p>
            <a:p>
              <a:pPr eaLnBrk="0" hangingPunct="0"/>
              <a:r>
                <a:rPr lang="en-US" altLang="zh-CN" sz="2000" b="1" dirty="0"/>
                <a:t>           char sex;</a:t>
              </a:r>
            </a:p>
            <a:p>
              <a:pPr eaLnBrk="0" hangingPunct="0"/>
              <a:r>
                <a:rPr lang="en-US" altLang="zh-CN" sz="2000" b="1" dirty="0"/>
                <a:t>           int age;</a:t>
              </a:r>
            </a:p>
            <a:p>
              <a:pPr eaLnBrk="0" hangingPunct="0"/>
              <a:r>
                <a:rPr lang="en-US" altLang="zh-CN" sz="2000" b="1" dirty="0"/>
                <a:t>           float score;</a:t>
              </a:r>
            </a:p>
            <a:p>
              <a:pPr eaLnBrk="0" hangingPunct="0"/>
              <a:r>
                <a:rPr lang="en-US" altLang="zh-CN" sz="2000" b="1" dirty="0"/>
                <a:t>           char </a:t>
              </a:r>
              <a:r>
                <a:rPr lang="en-US" altLang="zh-CN" sz="2000" b="1" dirty="0" err="1"/>
                <a:t>addr</a:t>
              </a:r>
              <a:r>
                <a:rPr lang="en-US" altLang="zh-CN" sz="2000" b="1" dirty="0"/>
                <a:t>[30];</a:t>
              </a:r>
            </a:p>
            <a:p>
              <a:pPr eaLnBrk="0" hangingPunct="0"/>
              <a:r>
                <a:rPr lang="en-US" altLang="zh-CN" sz="2000" b="1" dirty="0"/>
                <a:t>        } </a:t>
              </a:r>
              <a:r>
                <a:rPr lang="en-US" altLang="zh-CN" sz="2000" b="1" dirty="0">
                  <a:solidFill>
                    <a:srgbClr val="C00000"/>
                  </a:solidFill>
                </a:rPr>
                <a:t>stu1, stu2</a:t>
              </a:r>
              <a:r>
                <a:rPr lang="en-US" altLang="zh-CN" sz="2000" b="1" dirty="0"/>
                <a:t>; </a:t>
              </a:r>
            </a:p>
          </p:txBody>
        </p:sp>
        <p:sp>
          <p:nvSpPr>
            <p:cNvPr id="1062952" name="AutoShape 40"/>
            <p:cNvSpPr>
              <a:spLocks noChangeArrowheads="1"/>
            </p:cNvSpPr>
            <p:nvPr/>
          </p:nvSpPr>
          <p:spPr bwMode="auto">
            <a:xfrm>
              <a:off x="2761" y="2843"/>
              <a:ext cx="2099" cy="454"/>
            </a:xfrm>
            <a:prstGeom prst="wedgeRectCallout">
              <a:avLst>
                <a:gd name="adj1" fmla="val -79778"/>
                <a:gd name="adj2" fmla="val 53963"/>
              </a:avLst>
            </a:prstGeom>
            <a:gradFill rotWithShape="1">
              <a:gsLst>
                <a:gs pos="0">
                  <a:schemeClr val="bg1">
                    <a:lumMod val="95000"/>
                  </a:schemeClr>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gn="ctr"/>
              <a:r>
                <a:rPr lang="en-US" altLang="zh-CN" sz="2000" b="1" dirty="0"/>
                <a:t>if (</a:t>
              </a:r>
              <a:r>
                <a:rPr lang="en-US" altLang="zh-CN" sz="2000" b="1" dirty="0">
                  <a:solidFill>
                    <a:srgbClr val="C00000"/>
                  </a:solidFill>
                </a:rPr>
                <a:t>stu1 == stu2</a:t>
              </a:r>
              <a:r>
                <a:rPr lang="en-US" altLang="zh-CN" sz="2000" b="1" dirty="0"/>
                <a:t>)</a:t>
              </a:r>
            </a:p>
            <a:p>
              <a:pPr algn="ctr"/>
              <a:r>
                <a:rPr lang="en-US" altLang="zh-CN" sz="2000" b="1" dirty="0"/>
                <a:t>      ……..          (</a:t>
              </a:r>
              <a:r>
                <a:rPr lang="en-US" altLang="zh-CN" sz="2000" b="1" dirty="0">
                  <a:solidFill>
                    <a:srgbClr val="C00000"/>
                  </a:solidFill>
                  <a:sym typeface="Symbol" pitchFamily="18" charset="2"/>
                </a:rPr>
                <a:t></a:t>
              </a:r>
              <a:r>
                <a:rPr lang="en-US" altLang="zh-CN" sz="2000" b="1" dirty="0"/>
                <a:t>)</a:t>
              </a:r>
            </a:p>
          </p:txBody>
        </p:sp>
      </p:grpSp>
      <p:grpSp>
        <p:nvGrpSpPr>
          <p:cNvPr id="1062961" name="Group 49"/>
          <p:cNvGrpSpPr>
            <a:grpSpLocks/>
          </p:cNvGrpSpPr>
          <p:nvPr/>
        </p:nvGrpSpPr>
        <p:grpSpPr bwMode="auto">
          <a:xfrm>
            <a:off x="2624519" y="3382506"/>
            <a:ext cx="8101012" cy="2873375"/>
            <a:chOff x="521" y="2296"/>
            <a:chExt cx="5103" cy="1810"/>
          </a:xfrm>
        </p:grpSpPr>
        <p:sp>
          <p:nvSpPr>
            <p:cNvPr id="1062956" name="Text Box 44" descr="信纸"/>
            <p:cNvSpPr txBox="1">
              <a:spLocks noChangeArrowheads="1"/>
            </p:cNvSpPr>
            <p:nvPr/>
          </p:nvSpPr>
          <p:spPr bwMode="auto">
            <a:xfrm>
              <a:off x="521" y="2296"/>
              <a:ext cx="1819" cy="1810"/>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eaLnBrk="0" hangingPunct="0"/>
              <a:r>
                <a:rPr lang="zh-CN" altLang="en-US" sz="2000" b="1" dirty="0">
                  <a:solidFill>
                    <a:srgbClr val="C00000"/>
                  </a:solidFill>
                  <a:latin typeface="隶书" pitchFamily="49" charset="-122"/>
                  <a:ea typeface="隶书" pitchFamily="49" charset="-122"/>
                </a:rPr>
                <a:t>例 </a:t>
              </a:r>
              <a:r>
                <a:rPr lang="zh-CN" altLang="en-US" sz="2000" b="1" dirty="0"/>
                <a:t>   </a:t>
              </a:r>
              <a:r>
                <a:rPr lang="en-US" altLang="zh-CN" sz="2000" b="1" dirty="0">
                  <a:solidFill>
                    <a:srgbClr val="CC0000"/>
                  </a:solidFill>
                </a:rPr>
                <a:t>struct   student</a:t>
              </a:r>
            </a:p>
            <a:p>
              <a:pPr eaLnBrk="0" hangingPunct="0"/>
              <a:r>
                <a:rPr lang="en-US" altLang="zh-CN" sz="2000" b="1" dirty="0"/>
                <a:t>         {       </a:t>
              </a:r>
            </a:p>
            <a:p>
              <a:pPr eaLnBrk="0" hangingPunct="0"/>
              <a:r>
                <a:rPr lang="en-US" altLang="zh-CN" sz="2000" b="1" dirty="0"/>
                <a:t>           int num;</a:t>
              </a:r>
            </a:p>
            <a:p>
              <a:pPr eaLnBrk="0" hangingPunct="0"/>
              <a:r>
                <a:rPr lang="en-US" altLang="zh-CN" sz="2000" b="1" dirty="0"/>
                <a:t>           char  name[20];</a:t>
              </a:r>
            </a:p>
            <a:p>
              <a:pPr eaLnBrk="0" hangingPunct="0"/>
              <a:r>
                <a:rPr lang="en-US" altLang="zh-CN" sz="2000" b="1" dirty="0"/>
                <a:t>           char sex;</a:t>
              </a:r>
            </a:p>
            <a:p>
              <a:pPr eaLnBrk="0" hangingPunct="0"/>
              <a:r>
                <a:rPr lang="en-US" altLang="zh-CN" sz="2000" b="1" dirty="0"/>
                <a:t>           int age;</a:t>
              </a:r>
            </a:p>
            <a:p>
              <a:pPr eaLnBrk="0" hangingPunct="0"/>
              <a:r>
                <a:rPr lang="en-US" altLang="zh-CN" sz="2000" b="1" dirty="0"/>
                <a:t>           float score;</a:t>
              </a:r>
            </a:p>
            <a:p>
              <a:pPr eaLnBrk="0" hangingPunct="0"/>
              <a:r>
                <a:rPr lang="en-US" altLang="zh-CN" sz="2000" b="1" dirty="0"/>
                <a:t>           char </a:t>
              </a:r>
              <a:r>
                <a:rPr lang="en-US" altLang="zh-CN" sz="2000" b="1" dirty="0" err="1"/>
                <a:t>addr</a:t>
              </a:r>
              <a:r>
                <a:rPr lang="en-US" altLang="zh-CN" sz="2000" b="1" dirty="0"/>
                <a:t>[30];</a:t>
              </a:r>
            </a:p>
            <a:p>
              <a:pPr eaLnBrk="0" hangingPunct="0"/>
              <a:r>
                <a:rPr lang="en-US" altLang="zh-CN" sz="2000" b="1" dirty="0"/>
                <a:t>        } </a:t>
              </a:r>
              <a:r>
                <a:rPr lang="en-US" altLang="zh-CN" sz="2000" b="1" dirty="0" err="1">
                  <a:solidFill>
                    <a:srgbClr val="C00000"/>
                  </a:solidFill>
                </a:rPr>
                <a:t>stu</a:t>
              </a:r>
              <a:r>
                <a:rPr lang="en-US" altLang="zh-CN" sz="2000" b="1" dirty="0">
                  <a:solidFill>
                    <a:srgbClr val="C00000"/>
                  </a:solidFill>
                </a:rPr>
                <a:t>, *</a:t>
              </a:r>
              <a:r>
                <a:rPr lang="en-US" altLang="zh-CN" sz="2000" b="1" dirty="0" err="1">
                  <a:solidFill>
                    <a:srgbClr val="C00000"/>
                  </a:solidFill>
                </a:rPr>
                <a:t>pstu</a:t>
              </a:r>
              <a:r>
                <a:rPr lang="en-US" altLang="zh-CN" sz="2000" b="1" dirty="0">
                  <a:solidFill>
                    <a:srgbClr val="C00000"/>
                  </a:solidFill>
                </a:rPr>
                <a:t> = &amp;</a:t>
              </a:r>
              <a:r>
                <a:rPr lang="en-US" altLang="zh-CN" sz="2000" b="1" dirty="0" err="1">
                  <a:solidFill>
                    <a:srgbClr val="C00000"/>
                  </a:solidFill>
                </a:rPr>
                <a:t>stu</a:t>
              </a:r>
              <a:r>
                <a:rPr lang="en-US" altLang="zh-CN" sz="2000" b="1" dirty="0"/>
                <a:t>; </a:t>
              </a:r>
            </a:p>
          </p:txBody>
        </p:sp>
        <p:sp>
          <p:nvSpPr>
            <p:cNvPr id="1062957" name="AutoShape 45"/>
            <p:cNvSpPr>
              <a:spLocks noChangeArrowheads="1"/>
            </p:cNvSpPr>
            <p:nvPr/>
          </p:nvSpPr>
          <p:spPr bwMode="auto">
            <a:xfrm>
              <a:off x="2608" y="2387"/>
              <a:ext cx="2447" cy="300"/>
            </a:xfrm>
            <a:prstGeom prst="wedgeRectCallout">
              <a:avLst>
                <a:gd name="adj1" fmla="val -68556"/>
                <a:gd name="adj2" fmla="val 66000"/>
              </a:avLst>
            </a:prstGeom>
            <a:gradFill rotWithShape="1">
              <a:gsLst>
                <a:gs pos="0">
                  <a:srgbClr val="CFCFD1"/>
                </a:gs>
                <a:gs pos="100000">
                  <a:schemeClr val="bg1"/>
                </a:gs>
              </a:gsLst>
              <a:lin ang="5400000" scaled="1"/>
            </a:gradFill>
            <a:ln w="1905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dirty="0" err="1"/>
                <a:t>strcpy</a:t>
              </a:r>
              <a:r>
                <a:rPr lang="en-US" altLang="zh-CN" sz="2000" b="1" dirty="0"/>
                <a:t> (stu.name, "</a:t>
              </a:r>
              <a:r>
                <a:rPr lang="en-US" altLang="zh-CN" sz="2000" b="1" dirty="0" err="1"/>
                <a:t>zhangMing</a:t>
              </a:r>
              <a:r>
                <a:rPr lang="en-US" altLang="zh-CN" sz="2000" b="1" dirty="0"/>
                <a:t>");</a:t>
              </a:r>
              <a:r>
                <a:rPr lang="en-US" altLang="zh-CN" dirty="0"/>
                <a:t> </a:t>
              </a:r>
            </a:p>
          </p:txBody>
        </p:sp>
        <p:sp>
          <p:nvSpPr>
            <p:cNvPr id="1062958" name="AutoShape 46"/>
            <p:cNvSpPr>
              <a:spLocks noChangeArrowheads="1"/>
            </p:cNvSpPr>
            <p:nvPr/>
          </p:nvSpPr>
          <p:spPr bwMode="auto">
            <a:xfrm>
              <a:off x="2608" y="2795"/>
              <a:ext cx="1193" cy="300"/>
            </a:xfrm>
            <a:prstGeom prst="wedgeRectCallout">
              <a:avLst>
                <a:gd name="adj1" fmla="val -86713"/>
                <a:gd name="adj2" fmla="val 33000"/>
              </a:avLst>
            </a:prstGeom>
            <a:gradFill rotWithShape="1">
              <a:gsLst>
                <a:gs pos="0">
                  <a:srgbClr val="CFCFD1"/>
                </a:gs>
                <a:gs pos="100000">
                  <a:schemeClr val="bg1"/>
                </a:gs>
              </a:gsLst>
              <a:lin ang="5400000" scaled="1"/>
            </a:gradFill>
            <a:ln w="1905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gn="ctr"/>
              <a:r>
                <a:rPr lang="en-US" altLang="zh-CN" sz="2000" b="1"/>
                <a:t>stu.score = 80;</a:t>
              </a:r>
              <a:r>
                <a:rPr lang="en-US" altLang="zh-CN"/>
                <a:t> </a:t>
              </a:r>
            </a:p>
          </p:txBody>
        </p:sp>
        <p:sp>
          <p:nvSpPr>
            <p:cNvPr id="1062959" name="AutoShape 47"/>
            <p:cNvSpPr>
              <a:spLocks noChangeArrowheads="1"/>
            </p:cNvSpPr>
            <p:nvPr/>
          </p:nvSpPr>
          <p:spPr bwMode="auto">
            <a:xfrm>
              <a:off x="2608" y="3249"/>
              <a:ext cx="1451" cy="300"/>
            </a:xfrm>
            <a:prstGeom prst="wedgeRectCallout">
              <a:avLst>
                <a:gd name="adj1" fmla="val -101481"/>
                <a:gd name="adj2" fmla="val 58000"/>
              </a:avLst>
            </a:prstGeom>
            <a:gradFill rotWithShape="1">
              <a:gsLst>
                <a:gs pos="0">
                  <a:srgbClr val="CFCFD1"/>
                </a:gs>
                <a:gs pos="100000">
                  <a:schemeClr val="bg1"/>
                </a:gs>
              </a:gsLst>
              <a:lin ang="5400000" scaled="1"/>
            </a:gradFill>
            <a:ln w="1905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en-US" altLang="zh-CN" sz="2000" b="1"/>
                <a:t>pstu-&gt;score += 10;</a:t>
              </a:r>
              <a:r>
                <a:rPr lang="en-US" altLang="zh-CN"/>
                <a:t> </a:t>
              </a:r>
            </a:p>
          </p:txBody>
        </p:sp>
        <p:sp>
          <p:nvSpPr>
            <p:cNvPr id="1062960" name="AutoShape 48"/>
            <p:cNvSpPr>
              <a:spLocks noChangeArrowheads="1"/>
            </p:cNvSpPr>
            <p:nvPr/>
          </p:nvSpPr>
          <p:spPr bwMode="auto">
            <a:xfrm>
              <a:off x="2608" y="3702"/>
              <a:ext cx="3016" cy="262"/>
            </a:xfrm>
            <a:prstGeom prst="wedgeRectCallout">
              <a:avLst>
                <a:gd name="adj1" fmla="val -66546"/>
                <a:gd name="adj2" fmla="val -53435"/>
              </a:avLst>
            </a:prstGeom>
            <a:gradFill rotWithShape="1">
              <a:gsLst>
                <a:gs pos="0">
                  <a:srgbClr val="CFCFD1"/>
                </a:gs>
                <a:gs pos="100000">
                  <a:schemeClr val="bg1"/>
                </a:gs>
              </a:gsLst>
              <a:lin ang="5400000" scaled="1"/>
            </a:gradFill>
            <a:ln w="1905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en-US" altLang="zh-CN" sz="2000" b="1"/>
                <a:t>printf ("%s %f", stu.name, (*pstu).score);</a:t>
              </a:r>
              <a:r>
                <a:rPr lang="en-US" altLang="zh-CN" sz="2000"/>
                <a:t> </a:t>
              </a:r>
            </a:p>
          </p:txBody>
        </p:sp>
      </p:grpSp>
      <p:grpSp>
        <p:nvGrpSpPr>
          <p:cNvPr id="1062967" name="Group 55"/>
          <p:cNvGrpSpPr>
            <a:grpSpLocks/>
          </p:cNvGrpSpPr>
          <p:nvPr/>
        </p:nvGrpSpPr>
        <p:grpSpPr bwMode="auto">
          <a:xfrm>
            <a:off x="2889195" y="3416210"/>
            <a:ext cx="4813300" cy="2873375"/>
            <a:chOff x="1160" y="2126"/>
            <a:chExt cx="3032" cy="1810"/>
          </a:xfrm>
        </p:grpSpPr>
        <p:sp>
          <p:nvSpPr>
            <p:cNvPr id="1062964" name="Text Box 52" descr="信纸"/>
            <p:cNvSpPr txBox="1">
              <a:spLocks noChangeArrowheads="1"/>
            </p:cNvSpPr>
            <p:nvPr/>
          </p:nvSpPr>
          <p:spPr bwMode="auto">
            <a:xfrm>
              <a:off x="1160" y="2126"/>
              <a:ext cx="1661" cy="1810"/>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eaLnBrk="0" hangingPunct="0"/>
              <a:r>
                <a:rPr lang="zh-CN" altLang="en-US" sz="2000" b="1" dirty="0">
                  <a:solidFill>
                    <a:srgbClr val="C00000"/>
                  </a:solidFill>
                  <a:latin typeface="隶书" pitchFamily="49" charset="-122"/>
                  <a:ea typeface="隶书" pitchFamily="49" charset="-122"/>
                </a:rPr>
                <a:t>例 </a:t>
              </a:r>
              <a:r>
                <a:rPr lang="zh-CN" altLang="en-US" sz="2000" b="1" dirty="0"/>
                <a:t>   </a:t>
              </a:r>
              <a:r>
                <a:rPr lang="en-US" altLang="zh-CN" sz="2000" b="1" dirty="0" err="1">
                  <a:solidFill>
                    <a:srgbClr val="CC0000"/>
                  </a:solidFill>
                </a:rPr>
                <a:t>struct</a:t>
              </a:r>
              <a:r>
                <a:rPr lang="en-US" altLang="zh-CN" sz="2000" b="1" dirty="0">
                  <a:solidFill>
                    <a:srgbClr val="CC0000"/>
                  </a:solidFill>
                </a:rPr>
                <a:t>   student</a:t>
              </a:r>
            </a:p>
            <a:p>
              <a:pPr eaLnBrk="0" hangingPunct="0"/>
              <a:r>
                <a:rPr lang="en-US" altLang="zh-CN" sz="2000" b="1" dirty="0"/>
                <a:t>         {       </a:t>
              </a:r>
            </a:p>
            <a:p>
              <a:pPr eaLnBrk="0" hangingPunct="0"/>
              <a:r>
                <a:rPr lang="en-US" altLang="zh-CN" sz="2000" b="1" dirty="0"/>
                <a:t>           </a:t>
              </a:r>
              <a:r>
                <a:rPr lang="en-US" altLang="zh-CN" sz="2000" b="1" dirty="0" err="1"/>
                <a:t>int</a:t>
              </a:r>
              <a:r>
                <a:rPr lang="en-US" altLang="zh-CN" sz="2000" b="1" dirty="0"/>
                <a:t> num;</a:t>
              </a:r>
            </a:p>
            <a:p>
              <a:pPr eaLnBrk="0" hangingPunct="0"/>
              <a:r>
                <a:rPr lang="en-US" altLang="zh-CN" sz="2000" b="1" dirty="0"/>
                <a:t>           char  name[20];</a:t>
              </a:r>
            </a:p>
            <a:p>
              <a:pPr eaLnBrk="0" hangingPunct="0"/>
              <a:r>
                <a:rPr lang="en-US" altLang="zh-CN" sz="2000" b="1" dirty="0"/>
                <a:t>           char sex;</a:t>
              </a:r>
            </a:p>
            <a:p>
              <a:pPr eaLnBrk="0" hangingPunct="0"/>
              <a:r>
                <a:rPr lang="en-US" altLang="zh-CN" sz="2000" b="1" dirty="0"/>
                <a:t>           </a:t>
              </a:r>
              <a:r>
                <a:rPr lang="en-US" altLang="zh-CN" sz="2000" b="1" dirty="0" err="1"/>
                <a:t>int</a:t>
              </a:r>
              <a:r>
                <a:rPr lang="en-US" altLang="zh-CN" sz="2000" b="1" dirty="0"/>
                <a:t> age;</a:t>
              </a:r>
            </a:p>
            <a:p>
              <a:pPr eaLnBrk="0" hangingPunct="0"/>
              <a:r>
                <a:rPr lang="en-US" altLang="zh-CN" sz="2000" b="1" dirty="0"/>
                <a:t>           float score;</a:t>
              </a:r>
            </a:p>
            <a:p>
              <a:pPr eaLnBrk="0" hangingPunct="0"/>
              <a:r>
                <a:rPr lang="en-US" altLang="zh-CN" sz="2000" b="1" dirty="0"/>
                <a:t>           char </a:t>
              </a:r>
              <a:r>
                <a:rPr lang="en-US" altLang="zh-CN" sz="2000" b="1" dirty="0" err="1"/>
                <a:t>addr</a:t>
              </a:r>
              <a:r>
                <a:rPr lang="en-US" altLang="zh-CN" sz="2000" b="1" dirty="0"/>
                <a:t>[30];</a:t>
              </a:r>
            </a:p>
            <a:p>
              <a:pPr eaLnBrk="0" hangingPunct="0"/>
              <a:r>
                <a:rPr lang="en-US" altLang="zh-CN" sz="2000" b="1" dirty="0"/>
                <a:t>        } </a:t>
              </a:r>
              <a:r>
                <a:rPr lang="en-US" altLang="zh-CN" sz="2000" b="1" dirty="0">
                  <a:solidFill>
                    <a:srgbClr val="C00000"/>
                  </a:solidFill>
                </a:rPr>
                <a:t>stu1, stu2</a:t>
              </a:r>
              <a:r>
                <a:rPr lang="en-US" altLang="zh-CN" sz="2000" b="1" dirty="0"/>
                <a:t>; </a:t>
              </a:r>
            </a:p>
          </p:txBody>
        </p:sp>
        <p:sp>
          <p:nvSpPr>
            <p:cNvPr id="1062965" name="AutoShape 53"/>
            <p:cNvSpPr>
              <a:spLocks noChangeArrowheads="1"/>
            </p:cNvSpPr>
            <p:nvPr/>
          </p:nvSpPr>
          <p:spPr bwMode="auto">
            <a:xfrm>
              <a:off x="2880" y="2704"/>
              <a:ext cx="1312" cy="253"/>
            </a:xfrm>
            <a:prstGeom prst="wedgeRectCallout">
              <a:avLst>
                <a:gd name="adj1" fmla="val -76981"/>
                <a:gd name="adj2" fmla="val -56491"/>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en-US" altLang="zh-CN" sz="2000" b="1" dirty="0"/>
                <a:t>stu2 = stu1;     (</a:t>
              </a:r>
              <a:r>
                <a:rPr lang="en-US" altLang="zh-CN" sz="2000" b="1" dirty="0">
                  <a:solidFill>
                    <a:srgbClr val="C00000"/>
                  </a:solidFill>
                </a:rPr>
                <a:t>√</a:t>
              </a:r>
              <a:r>
                <a:rPr lang="en-US" altLang="zh-CN" sz="2000" b="1" dirty="0"/>
                <a:t>)</a:t>
              </a:r>
            </a:p>
          </p:txBody>
        </p:sp>
      </p:grpSp>
      <p:grpSp>
        <p:nvGrpSpPr>
          <p:cNvPr id="1062968" name="Group 56"/>
          <p:cNvGrpSpPr>
            <a:grpSpLocks/>
          </p:cNvGrpSpPr>
          <p:nvPr/>
        </p:nvGrpSpPr>
        <p:grpSpPr bwMode="auto">
          <a:xfrm>
            <a:off x="2369757" y="2984793"/>
            <a:ext cx="7654925" cy="3482975"/>
            <a:chOff x="703" y="1096"/>
            <a:chExt cx="4822" cy="2194"/>
          </a:xfrm>
        </p:grpSpPr>
        <p:sp>
          <p:nvSpPr>
            <p:cNvPr id="1062969" name="Text Box 57" descr="信纸"/>
            <p:cNvSpPr txBox="1">
              <a:spLocks noChangeArrowheads="1"/>
            </p:cNvSpPr>
            <p:nvPr/>
          </p:nvSpPr>
          <p:spPr bwMode="auto">
            <a:xfrm>
              <a:off x="703" y="1096"/>
              <a:ext cx="2223" cy="2194"/>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eaLnBrk="0" hangingPunct="0"/>
              <a:r>
                <a:rPr lang="zh-CN" altLang="zh-CN" sz="2000" b="1" dirty="0">
                  <a:solidFill>
                    <a:srgbClr val="C00000"/>
                  </a:solidFill>
                  <a:ea typeface="隶书" pitchFamily="49" charset="-122"/>
                </a:rPr>
                <a:t>例</a:t>
              </a:r>
              <a:r>
                <a:rPr lang="zh-CN" altLang="zh-CN" sz="2000" b="1" dirty="0">
                  <a:solidFill>
                    <a:srgbClr val="C00000"/>
                  </a:solidFill>
                </a:rPr>
                <a:t> </a:t>
              </a:r>
              <a:r>
                <a:rPr lang="zh-CN" altLang="en-US" sz="2000" b="1" dirty="0"/>
                <a:t> </a:t>
              </a:r>
              <a:r>
                <a:rPr lang="en-US" altLang="zh-CN" sz="2000" b="1" dirty="0">
                  <a:solidFill>
                    <a:srgbClr val="CC0000"/>
                  </a:solidFill>
                </a:rPr>
                <a:t>struct  student</a:t>
              </a:r>
            </a:p>
            <a:p>
              <a:pPr eaLnBrk="0" hangingPunct="0"/>
              <a:r>
                <a:rPr lang="en-US" altLang="zh-CN" sz="2000" b="1" dirty="0"/>
                <a:t>      {   </a:t>
              </a:r>
            </a:p>
            <a:p>
              <a:pPr eaLnBrk="0" hangingPunct="0"/>
              <a:r>
                <a:rPr lang="en-US" altLang="zh-CN" sz="2000" b="1" dirty="0"/>
                <a:t>        int  num;</a:t>
              </a:r>
            </a:p>
            <a:p>
              <a:pPr eaLnBrk="0" hangingPunct="0"/>
              <a:r>
                <a:rPr lang="en-US" altLang="zh-CN" sz="2000" b="1" dirty="0"/>
                <a:t>        char name[20];</a:t>
              </a:r>
            </a:p>
            <a:p>
              <a:pPr eaLnBrk="0" hangingPunct="0"/>
              <a:r>
                <a:rPr lang="en-US" altLang="zh-CN" sz="2000" b="1" dirty="0">
                  <a:solidFill>
                    <a:srgbClr val="002060"/>
                  </a:solidFill>
                </a:rPr>
                <a:t>        struct  date </a:t>
              </a:r>
            </a:p>
            <a:p>
              <a:pPr eaLnBrk="0" hangingPunct="0"/>
              <a:r>
                <a:rPr lang="en-US" altLang="zh-CN" sz="2000" b="1" dirty="0">
                  <a:solidFill>
                    <a:srgbClr val="002060"/>
                  </a:solidFill>
                </a:rPr>
                <a:t>        {    </a:t>
              </a:r>
            </a:p>
            <a:p>
              <a:pPr eaLnBrk="0" hangingPunct="0"/>
              <a:r>
                <a:rPr lang="en-US" altLang="zh-CN" sz="2000" b="1" dirty="0">
                  <a:solidFill>
                    <a:srgbClr val="002060"/>
                  </a:solidFill>
                </a:rPr>
                <a:t>          int month;</a:t>
              </a:r>
            </a:p>
            <a:p>
              <a:pPr eaLnBrk="0" hangingPunct="0"/>
              <a:r>
                <a:rPr lang="en-US" altLang="zh-CN" sz="2000" b="1" dirty="0">
                  <a:solidFill>
                    <a:srgbClr val="002060"/>
                  </a:solidFill>
                </a:rPr>
                <a:t>          int day;</a:t>
              </a:r>
            </a:p>
            <a:p>
              <a:pPr eaLnBrk="0" hangingPunct="0"/>
              <a:r>
                <a:rPr lang="en-US" altLang="zh-CN" sz="2000" b="1" dirty="0">
                  <a:solidFill>
                    <a:srgbClr val="002060"/>
                  </a:solidFill>
                </a:rPr>
                <a:t>          int year;</a:t>
              </a:r>
            </a:p>
            <a:p>
              <a:pPr eaLnBrk="0" hangingPunct="0"/>
              <a:r>
                <a:rPr lang="en-US" altLang="zh-CN" sz="2000" b="1" dirty="0">
                  <a:solidFill>
                    <a:srgbClr val="002060"/>
                  </a:solidFill>
                </a:rPr>
                <a:t>        } </a:t>
              </a:r>
              <a:r>
                <a:rPr lang="en-US" altLang="zh-CN" sz="2000" b="1" dirty="0">
                  <a:solidFill>
                    <a:srgbClr val="CC0000"/>
                  </a:solidFill>
                </a:rPr>
                <a:t>birthday</a:t>
              </a:r>
              <a:r>
                <a:rPr lang="en-US" altLang="zh-CN" sz="2000" b="1" dirty="0"/>
                <a:t>;</a:t>
              </a:r>
            </a:p>
            <a:p>
              <a:pPr eaLnBrk="0" hangingPunct="0"/>
              <a:r>
                <a:rPr lang="en-US" altLang="zh-CN" sz="2000" b="1" dirty="0"/>
                <a:t>      } </a:t>
              </a:r>
              <a:r>
                <a:rPr lang="en-US" altLang="zh-CN" sz="2000" b="1" dirty="0">
                  <a:solidFill>
                    <a:srgbClr val="C00000"/>
                  </a:solidFill>
                </a:rPr>
                <a:t>stu1, stu2, *</a:t>
              </a:r>
              <a:r>
                <a:rPr lang="en-US" altLang="zh-CN" sz="2000" b="1" dirty="0" err="1">
                  <a:solidFill>
                    <a:srgbClr val="C00000"/>
                  </a:solidFill>
                </a:rPr>
                <a:t>pstu</a:t>
              </a:r>
              <a:r>
                <a:rPr lang="en-US" altLang="zh-CN" sz="2000" b="1" dirty="0">
                  <a:solidFill>
                    <a:srgbClr val="C00000"/>
                  </a:solidFill>
                </a:rPr>
                <a:t> = &amp;stu1</a:t>
              </a:r>
              <a:r>
                <a:rPr lang="en-US" altLang="zh-CN" sz="2000" b="1" dirty="0"/>
                <a:t>;</a:t>
              </a:r>
            </a:p>
          </p:txBody>
        </p:sp>
        <p:grpSp>
          <p:nvGrpSpPr>
            <p:cNvPr id="1062970" name="Group 58"/>
            <p:cNvGrpSpPr>
              <a:grpSpLocks/>
            </p:cNvGrpSpPr>
            <p:nvPr/>
          </p:nvGrpSpPr>
          <p:grpSpPr bwMode="auto">
            <a:xfrm>
              <a:off x="2933" y="2555"/>
              <a:ext cx="2592" cy="490"/>
              <a:chOff x="1392" y="3648"/>
              <a:chExt cx="2592" cy="490"/>
            </a:xfrm>
          </p:grpSpPr>
          <p:sp>
            <p:nvSpPr>
              <p:cNvPr id="1062971" name="Rectangle 59"/>
              <p:cNvSpPr>
                <a:spLocks noChangeArrowheads="1"/>
              </p:cNvSpPr>
              <p:nvPr/>
            </p:nvSpPr>
            <p:spPr bwMode="auto">
              <a:xfrm>
                <a:off x="1392" y="3648"/>
                <a:ext cx="2592" cy="480"/>
              </a:xfrm>
              <a:prstGeom prst="rect">
                <a:avLst/>
              </a:prstGeom>
              <a:noFill/>
              <a:ln w="28575">
                <a:solidFill>
                  <a:schemeClr val="tx1"/>
                </a:solidFill>
                <a:miter lim="800000"/>
                <a:headEnd/>
                <a:tailEnd/>
              </a:ln>
              <a:effectLst/>
            </p:spPr>
            <p:txBody>
              <a:bodyPr wrap="none" anchor="ctr"/>
              <a:lstStyle/>
              <a:p>
                <a:pPr algn="ctr"/>
                <a:endParaRPr lang="zh-CN" altLang="zh-CN" sz="2000"/>
              </a:p>
            </p:txBody>
          </p:sp>
          <p:sp>
            <p:nvSpPr>
              <p:cNvPr id="1062972" name="Line 60"/>
              <p:cNvSpPr>
                <a:spLocks noChangeShapeType="1"/>
              </p:cNvSpPr>
              <p:nvPr/>
            </p:nvSpPr>
            <p:spPr bwMode="auto">
              <a:xfrm>
                <a:off x="1872" y="3648"/>
                <a:ext cx="0" cy="480"/>
              </a:xfrm>
              <a:prstGeom prst="line">
                <a:avLst/>
              </a:prstGeom>
              <a:noFill/>
              <a:ln w="28575">
                <a:solidFill>
                  <a:schemeClr val="tx1"/>
                </a:solidFill>
                <a:round/>
                <a:headEnd/>
                <a:tailEnd/>
              </a:ln>
              <a:effectLst/>
            </p:spPr>
            <p:txBody>
              <a:bodyPr wrap="none" anchor="ctr"/>
              <a:lstStyle/>
              <a:p>
                <a:endParaRPr lang="zh-CN" altLang="en-US"/>
              </a:p>
            </p:txBody>
          </p:sp>
          <p:sp>
            <p:nvSpPr>
              <p:cNvPr id="1062973" name="Line 61"/>
              <p:cNvSpPr>
                <a:spLocks noChangeShapeType="1"/>
              </p:cNvSpPr>
              <p:nvPr/>
            </p:nvSpPr>
            <p:spPr bwMode="auto">
              <a:xfrm>
                <a:off x="2400" y="3648"/>
                <a:ext cx="0" cy="480"/>
              </a:xfrm>
              <a:prstGeom prst="line">
                <a:avLst/>
              </a:prstGeom>
              <a:noFill/>
              <a:ln w="28575">
                <a:solidFill>
                  <a:schemeClr val="tx1"/>
                </a:solidFill>
                <a:round/>
                <a:headEnd/>
                <a:tailEnd/>
              </a:ln>
              <a:effectLst/>
            </p:spPr>
            <p:txBody>
              <a:bodyPr wrap="none" anchor="ctr"/>
              <a:lstStyle/>
              <a:p>
                <a:endParaRPr lang="zh-CN" altLang="en-US"/>
              </a:p>
            </p:txBody>
          </p:sp>
          <p:sp>
            <p:nvSpPr>
              <p:cNvPr id="1062974" name="Line 62"/>
              <p:cNvSpPr>
                <a:spLocks noChangeShapeType="1"/>
              </p:cNvSpPr>
              <p:nvPr/>
            </p:nvSpPr>
            <p:spPr bwMode="auto">
              <a:xfrm>
                <a:off x="2400" y="3888"/>
                <a:ext cx="1584" cy="0"/>
              </a:xfrm>
              <a:prstGeom prst="line">
                <a:avLst/>
              </a:prstGeom>
              <a:noFill/>
              <a:ln w="9525">
                <a:solidFill>
                  <a:schemeClr val="tx1"/>
                </a:solidFill>
                <a:round/>
                <a:headEnd/>
                <a:tailEnd/>
              </a:ln>
              <a:effectLst/>
            </p:spPr>
            <p:txBody>
              <a:bodyPr wrap="none" anchor="ctr"/>
              <a:lstStyle/>
              <a:p>
                <a:endParaRPr lang="zh-CN" altLang="en-US"/>
              </a:p>
            </p:txBody>
          </p:sp>
          <p:sp>
            <p:nvSpPr>
              <p:cNvPr id="1062975" name="Line 63"/>
              <p:cNvSpPr>
                <a:spLocks noChangeShapeType="1"/>
              </p:cNvSpPr>
              <p:nvPr/>
            </p:nvSpPr>
            <p:spPr bwMode="auto">
              <a:xfrm>
                <a:off x="2928" y="3888"/>
                <a:ext cx="0" cy="240"/>
              </a:xfrm>
              <a:prstGeom prst="line">
                <a:avLst/>
              </a:prstGeom>
              <a:noFill/>
              <a:ln w="9525">
                <a:solidFill>
                  <a:schemeClr val="tx1"/>
                </a:solidFill>
                <a:round/>
                <a:headEnd/>
                <a:tailEnd/>
              </a:ln>
              <a:effectLst/>
            </p:spPr>
            <p:txBody>
              <a:bodyPr wrap="none" anchor="ctr"/>
              <a:lstStyle/>
              <a:p>
                <a:endParaRPr lang="zh-CN" altLang="en-US"/>
              </a:p>
            </p:txBody>
          </p:sp>
          <p:sp>
            <p:nvSpPr>
              <p:cNvPr id="1062976" name="Line 64"/>
              <p:cNvSpPr>
                <a:spLocks noChangeShapeType="1"/>
              </p:cNvSpPr>
              <p:nvPr/>
            </p:nvSpPr>
            <p:spPr bwMode="auto">
              <a:xfrm>
                <a:off x="3456" y="3888"/>
                <a:ext cx="0" cy="240"/>
              </a:xfrm>
              <a:prstGeom prst="line">
                <a:avLst/>
              </a:prstGeom>
              <a:noFill/>
              <a:ln w="9525">
                <a:solidFill>
                  <a:schemeClr val="tx1"/>
                </a:solidFill>
                <a:round/>
                <a:headEnd/>
                <a:tailEnd/>
              </a:ln>
              <a:effectLst/>
            </p:spPr>
            <p:txBody>
              <a:bodyPr wrap="none" anchor="ctr"/>
              <a:lstStyle/>
              <a:p>
                <a:endParaRPr lang="zh-CN" altLang="en-US"/>
              </a:p>
            </p:txBody>
          </p:sp>
          <p:sp>
            <p:nvSpPr>
              <p:cNvPr id="1062977" name="Text Box 65"/>
              <p:cNvSpPr txBox="1">
                <a:spLocks noChangeArrowheads="1"/>
              </p:cNvSpPr>
              <p:nvPr/>
            </p:nvSpPr>
            <p:spPr bwMode="auto">
              <a:xfrm>
                <a:off x="1430" y="3753"/>
                <a:ext cx="427" cy="250"/>
              </a:xfrm>
              <a:prstGeom prst="rect">
                <a:avLst/>
              </a:prstGeom>
              <a:noFill/>
              <a:ln w="9525">
                <a:noFill/>
                <a:miter lim="800000"/>
                <a:headEnd/>
                <a:tailEnd/>
              </a:ln>
              <a:effectLst/>
            </p:spPr>
            <p:txBody>
              <a:bodyPr wrap="none">
                <a:spAutoFit/>
              </a:bodyPr>
              <a:lstStyle/>
              <a:p>
                <a:r>
                  <a:rPr lang="en-US" altLang="zh-CN" sz="2000" b="1" dirty="0"/>
                  <a:t>num</a:t>
                </a:r>
              </a:p>
            </p:txBody>
          </p:sp>
          <p:sp>
            <p:nvSpPr>
              <p:cNvPr id="1062978" name="Text Box 66"/>
              <p:cNvSpPr txBox="1">
                <a:spLocks noChangeArrowheads="1"/>
              </p:cNvSpPr>
              <p:nvPr/>
            </p:nvSpPr>
            <p:spPr bwMode="auto">
              <a:xfrm>
                <a:off x="1958" y="3753"/>
                <a:ext cx="489" cy="250"/>
              </a:xfrm>
              <a:prstGeom prst="rect">
                <a:avLst/>
              </a:prstGeom>
              <a:noFill/>
              <a:ln w="9525">
                <a:noFill/>
                <a:miter lim="800000"/>
                <a:headEnd/>
                <a:tailEnd/>
              </a:ln>
              <a:effectLst/>
            </p:spPr>
            <p:txBody>
              <a:bodyPr wrap="none">
                <a:spAutoFit/>
              </a:bodyPr>
              <a:lstStyle/>
              <a:p>
                <a:r>
                  <a:rPr lang="en-US" altLang="zh-CN" sz="2000" b="1"/>
                  <a:t>name</a:t>
                </a:r>
              </a:p>
            </p:txBody>
          </p:sp>
          <p:sp>
            <p:nvSpPr>
              <p:cNvPr id="1062979" name="Text Box 67"/>
              <p:cNvSpPr txBox="1">
                <a:spLocks noChangeArrowheads="1"/>
              </p:cNvSpPr>
              <p:nvPr/>
            </p:nvSpPr>
            <p:spPr bwMode="auto">
              <a:xfrm>
                <a:off x="2928" y="3648"/>
                <a:ext cx="711" cy="250"/>
              </a:xfrm>
              <a:prstGeom prst="rect">
                <a:avLst/>
              </a:prstGeom>
              <a:noFill/>
              <a:ln w="9525">
                <a:noFill/>
                <a:miter lim="800000"/>
                <a:headEnd/>
                <a:tailEnd/>
              </a:ln>
              <a:effectLst/>
            </p:spPr>
            <p:txBody>
              <a:bodyPr wrap="none">
                <a:spAutoFit/>
              </a:bodyPr>
              <a:lstStyle/>
              <a:p>
                <a:r>
                  <a:rPr lang="en-US" altLang="zh-CN" sz="2000" b="1">
                    <a:solidFill>
                      <a:srgbClr val="990000"/>
                    </a:solidFill>
                  </a:rPr>
                  <a:t>birthday</a:t>
                </a:r>
              </a:p>
            </p:txBody>
          </p:sp>
          <p:sp>
            <p:nvSpPr>
              <p:cNvPr id="1062980" name="Text Box 68"/>
              <p:cNvSpPr txBox="1">
                <a:spLocks noChangeArrowheads="1"/>
              </p:cNvSpPr>
              <p:nvPr/>
            </p:nvSpPr>
            <p:spPr bwMode="auto">
              <a:xfrm>
                <a:off x="2400" y="3888"/>
                <a:ext cx="560" cy="250"/>
              </a:xfrm>
              <a:prstGeom prst="rect">
                <a:avLst/>
              </a:prstGeom>
              <a:noFill/>
              <a:ln w="9525">
                <a:noFill/>
                <a:miter lim="800000"/>
                <a:headEnd/>
                <a:tailEnd/>
              </a:ln>
              <a:effectLst/>
            </p:spPr>
            <p:txBody>
              <a:bodyPr wrap="none">
                <a:spAutoFit/>
              </a:bodyPr>
              <a:lstStyle/>
              <a:p>
                <a:r>
                  <a:rPr lang="en-US" altLang="zh-CN" sz="2000" b="1"/>
                  <a:t>month</a:t>
                </a:r>
              </a:p>
            </p:txBody>
          </p:sp>
          <p:sp>
            <p:nvSpPr>
              <p:cNvPr id="1062981" name="Text Box 69"/>
              <p:cNvSpPr txBox="1">
                <a:spLocks noChangeArrowheads="1"/>
              </p:cNvSpPr>
              <p:nvPr/>
            </p:nvSpPr>
            <p:spPr bwMode="auto">
              <a:xfrm>
                <a:off x="3024" y="3888"/>
                <a:ext cx="365" cy="250"/>
              </a:xfrm>
              <a:prstGeom prst="rect">
                <a:avLst/>
              </a:prstGeom>
              <a:noFill/>
              <a:ln w="9525">
                <a:noFill/>
                <a:miter lim="800000"/>
                <a:headEnd/>
                <a:tailEnd/>
              </a:ln>
              <a:effectLst/>
            </p:spPr>
            <p:txBody>
              <a:bodyPr wrap="none">
                <a:spAutoFit/>
              </a:bodyPr>
              <a:lstStyle/>
              <a:p>
                <a:r>
                  <a:rPr lang="en-US" altLang="zh-CN" sz="2000" b="1"/>
                  <a:t>day</a:t>
                </a:r>
              </a:p>
            </p:txBody>
          </p:sp>
          <p:sp>
            <p:nvSpPr>
              <p:cNvPr id="1062982" name="Text Box 70"/>
              <p:cNvSpPr txBox="1">
                <a:spLocks noChangeArrowheads="1"/>
              </p:cNvSpPr>
              <p:nvPr/>
            </p:nvSpPr>
            <p:spPr bwMode="auto">
              <a:xfrm>
                <a:off x="3504" y="3888"/>
                <a:ext cx="418" cy="250"/>
              </a:xfrm>
              <a:prstGeom prst="rect">
                <a:avLst/>
              </a:prstGeom>
              <a:noFill/>
              <a:ln w="9525">
                <a:noFill/>
                <a:miter lim="800000"/>
                <a:headEnd/>
                <a:tailEnd/>
              </a:ln>
              <a:effectLst/>
            </p:spPr>
            <p:txBody>
              <a:bodyPr wrap="none">
                <a:spAutoFit/>
              </a:bodyPr>
              <a:lstStyle/>
              <a:p>
                <a:r>
                  <a:rPr lang="en-US" altLang="zh-CN" sz="2000" b="1"/>
                  <a:t>year</a:t>
                </a:r>
              </a:p>
            </p:txBody>
          </p:sp>
        </p:grpSp>
        <p:sp>
          <p:nvSpPr>
            <p:cNvPr id="1062983" name="AutoShape 71"/>
            <p:cNvSpPr>
              <a:spLocks noChangeArrowheads="1"/>
            </p:cNvSpPr>
            <p:nvPr/>
          </p:nvSpPr>
          <p:spPr bwMode="auto">
            <a:xfrm>
              <a:off x="3061" y="1207"/>
              <a:ext cx="1913" cy="262"/>
            </a:xfrm>
            <a:prstGeom prst="wedgeRectCallout">
              <a:avLst>
                <a:gd name="adj1" fmla="val -87426"/>
                <a:gd name="adj2" fmla="val 201144"/>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a:t>stu1.birthday.month = 12;</a:t>
              </a:r>
            </a:p>
          </p:txBody>
        </p:sp>
        <p:sp>
          <p:nvSpPr>
            <p:cNvPr id="1062984" name="AutoShape 72"/>
            <p:cNvSpPr>
              <a:spLocks noChangeArrowheads="1"/>
            </p:cNvSpPr>
            <p:nvPr/>
          </p:nvSpPr>
          <p:spPr bwMode="auto">
            <a:xfrm>
              <a:off x="3149" y="1846"/>
              <a:ext cx="2039" cy="253"/>
            </a:xfrm>
            <a:prstGeom prst="wedgeRectCallout">
              <a:avLst>
                <a:gd name="adj1" fmla="val -84699"/>
                <a:gd name="adj2" fmla="val 226718"/>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dirty="0" err="1"/>
                <a:t>pstu</a:t>
              </a:r>
              <a:r>
                <a:rPr lang="en-US" altLang="zh-CN" sz="2000" b="1" dirty="0"/>
                <a:t>-&gt;</a:t>
              </a:r>
              <a:r>
                <a:rPr lang="en-US" altLang="zh-CN" sz="2000" b="1" dirty="0" err="1"/>
                <a:t>birthday.year</a:t>
              </a:r>
              <a:r>
                <a:rPr lang="en-US" altLang="zh-CN" sz="2000" b="1" dirty="0"/>
                <a:t> = 2008;</a:t>
              </a:r>
            </a:p>
          </p:txBody>
        </p:sp>
      </p:grpSp>
      <p:sp>
        <p:nvSpPr>
          <p:cNvPr id="1062985" name="Rectangle 73"/>
          <p:cNvSpPr>
            <a:spLocks noChangeArrowheads="1"/>
          </p:cNvSpPr>
          <p:nvPr/>
        </p:nvSpPr>
        <p:spPr bwMode="auto">
          <a:xfrm>
            <a:off x="1626560" y="4051940"/>
            <a:ext cx="9263197" cy="461665"/>
          </a:xfrm>
          <a:prstGeom prst="rect">
            <a:avLst/>
          </a:prstGeom>
          <a:gradFill rotWithShape="1">
            <a:gsLst>
              <a:gs pos="0">
                <a:srgbClr val="CFCFD1"/>
              </a:gs>
              <a:gs pos="100000">
                <a:schemeClr val="bg1">
                  <a:lumMod val="95000"/>
                </a:schemeClr>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r>
              <a:rPr lang="zh-CN" altLang="en-US" b="1" dirty="0">
                <a:solidFill>
                  <a:srgbClr val="C00000"/>
                </a:solidFill>
                <a:latin typeface="隶书" pitchFamily="49" charset="-122"/>
                <a:ea typeface="隶书" pitchFamily="49" charset="-122"/>
              </a:rPr>
              <a:t>注意：</a:t>
            </a:r>
            <a:r>
              <a:rPr lang="zh-CN" altLang="en-US" b="1" dirty="0">
                <a:latin typeface="隶书" pitchFamily="49" charset="-122"/>
                <a:ea typeface="隶书" pitchFamily="49" charset="-122"/>
              </a:rPr>
              <a:t>在利用指针引用结构体成员时，</a:t>
            </a:r>
            <a:r>
              <a:rPr lang="en-US" altLang="zh-CN" b="1" dirty="0">
                <a:latin typeface="隶书" pitchFamily="49" charset="-122"/>
                <a:ea typeface="隶书" pitchFamily="49" charset="-122"/>
              </a:rPr>
              <a:t>-</a:t>
            </a:r>
            <a:r>
              <a:rPr lang="zh-CN" altLang="en-US" b="1" dirty="0">
                <a:latin typeface="隶书" pitchFamily="49" charset="-122"/>
                <a:ea typeface="隶书" pitchFamily="49" charset="-122"/>
              </a:rPr>
              <a:t>和</a:t>
            </a:r>
            <a:r>
              <a:rPr lang="en-US" altLang="zh-CN" b="1" dirty="0">
                <a:latin typeface="隶书" pitchFamily="49" charset="-122"/>
                <a:ea typeface="隶书" pitchFamily="49" charset="-122"/>
              </a:rPr>
              <a:t>&gt;</a:t>
            </a:r>
            <a:r>
              <a:rPr lang="zh-CN" altLang="en-US" b="1" dirty="0">
                <a:latin typeface="隶书" pitchFamily="49" charset="-122"/>
                <a:ea typeface="隶书" pitchFamily="49" charset="-122"/>
              </a:rPr>
              <a:t>之间不能有空格。</a:t>
            </a:r>
          </a:p>
        </p:txBody>
      </p:sp>
      <p:sp>
        <p:nvSpPr>
          <p:cNvPr id="2" name="椭圆 1">
            <a:extLst>
              <a:ext uri="{FF2B5EF4-FFF2-40B4-BE49-F238E27FC236}">
                <a16:creationId xmlns:a16="http://schemas.microsoft.com/office/drawing/2014/main" id="{AAD10EBD-AE3C-4FE3-8DAC-92EF4F0CEC76}"/>
              </a:ext>
            </a:extLst>
          </p:cNvPr>
          <p:cNvSpPr/>
          <p:nvPr/>
        </p:nvSpPr>
        <p:spPr bwMode="auto">
          <a:xfrm>
            <a:off x="12504712" y="7715373"/>
            <a:ext cx="72008" cy="106115"/>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latin typeface="Times New Roman" pitchFamily="18" charset="0"/>
              <a:ea typeface="宋体" pitchFamily="2" charset="-122"/>
            </a:endParaRPr>
          </a:p>
        </p:txBody>
      </p:sp>
      <p:sp>
        <p:nvSpPr>
          <p:cNvPr id="56" name="Rectangle 4">
            <a:extLst>
              <a:ext uri="{FF2B5EF4-FFF2-40B4-BE49-F238E27FC236}">
                <a16:creationId xmlns:a16="http://schemas.microsoft.com/office/drawing/2014/main" id="{6B95F4DE-0E49-4CA6-8350-CB7065231C1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
        <p:nvSpPr>
          <p:cNvPr id="57" name="Rectangle 8">
            <a:extLst>
              <a:ext uri="{FF2B5EF4-FFF2-40B4-BE49-F238E27FC236}">
                <a16:creationId xmlns:a16="http://schemas.microsoft.com/office/drawing/2014/main" id="{30AE5511-4EE1-491D-9C15-93991E6BF171}"/>
              </a:ext>
            </a:extLst>
          </p:cNvPr>
          <p:cNvSpPr>
            <a:spLocks noChangeArrowheads="1"/>
          </p:cNvSpPr>
          <p:nvPr/>
        </p:nvSpPr>
        <p:spPr bwMode="auto">
          <a:xfrm>
            <a:off x="641053" y="875710"/>
            <a:ext cx="4693914"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2</a:t>
            </a:r>
            <a:r>
              <a:rPr lang="zh-CN" altLang="en-US" sz="2800" b="1" dirty="0">
                <a:solidFill>
                  <a:srgbClr val="C00000"/>
                </a:solidFill>
                <a:latin typeface="楷体" panose="02010609060101010101" pitchFamily="49" charset="-122"/>
                <a:ea typeface="楷体" panose="02010609060101010101" pitchFamily="49" charset="-122"/>
              </a:rPr>
              <a:t>、结构体变量的定义和引用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2919"/>
                                        </p:tgtEl>
                                        <p:attrNameLst>
                                          <p:attrName>style.visibility</p:attrName>
                                        </p:attrNameLst>
                                      </p:cBhvr>
                                      <p:to>
                                        <p:strVal val="visible"/>
                                      </p:to>
                                    </p:set>
                                    <p:anim calcmode="lin" valueType="num">
                                      <p:cBhvr additive="base">
                                        <p:cTn id="7" dur="500" fill="hold"/>
                                        <p:tgtEl>
                                          <p:spTgt spid="1062919"/>
                                        </p:tgtEl>
                                        <p:attrNameLst>
                                          <p:attrName>ppt_x</p:attrName>
                                        </p:attrNameLst>
                                      </p:cBhvr>
                                      <p:tavLst>
                                        <p:tav tm="0">
                                          <p:val>
                                            <p:strVal val="0-#ppt_w/2"/>
                                          </p:val>
                                        </p:tav>
                                        <p:tav tm="100000">
                                          <p:val>
                                            <p:strVal val="#ppt_x"/>
                                          </p:val>
                                        </p:tav>
                                      </p:tavLst>
                                    </p:anim>
                                    <p:anim calcmode="lin" valueType="num">
                                      <p:cBhvr additive="base">
                                        <p:cTn id="8" dur="500" fill="hold"/>
                                        <p:tgtEl>
                                          <p:spTgt spid="106291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62925"/>
                                        </p:tgtEl>
                                        <p:attrNameLst>
                                          <p:attrName>style.visibility</p:attrName>
                                        </p:attrNameLst>
                                      </p:cBhvr>
                                      <p:to>
                                        <p:strVal val="visible"/>
                                      </p:to>
                                    </p:set>
                                    <p:animEffect transition="in" filter="box(out)">
                                      <p:cBhvr>
                                        <p:cTn id="13" dur="500"/>
                                        <p:tgtEl>
                                          <p:spTgt spid="1062925"/>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62926"/>
                                        </p:tgtEl>
                                        <p:attrNameLst>
                                          <p:attrName>style.visibility</p:attrName>
                                        </p:attrNameLst>
                                      </p:cBhvr>
                                      <p:to>
                                        <p:strVal val="visible"/>
                                      </p:to>
                                    </p:set>
                                    <p:anim calcmode="lin" valueType="num">
                                      <p:cBhvr additive="base">
                                        <p:cTn id="18" dur="500" fill="hold"/>
                                        <p:tgtEl>
                                          <p:spTgt spid="1062926"/>
                                        </p:tgtEl>
                                        <p:attrNameLst>
                                          <p:attrName>ppt_x</p:attrName>
                                        </p:attrNameLst>
                                      </p:cBhvr>
                                      <p:tavLst>
                                        <p:tav tm="0">
                                          <p:val>
                                            <p:strVal val="0-#ppt_w/2"/>
                                          </p:val>
                                        </p:tav>
                                        <p:tav tm="100000">
                                          <p:val>
                                            <p:strVal val="#ppt_x"/>
                                          </p:val>
                                        </p:tav>
                                      </p:tavLst>
                                    </p:anim>
                                    <p:anim calcmode="lin" valueType="num">
                                      <p:cBhvr additive="base">
                                        <p:cTn id="19" dur="500" fill="hold"/>
                                        <p:tgtEl>
                                          <p:spTgt spid="106292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62927"/>
                                        </p:tgtEl>
                                        <p:attrNameLst>
                                          <p:attrName>style.visibility</p:attrName>
                                        </p:attrNameLst>
                                      </p:cBhvr>
                                      <p:to>
                                        <p:strVal val="visible"/>
                                      </p:to>
                                    </p:set>
                                    <p:animEffect transition="in" filter="box(out)">
                                      <p:cBhvr>
                                        <p:cTn id="24" dur="500"/>
                                        <p:tgtEl>
                                          <p:spTgt spid="1062927"/>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062928"/>
                                        </p:tgtEl>
                                        <p:attrNameLst>
                                          <p:attrName>style.visibility</p:attrName>
                                        </p:attrNameLst>
                                      </p:cBhvr>
                                      <p:to>
                                        <p:strVal val="visible"/>
                                      </p:to>
                                    </p:set>
                                    <p:animEffect transition="in" filter="box(out)">
                                      <p:cBhvr>
                                        <p:cTn id="29" dur="500"/>
                                        <p:tgtEl>
                                          <p:spTgt spid="1062928"/>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3" fill="hold" grpId="0" nodeType="clickEffect">
                                  <p:stCondLst>
                                    <p:cond delay="0"/>
                                  </p:stCondLst>
                                  <p:childTnLst>
                                    <p:set>
                                      <p:cBhvr>
                                        <p:cTn id="33" dur="1" fill="hold">
                                          <p:stCondLst>
                                            <p:cond delay="0"/>
                                          </p:stCondLst>
                                        </p:cTn>
                                        <p:tgtEl>
                                          <p:spTgt spid="1062934"/>
                                        </p:tgtEl>
                                        <p:attrNameLst>
                                          <p:attrName>style.visibility</p:attrName>
                                        </p:attrNameLst>
                                      </p:cBhvr>
                                      <p:to>
                                        <p:strVal val="visible"/>
                                      </p:to>
                                    </p:set>
                                    <p:animEffect transition="in" filter="strips(upRight)">
                                      <p:cBhvr>
                                        <p:cTn id="34" dur="500"/>
                                        <p:tgtEl>
                                          <p:spTgt spid="1062934"/>
                                        </p:tgtEl>
                                      </p:cBhvr>
                                    </p:animEffect>
                                  </p:childTnLst>
                                  <p:subTnLst>
                                    <p:set>
                                      <p:cBhvr override="childStyle">
                                        <p:cTn dur="1" fill="hold" display="0" masterRel="nextClick" afterEffect="1"/>
                                        <p:tgtEl>
                                          <p:spTgt spid="1062934"/>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1062933"/>
                                        </p:tgtEl>
                                        <p:attrNameLst>
                                          <p:attrName>style.visibility</p:attrName>
                                        </p:attrNameLst>
                                      </p:cBhvr>
                                      <p:to>
                                        <p:strVal val="visible"/>
                                      </p:to>
                                    </p:set>
                                    <p:animEffect transition="in" filter="box(out)">
                                      <p:cBhvr>
                                        <p:cTn id="39" dur="500"/>
                                        <p:tgtEl>
                                          <p:spTgt spid="1062933"/>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3" fill="hold" grpId="0" nodeType="clickEffect">
                                  <p:stCondLst>
                                    <p:cond delay="0"/>
                                  </p:stCondLst>
                                  <p:childTnLst>
                                    <p:set>
                                      <p:cBhvr>
                                        <p:cTn id="43" dur="1" fill="hold">
                                          <p:stCondLst>
                                            <p:cond delay="0"/>
                                          </p:stCondLst>
                                        </p:cTn>
                                        <p:tgtEl>
                                          <p:spTgt spid="1062935"/>
                                        </p:tgtEl>
                                        <p:attrNameLst>
                                          <p:attrName>style.visibility</p:attrName>
                                        </p:attrNameLst>
                                      </p:cBhvr>
                                      <p:to>
                                        <p:strVal val="visible"/>
                                      </p:to>
                                    </p:set>
                                    <p:animEffect transition="in" filter="strips(upRight)">
                                      <p:cBhvr>
                                        <p:cTn id="44" dur="500"/>
                                        <p:tgtEl>
                                          <p:spTgt spid="1062935"/>
                                        </p:tgtEl>
                                      </p:cBhvr>
                                    </p:animEffect>
                                  </p:childTnLst>
                                  <p:subTnLst>
                                    <p:set>
                                      <p:cBhvr override="childStyle">
                                        <p:cTn dur="1" fill="hold" display="0" masterRel="nextClick" afterEffect="1"/>
                                        <p:tgtEl>
                                          <p:spTgt spid="1062935"/>
                                        </p:tgtEl>
                                        <p:attrNameLst>
                                          <p:attrName>style.visibility</p:attrName>
                                        </p:attrNameLst>
                                      </p:cBhvr>
                                      <p:to>
                                        <p:strVal val="hidden"/>
                                      </p:to>
                                    </p:se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4" presetClass="entr" presetSubtype="32" fill="hold" nodeType="clickEffect">
                                  <p:stCondLst>
                                    <p:cond delay="0"/>
                                  </p:stCondLst>
                                  <p:childTnLst>
                                    <p:set>
                                      <p:cBhvr>
                                        <p:cTn id="48" dur="1" fill="hold">
                                          <p:stCondLst>
                                            <p:cond delay="0"/>
                                          </p:stCondLst>
                                        </p:cTn>
                                        <p:tgtEl>
                                          <p:spTgt spid="1062941"/>
                                        </p:tgtEl>
                                        <p:attrNameLst>
                                          <p:attrName>style.visibility</p:attrName>
                                        </p:attrNameLst>
                                      </p:cBhvr>
                                      <p:to>
                                        <p:strVal val="visible"/>
                                      </p:to>
                                    </p:set>
                                    <p:animEffect transition="in" filter="box(out)">
                                      <p:cBhvr>
                                        <p:cTn id="49" dur="500"/>
                                        <p:tgtEl>
                                          <p:spTgt spid="1062941"/>
                                        </p:tgtEl>
                                      </p:cBhvr>
                                    </p:animEffect>
                                  </p:childTnLst>
                                  <p:subTnLst>
                                    <p:set>
                                      <p:cBhvr override="childStyle">
                                        <p:cTn dur="1" fill="hold" display="0" masterRel="nextClick" afterEffect="1"/>
                                        <p:tgtEl>
                                          <p:spTgt spid="1062941"/>
                                        </p:tgtEl>
                                        <p:attrNameLst>
                                          <p:attrName>style.visibility</p:attrName>
                                        </p:attrNameLst>
                                      </p:cBhvr>
                                      <p:to>
                                        <p:strVal val="hidden"/>
                                      </p:to>
                                    </p:se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childTnLst>
                          </p:cTn>
                        </p:par>
                      </p:childTnLst>
                    </p:cTn>
                  </p:par>
                  <p:par>
                    <p:cTn id="50" fill="hold">
                      <p:stCondLst>
                        <p:cond delay="indefinite"/>
                      </p:stCondLst>
                      <p:childTnLst>
                        <p:par>
                          <p:cTn id="51" fill="hold">
                            <p:stCondLst>
                              <p:cond delay="0"/>
                            </p:stCondLst>
                            <p:childTnLst>
                              <p:par>
                                <p:cTn id="52" presetID="4" presetClass="entr" presetSubtype="32" fill="hold" nodeType="clickEffect">
                                  <p:stCondLst>
                                    <p:cond delay="0"/>
                                  </p:stCondLst>
                                  <p:childTnLst>
                                    <p:set>
                                      <p:cBhvr>
                                        <p:cTn id="53" dur="1" fill="hold">
                                          <p:stCondLst>
                                            <p:cond delay="0"/>
                                          </p:stCondLst>
                                        </p:cTn>
                                        <p:tgtEl>
                                          <p:spTgt spid="1062946"/>
                                        </p:tgtEl>
                                        <p:attrNameLst>
                                          <p:attrName>style.visibility</p:attrName>
                                        </p:attrNameLst>
                                      </p:cBhvr>
                                      <p:to>
                                        <p:strVal val="visible"/>
                                      </p:to>
                                    </p:set>
                                    <p:animEffect transition="in" filter="box(out)">
                                      <p:cBhvr>
                                        <p:cTn id="54" dur="500"/>
                                        <p:tgtEl>
                                          <p:spTgt spid="1062946"/>
                                        </p:tgtEl>
                                      </p:cBhvr>
                                    </p:animEffect>
                                  </p:childTnLst>
                                  <p:subTnLst>
                                    <p:set>
                                      <p:cBhvr override="childStyle">
                                        <p:cTn dur="1" fill="hold" display="0" masterRel="nextClick" afterEffect="1"/>
                                        <p:tgtEl>
                                          <p:spTgt spid="1062946"/>
                                        </p:tgtEl>
                                        <p:attrNameLst>
                                          <p:attrName>style.visibility</p:attrName>
                                        </p:attrNameLst>
                                      </p:cBhvr>
                                      <p:to>
                                        <p:strVal val="hidden"/>
                                      </p:to>
                                    </p:se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4" presetClass="entr" presetSubtype="32" fill="hold" nodeType="clickEffect">
                                  <p:stCondLst>
                                    <p:cond delay="0"/>
                                  </p:stCondLst>
                                  <p:childTnLst>
                                    <p:set>
                                      <p:cBhvr>
                                        <p:cTn id="58" dur="1" fill="hold">
                                          <p:stCondLst>
                                            <p:cond delay="0"/>
                                          </p:stCondLst>
                                        </p:cTn>
                                        <p:tgtEl>
                                          <p:spTgt spid="1062954"/>
                                        </p:tgtEl>
                                        <p:attrNameLst>
                                          <p:attrName>style.visibility</p:attrName>
                                        </p:attrNameLst>
                                      </p:cBhvr>
                                      <p:to>
                                        <p:strVal val="visible"/>
                                      </p:to>
                                    </p:set>
                                    <p:animEffect transition="in" filter="box(out)">
                                      <p:cBhvr>
                                        <p:cTn id="59" dur="500"/>
                                        <p:tgtEl>
                                          <p:spTgt spid="1062954"/>
                                        </p:tgtEl>
                                      </p:cBhvr>
                                    </p:animEffect>
                                  </p:childTnLst>
                                  <p:subTnLst>
                                    <p:set>
                                      <p:cBhvr override="childStyle">
                                        <p:cTn dur="1" fill="hold" display="0" masterRel="nextClick" afterEffect="1"/>
                                        <p:tgtEl>
                                          <p:spTgt spid="1062954"/>
                                        </p:tgtEl>
                                        <p:attrNameLst>
                                          <p:attrName>style.visibility</p:attrName>
                                        </p:attrNameLst>
                                      </p:cBhvr>
                                      <p:to>
                                        <p:strVal val="hidden"/>
                                      </p:to>
                                    </p:se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32" fill="hold" nodeType="clickEffect">
                                  <p:stCondLst>
                                    <p:cond delay="0"/>
                                  </p:stCondLst>
                                  <p:childTnLst>
                                    <p:set>
                                      <p:cBhvr>
                                        <p:cTn id="63" dur="1" fill="hold">
                                          <p:stCondLst>
                                            <p:cond delay="0"/>
                                          </p:stCondLst>
                                        </p:cTn>
                                        <p:tgtEl>
                                          <p:spTgt spid="1062961"/>
                                        </p:tgtEl>
                                        <p:attrNameLst>
                                          <p:attrName>style.visibility</p:attrName>
                                        </p:attrNameLst>
                                      </p:cBhvr>
                                      <p:to>
                                        <p:strVal val="visible"/>
                                      </p:to>
                                    </p:set>
                                    <p:animEffect transition="in" filter="box(out)">
                                      <p:cBhvr>
                                        <p:cTn id="64" dur="500"/>
                                        <p:tgtEl>
                                          <p:spTgt spid="1062961"/>
                                        </p:tgtEl>
                                      </p:cBhvr>
                                    </p:animEffect>
                                  </p:childTnLst>
                                  <p:subTnLst>
                                    <p:set>
                                      <p:cBhvr override="childStyle">
                                        <p:cTn dur="1" fill="hold" display="0" masterRel="nextClick" afterEffect="1"/>
                                        <p:tgtEl>
                                          <p:spTgt spid="1062961"/>
                                        </p:tgtEl>
                                        <p:attrNameLst>
                                          <p:attrName>style.visibility</p:attrName>
                                        </p:attrNameLst>
                                      </p:cBhvr>
                                      <p:to>
                                        <p:strVal val="hidden"/>
                                      </p:to>
                                    </p:se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1062930"/>
                                        </p:tgtEl>
                                        <p:attrNameLst>
                                          <p:attrName>style.visibility</p:attrName>
                                        </p:attrNameLst>
                                      </p:cBhvr>
                                      <p:to>
                                        <p:strVal val="visible"/>
                                      </p:to>
                                    </p:set>
                                    <p:anim calcmode="lin" valueType="num">
                                      <p:cBhvr additive="base">
                                        <p:cTn id="69" dur="500" fill="hold"/>
                                        <p:tgtEl>
                                          <p:spTgt spid="1062930"/>
                                        </p:tgtEl>
                                        <p:attrNameLst>
                                          <p:attrName>ppt_x</p:attrName>
                                        </p:attrNameLst>
                                      </p:cBhvr>
                                      <p:tavLst>
                                        <p:tav tm="0">
                                          <p:val>
                                            <p:strVal val="0-#ppt_w/2"/>
                                          </p:val>
                                        </p:tav>
                                        <p:tav tm="100000">
                                          <p:val>
                                            <p:strVal val="#ppt_x"/>
                                          </p:val>
                                        </p:tav>
                                      </p:tavLst>
                                    </p:anim>
                                    <p:anim calcmode="lin" valueType="num">
                                      <p:cBhvr additive="base">
                                        <p:cTn id="70" dur="500" fill="hold"/>
                                        <p:tgtEl>
                                          <p:spTgt spid="106293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childTnLst>
                    </p:cTn>
                  </p:par>
                  <p:par>
                    <p:cTn id="71" fill="hold">
                      <p:stCondLst>
                        <p:cond delay="indefinite"/>
                      </p:stCondLst>
                      <p:childTnLst>
                        <p:par>
                          <p:cTn id="72" fill="hold">
                            <p:stCondLst>
                              <p:cond delay="0"/>
                            </p:stCondLst>
                            <p:childTnLst>
                              <p:par>
                                <p:cTn id="73" presetID="4" presetClass="entr" presetSubtype="32" fill="hold" nodeType="clickEffect">
                                  <p:stCondLst>
                                    <p:cond delay="0"/>
                                  </p:stCondLst>
                                  <p:childTnLst>
                                    <p:set>
                                      <p:cBhvr>
                                        <p:cTn id="74" dur="1" fill="hold">
                                          <p:stCondLst>
                                            <p:cond delay="0"/>
                                          </p:stCondLst>
                                        </p:cTn>
                                        <p:tgtEl>
                                          <p:spTgt spid="1062967"/>
                                        </p:tgtEl>
                                        <p:attrNameLst>
                                          <p:attrName>style.visibility</p:attrName>
                                        </p:attrNameLst>
                                      </p:cBhvr>
                                      <p:to>
                                        <p:strVal val="visible"/>
                                      </p:to>
                                    </p:set>
                                    <p:animEffect transition="in" filter="box(out)">
                                      <p:cBhvr>
                                        <p:cTn id="75" dur="500"/>
                                        <p:tgtEl>
                                          <p:spTgt spid="1062967"/>
                                        </p:tgtEl>
                                      </p:cBhvr>
                                    </p:animEffect>
                                  </p:childTnLst>
                                  <p:subTnLst>
                                    <p:set>
                                      <p:cBhvr override="childStyle">
                                        <p:cTn dur="1" fill="hold" display="0" masterRel="nextClick" afterEffect="1"/>
                                        <p:tgtEl>
                                          <p:spTgt spid="1062967"/>
                                        </p:tgtEl>
                                        <p:attrNameLst>
                                          <p:attrName>style.visibility</p:attrName>
                                        </p:attrNameLst>
                                      </p:cBhvr>
                                      <p:to>
                                        <p:strVal val="hidden"/>
                                      </p:to>
                                    </p:se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childTnLst>
                    </p:cTn>
                  </p:par>
                  <p:par>
                    <p:cTn id="76" fill="hold">
                      <p:stCondLst>
                        <p:cond delay="indefinite"/>
                      </p:stCondLst>
                      <p:childTnLst>
                        <p:par>
                          <p:cTn id="77" fill="hold">
                            <p:stCondLst>
                              <p:cond delay="0"/>
                            </p:stCondLst>
                            <p:childTnLst>
                              <p:par>
                                <p:cTn id="78" presetID="2" presetClass="entr" presetSubtype="8" fill="hold" grpId="0" nodeType="clickEffect">
                                  <p:stCondLst>
                                    <p:cond delay="0"/>
                                  </p:stCondLst>
                                  <p:childTnLst>
                                    <p:set>
                                      <p:cBhvr>
                                        <p:cTn id="79" dur="1" fill="hold">
                                          <p:stCondLst>
                                            <p:cond delay="0"/>
                                          </p:stCondLst>
                                        </p:cTn>
                                        <p:tgtEl>
                                          <p:spTgt spid="1062931"/>
                                        </p:tgtEl>
                                        <p:attrNameLst>
                                          <p:attrName>style.visibility</p:attrName>
                                        </p:attrNameLst>
                                      </p:cBhvr>
                                      <p:to>
                                        <p:strVal val="visible"/>
                                      </p:to>
                                    </p:set>
                                    <p:anim calcmode="lin" valueType="num">
                                      <p:cBhvr additive="base">
                                        <p:cTn id="80" dur="500" fill="hold"/>
                                        <p:tgtEl>
                                          <p:spTgt spid="1062931"/>
                                        </p:tgtEl>
                                        <p:attrNameLst>
                                          <p:attrName>ppt_x</p:attrName>
                                        </p:attrNameLst>
                                      </p:cBhvr>
                                      <p:tavLst>
                                        <p:tav tm="0">
                                          <p:val>
                                            <p:strVal val="0-#ppt_w/2"/>
                                          </p:val>
                                        </p:tav>
                                        <p:tav tm="100000">
                                          <p:val>
                                            <p:strVal val="#ppt_x"/>
                                          </p:val>
                                        </p:tav>
                                      </p:tavLst>
                                    </p:anim>
                                    <p:anim calcmode="lin" valueType="num">
                                      <p:cBhvr additive="base">
                                        <p:cTn id="81" dur="500" fill="hold"/>
                                        <p:tgtEl>
                                          <p:spTgt spid="106293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childTnLst>
                    </p:cTn>
                  </p:par>
                  <p:par>
                    <p:cTn id="82" fill="hold">
                      <p:stCondLst>
                        <p:cond delay="indefinite"/>
                      </p:stCondLst>
                      <p:childTnLst>
                        <p:par>
                          <p:cTn id="83" fill="hold">
                            <p:stCondLst>
                              <p:cond delay="0"/>
                            </p:stCondLst>
                            <p:childTnLst>
                              <p:par>
                                <p:cTn id="84" presetID="4" presetClass="entr" presetSubtype="32" fill="hold" grpId="0" nodeType="clickEffect">
                                  <p:stCondLst>
                                    <p:cond delay="0"/>
                                  </p:stCondLst>
                                  <p:childTnLst>
                                    <p:set>
                                      <p:cBhvr>
                                        <p:cTn id="85" dur="1" fill="hold">
                                          <p:stCondLst>
                                            <p:cond delay="0"/>
                                          </p:stCondLst>
                                        </p:cTn>
                                        <p:tgtEl>
                                          <p:spTgt spid="1062962"/>
                                        </p:tgtEl>
                                        <p:attrNameLst>
                                          <p:attrName>style.visibility</p:attrName>
                                        </p:attrNameLst>
                                      </p:cBhvr>
                                      <p:to>
                                        <p:strVal val="visible"/>
                                      </p:to>
                                    </p:set>
                                    <p:animEffect transition="in" filter="box(out)">
                                      <p:cBhvr>
                                        <p:cTn id="86" dur="500"/>
                                        <p:tgtEl>
                                          <p:spTgt spid="1062962"/>
                                        </p:tgtEl>
                                      </p:cBhvr>
                                    </p:animEffect>
                                  </p:childTnLst>
                                  <p:subTnLst>
                                    <p:audio>
                                      <p:cMediaNode>
                                        <p:cTn display="0" masterRel="sameClick">
                                          <p:stCondLst>
                                            <p:cond evt="begin" delay="0">
                                              <p:tn val="84"/>
                                            </p:cond>
                                          </p:stCondLst>
                                          <p:endCondLst>
                                            <p:cond evt="onStopAudio" delay="0">
                                              <p:tgtEl>
                                                <p:sldTgt/>
                                              </p:tgtEl>
                                            </p:cond>
                                          </p:endCondLst>
                                        </p:cTn>
                                        <p:tgtEl>
                                          <p:sndTgt r:embed="rId3" name="camera.wav"/>
                                        </p:tgtEl>
                                      </p:cMediaNode>
                                    </p:audio>
                                  </p:subTnLst>
                                </p:cTn>
                              </p:par>
                            </p:childTnLst>
                          </p:cTn>
                        </p:par>
                      </p:childTnLst>
                    </p:cTn>
                  </p:par>
                  <p:par>
                    <p:cTn id="87" fill="hold">
                      <p:stCondLst>
                        <p:cond delay="indefinite"/>
                      </p:stCondLst>
                      <p:childTnLst>
                        <p:par>
                          <p:cTn id="88" fill="hold">
                            <p:stCondLst>
                              <p:cond delay="0"/>
                            </p:stCondLst>
                            <p:childTnLst>
                              <p:par>
                                <p:cTn id="89" presetID="4" presetClass="entr" presetSubtype="32" fill="hold" nodeType="clickEffect">
                                  <p:stCondLst>
                                    <p:cond delay="0"/>
                                  </p:stCondLst>
                                  <p:childTnLst>
                                    <p:set>
                                      <p:cBhvr>
                                        <p:cTn id="90" dur="1" fill="hold">
                                          <p:stCondLst>
                                            <p:cond delay="0"/>
                                          </p:stCondLst>
                                        </p:cTn>
                                        <p:tgtEl>
                                          <p:spTgt spid="1062968"/>
                                        </p:tgtEl>
                                        <p:attrNameLst>
                                          <p:attrName>style.visibility</p:attrName>
                                        </p:attrNameLst>
                                      </p:cBhvr>
                                      <p:to>
                                        <p:strVal val="visible"/>
                                      </p:to>
                                    </p:set>
                                    <p:animEffect transition="in" filter="box(out)">
                                      <p:cBhvr>
                                        <p:cTn id="91" dur="500"/>
                                        <p:tgtEl>
                                          <p:spTgt spid="1062968"/>
                                        </p:tgtEl>
                                      </p:cBhvr>
                                    </p:animEffect>
                                  </p:childTnLst>
                                  <p:subTnLst>
                                    <p:set>
                                      <p:cBhvr override="childStyle">
                                        <p:cTn dur="1" fill="hold" display="0" masterRel="nextClick" afterEffect="1"/>
                                        <p:tgtEl>
                                          <p:spTgt spid="1062968"/>
                                        </p:tgtEl>
                                        <p:attrNameLst>
                                          <p:attrName>style.visibility</p:attrName>
                                        </p:attrNameLst>
                                      </p:cBhvr>
                                      <p:to>
                                        <p:strVal val="hidden"/>
                                      </p:to>
                                    </p:se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childTnLst>
                    </p:cTn>
                  </p:par>
                  <p:par>
                    <p:cTn id="92" fill="hold">
                      <p:stCondLst>
                        <p:cond delay="indefinite"/>
                      </p:stCondLst>
                      <p:childTnLst>
                        <p:par>
                          <p:cTn id="93" fill="hold">
                            <p:stCondLst>
                              <p:cond delay="0"/>
                            </p:stCondLst>
                            <p:childTnLst>
                              <p:par>
                                <p:cTn id="94" presetID="4" presetClass="entr" presetSubtype="32" fill="hold" grpId="0" nodeType="clickEffect">
                                  <p:stCondLst>
                                    <p:cond delay="0"/>
                                  </p:stCondLst>
                                  <p:childTnLst>
                                    <p:set>
                                      <p:cBhvr>
                                        <p:cTn id="95" dur="1" fill="hold">
                                          <p:stCondLst>
                                            <p:cond delay="0"/>
                                          </p:stCondLst>
                                        </p:cTn>
                                        <p:tgtEl>
                                          <p:spTgt spid="1062985"/>
                                        </p:tgtEl>
                                        <p:attrNameLst>
                                          <p:attrName>style.visibility</p:attrName>
                                        </p:attrNameLst>
                                      </p:cBhvr>
                                      <p:to>
                                        <p:strVal val="visible"/>
                                      </p:to>
                                    </p:set>
                                    <p:animEffect transition="in" filter="box(out)">
                                      <p:cBhvr>
                                        <p:cTn id="96" dur="500"/>
                                        <p:tgtEl>
                                          <p:spTgt spid="1062985"/>
                                        </p:tgtEl>
                                      </p:cBhvr>
                                    </p:animEffect>
                                  </p:childTnLst>
                                  <p:subTnLst>
                                    <p:audio>
                                      <p:cMediaNode>
                                        <p:cTn display="0" masterRel="sameClick">
                                          <p:stCondLst>
                                            <p:cond evt="begin" delay="0">
                                              <p:tn val="94"/>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2926" grpId="0"/>
      <p:bldP spid="1062930" grpId="0"/>
      <p:bldP spid="1062931" grpId="0"/>
      <p:bldP spid="1062962" grpId="0" animBg="1"/>
      <p:bldP spid="1062919" grpId="0"/>
      <p:bldP spid="1062925" grpId="0"/>
      <p:bldP spid="1062927" grpId="0"/>
      <p:bldP spid="1062928" grpId="0" animBg="1"/>
      <p:bldP spid="1062933" grpId="0" animBg="1"/>
      <p:bldP spid="1062934" grpId="0" animBg="1"/>
      <p:bldP spid="1062935" grpId="0" animBg="1"/>
      <p:bldP spid="1062985"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7013" name="Rectangle 5"/>
          <p:cNvSpPr>
            <a:spLocks noChangeArrowheads="1"/>
          </p:cNvSpPr>
          <p:nvPr/>
        </p:nvSpPr>
        <p:spPr bwMode="auto">
          <a:xfrm>
            <a:off x="596732" y="803702"/>
            <a:ext cx="3611886"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3</a:t>
            </a:r>
            <a:r>
              <a:rPr lang="zh-CN" altLang="en-US" sz="2800" b="1" dirty="0">
                <a:solidFill>
                  <a:srgbClr val="C00000"/>
                </a:solidFill>
                <a:latin typeface="楷体" panose="02010609060101010101" pitchFamily="49" charset="-122"/>
                <a:ea typeface="楷体" panose="02010609060101010101" pitchFamily="49" charset="-122"/>
              </a:rPr>
              <a:t>、结构体变量的赋值</a:t>
            </a:r>
          </a:p>
        </p:txBody>
      </p:sp>
      <p:sp>
        <p:nvSpPr>
          <p:cNvPr id="1067015" name="Rectangle 7"/>
          <p:cNvSpPr>
            <a:spLocks noChangeArrowheads="1"/>
          </p:cNvSpPr>
          <p:nvPr/>
        </p:nvSpPr>
        <p:spPr bwMode="auto">
          <a:xfrm>
            <a:off x="1192652" y="1298675"/>
            <a:ext cx="3679212"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结构体变量初始化赋值</a:t>
            </a:r>
          </a:p>
        </p:txBody>
      </p:sp>
      <p:sp>
        <p:nvSpPr>
          <p:cNvPr id="1067016" name="Rectangle 8"/>
          <p:cNvSpPr>
            <a:spLocks noChangeArrowheads="1"/>
          </p:cNvSpPr>
          <p:nvPr/>
        </p:nvSpPr>
        <p:spPr bwMode="auto">
          <a:xfrm>
            <a:off x="1312694" y="1826327"/>
            <a:ext cx="7566025" cy="400110"/>
          </a:xfrm>
          <a:prstGeom prst="rect">
            <a:avLst/>
          </a:prstGeom>
          <a:noFill/>
          <a:ln w="9525">
            <a:noFill/>
            <a:miter lim="800000"/>
            <a:headEnd/>
            <a:tailEnd/>
          </a:ln>
          <a:effectLst/>
        </p:spPr>
        <p:txBody>
          <a:bodyPr>
            <a:spAutoFit/>
          </a:bodyPr>
          <a:lstStyle/>
          <a:p>
            <a:pPr>
              <a:buFont typeface="Wingdings" pitchFamily="2" charset="2"/>
              <a:buChar char="l"/>
            </a:pPr>
            <a:r>
              <a:rPr lang="zh-CN" altLang="en-US" sz="2000" b="1" dirty="0">
                <a:latin typeface="楷体" panose="02010609060101010101" pitchFamily="49" charset="-122"/>
                <a:ea typeface="楷体" panose="02010609060101010101" pitchFamily="49" charset="-122"/>
              </a:rPr>
              <a:t> 先定义结构体类型，再定义结构体变量时赋初值</a:t>
            </a:r>
          </a:p>
        </p:txBody>
      </p:sp>
      <p:grpSp>
        <p:nvGrpSpPr>
          <p:cNvPr id="1067022" name="Group 14"/>
          <p:cNvGrpSpPr>
            <a:grpSpLocks/>
          </p:cNvGrpSpPr>
          <p:nvPr/>
        </p:nvGrpSpPr>
        <p:grpSpPr bwMode="auto">
          <a:xfrm>
            <a:off x="2413073" y="2404046"/>
            <a:ext cx="7499351" cy="1096962"/>
            <a:chOff x="748" y="1015"/>
            <a:chExt cx="4724" cy="691"/>
          </a:xfrm>
        </p:grpSpPr>
        <p:sp>
          <p:nvSpPr>
            <p:cNvPr id="1067014" name="Text Box 6"/>
            <p:cNvSpPr txBox="1">
              <a:spLocks noChangeArrowheads="1"/>
            </p:cNvSpPr>
            <p:nvPr/>
          </p:nvSpPr>
          <p:spPr bwMode="auto">
            <a:xfrm>
              <a:off x="748" y="1015"/>
              <a:ext cx="4724" cy="691"/>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err="1">
                  <a:solidFill>
                    <a:srgbClr val="CC0000"/>
                  </a:solidFill>
                  <a:latin typeface="+mn-lt"/>
                  <a:ea typeface="楷体" pitchFamily="49" charset="-122"/>
                </a:rPr>
                <a:t>struct</a:t>
              </a:r>
              <a:r>
                <a:rPr lang="en-US" altLang="zh-CN" sz="2000" b="1" dirty="0">
                  <a:latin typeface="+mn-lt"/>
                  <a:ea typeface="楷体" pitchFamily="49" charset="-122"/>
                </a:rPr>
                <a:t>  </a:t>
              </a:r>
              <a:r>
                <a:rPr lang="zh-CN" altLang="en-US" sz="2000" b="1" dirty="0">
                  <a:latin typeface="+mn-lt"/>
                  <a:ea typeface="楷体" pitchFamily="49" charset="-122"/>
                </a:rPr>
                <a:t>结构体类型名                                       </a:t>
              </a:r>
              <a:r>
                <a:rPr lang="zh-CN" altLang="en-US" sz="2000" b="1" dirty="0">
                  <a:solidFill>
                    <a:srgbClr val="CC0000"/>
                  </a:solidFill>
                  <a:latin typeface="+mn-lt"/>
                  <a:ea typeface="楷体" pitchFamily="49" charset="-122"/>
                </a:rPr>
                <a:t>初值表</a:t>
              </a:r>
            </a:p>
            <a:p>
              <a:r>
                <a:rPr lang="en-US" altLang="zh-CN" sz="2000" b="1" dirty="0">
                  <a:latin typeface="+mn-lt"/>
                  <a:ea typeface="楷体" pitchFamily="49" charset="-122"/>
                </a:rPr>
                <a:t>{  … … }</a:t>
              </a:r>
              <a:r>
                <a:rPr lang="zh-CN" altLang="en-US" sz="2000" b="1" dirty="0">
                  <a:latin typeface="+mn-lt"/>
                  <a:ea typeface="楷体" pitchFamily="49" charset="-122"/>
                </a:rPr>
                <a:t>；</a:t>
              </a:r>
            </a:p>
            <a:p>
              <a:r>
                <a:rPr lang="en-US" altLang="zh-CN" sz="2000" b="1" dirty="0" err="1">
                  <a:solidFill>
                    <a:srgbClr val="CC0000"/>
                  </a:solidFill>
                  <a:latin typeface="+mn-lt"/>
                  <a:ea typeface="楷体" pitchFamily="49" charset="-122"/>
                </a:rPr>
                <a:t>struct</a:t>
              </a:r>
              <a:r>
                <a:rPr lang="en-US" altLang="zh-CN" sz="2000" b="1" dirty="0">
                  <a:solidFill>
                    <a:srgbClr val="CC0000"/>
                  </a:solidFill>
                  <a:latin typeface="+mn-lt"/>
                  <a:ea typeface="楷体" pitchFamily="49" charset="-122"/>
                </a:rPr>
                <a:t>  </a:t>
              </a:r>
              <a:r>
                <a:rPr lang="zh-CN" altLang="en-US" sz="2000" b="1" dirty="0">
                  <a:solidFill>
                    <a:srgbClr val="CC0000"/>
                  </a:solidFill>
                  <a:latin typeface="+mn-lt"/>
                  <a:ea typeface="楷体" pitchFamily="49" charset="-122"/>
                </a:rPr>
                <a:t>结构体类型名  变量名 </a:t>
              </a:r>
              <a:r>
                <a:rPr lang="en-US" altLang="zh-CN" sz="2000" b="1" dirty="0">
                  <a:solidFill>
                    <a:srgbClr val="CC0000"/>
                  </a:solidFill>
                  <a:latin typeface="+mn-lt"/>
                  <a:ea typeface="楷体" pitchFamily="49" charset="-122"/>
                </a:rPr>
                <a:t>= {</a:t>
              </a:r>
              <a:r>
                <a:rPr lang="zh-CN" altLang="en-US" sz="2000" b="1" dirty="0">
                  <a:solidFill>
                    <a:srgbClr val="CC0000"/>
                  </a:solidFill>
                  <a:latin typeface="+mn-lt"/>
                  <a:ea typeface="楷体" pitchFamily="49" charset="-122"/>
                </a:rPr>
                <a:t>成员</a:t>
              </a:r>
              <a:r>
                <a:rPr lang="en-US" altLang="zh-CN" sz="2000" b="1" dirty="0">
                  <a:solidFill>
                    <a:srgbClr val="CC0000"/>
                  </a:solidFill>
                  <a:latin typeface="+mn-lt"/>
                  <a:ea typeface="楷体" pitchFamily="49" charset="-122"/>
                </a:rPr>
                <a:t>1</a:t>
              </a:r>
              <a:r>
                <a:rPr lang="zh-CN" altLang="en-US" sz="2000" b="1" dirty="0">
                  <a:solidFill>
                    <a:srgbClr val="CC0000"/>
                  </a:solidFill>
                  <a:latin typeface="+mn-lt"/>
                  <a:ea typeface="楷体" pitchFamily="49" charset="-122"/>
                </a:rPr>
                <a:t>的值， </a:t>
              </a:r>
              <a:r>
                <a:rPr lang="en-US" altLang="zh-CN" sz="2000" b="1" dirty="0">
                  <a:solidFill>
                    <a:srgbClr val="CC0000"/>
                  </a:solidFill>
                  <a:latin typeface="+mn-lt"/>
                  <a:ea typeface="楷体" pitchFamily="49" charset="-122"/>
                </a:rPr>
                <a:t>…</a:t>
              </a:r>
              <a:r>
                <a:rPr lang="zh-CN" altLang="en-US" sz="2000" b="1" dirty="0">
                  <a:solidFill>
                    <a:srgbClr val="CC0000"/>
                  </a:solidFill>
                  <a:latin typeface="+mn-lt"/>
                  <a:ea typeface="楷体" pitchFamily="49" charset="-122"/>
                </a:rPr>
                <a:t>， 成员</a:t>
              </a:r>
              <a:r>
                <a:rPr lang="en-US" altLang="zh-CN" sz="2000" b="1" dirty="0">
                  <a:solidFill>
                    <a:srgbClr val="CC0000"/>
                  </a:solidFill>
                  <a:latin typeface="+mn-lt"/>
                  <a:ea typeface="楷体" pitchFamily="49" charset="-122"/>
                </a:rPr>
                <a:t>n</a:t>
              </a:r>
              <a:r>
                <a:rPr lang="zh-CN" altLang="en-US" sz="2000" b="1" dirty="0">
                  <a:solidFill>
                    <a:srgbClr val="CC0000"/>
                  </a:solidFill>
                  <a:latin typeface="+mn-lt"/>
                  <a:ea typeface="楷体" pitchFamily="49" charset="-122"/>
                </a:rPr>
                <a:t>的值</a:t>
              </a:r>
              <a:r>
                <a:rPr lang="en-US" altLang="zh-CN" sz="2000" b="1" dirty="0">
                  <a:solidFill>
                    <a:srgbClr val="CC0000"/>
                  </a:solidFill>
                  <a:latin typeface="+mn-lt"/>
                  <a:ea typeface="楷体" pitchFamily="49" charset="-122"/>
                </a:rPr>
                <a:t>}</a:t>
              </a:r>
              <a:r>
                <a:rPr lang="zh-CN" altLang="en-US" sz="2000" b="1" dirty="0">
                  <a:solidFill>
                    <a:srgbClr val="CC0000"/>
                  </a:solidFill>
                  <a:latin typeface="+mn-lt"/>
                  <a:ea typeface="楷体" pitchFamily="49" charset="-122"/>
                </a:rPr>
                <a:t>；</a:t>
              </a:r>
              <a:r>
                <a:rPr lang="zh-CN" altLang="en-US" sz="2000" dirty="0">
                  <a:latin typeface="+mn-lt"/>
                  <a:ea typeface="楷体" pitchFamily="49" charset="-122"/>
                </a:rPr>
                <a:t> </a:t>
              </a:r>
            </a:p>
          </p:txBody>
        </p:sp>
        <p:sp>
          <p:nvSpPr>
            <p:cNvPr id="1067021" name="AutoShape 13"/>
            <p:cNvSpPr>
              <a:spLocks/>
            </p:cNvSpPr>
            <p:nvPr/>
          </p:nvSpPr>
          <p:spPr bwMode="auto">
            <a:xfrm rot="-5400000">
              <a:off x="3969" y="391"/>
              <a:ext cx="181" cy="1905"/>
            </a:xfrm>
            <a:prstGeom prst="rightBrace">
              <a:avLst>
                <a:gd name="adj1" fmla="val 87707"/>
                <a:gd name="adj2" fmla="val 50000"/>
              </a:avLst>
            </a:prstGeom>
            <a:noFill/>
            <a:ln w="25400">
              <a:solidFill>
                <a:srgbClr val="990000"/>
              </a:solidFill>
              <a:round/>
              <a:headEnd/>
              <a:tailEnd/>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grpSp>
      <p:sp>
        <p:nvSpPr>
          <p:cNvPr id="1067023" name="Rectangle 15"/>
          <p:cNvSpPr>
            <a:spLocks noChangeArrowheads="1"/>
          </p:cNvSpPr>
          <p:nvPr/>
        </p:nvSpPr>
        <p:spPr bwMode="auto">
          <a:xfrm>
            <a:off x="873548" y="3657218"/>
            <a:ext cx="10407819" cy="707886"/>
          </a:xfrm>
          <a:prstGeom prst="rect">
            <a:avLst/>
          </a:prstGeom>
          <a:noFill/>
          <a:ln w="9525">
            <a:noFill/>
            <a:miter lim="800000"/>
            <a:headEnd/>
            <a:tailEnd/>
          </a:ln>
          <a:effectLst/>
        </p:spPr>
        <p:txBody>
          <a:bodyPr wrap="square" anchor="ctr">
            <a:spAutoFit/>
          </a:bodyPr>
          <a:lstStyle/>
          <a:p>
            <a:r>
              <a:rPr lang="en-US" altLang="zh-CN" sz="2000" b="1" dirty="0">
                <a:solidFill>
                  <a:srgbClr val="CC0000"/>
                </a:solidFill>
                <a:latin typeface="+mn-lt"/>
                <a:ea typeface="楷体" pitchFamily="49" charset="-122"/>
              </a:rPr>
              <a:t>        </a:t>
            </a:r>
            <a:r>
              <a:rPr lang="zh-CN" altLang="en-US" sz="2000" b="1" dirty="0">
                <a:solidFill>
                  <a:srgbClr val="C00000"/>
                </a:solidFill>
                <a:latin typeface="+mn-lt"/>
                <a:ea typeface="楷体" pitchFamily="49" charset="-122"/>
              </a:rPr>
              <a:t>注意：</a:t>
            </a:r>
            <a:r>
              <a:rPr lang="zh-CN" altLang="en-US" sz="2000" b="1" dirty="0">
                <a:latin typeface="+mn-lt"/>
                <a:ea typeface="楷体" pitchFamily="49" charset="-122"/>
              </a:rPr>
              <a:t>赋初值时，</a:t>
            </a:r>
            <a:r>
              <a:rPr lang="en-US" altLang="zh-CN" sz="2000" b="1" dirty="0">
                <a:latin typeface="+mn-lt"/>
                <a:ea typeface="楷体" pitchFamily="49" charset="-122"/>
              </a:rPr>
              <a:t>{ }</a:t>
            </a:r>
            <a:r>
              <a:rPr lang="zh-CN" altLang="en-US" sz="2000" b="1" dirty="0">
                <a:latin typeface="+mn-lt"/>
                <a:ea typeface="楷体" pitchFamily="49" charset="-122"/>
              </a:rPr>
              <a:t>中间的数据顺序必须与结构体成员的定义顺序一致，否则就会出现混乱。</a:t>
            </a:r>
          </a:p>
        </p:txBody>
      </p:sp>
      <p:sp>
        <p:nvSpPr>
          <p:cNvPr id="1067024" name="Rectangle 16"/>
          <p:cNvSpPr>
            <a:spLocks noChangeArrowheads="1"/>
          </p:cNvSpPr>
          <p:nvPr/>
        </p:nvSpPr>
        <p:spPr bwMode="auto">
          <a:xfrm>
            <a:off x="1554580" y="4437132"/>
            <a:ext cx="9726787" cy="400110"/>
          </a:xfrm>
          <a:prstGeom prst="rect">
            <a:avLst/>
          </a:prstGeom>
          <a:gradFill rotWithShape="1">
            <a:gsLst>
              <a:gs pos="0">
                <a:srgbClr val="CFCFD1"/>
              </a:gs>
              <a:gs pos="100000">
                <a:schemeClr val="bg1"/>
              </a:gs>
            </a:gsLst>
            <a:lin ang="5400000" scaled="1"/>
          </a:grad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1800" b="1">
                <a:solidFill>
                  <a:srgbClr val="990000"/>
                </a:solidFill>
              </a:rPr>
              <a:t>struct Student_Info</a:t>
            </a:r>
            <a:r>
              <a:rPr lang="en-US" altLang="zh-CN" sz="1800" b="1"/>
              <a:t> stu = {"20020306", "ZhangMing",  'M',  18,         1,        90};</a:t>
            </a:r>
            <a:r>
              <a:rPr lang="en-US" altLang="zh-CN" sz="2000" b="1"/>
              <a:t>  </a:t>
            </a:r>
          </a:p>
        </p:txBody>
      </p:sp>
      <p:grpSp>
        <p:nvGrpSpPr>
          <p:cNvPr id="1067037" name="Group 29"/>
          <p:cNvGrpSpPr>
            <a:grpSpLocks/>
          </p:cNvGrpSpPr>
          <p:nvPr/>
        </p:nvGrpSpPr>
        <p:grpSpPr bwMode="auto">
          <a:xfrm>
            <a:off x="4574004" y="4784825"/>
            <a:ext cx="649288" cy="803275"/>
            <a:chOff x="2554" y="2614"/>
            <a:chExt cx="409" cy="506"/>
          </a:xfrm>
        </p:grpSpPr>
        <p:sp>
          <p:nvSpPr>
            <p:cNvPr id="1067025" name="Line 17"/>
            <p:cNvSpPr>
              <a:spLocks noChangeShapeType="1"/>
            </p:cNvSpPr>
            <p:nvPr/>
          </p:nvSpPr>
          <p:spPr bwMode="auto">
            <a:xfrm>
              <a:off x="2699" y="2614"/>
              <a:ext cx="0" cy="317"/>
            </a:xfrm>
            <a:prstGeom prst="line">
              <a:avLst/>
            </a:prstGeom>
            <a:noFill/>
            <a:ln w="25400">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067026" name="Text Box 18"/>
            <p:cNvSpPr txBox="1">
              <a:spLocks noChangeArrowheads="1"/>
            </p:cNvSpPr>
            <p:nvPr/>
          </p:nvSpPr>
          <p:spPr bwMode="auto">
            <a:xfrm>
              <a:off x="2554" y="2870"/>
              <a:ext cx="409"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rPr>
                <a:t>no</a:t>
              </a:r>
            </a:p>
          </p:txBody>
        </p:sp>
      </p:grpSp>
      <p:grpSp>
        <p:nvGrpSpPr>
          <p:cNvPr id="1067038" name="Group 30"/>
          <p:cNvGrpSpPr>
            <a:grpSpLocks/>
          </p:cNvGrpSpPr>
          <p:nvPr/>
        </p:nvGrpSpPr>
        <p:grpSpPr bwMode="auto">
          <a:xfrm>
            <a:off x="5863054" y="4792763"/>
            <a:ext cx="863600" cy="795337"/>
            <a:chOff x="3470" y="2611"/>
            <a:chExt cx="544" cy="501"/>
          </a:xfrm>
        </p:grpSpPr>
        <p:sp>
          <p:nvSpPr>
            <p:cNvPr id="1067027" name="Line 19"/>
            <p:cNvSpPr>
              <a:spLocks noChangeShapeType="1"/>
            </p:cNvSpPr>
            <p:nvPr/>
          </p:nvSpPr>
          <p:spPr bwMode="auto">
            <a:xfrm>
              <a:off x="3672" y="2611"/>
              <a:ext cx="0" cy="317"/>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067028" name="Text Box 20"/>
            <p:cNvSpPr txBox="1">
              <a:spLocks noChangeArrowheads="1"/>
            </p:cNvSpPr>
            <p:nvPr/>
          </p:nvSpPr>
          <p:spPr bwMode="auto">
            <a:xfrm>
              <a:off x="3470" y="2862"/>
              <a:ext cx="544"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rPr>
                <a:t>name</a:t>
              </a:r>
            </a:p>
          </p:txBody>
        </p:sp>
      </p:grpSp>
      <p:grpSp>
        <p:nvGrpSpPr>
          <p:cNvPr id="1067039" name="Group 31"/>
          <p:cNvGrpSpPr>
            <a:grpSpLocks/>
          </p:cNvGrpSpPr>
          <p:nvPr/>
        </p:nvGrpSpPr>
        <p:grpSpPr bwMode="auto">
          <a:xfrm>
            <a:off x="7031454" y="4772124"/>
            <a:ext cx="647700" cy="781050"/>
            <a:chOff x="4262" y="2598"/>
            <a:chExt cx="408" cy="492"/>
          </a:xfrm>
        </p:grpSpPr>
        <p:sp>
          <p:nvSpPr>
            <p:cNvPr id="1067029" name="Line 21"/>
            <p:cNvSpPr>
              <a:spLocks noChangeShapeType="1"/>
            </p:cNvSpPr>
            <p:nvPr/>
          </p:nvSpPr>
          <p:spPr bwMode="auto">
            <a:xfrm>
              <a:off x="4414" y="2598"/>
              <a:ext cx="0" cy="317"/>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dirty="0"/>
            </a:p>
          </p:txBody>
        </p:sp>
        <p:sp>
          <p:nvSpPr>
            <p:cNvPr id="1067030" name="Text Box 22"/>
            <p:cNvSpPr txBox="1">
              <a:spLocks noChangeArrowheads="1"/>
            </p:cNvSpPr>
            <p:nvPr/>
          </p:nvSpPr>
          <p:spPr bwMode="auto">
            <a:xfrm>
              <a:off x="4262" y="2840"/>
              <a:ext cx="408"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rPr>
                <a:t>sex</a:t>
              </a:r>
            </a:p>
          </p:txBody>
        </p:sp>
      </p:grpSp>
      <p:grpSp>
        <p:nvGrpSpPr>
          <p:cNvPr id="1067040" name="Group 32"/>
          <p:cNvGrpSpPr>
            <a:grpSpLocks/>
          </p:cNvGrpSpPr>
          <p:nvPr/>
        </p:nvGrpSpPr>
        <p:grpSpPr bwMode="auto">
          <a:xfrm>
            <a:off x="7501354" y="4784824"/>
            <a:ext cx="647700" cy="768350"/>
            <a:chOff x="4606" y="2606"/>
            <a:chExt cx="408" cy="484"/>
          </a:xfrm>
        </p:grpSpPr>
        <p:sp>
          <p:nvSpPr>
            <p:cNvPr id="1067031" name="Line 23"/>
            <p:cNvSpPr>
              <a:spLocks noChangeShapeType="1"/>
            </p:cNvSpPr>
            <p:nvPr/>
          </p:nvSpPr>
          <p:spPr bwMode="auto">
            <a:xfrm>
              <a:off x="4758" y="2606"/>
              <a:ext cx="0" cy="317"/>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dirty="0"/>
            </a:p>
          </p:txBody>
        </p:sp>
        <p:sp>
          <p:nvSpPr>
            <p:cNvPr id="1067032" name="Text Box 24"/>
            <p:cNvSpPr txBox="1">
              <a:spLocks noChangeArrowheads="1"/>
            </p:cNvSpPr>
            <p:nvPr/>
          </p:nvSpPr>
          <p:spPr bwMode="auto">
            <a:xfrm>
              <a:off x="4606" y="2840"/>
              <a:ext cx="408"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rPr>
                <a:t>age</a:t>
              </a:r>
            </a:p>
          </p:txBody>
        </p:sp>
      </p:grpSp>
      <p:grpSp>
        <p:nvGrpSpPr>
          <p:cNvPr id="1067041" name="Group 33"/>
          <p:cNvGrpSpPr>
            <a:grpSpLocks/>
          </p:cNvGrpSpPr>
          <p:nvPr/>
        </p:nvGrpSpPr>
        <p:grpSpPr bwMode="auto">
          <a:xfrm>
            <a:off x="8009354" y="4772124"/>
            <a:ext cx="1017588" cy="781050"/>
            <a:chOff x="4734" y="2614"/>
            <a:chExt cx="641" cy="492"/>
          </a:xfrm>
        </p:grpSpPr>
        <p:sp>
          <p:nvSpPr>
            <p:cNvPr id="1067033" name="Line 25"/>
            <p:cNvSpPr>
              <a:spLocks noChangeShapeType="1"/>
            </p:cNvSpPr>
            <p:nvPr/>
          </p:nvSpPr>
          <p:spPr bwMode="auto">
            <a:xfrm>
              <a:off x="5014" y="2614"/>
              <a:ext cx="0" cy="317"/>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dirty="0"/>
            </a:p>
          </p:txBody>
        </p:sp>
        <p:sp>
          <p:nvSpPr>
            <p:cNvPr id="1067034" name="Text Box 26"/>
            <p:cNvSpPr txBox="1">
              <a:spLocks noChangeArrowheads="1"/>
            </p:cNvSpPr>
            <p:nvPr/>
          </p:nvSpPr>
          <p:spPr bwMode="auto">
            <a:xfrm>
              <a:off x="4734" y="2856"/>
              <a:ext cx="641" cy="250"/>
            </a:xfrm>
            <a:prstGeom prst="rect">
              <a:avLst/>
            </a:prstGeom>
            <a:noFill/>
            <a:ln w="9525">
              <a:noFill/>
              <a:miter lim="800000"/>
              <a:headEnd/>
              <a:tailEnd/>
            </a:ln>
            <a:effectLst/>
          </p:spPr>
          <p:txBody>
            <a:bodyPr>
              <a:spAutoFit/>
            </a:bodyPr>
            <a:lstStyle/>
            <a:p>
              <a:pPr>
                <a:spcBef>
                  <a:spcPct val="50000"/>
                </a:spcBef>
              </a:pPr>
              <a:r>
                <a:rPr lang="en-US" altLang="zh-CN" sz="2000" b="1" dirty="0" err="1">
                  <a:solidFill>
                    <a:srgbClr val="002060"/>
                  </a:solidFill>
                </a:rPr>
                <a:t>classno</a:t>
              </a:r>
              <a:endParaRPr lang="en-US" altLang="zh-CN" sz="2000" b="1" dirty="0">
                <a:solidFill>
                  <a:srgbClr val="002060"/>
                </a:solidFill>
              </a:endParaRPr>
            </a:p>
          </p:txBody>
        </p:sp>
      </p:grpSp>
      <p:grpSp>
        <p:nvGrpSpPr>
          <p:cNvPr id="1067042" name="Group 34"/>
          <p:cNvGrpSpPr>
            <a:grpSpLocks/>
          </p:cNvGrpSpPr>
          <p:nvPr/>
        </p:nvGrpSpPr>
        <p:grpSpPr bwMode="auto">
          <a:xfrm>
            <a:off x="8882479" y="4772124"/>
            <a:ext cx="1017588" cy="782638"/>
            <a:chOff x="5020" y="2598"/>
            <a:chExt cx="641" cy="493"/>
          </a:xfrm>
        </p:grpSpPr>
        <p:sp>
          <p:nvSpPr>
            <p:cNvPr id="1067035" name="Line 27"/>
            <p:cNvSpPr>
              <a:spLocks noChangeShapeType="1"/>
            </p:cNvSpPr>
            <p:nvPr/>
          </p:nvSpPr>
          <p:spPr bwMode="auto">
            <a:xfrm>
              <a:off x="5198" y="2598"/>
              <a:ext cx="0" cy="317"/>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dirty="0"/>
            </a:p>
          </p:txBody>
        </p:sp>
        <p:sp>
          <p:nvSpPr>
            <p:cNvPr id="1067036" name="Text Box 28"/>
            <p:cNvSpPr txBox="1">
              <a:spLocks noChangeArrowheads="1"/>
            </p:cNvSpPr>
            <p:nvPr/>
          </p:nvSpPr>
          <p:spPr bwMode="auto">
            <a:xfrm>
              <a:off x="5020" y="2841"/>
              <a:ext cx="641"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rPr>
                <a:t>grade</a:t>
              </a:r>
            </a:p>
          </p:txBody>
        </p:sp>
      </p:grpSp>
      <p:sp>
        <p:nvSpPr>
          <p:cNvPr id="1067043" name="Text Box 35"/>
          <p:cNvSpPr txBox="1">
            <a:spLocks noChangeArrowheads="1"/>
          </p:cNvSpPr>
          <p:nvPr/>
        </p:nvSpPr>
        <p:spPr bwMode="auto">
          <a:xfrm>
            <a:off x="1089856" y="4360656"/>
            <a:ext cx="936625" cy="701675"/>
          </a:xfrm>
          <a:prstGeom prst="rect">
            <a:avLst/>
          </a:prstGeom>
          <a:noFill/>
          <a:ln w="9525">
            <a:noFill/>
            <a:miter lim="800000"/>
            <a:headEnd/>
            <a:tailEnd/>
          </a:ln>
          <a:effectLst/>
        </p:spPr>
        <p:txBody>
          <a:bodyPr>
            <a:spAutoFit/>
          </a:bodyPr>
          <a:lstStyle/>
          <a:p>
            <a:pPr>
              <a:spcBef>
                <a:spcPct val="50000"/>
              </a:spcBef>
            </a:pPr>
            <a:r>
              <a:rPr lang="en-US" altLang="zh-CN" sz="4000" b="1" dirty="0">
                <a:solidFill>
                  <a:srgbClr val="C00000"/>
                </a:solidFill>
              </a:rPr>
              <a:t>√</a:t>
            </a:r>
          </a:p>
        </p:txBody>
      </p:sp>
      <p:sp>
        <p:nvSpPr>
          <p:cNvPr id="1067044" name="Rectangle 36"/>
          <p:cNvSpPr>
            <a:spLocks noChangeArrowheads="1"/>
          </p:cNvSpPr>
          <p:nvPr/>
        </p:nvSpPr>
        <p:spPr bwMode="auto">
          <a:xfrm>
            <a:off x="1547039" y="5723691"/>
            <a:ext cx="9734328" cy="369332"/>
          </a:xfrm>
          <a:prstGeom prst="rect">
            <a:avLst/>
          </a:prstGeom>
          <a:gradFill rotWithShape="1">
            <a:gsLst>
              <a:gs pos="0">
                <a:srgbClr val="CFCFD1"/>
              </a:gs>
              <a:gs pos="100000">
                <a:schemeClr val="bg1"/>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1800" b="1">
                <a:solidFill>
                  <a:srgbClr val="990000"/>
                </a:solidFill>
              </a:rPr>
              <a:t>struct  Student_Info</a:t>
            </a:r>
            <a:r>
              <a:rPr lang="en-US" altLang="zh-CN" sz="1800" b="1"/>
              <a:t>  stu = {18, "ZhangMing", 'M', "20020306", 1, 90};</a:t>
            </a:r>
            <a:r>
              <a:rPr lang="en-US" altLang="zh-CN" sz="1800"/>
              <a:t> </a:t>
            </a:r>
          </a:p>
        </p:txBody>
      </p:sp>
      <p:sp>
        <p:nvSpPr>
          <p:cNvPr id="1067045" name="Text Box 37"/>
          <p:cNvSpPr txBox="1">
            <a:spLocks noChangeArrowheads="1"/>
          </p:cNvSpPr>
          <p:nvPr/>
        </p:nvSpPr>
        <p:spPr bwMode="auto">
          <a:xfrm>
            <a:off x="971075" y="5541673"/>
            <a:ext cx="936625" cy="701675"/>
          </a:xfrm>
          <a:prstGeom prst="rect">
            <a:avLst/>
          </a:prstGeom>
          <a:noFill/>
          <a:ln w="9525">
            <a:noFill/>
            <a:miter lim="800000"/>
            <a:headEnd/>
            <a:tailEnd/>
          </a:ln>
          <a:effectLst/>
        </p:spPr>
        <p:txBody>
          <a:bodyPr>
            <a:spAutoFit/>
          </a:bodyPr>
          <a:lstStyle/>
          <a:p>
            <a:pPr>
              <a:spcBef>
                <a:spcPct val="50000"/>
              </a:spcBef>
            </a:pPr>
            <a:r>
              <a:rPr lang="en-US" altLang="en-US" sz="4000" b="1" dirty="0">
                <a:solidFill>
                  <a:srgbClr val="002060"/>
                </a:solidFill>
              </a:rPr>
              <a:t>×</a:t>
            </a:r>
            <a:endParaRPr lang="en-US" altLang="zh-CN" sz="4000" b="1" dirty="0">
              <a:solidFill>
                <a:srgbClr val="002060"/>
              </a:solidFill>
            </a:endParaRPr>
          </a:p>
        </p:txBody>
      </p:sp>
      <p:grpSp>
        <p:nvGrpSpPr>
          <p:cNvPr id="1067050" name="Group 42"/>
          <p:cNvGrpSpPr>
            <a:grpSpLocks/>
          </p:cNvGrpSpPr>
          <p:nvPr/>
        </p:nvGrpSpPr>
        <p:grpSpPr bwMode="auto">
          <a:xfrm>
            <a:off x="2413073" y="1716877"/>
            <a:ext cx="8396287" cy="4779962"/>
            <a:chOff x="431" y="1127"/>
            <a:chExt cx="5289" cy="3011"/>
          </a:xfrm>
          <a:gradFill>
            <a:gsLst>
              <a:gs pos="0">
                <a:srgbClr val="CFCFD1"/>
              </a:gs>
              <a:gs pos="100000">
                <a:schemeClr val="bg1"/>
              </a:gs>
            </a:gsLst>
            <a:lin ang="5400000" scaled="1"/>
          </a:gradFill>
        </p:grpSpPr>
        <p:sp>
          <p:nvSpPr>
            <p:cNvPr id="1067049" name="Rectangle 41" descr="信纸"/>
            <p:cNvSpPr>
              <a:spLocks noChangeArrowheads="1"/>
            </p:cNvSpPr>
            <p:nvPr/>
          </p:nvSpPr>
          <p:spPr bwMode="auto">
            <a:xfrm>
              <a:off x="431" y="1127"/>
              <a:ext cx="2347" cy="2962"/>
            </a:xfrm>
            <a:prstGeom prst="rect">
              <a:avLst/>
            </a:prstGeom>
            <a:grp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dirty="0" err="1">
                  <a:solidFill>
                    <a:srgbClr val="990000"/>
                  </a:solidFill>
                  <a:ea typeface="楷体_GB2312" pitchFamily="49" charset="-122"/>
                </a:rPr>
                <a:t>struct</a:t>
              </a:r>
              <a:r>
                <a:rPr lang="en-US" altLang="zh-CN" sz="2000" b="1" dirty="0">
                  <a:solidFill>
                    <a:srgbClr val="990000"/>
                  </a:solidFill>
                  <a:ea typeface="楷体_GB2312" pitchFamily="49" charset="-122"/>
                </a:rPr>
                <a:t> Date</a:t>
              </a:r>
            </a:p>
            <a:p>
              <a:r>
                <a:rPr lang="en-US" altLang="zh-CN" sz="2000" b="1" dirty="0">
                  <a:ea typeface="楷体_GB2312" pitchFamily="49" charset="-122"/>
                </a:rPr>
                <a:t>{</a:t>
              </a:r>
            </a:p>
            <a:p>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year;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年</a:t>
              </a:r>
            </a:p>
            <a:p>
              <a:r>
                <a:rPr lang="zh-CN" altLang="en-US" sz="2000" b="1" dirty="0">
                  <a:ea typeface="楷体_GB2312" pitchFamily="49" charset="-122"/>
                </a:rPr>
                <a:t>  </a:t>
              </a:r>
              <a:r>
                <a:rPr lang="en-US" altLang="zh-CN" sz="2000" b="1" dirty="0">
                  <a:ea typeface="楷体_GB2312" pitchFamily="49" charset="-122"/>
                </a:rPr>
                <a:t>int month;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月</a:t>
              </a:r>
            </a:p>
            <a:p>
              <a:r>
                <a:rPr lang="zh-CN" altLang="en-US" sz="2000" b="1" dirty="0">
                  <a:ea typeface="楷体_GB2312" pitchFamily="49" charset="-122"/>
                </a:rPr>
                <a:t>  </a:t>
              </a:r>
              <a:r>
                <a:rPr lang="en-US" altLang="zh-CN" sz="2000" b="1" dirty="0">
                  <a:ea typeface="楷体_GB2312" pitchFamily="49" charset="-122"/>
                </a:rPr>
                <a:t>int day;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日</a:t>
              </a:r>
            </a:p>
            <a:p>
              <a:r>
                <a:rPr lang="en-US" altLang="zh-CN" sz="2000" b="1" dirty="0">
                  <a:ea typeface="楷体_GB2312" pitchFamily="49" charset="-122"/>
                </a:rPr>
                <a:t>};</a:t>
              </a:r>
            </a:p>
            <a:p>
              <a:r>
                <a:rPr lang="en-US" altLang="zh-CN" sz="2000" b="1" dirty="0" err="1">
                  <a:solidFill>
                    <a:srgbClr val="990000"/>
                  </a:solidFill>
                  <a:ea typeface="楷体_GB2312" pitchFamily="49" charset="-122"/>
                </a:rPr>
                <a:t>struct</a:t>
              </a:r>
              <a:r>
                <a:rPr lang="en-US" altLang="zh-CN" sz="2000" b="1" dirty="0">
                  <a:solidFill>
                    <a:srgbClr val="990000"/>
                  </a:solidFill>
                  <a:ea typeface="楷体_GB2312" pitchFamily="49" charset="-122"/>
                </a:rPr>
                <a:t>  </a:t>
              </a:r>
              <a:r>
                <a:rPr lang="en-US" altLang="zh-CN" sz="2000" b="1" dirty="0" err="1">
                  <a:solidFill>
                    <a:srgbClr val="990000"/>
                  </a:solidFill>
                  <a:ea typeface="楷体_GB2312" pitchFamily="49" charset="-122"/>
                </a:rPr>
                <a:t>Stu_Info</a:t>
              </a:r>
              <a:endParaRPr lang="en-US" altLang="zh-CN" sz="2000" b="1" dirty="0">
                <a:solidFill>
                  <a:srgbClr val="990000"/>
                </a:solidFill>
                <a:ea typeface="楷体_GB2312" pitchFamily="49" charset="-122"/>
              </a:endParaRPr>
            </a:p>
            <a:p>
              <a:r>
                <a:rPr lang="en-US" altLang="zh-CN" sz="2000" b="1" dirty="0">
                  <a:ea typeface="楷体_GB2312" pitchFamily="49" charset="-122"/>
                </a:rPr>
                <a:t>{</a:t>
              </a:r>
            </a:p>
            <a:p>
              <a:r>
                <a:rPr lang="en-US" altLang="zh-CN" sz="2000" b="1" dirty="0">
                  <a:ea typeface="楷体_GB2312" pitchFamily="49" charset="-122"/>
                </a:rPr>
                <a:t>  char        no[9];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学号</a:t>
              </a:r>
            </a:p>
            <a:p>
              <a:r>
                <a:rPr lang="zh-CN" altLang="en-US" sz="2000" b="1" dirty="0">
                  <a:ea typeface="楷体_GB2312" pitchFamily="49" charset="-122"/>
                </a:rPr>
                <a:t>  </a:t>
              </a:r>
              <a:r>
                <a:rPr lang="en-US" altLang="zh-CN" sz="2000" b="1" dirty="0">
                  <a:ea typeface="楷体_GB2312" pitchFamily="49" charset="-122"/>
                </a:rPr>
                <a:t>char        name[20];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姓名</a:t>
              </a:r>
            </a:p>
            <a:p>
              <a:r>
                <a:rPr lang="zh-CN" altLang="en-US" sz="2000" b="1" dirty="0">
                  <a:ea typeface="楷体_GB2312" pitchFamily="49" charset="-122"/>
                </a:rPr>
                <a:t>  </a:t>
              </a:r>
              <a:r>
                <a:rPr lang="en-US" altLang="zh-CN" sz="2000" b="1" dirty="0">
                  <a:ea typeface="楷体_GB2312" pitchFamily="49" charset="-122"/>
                </a:rPr>
                <a:t>char        sex;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性别</a:t>
              </a:r>
            </a:p>
            <a:p>
              <a:r>
                <a:rPr lang="zh-CN" altLang="en-US" sz="2000" b="1" dirty="0">
                  <a:solidFill>
                    <a:srgbClr val="FF0066"/>
                  </a:solidFill>
                  <a:ea typeface="楷体_GB2312" pitchFamily="49" charset="-122"/>
                </a:rPr>
                <a:t>  </a:t>
              </a:r>
              <a:r>
                <a:rPr lang="en-US" altLang="zh-CN" sz="2000" b="1" dirty="0">
                  <a:solidFill>
                    <a:srgbClr val="7030A0"/>
                  </a:solidFill>
                  <a:ea typeface="楷体_GB2312" pitchFamily="49" charset="-122"/>
                </a:rPr>
                <a:t>struct Date   birthday;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生日 </a:t>
              </a:r>
            </a:p>
            <a:p>
              <a:r>
                <a:rPr lang="zh-CN" altLang="en-US" sz="2000" b="1" dirty="0">
                  <a:ea typeface="楷体_GB2312" pitchFamily="49" charset="-122"/>
                </a:rPr>
                <a:t>  </a:t>
              </a:r>
              <a:r>
                <a:rPr lang="en-US" altLang="zh-CN" sz="2000" b="1" dirty="0">
                  <a:ea typeface="楷体_GB2312" pitchFamily="49" charset="-122"/>
                </a:rPr>
                <a:t>unsigned int  </a:t>
              </a:r>
              <a:r>
                <a:rPr lang="en-US" altLang="zh-CN" sz="2000" b="1" dirty="0" err="1">
                  <a:ea typeface="楷体_GB2312" pitchFamily="49" charset="-122"/>
                </a:rPr>
                <a:t>classno</a:t>
              </a:r>
              <a:r>
                <a:rPr lang="en-US" altLang="zh-CN" sz="2000" b="1" dirty="0">
                  <a:ea typeface="楷体_GB2312"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班级</a:t>
              </a:r>
            </a:p>
            <a:p>
              <a:r>
                <a:rPr lang="zh-CN" altLang="en-US" sz="2000" b="1" dirty="0">
                  <a:ea typeface="楷体_GB2312" pitchFamily="49" charset="-122"/>
                </a:rPr>
                <a:t>  </a:t>
              </a:r>
              <a:r>
                <a:rPr lang="en-US" altLang="zh-CN" sz="2000" b="1" dirty="0">
                  <a:ea typeface="楷体_GB2312" pitchFamily="49" charset="-122"/>
                </a:rPr>
                <a:t>float        grade;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成绩</a:t>
              </a:r>
            </a:p>
            <a:p>
              <a:r>
                <a:rPr lang="en-US" altLang="zh-CN" sz="2000" b="1" dirty="0">
                  <a:ea typeface="楷体_GB2312" pitchFamily="49" charset="-122"/>
                </a:rPr>
                <a:t>};</a:t>
              </a:r>
            </a:p>
          </p:txBody>
        </p:sp>
        <p:sp>
          <p:nvSpPr>
            <p:cNvPr id="1067047" name="Rectangle 39"/>
            <p:cNvSpPr>
              <a:spLocks noChangeArrowheads="1"/>
            </p:cNvSpPr>
            <p:nvPr/>
          </p:nvSpPr>
          <p:spPr bwMode="auto">
            <a:xfrm>
              <a:off x="844" y="3905"/>
              <a:ext cx="4876" cy="233"/>
            </a:xfrm>
            <a:prstGeom prst="rect">
              <a:avLst/>
            </a:prstGeom>
            <a:grp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en-US" altLang="zh-CN" sz="1800" b="1" dirty="0" err="1">
                  <a:solidFill>
                    <a:srgbClr val="990000"/>
                  </a:solidFill>
                </a:rPr>
                <a:t>struct</a:t>
              </a:r>
              <a:r>
                <a:rPr lang="en-US" altLang="zh-CN" sz="1800" b="1" dirty="0">
                  <a:solidFill>
                    <a:srgbClr val="990000"/>
                  </a:solidFill>
                </a:rPr>
                <a:t>  </a:t>
              </a:r>
              <a:r>
                <a:rPr lang="en-US" altLang="zh-CN" sz="1800" b="1" dirty="0" err="1">
                  <a:solidFill>
                    <a:srgbClr val="990000"/>
                  </a:solidFill>
                </a:rPr>
                <a:t>Stu_Info</a:t>
              </a:r>
              <a:r>
                <a:rPr lang="en-US" altLang="zh-CN" sz="1800" b="1" dirty="0"/>
                <a:t>  </a:t>
              </a:r>
              <a:r>
                <a:rPr lang="en-US" altLang="zh-CN" sz="1800" b="1" dirty="0" err="1"/>
                <a:t>stu</a:t>
              </a:r>
              <a:r>
                <a:rPr lang="en-US" altLang="zh-CN" sz="1800" b="1" dirty="0"/>
                <a:t> = {"20020306", "</a:t>
              </a:r>
              <a:r>
                <a:rPr lang="en-US" altLang="zh-CN" sz="1800" b="1" dirty="0" err="1"/>
                <a:t>ZhangMing</a:t>
              </a:r>
              <a:r>
                <a:rPr lang="en-US" altLang="zh-CN" sz="1800" b="1" dirty="0"/>
                <a:t>", 'M', </a:t>
              </a:r>
              <a:r>
                <a:rPr lang="en-US" altLang="zh-CN" sz="1800" b="1" dirty="0">
                  <a:solidFill>
                    <a:srgbClr val="7030A0"/>
                  </a:solidFill>
                </a:rPr>
                <a:t>{1986, 12, 10}, </a:t>
              </a:r>
              <a:r>
                <a:rPr lang="en-US" altLang="zh-CN" sz="1800" b="1" dirty="0"/>
                <a:t>1, 90};</a:t>
              </a:r>
              <a:r>
                <a:rPr lang="en-US" altLang="zh-CN" sz="1800" dirty="0"/>
                <a:t> </a:t>
              </a:r>
            </a:p>
          </p:txBody>
        </p:sp>
      </p:grpSp>
      <p:sp>
        <p:nvSpPr>
          <p:cNvPr id="37" name="Rectangle 4">
            <a:extLst>
              <a:ext uri="{FF2B5EF4-FFF2-40B4-BE49-F238E27FC236}">
                <a16:creationId xmlns:a16="http://schemas.microsoft.com/office/drawing/2014/main" id="{42ABD055-67EF-4473-9E8E-2CA5C97625FD}"/>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7015"/>
                                        </p:tgtEl>
                                        <p:attrNameLst>
                                          <p:attrName>style.visibility</p:attrName>
                                        </p:attrNameLst>
                                      </p:cBhvr>
                                      <p:to>
                                        <p:strVal val="visible"/>
                                      </p:to>
                                    </p:set>
                                    <p:anim calcmode="lin" valueType="num">
                                      <p:cBhvr additive="base">
                                        <p:cTn id="7" dur="500" fill="hold"/>
                                        <p:tgtEl>
                                          <p:spTgt spid="1067015"/>
                                        </p:tgtEl>
                                        <p:attrNameLst>
                                          <p:attrName>ppt_x</p:attrName>
                                        </p:attrNameLst>
                                      </p:cBhvr>
                                      <p:tavLst>
                                        <p:tav tm="0">
                                          <p:val>
                                            <p:strVal val="0-#ppt_w/2"/>
                                          </p:val>
                                        </p:tav>
                                        <p:tav tm="100000">
                                          <p:val>
                                            <p:strVal val="#ppt_x"/>
                                          </p:val>
                                        </p:tav>
                                      </p:tavLst>
                                    </p:anim>
                                    <p:anim calcmode="lin" valueType="num">
                                      <p:cBhvr additive="base">
                                        <p:cTn id="8" dur="500" fill="hold"/>
                                        <p:tgtEl>
                                          <p:spTgt spid="10670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67016"/>
                                        </p:tgtEl>
                                        <p:attrNameLst>
                                          <p:attrName>style.visibility</p:attrName>
                                        </p:attrNameLst>
                                      </p:cBhvr>
                                      <p:to>
                                        <p:strVal val="visible"/>
                                      </p:to>
                                    </p:set>
                                    <p:anim calcmode="lin" valueType="num">
                                      <p:cBhvr additive="base">
                                        <p:cTn id="13" dur="500" fill="hold"/>
                                        <p:tgtEl>
                                          <p:spTgt spid="1067016"/>
                                        </p:tgtEl>
                                        <p:attrNameLst>
                                          <p:attrName>ppt_x</p:attrName>
                                        </p:attrNameLst>
                                      </p:cBhvr>
                                      <p:tavLst>
                                        <p:tav tm="0">
                                          <p:val>
                                            <p:strVal val="0-#ppt_w/2"/>
                                          </p:val>
                                        </p:tav>
                                        <p:tav tm="100000">
                                          <p:val>
                                            <p:strVal val="#ppt_x"/>
                                          </p:val>
                                        </p:tav>
                                      </p:tavLst>
                                    </p:anim>
                                    <p:anim calcmode="lin" valueType="num">
                                      <p:cBhvr additive="base">
                                        <p:cTn id="14" dur="500" fill="hold"/>
                                        <p:tgtEl>
                                          <p:spTgt spid="10670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1067022"/>
                                        </p:tgtEl>
                                        <p:attrNameLst>
                                          <p:attrName>style.visibility</p:attrName>
                                        </p:attrNameLst>
                                      </p:cBhvr>
                                      <p:to>
                                        <p:strVal val="visible"/>
                                      </p:to>
                                    </p:set>
                                    <p:animEffect transition="in" filter="box(out)">
                                      <p:cBhvr>
                                        <p:cTn id="19" dur="500"/>
                                        <p:tgtEl>
                                          <p:spTgt spid="1067022"/>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67023"/>
                                        </p:tgtEl>
                                        <p:attrNameLst>
                                          <p:attrName>style.visibility</p:attrName>
                                        </p:attrNameLst>
                                      </p:cBhvr>
                                      <p:to>
                                        <p:strVal val="visible"/>
                                      </p:to>
                                    </p:set>
                                    <p:animEffect transition="in" filter="box(out)">
                                      <p:cBhvr>
                                        <p:cTn id="24" dur="500"/>
                                        <p:tgtEl>
                                          <p:spTgt spid="1067023"/>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067024"/>
                                        </p:tgtEl>
                                        <p:attrNameLst>
                                          <p:attrName>style.visibility</p:attrName>
                                        </p:attrNameLst>
                                      </p:cBhvr>
                                      <p:to>
                                        <p:strVal val="visible"/>
                                      </p:to>
                                    </p:set>
                                    <p:animEffect transition="in" filter="box(out)">
                                      <p:cBhvr>
                                        <p:cTn id="29" dur="500"/>
                                        <p:tgtEl>
                                          <p:spTgt spid="1067024"/>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067043"/>
                                        </p:tgtEl>
                                        <p:attrNameLst>
                                          <p:attrName>style.visibility</p:attrName>
                                        </p:attrNameLst>
                                      </p:cBhvr>
                                      <p:to>
                                        <p:strVal val="visible"/>
                                      </p:to>
                                    </p:set>
                                    <p:animEffect transition="in" filter="box(out)">
                                      <p:cBhvr>
                                        <p:cTn id="34" dur="500"/>
                                        <p:tgtEl>
                                          <p:spTgt spid="1067043"/>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18" presetClass="entr" presetSubtype="6" fill="hold" nodeType="clickEffect">
                                  <p:stCondLst>
                                    <p:cond delay="0"/>
                                  </p:stCondLst>
                                  <p:childTnLst>
                                    <p:set>
                                      <p:cBhvr>
                                        <p:cTn id="38" dur="1" fill="hold">
                                          <p:stCondLst>
                                            <p:cond delay="0"/>
                                          </p:stCondLst>
                                        </p:cTn>
                                        <p:tgtEl>
                                          <p:spTgt spid="1067037"/>
                                        </p:tgtEl>
                                        <p:attrNameLst>
                                          <p:attrName>style.visibility</p:attrName>
                                        </p:attrNameLst>
                                      </p:cBhvr>
                                      <p:to>
                                        <p:strVal val="visible"/>
                                      </p:to>
                                    </p:set>
                                    <p:animEffect transition="in" filter="strips(downRight)">
                                      <p:cBhvr>
                                        <p:cTn id="39" dur="500"/>
                                        <p:tgtEl>
                                          <p:spTgt spid="1067037"/>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500"/>
                            </p:stCondLst>
                            <p:childTnLst>
                              <p:par>
                                <p:cTn id="41" presetID="18" presetClass="entr" presetSubtype="6" fill="hold" nodeType="afterEffect">
                                  <p:stCondLst>
                                    <p:cond delay="0"/>
                                  </p:stCondLst>
                                  <p:childTnLst>
                                    <p:set>
                                      <p:cBhvr>
                                        <p:cTn id="42" dur="1" fill="hold">
                                          <p:stCondLst>
                                            <p:cond delay="0"/>
                                          </p:stCondLst>
                                        </p:cTn>
                                        <p:tgtEl>
                                          <p:spTgt spid="1067038"/>
                                        </p:tgtEl>
                                        <p:attrNameLst>
                                          <p:attrName>style.visibility</p:attrName>
                                        </p:attrNameLst>
                                      </p:cBhvr>
                                      <p:to>
                                        <p:strVal val="visible"/>
                                      </p:to>
                                    </p:set>
                                    <p:animEffect transition="in" filter="strips(downRight)">
                                      <p:cBhvr>
                                        <p:cTn id="43" dur="500"/>
                                        <p:tgtEl>
                                          <p:spTgt spid="1067038"/>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1000"/>
                            </p:stCondLst>
                            <p:childTnLst>
                              <p:par>
                                <p:cTn id="45" presetID="18" presetClass="entr" presetSubtype="6" fill="hold" nodeType="afterEffect">
                                  <p:stCondLst>
                                    <p:cond delay="0"/>
                                  </p:stCondLst>
                                  <p:childTnLst>
                                    <p:set>
                                      <p:cBhvr>
                                        <p:cTn id="46" dur="1" fill="hold">
                                          <p:stCondLst>
                                            <p:cond delay="0"/>
                                          </p:stCondLst>
                                        </p:cTn>
                                        <p:tgtEl>
                                          <p:spTgt spid="1067039"/>
                                        </p:tgtEl>
                                        <p:attrNameLst>
                                          <p:attrName>style.visibility</p:attrName>
                                        </p:attrNameLst>
                                      </p:cBhvr>
                                      <p:to>
                                        <p:strVal val="visible"/>
                                      </p:to>
                                    </p:set>
                                    <p:animEffect transition="in" filter="strips(downRight)">
                                      <p:cBhvr>
                                        <p:cTn id="47" dur="500"/>
                                        <p:tgtEl>
                                          <p:spTgt spid="1067039"/>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1500"/>
                            </p:stCondLst>
                            <p:childTnLst>
                              <p:par>
                                <p:cTn id="49" presetID="18" presetClass="entr" presetSubtype="6" fill="hold" nodeType="afterEffect">
                                  <p:stCondLst>
                                    <p:cond delay="0"/>
                                  </p:stCondLst>
                                  <p:childTnLst>
                                    <p:set>
                                      <p:cBhvr>
                                        <p:cTn id="50" dur="1" fill="hold">
                                          <p:stCondLst>
                                            <p:cond delay="0"/>
                                          </p:stCondLst>
                                        </p:cTn>
                                        <p:tgtEl>
                                          <p:spTgt spid="1067040"/>
                                        </p:tgtEl>
                                        <p:attrNameLst>
                                          <p:attrName>style.visibility</p:attrName>
                                        </p:attrNameLst>
                                      </p:cBhvr>
                                      <p:to>
                                        <p:strVal val="visible"/>
                                      </p:to>
                                    </p:set>
                                    <p:animEffect transition="in" filter="strips(downRight)">
                                      <p:cBhvr>
                                        <p:cTn id="51" dur="500"/>
                                        <p:tgtEl>
                                          <p:spTgt spid="1067040"/>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2" fill="hold">
                            <p:stCondLst>
                              <p:cond delay="2000"/>
                            </p:stCondLst>
                            <p:childTnLst>
                              <p:par>
                                <p:cTn id="53" presetID="18" presetClass="entr" presetSubtype="6" fill="hold" nodeType="afterEffect">
                                  <p:stCondLst>
                                    <p:cond delay="0"/>
                                  </p:stCondLst>
                                  <p:childTnLst>
                                    <p:set>
                                      <p:cBhvr>
                                        <p:cTn id="54" dur="1" fill="hold">
                                          <p:stCondLst>
                                            <p:cond delay="0"/>
                                          </p:stCondLst>
                                        </p:cTn>
                                        <p:tgtEl>
                                          <p:spTgt spid="1067041"/>
                                        </p:tgtEl>
                                        <p:attrNameLst>
                                          <p:attrName>style.visibility</p:attrName>
                                        </p:attrNameLst>
                                      </p:cBhvr>
                                      <p:to>
                                        <p:strVal val="visible"/>
                                      </p:to>
                                    </p:set>
                                    <p:animEffect transition="in" filter="strips(downRight)">
                                      <p:cBhvr>
                                        <p:cTn id="55" dur="500"/>
                                        <p:tgtEl>
                                          <p:spTgt spid="1067041"/>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par>
                          <p:cTn id="56" fill="hold">
                            <p:stCondLst>
                              <p:cond delay="2500"/>
                            </p:stCondLst>
                            <p:childTnLst>
                              <p:par>
                                <p:cTn id="57" presetID="18" presetClass="entr" presetSubtype="6" fill="hold" nodeType="afterEffect">
                                  <p:stCondLst>
                                    <p:cond delay="0"/>
                                  </p:stCondLst>
                                  <p:childTnLst>
                                    <p:set>
                                      <p:cBhvr>
                                        <p:cTn id="58" dur="1" fill="hold">
                                          <p:stCondLst>
                                            <p:cond delay="0"/>
                                          </p:stCondLst>
                                        </p:cTn>
                                        <p:tgtEl>
                                          <p:spTgt spid="1067042"/>
                                        </p:tgtEl>
                                        <p:attrNameLst>
                                          <p:attrName>style.visibility</p:attrName>
                                        </p:attrNameLst>
                                      </p:cBhvr>
                                      <p:to>
                                        <p:strVal val="visible"/>
                                      </p:to>
                                    </p:set>
                                    <p:animEffect transition="in" filter="strips(downRight)">
                                      <p:cBhvr>
                                        <p:cTn id="59" dur="500"/>
                                        <p:tgtEl>
                                          <p:spTgt spid="1067042"/>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32" fill="hold" grpId="0" nodeType="clickEffect">
                                  <p:stCondLst>
                                    <p:cond delay="0"/>
                                  </p:stCondLst>
                                  <p:childTnLst>
                                    <p:set>
                                      <p:cBhvr>
                                        <p:cTn id="63" dur="1" fill="hold">
                                          <p:stCondLst>
                                            <p:cond delay="0"/>
                                          </p:stCondLst>
                                        </p:cTn>
                                        <p:tgtEl>
                                          <p:spTgt spid="1067044"/>
                                        </p:tgtEl>
                                        <p:attrNameLst>
                                          <p:attrName>style.visibility</p:attrName>
                                        </p:attrNameLst>
                                      </p:cBhvr>
                                      <p:to>
                                        <p:strVal val="visible"/>
                                      </p:to>
                                    </p:set>
                                    <p:animEffect transition="in" filter="box(out)">
                                      <p:cBhvr>
                                        <p:cTn id="64" dur="500"/>
                                        <p:tgtEl>
                                          <p:spTgt spid="1067044"/>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32" fill="hold" grpId="0" nodeType="clickEffect">
                                  <p:stCondLst>
                                    <p:cond delay="0"/>
                                  </p:stCondLst>
                                  <p:childTnLst>
                                    <p:set>
                                      <p:cBhvr>
                                        <p:cTn id="68" dur="1" fill="hold">
                                          <p:stCondLst>
                                            <p:cond delay="0"/>
                                          </p:stCondLst>
                                        </p:cTn>
                                        <p:tgtEl>
                                          <p:spTgt spid="1067045"/>
                                        </p:tgtEl>
                                        <p:attrNameLst>
                                          <p:attrName>style.visibility</p:attrName>
                                        </p:attrNameLst>
                                      </p:cBhvr>
                                      <p:to>
                                        <p:strVal val="visible"/>
                                      </p:to>
                                    </p:set>
                                    <p:animEffect transition="in" filter="box(out)">
                                      <p:cBhvr>
                                        <p:cTn id="69" dur="500"/>
                                        <p:tgtEl>
                                          <p:spTgt spid="1067045"/>
                                        </p:tgtEl>
                                      </p:cBhvr>
                                    </p:animEffect>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childTnLst>
                    </p:cTn>
                  </p:par>
                  <p:par>
                    <p:cTn id="70" fill="hold">
                      <p:stCondLst>
                        <p:cond delay="indefinite"/>
                      </p:stCondLst>
                      <p:childTnLst>
                        <p:par>
                          <p:cTn id="71" fill="hold">
                            <p:stCondLst>
                              <p:cond delay="0"/>
                            </p:stCondLst>
                            <p:childTnLst>
                              <p:par>
                                <p:cTn id="72" presetID="4" presetClass="entr" presetSubtype="32" fill="hold" nodeType="clickEffect">
                                  <p:stCondLst>
                                    <p:cond delay="0"/>
                                  </p:stCondLst>
                                  <p:childTnLst>
                                    <p:set>
                                      <p:cBhvr>
                                        <p:cTn id="73" dur="1" fill="hold">
                                          <p:stCondLst>
                                            <p:cond delay="0"/>
                                          </p:stCondLst>
                                        </p:cTn>
                                        <p:tgtEl>
                                          <p:spTgt spid="1067050"/>
                                        </p:tgtEl>
                                        <p:attrNameLst>
                                          <p:attrName>style.visibility</p:attrName>
                                        </p:attrNameLst>
                                      </p:cBhvr>
                                      <p:to>
                                        <p:strVal val="visible"/>
                                      </p:to>
                                    </p:set>
                                    <p:animEffect transition="in" filter="box(out)">
                                      <p:cBhvr>
                                        <p:cTn id="74" dur="500"/>
                                        <p:tgtEl>
                                          <p:spTgt spid="1067050"/>
                                        </p:tgtEl>
                                      </p:cBhvr>
                                    </p:animEffect>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7015" grpId="0"/>
      <p:bldP spid="1067016" grpId="0"/>
      <p:bldP spid="1067023" grpId="0"/>
      <p:bldP spid="1067024" grpId="0" animBg="1"/>
      <p:bldP spid="1067043" grpId="0"/>
      <p:bldP spid="1067044" grpId="0" animBg="1"/>
      <p:bldP spid="1067045"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9061" name="Rectangle 5"/>
          <p:cNvSpPr>
            <a:spLocks noChangeArrowheads="1"/>
          </p:cNvSpPr>
          <p:nvPr/>
        </p:nvSpPr>
        <p:spPr bwMode="auto">
          <a:xfrm>
            <a:off x="611906" y="825794"/>
            <a:ext cx="3611886"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3</a:t>
            </a:r>
            <a:r>
              <a:rPr lang="zh-CN" altLang="en-US" sz="2800" b="1" dirty="0">
                <a:solidFill>
                  <a:srgbClr val="C00000"/>
                </a:solidFill>
                <a:latin typeface="楷体" panose="02010609060101010101" pitchFamily="49" charset="-122"/>
                <a:ea typeface="楷体" panose="02010609060101010101" pitchFamily="49" charset="-122"/>
              </a:rPr>
              <a:t>、结构体变量的赋值</a:t>
            </a:r>
          </a:p>
        </p:txBody>
      </p:sp>
      <p:sp>
        <p:nvSpPr>
          <p:cNvPr id="1069062" name="Rectangle 6"/>
          <p:cNvSpPr>
            <a:spLocks noChangeArrowheads="1"/>
          </p:cNvSpPr>
          <p:nvPr/>
        </p:nvSpPr>
        <p:spPr bwMode="auto">
          <a:xfrm>
            <a:off x="1192652" y="1320767"/>
            <a:ext cx="3679212"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结构体变量初始化赋值</a:t>
            </a:r>
          </a:p>
        </p:txBody>
      </p:sp>
      <p:sp>
        <p:nvSpPr>
          <p:cNvPr id="1069063" name="Rectangle 7"/>
          <p:cNvSpPr>
            <a:spLocks noChangeArrowheads="1"/>
          </p:cNvSpPr>
          <p:nvPr/>
        </p:nvSpPr>
        <p:spPr bwMode="auto">
          <a:xfrm>
            <a:off x="1313573" y="1730341"/>
            <a:ext cx="7566025" cy="400110"/>
          </a:xfrm>
          <a:prstGeom prst="rect">
            <a:avLst/>
          </a:prstGeom>
          <a:noFill/>
          <a:ln w="9525">
            <a:noFill/>
            <a:miter lim="800000"/>
            <a:headEnd/>
            <a:tailEnd/>
          </a:ln>
          <a:effectLst/>
        </p:spPr>
        <p:txBody>
          <a:bodyPr>
            <a:spAutoFit/>
          </a:bodyPr>
          <a:lstStyle/>
          <a:p>
            <a:pPr>
              <a:buFont typeface="Wingdings" pitchFamily="2" charset="2"/>
              <a:buChar char="l"/>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 定义结构体类型的同时，定义结构体变量并赋初值</a:t>
            </a:r>
          </a:p>
        </p:txBody>
      </p:sp>
      <p:grpSp>
        <p:nvGrpSpPr>
          <p:cNvPr id="1069096" name="Group 40"/>
          <p:cNvGrpSpPr>
            <a:grpSpLocks/>
          </p:cNvGrpSpPr>
          <p:nvPr/>
        </p:nvGrpSpPr>
        <p:grpSpPr bwMode="auto">
          <a:xfrm>
            <a:off x="2855119" y="2338511"/>
            <a:ext cx="6624638" cy="1457325"/>
            <a:chOff x="748" y="1015"/>
            <a:chExt cx="4173" cy="918"/>
          </a:xfrm>
        </p:grpSpPr>
        <p:sp>
          <p:nvSpPr>
            <p:cNvPr id="1069065" name="Text Box 9"/>
            <p:cNvSpPr txBox="1">
              <a:spLocks noChangeArrowheads="1"/>
            </p:cNvSpPr>
            <p:nvPr/>
          </p:nvSpPr>
          <p:spPr bwMode="auto">
            <a:xfrm>
              <a:off x="748" y="1015"/>
              <a:ext cx="4173" cy="918"/>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err="1">
                  <a:solidFill>
                    <a:srgbClr val="CC0000"/>
                  </a:solidFill>
                  <a:latin typeface="+mn-lt"/>
                  <a:ea typeface="楷体" pitchFamily="49" charset="-122"/>
                </a:rPr>
                <a:t>struct</a:t>
              </a:r>
              <a:r>
                <a:rPr lang="en-US" altLang="zh-CN" sz="2000" b="1" dirty="0">
                  <a:solidFill>
                    <a:srgbClr val="CC0000"/>
                  </a:solidFill>
                  <a:latin typeface="+mn-lt"/>
                  <a:ea typeface="楷体" pitchFamily="49" charset="-122"/>
                </a:rPr>
                <a:t> </a:t>
              </a:r>
              <a:r>
                <a:rPr lang="en-US" altLang="zh-CN" sz="2000" b="1" dirty="0">
                  <a:latin typeface="+mn-lt"/>
                  <a:ea typeface="楷体" pitchFamily="49" charset="-122"/>
                </a:rPr>
                <a:t> [</a:t>
              </a:r>
              <a:r>
                <a:rPr lang="zh-CN" altLang="en-US" sz="2000" b="1" dirty="0">
                  <a:latin typeface="+mn-lt"/>
                  <a:ea typeface="楷体" pitchFamily="49" charset="-122"/>
                </a:rPr>
                <a:t>结构体类型名</a:t>
              </a:r>
              <a:r>
                <a:rPr lang="en-US" altLang="zh-CN" sz="2000" b="1" dirty="0">
                  <a:latin typeface="+mn-lt"/>
                  <a:ea typeface="楷体" pitchFamily="49" charset="-122"/>
                </a:rPr>
                <a:t>]</a:t>
              </a:r>
            </a:p>
            <a:p>
              <a:r>
                <a:rPr lang="en-US" altLang="zh-CN" sz="2000" b="1" dirty="0">
                  <a:latin typeface="+mn-lt"/>
                  <a:ea typeface="楷体" pitchFamily="49" charset="-122"/>
                </a:rPr>
                <a:t>{                                                 </a:t>
              </a:r>
              <a:r>
                <a:rPr lang="zh-CN" altLang="en-US" sz="2000" b="1" dirty="0">
                  <a:solidFill>
                    <a:srgbClr val="CC0000"/>
                  </a:solidFill>
                  <a:latin typeface="+mn-lt"/>
                  <a:ea typeface="楷体" pitchFamily="49" charset="-122"/>
                </a:rPr>
                <a:t>初值表</a:t>
              </a:r>
            </a:p>
            <a:p>
              <a:r>
                <a:rPr lang="zh-CN" altLang="en-US" sz="2000" b="1" dirty="0">
                  <a:latin typeface="+mn-lt"/>
                  <a:ea typeface="楷体" pitchFamily="49" charset="-122"/>
                </a:rPr>
                <a:t>   </a:t>
              </a:r>
              <a:r>
                <a:rPr lang="en-US" altLang="zh-CN" sz="2000" b="1" dirty="0">
                  <a:latin typeface="+mn-lt"/>
                  <a:ea typeface="楷体" pitchFamily="49" charset="-122"/>
                </a:rPr>
                <a:t>… … </a:t>
              </a:r>
            </a:p>
            <a:p>
              <a:r>
                <a:rPr lang="en-US" altLang="zh-CN" sz="2000" b="1" dirty="0">
                  <a:latin typeface="+mn-lt"/>
                  <a:ea typeface="楷体" pitchFamily="49" charset="-122"/>
                </a:rPr>
                <a:t>} </a:t>
              </a:r>
              <a:r>
                <a:rPr lang="zh-CN" altLang="en-US" sz="2000" b="1" dirty="0">
                  <a:solidFill>
                    <a:srgbClr val="CC0000"/>
                  </a:solidFill>
                  <a:latin typeface="+mn-lt"/>
                  <a:ea typeface="楷体" pitchFamily="49" charset="-122"/>
                </a:rPr>
                <a:t>变量名 </a:t>
              </a:r>
              <a:r>
                <a:rPr lang="en-US" altLang="zh-CN" sz="2000" b="1" dirty="0">
                  <a:solidFill>
                    <a:srgbClr val="CC0000"/>
                  </a:solidFill>
                  <a:latin typeface="+mn-lt"/>
                  <a:ea typeface="楷体" pitchFamily="49" charset="-122"/>
                </a:rPr>
                <a:t>= {</a:t>
              </a:r>
              <a:r>
                <a:rPr lang="zh-CN" altLang="en-US" sz="2000" b="1" dirty="0">
                  <a:solidFill>
                    <a:srgbClr val="CC0000"/>
                  </a:solidFill>
                  <a:latin typeface="+mn-lt"/>
                  <a:ea typeface="楷体" pitchFamily="49" charset="-122"/>
                </a:rPr>
                <a:t>成员</a:t>
              </a:r>
              <a:r>
                <a:rPr lang="en-US" altLang="zh-CN" sz="2000" b="1" dirty="0">
                  <a:solidFill>
                    <a:srgbClr val="CC0000"/>
                  </a:solidFill>
                  <a:latin typeface="+mn-lt"/>
                  <a:ea typeface="楷体" pitchFamily="49" charset="-122"/>
                </a:rPr>
                <a:t>1</a:t>
              </a:r>
              <a:r>
                <a:rPr lang="zh-CN" altLang="en-US" sz="2000" b="1" dirty="0">
                  <a:solidFill>
                    <a:srgbClr val="CC0000"/>
                  </a:solidFill>
                  <a:latin typeface="+mn-lt"/>
                  <a:ea typeface="楷体" pitchFamily="49" charset="-122"/>
                </a:rPr>
                <a:t>的值，成员</a:t>
              </a:r>
              <a:r>
                <a:rPr lang="en-US" altLang="zh-CN" sz="2000" b="1" dirty="0">
                  <a:solidFill>
                    <a:srgbClr val="CC0000"/>
                  </a:solidFill>
                  <a:latin typeface="+mn-lt"/>
                  <a:ea typeface="楷体" pitchFamily="49" charset="-122"/>
                </a:rPr>
                <a:t>2</a:t>
              </a:r>
              <a:r>
                <a:rPr lang="zh-CN" altLang="en-US" sz="2000" b="1" dirty="0">
                  <a:solidFill>
                    <a:srgbClr val="CC0000"/>
                  </a:solidFill>
                  <a:latin typeface="+mn-lt"/>
                  <a:ea typeface="楷体" pitchFamily="49" charset="-122"/>
                </a:rPr>
                <a:t>的值， </a:t>
              </a:r>
              <a:r>
                <a:rPr lang="en-US" altLang="zh-CN" sz="2000" b="1" dirty="0">
                  <a:solidFill>
                    <a:srgbClr val="CC0000"/>
                  </a:solidFill>
                  <a:latin typeface="+mn-lt"/>
                  <a:ea typeface="楷体" pitchFamily="49" charset="-122"/>
                </a:rPr>
                <a:t>…</a:t>
              </a:r>
              <a:r>
                <a:rPr lang="zh-CN" altLang="en-US" sz="2000" b="1" dirty="0">
                  <a:solidFill>
                    <a:srgbClr val="CC0000"/>
                  </a:solidFill>
                  <a:latin typeface="+mn-lt"/>
                  <a:ea typeface="楷体" pitchFamily="49" charset="-122"/>
                </a:rPr>
                <a:t>， 成员</a:t>
              </a:r>
              <a:r>
                <a:rPr lang="en-US" altLang="zh-CN" sz="2000" b="1" dirty="0">
                  <a:solidFill>
                    <a:srgbClr val="CC0000"/>
                  </a:solidFill>
                  <a:latin typeface="+mn-lt"/>
                  <a:ea typeface="楷体" pitchFamily="49" charset="-122"/>
                </a:rPr>
                <a:t>n</a:t>
              </a:r>
              <a:r>
                <a:rPr lang="zh-CN" altLang="en-US" sz="2000" b="1" dirty="0">
                  <a:solidFill>
                    <a:srgbClr val="CC0000"/>
                  </a:solidFill>
                  <a:latin typeface="+mn-lt"/>
                  <a:ea typeface="楷体" pitchFamily="49" charset="-122"/>
                </a:rPr>
                <a:t>的值</a:t>
              </a:r>
              <a:r>
                <a:rPr lang="en-US" altLang="zh-CN" sz="2000" b="1" dirty="0">
                  <a:solidFill>
                    <a:srgbClr val="CC0000"/>
                  </a:solidFill>
                  <a:latin typeface="+mn-lt"/>
                  <a:ea typeface="楷体" pitchFamily="49" charset="-122"/>
                </a:rPr>
                <a:t>}</a:t>
              </a:r>
              <a:r>
                <a:rPr lang="zh-CN" altLang="en-US" sz="2000" b="1" dirty="0">
                  <a:solidFill>
                    <a:srgbClr val="CC0000"/>
                  </a:solidFill>
                  <a:latin typeface="+mn-lt"/>
                  <a:ea typeface="楷体" pitchFamily="49" charset="-122"/>
                </a:rPr>
                <a:t>；</a:t>
              </a:r>
            </a:p>
          </p:txBody>
        </p:sp>
        <p:sp>
          <p:nvSpPr>
            <p:cNvPr id="1069066" name="AutoShape 10"/>
            <p:cNvSpPr>
              <a:spLocks/>
            </p:cNvSpPr>
            <p:nvPr/>
          </p:nvSpPr>
          <p:spPr bwMode="auto">
            <a:xfrm rot="-5400000">
              <a:off x="3009" y="126"/>
              <a:ext cx="150" cy="2858"/>
            </a:xfrm>
            <a:prstGeom prst="rightBrace">
              <a:avLst>
                <a:gd name="adj1" fmla="val 158778"/>
                <a:gd name="adj2" fmla="val 50000"/>
              </a:avLst>
            </a:prstGeom>
            <a:noFill/>
            <a:ln w="25400">
              <a:solidFill>
                <a:srgbClr val="990000"/>
              </a:solidFill>
              <a:round/>
              <a:headEnd/>
              <a:tailEnd/>
            </a:ln>
            <a:effectLst>
              <a:outerShdw dist="35921" dir="2700000" algn="ctr" rotWithShape="0">
                <a:schemeClr val="bg2"/>
              </a:outerShdw>
            </a:effectLst>
          </p:spPr>
          <p:txBody>
            <a:bodyPr wrap="none" anchor="ctr"/>
            <a:lstStyle/>
            <a:p>
              <a:endParaRPr lang="zh-CN" altLang="en-US"/>
            </a:p>
          </p:txBody>
        </p:sp>
      </p:grpSp>
      <p:sp>
        <p:nvSpPr>
          <p:cNvPr id="1069093" name="Rectangle 37" descr="信纸"/>
          <p:cNvSpPr>
            <a:spLocks noChangeArrowheads="1"/>
          </p:cNvSpPr>
          <p:nvPr/>
        </p:nvSpPr>
        <p:spPr bwMode="auto">
          <a:xfrm>
            <a:off x="1774848" y="4027455"/>
            <a:ext cx="4321151" cy="1349375"/>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a:solidFill>
                  <a:srgbClr val="CC0000"/>
                </a:solidFill>
              </a:rPr>
              <a:t>struct Date</a:t>
            </a:r>
            <a:r>
              <a:rPr lang="en-US" altLang="zh-CN" sz="2000" b="1"/>
              <a:t> </a:t>
            </a:r>
          </a:p>
          <a:p>
            <a:r>
              <a:rPr lang="en-US" altLang="zh-CN" sz="2000" b="1"/>
              <a:t>{</a:t>
            </a:r>
          </a:p>
          <a:p>
            <a:r>
              <a:rPr lang="en-US" altLang="zh-CN" sz="2000" b="1"/>
              <a:t>   int year, month, day;</a:t>
            </a:r>
          </a:p>
          <a:p>
            <a:r>
              <a:rPr lang="en-US" altLang="zh-CN" sz="2000" b="1"/>
              <a:t>} </a:t>
            </a:r>
            <a:r>
              <a:rPr lang="en-US" altLang="zh-CN" sz="2000" b="1">
                <a:solidFill>
                  <a:srgbClr val="CC0000"/>
                </a:solidFill>
              </a:rPr>
              <a:t>birthday = {1986, 12, 10};</a:t>
            </a:r>
            <a:r>
              <a:rPr lang="en-US" altLang="zh-CN" sz="2000" b="1"/>
              <a:t>     </a:t>
            </a:r>
          </a:p>
        </p:txBody>
      </p:sp>
      <p:sp>
        <p:nvSpPr>
          <p:cNvPr id="1069094" name="Rectangle 38" descr="信纸"/>
          <p:cNvSpPr>
            <a:spLocks noChangeArrowheads="1"/>
          </p:cNvSpPr>
          <p:nvPr/>
        </p:nvSpPr>
        <p:spPr bwMode="auto">
          <a:xfrm>
            <a:off x="6672064" y="4040155"/>
            <a:ext cx="4320000" cy="1349375"/>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en-US" altLang="zh-CN" sz="2000" b="1">
                <a:solidFill>
                  <a:srgbClr val="CC0000"/>
                </a:solidFill>
              </a:rPr>
              <a:t>struct </a:t>
            </a:r>
            <a:r>
              <a:rPr lang="en-US" altLang="zh-CN" sz="2000" b="1"/>
              <a:t> </a:t>
            </a:r>
          </a:p>
          <a:p>
            <a:r>
              <a:rPr lang="en-US" altLang="zh-CN" sz="2000" b="1"/>
              <a:t>{</a:t>
            </a:r>
          </a:p>
          <a:p>
            <a:r>
              <a:rPr lang="en-US" altLang="zh-CN" sz="2000" b="1"/>
              <a:t>   int year, month, day;</a:t>
            </a:r>
          </a:p>
          <a:p>
            <a:r>
              <a:rPr lang="en-US" altLang="zh-CN" sz="2000" b="1"/>
              <a:t>} </a:t>
            </a:r>
            <a:r>
              <a:rPr lang="en-US" altLang="zh-CN" sz="2000" b="1">
                <a:solidFill>
                  <a:srgbClr val="CC0000"/>
                </a:solidFill>
              </a:rPr>
              <a:t>birthday = {1986, 12, 10};</a:t>
            </a:r>
            <a:r>
              <a:rPr lang="en-US" altLang="zh-CN" sz="2000" b="1"/>
              <a:t>     </a:t>
            </a:r>
          </a:p>
        </p:txBody>
      </p:sp>
      <p:sp>
        <p:nvSpPr>
          <p:cNvPr id="1069095" name="Text Box 39"/>
          <p:cNvSpPr txBox="1">
            <a:spLocks noChangeArrowheads="1"/>
          </p:cNvSpPr>
          <p:nvPr/>
        </p:nvSpPr>
        <p:spPr bwMode="auto">
          <a:xfrm>
            <a:off x="6119021" y="4421154"/>
            <a:ext cx="504825" cy="457200"/>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0000"/>
                </a:solidFill>
                <a:latin typeface="楷体" pitchFamily="49" charset="-122"/>
                <a:ea typeface="楷体" pitchFamily="49" charset="-122"/>
              </a:rPr>
              <a:t>或</a:t>
            </a:r>
          </a:p>
        </p:txBody>
      </p:sp>
      <p:sp>
        <p:nvSpPr>
          <p:cNvPr id="1069097" name="Rectangle 41" descr="信纸"/>
          <p:cNvSpPr>
            <a:spLocks noChangeArrowheads="1"/>
          </p:cNvSpPr>
          <p:nvPr/>
        </p:nvSpPr>
        <p:spPr bwMode="auto">
          <a:xfrm>
            <a:off x="2807495" y="3736058"/>
            <a:ext cx="7127875" cy="2933700"/>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dirty="0" err="1">
                <a:solidFill>
                  <a:srgbClr val="C00000"/>
                </a:solidFill>
                <a:ea typeface="楷体_GB2312" pitchFamily="49" charset="-122"/>
              </a:rPr>
              <a:t>struct</a:t>
            </a:r>
            <a:r>
              <a:rPr lang="en-US" altLang="zh-CN" sz="2000" b="1" dirty="0">
                <a:solidFill>
                  <a:srgbClr val="C00000"/>
                </a:solidFill>
                <a:ea typeface="楷体_GB2312" pitchFamily="49" charset="-122"/>
              </a:rPr>
              <a:t>  </a:t>
            </a:r>
            <a:r>
              <a:rPr lang="en-US" altLang="zh-CN" sz="2000" b="1" dirty="0" err="1">
                <a:solidFill>
                  <a:srgbClr val="C00000"/>
                </a:solidFill>
                <a:ea typeface="楷体_GB2312" pitchFamily="49" charset="-122"/>
              </a:rPr>
              <a:t>Student_Info</a:t>
            </a:r>
            <a:endParaRPr lang="en-US" altLang="zh-CN" sz="2000" b="1" dirty="0">
              <a:solidFill>
                <a:srgbClr val="C00000"/>
              </a:solidFill>
              <a:ea typeface="楷体_GB2312" pitchFamily="49" charset="-122"/>
            </a:endParaRPr>
          </a:p>
          <a:p>
            <a:r>
              <a:rPr lang="en-US" altLang="zh-CN" sz="2000" b="1" dirty="0">
                <a:ea typeface="楷体_GB2312" pitchFamily="49" charset="-122"/>
              </a:rPr>
              <a:t>{</a:t>
            </a:r>
          </a:p>
          <a:p>
            <a:r>
              <a:rPr lang="en-US" altLang="zh-CN" sz="2000" b="1" dirty="0">
                <a:ea typeface="楷体_GB2312" pitchFamily="49" charset="-122"/>
              </a:rPr>
              <a:t>  char        no[9];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学号</a:t>
            </a:r>
          </a:p>
          <a:p>
            <a:r>
              <a:rPr lang="zh-CN" altLang="en-US" sz="2000" b="1" dirty="0">
                <a:ea typeface="楷体_GB2312" pitchFamily="49" charset="-122"/>
              </a:rPr>
              <a:t>  </a:t>
            </a:r>
            <a:r>
              <a:rPr lang="en-US" altLang="zh-CN" sz="2000" b="1" dirty="0">
                <a:ea typeface="楷体_GB2312" pitchFamily="49" charset="-122"/>
              </a:rPr>
              <a:t>char        name[20];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姓名</a:t>
            </a:r>
          </a:p>
          <a:p>
            <a:r>
              <a:rPr lang="zh-CN" altLang="en-US" sz="2000" b="1" dirty="0">
                <a:ea typeface="楷体_GB2312" pitchFamily="49" charset="-122"/>
              </a:rPr>
              <a:t>  </a:t>
            </a:r>
            <a:r>
              <a:rPr lang="en-US" altLang="zh-CN" sz="2000" b="1" dirty="0">
                <a:ea typeface="楷体_GB2312" pitchFamily="49" charset="-122"/>
              </a:rPr>
              <a:t>char        sex;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性别</a:t>
            </a:r>
          </a:p>
          <a:p>
            <a:r>
              <a:rPr lang="zh-CN" altLang="en-US" sz="2000" b="1" dirty="0">
                <a:ea typeface="楷体_GB2312" pitchFamily="49" charset="-122"/>
              </a:rPr>
              <a:t>  </a:t>
            </a:r>
            <a:r>
              <a:rPr lang="en-US" altLang="zh-CN" sz="2000" b="1" dirty="0">
                <a:ea typeface="楷体_GB2312" pitchFamily="49" charset="-122"/>
              </a:rPr>
              <a:t>unsigned </a:t>
            </a:r>
            <a:r>
              <a:rPr lang="en-US" altLang="zh-CN" sz="2000" b="1" dirty="0" err="1">
                <a:ea typeface="楷体_GB2312" pitchFamily="49" charset="-122"/>
              </a:rPr>
              <a:t>int</a:t>
            </a:r>
            <a:r>
              <a:rPr lang="en-US" altLang="zh-CN" sz="2000" b="1" dirty="0">
                <a:ea typeface="楷体_GB2312" pitchFamily="49" charset="-122"/>
              </a:rPr>
              <a:t>  age;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年龄</a:t>
            </a:r>
          </a:p>
          <a:p>
            <a:r>
              <a:rPr lang="zh-CN" altLang="en-US" sz="2000" b="1" dirty="0">
                <a:ea typeface="楷体_GB2312" pitchFamily="49" charset="-122"/>
              </a:rPr>
              <a:t>  </a:t>
            </a:r>
            <a:r>
              <a:rPr lang="en-US" altLang="zh-CN" sz="2000" b="1" dirty="0">
                <a:ea typeface="楷体_GB2312" pitchFamily="49" charset="-122"/>
              </a:rPr>
              <a:t>unsigned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classno</a:t>
            </a:r>
            <a:r>
              <a:rPr lang="en-US" altLang="zh-CN" sz="2000" b="1" dirty="0">
                <a:ea typeface="楷体_GB2312"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班级</a:t>
            </a:r>
          </a:p>
          <a:p>
            <a:r>
              <a:rPr lang="zh-CN" altLang="en-US" sz="2000" b="1" dirty="0">
                <a:ea typeface="楷体_GB2312" pitchFamily="49" charset="-122"/>
              </a:rPr>
              <a:t>  </a:t>
            </a:r>
            <a:r>
              <a:rPr lang="en-US" altLang="zh-CN" sz="2000" b="1" dirty="0">
                <a:ea typeface="楷体_GB2312" pitchFamily="49" charset="-122"/>
              </a:rPr>
              <a:t>float        grade;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成绩</a:t>
            </a:r>
          </a:p>
          <a:p>
            <a:r>
              <a:rPr lang="en-US" altLang="zh-CN" sz="2000" b="1" dirty="0">
                <a:ea typeface="楷体_GB2312" pitchFamily="49" charset="-122"/>
              </a:rPr>
              <a:t>} </a:t>
            </a:r>
            <a:r>
              <a:rPr lang="en-US" altLang="zh-CN" sz="2000" b="1" dirty="0">
                <a:solidFill>
                  <a:srgbClr val="CC0000"/>
                </a:solidFill>
                <a:ea typeface="楷体_GB2312" pitchFamily="49" charset="-122"/>
              </a:rPr>
              <a:t>student = </a:t>
            </a:r>
            <a:r>
              <a:rPr lang="en-US" altLang="zh-CN" sz="2000" b="1" dirty="0">
                <a:solidFill>
                  <a:srgbClr val="CC0000"/>
                </a:solidFill>
              </a:rPr>
              <a:t>{"20020306", "</a:t>
            </a:r>
            <a:r>
              <a:rPr lang="en-US" altLang="zh-CN" sz="2000" b="1" dirty="0" err="1">
                <a:solidFill>
                  <a:srgbClr val="CC0000"/>
                </a:solidFill>
              </a:rPr>
              <a:t>ZhangMing</a:t>
            </a:r>
            <a:r>
              <a:rPr lang="en-US" altLang="zh-CN" sz="2000" b="1" dirty="0">
                <a:solidFill>
                  <a:srgbClr val="CC0000"/>
                </a:solidFill>
              </a:rPr>
              <a:t>", 'M', 18, 1, 90};</a:t>
            </a:r>
            <a:r>
              <a:rPr lang="en-US" altLang="zh-CN" dirty="0"/>
              <a:t> </a:t>
            </a:r>
            <a:endParaRPr lang="en-US" altLang="zh-CN" sz="2000" b="1" dirty="0">
              <a:ea typeface="楷体_GB2312" pitchFamily="49" charset="-122"/>
            </a:endParaRPr>
          </a:p>
        </p:txBody>
      </p:sp>
      <p:sp>
        <p:nvSpPr>
          <p:cNvPr id="15" name="Rectangle 4">
            <a:extLst>
              <a:ext uri="{FF2B5EF4-FFF2-40B4-BE49-F238E27FC236}">
                <a16:creationId xmlns:a16="http://schemas.microsoft.com/office/drawing/2014/main" id="{5F0B7B32-6D93-45FD-90F4-F7B34FAB0D7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9062"/>
                                        </p:tgtEl>
                                        <p:attrNameLst>
                                          <p:attrName>style.visibility</p:attrName>
                                        </p:attrNameLst>
                                      </p:cBhvr>
                                      <p:to>
                                        <p:strVal val="visible"/>
                                      </p:to>
                                    </p:set>
                                    <p:anim calcmode="lin" valueType="num">
                                      <p:cBhvr additive="base">
                                        <p:cTn id="7" dur="500" fill="hold"/>
                                        <p:tgtEl>
                                          <p:spTgt spid="1069062"/>
                                        </p:tgtEl>
                                        <p:attrNameLst>
                                          <p:attrName>ppt_x</p:attrName>
                                        </p:attrNameLst>
                                      </p:cBhvr>
                                      <p:tavLst>
                                        <p:tav tm="0">
                                          <p:val>
                                            <p:strVal val="0-#ppt_w/2"/>
                                          </p:val>
                                        </p:tav>
                                        <p:tav tm="100000">
                                          <p:val>
                                            <p:strVal val="#ppt_x"/>
                                          </p:val>
                                        </p:tav>
                                      </p:tavLst>
                                    </p:anim>
                                    <p:anim calcmode="lin" valueType="num">
                                      <p:cBhvr additive="base">
                                        <p:cTn id="8" dur="500" fill="hold"/>
                                        <p:tgtEl>
                                          <p:spTgt spid="10690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69063"/>
                                        </p:tgtEl>
                                        <p:attrNameLst>
                                          <p:attrName>style.visibility</p:attrName>
                                        </p:attrNameLst>
                                      </p:cBhvr>
                                      <p:to>
                                        <p:strVal val="visible"/>
                                      </p:to>
                                    </p:set>
                                    <p:anim calcmode="lin" valueType="num">
                                      <p:cBhvr additive="base">
                                        <p:cTn id="13" dur="500" fill="hold"/>
                                        <p:tgtEl>
                                          <p:spTgt spid="1069063"/>
                                        </p:tgtEl>
                                        <p:attrNameLst>
                                          <p:attrName>ppt_x</p:attrName>
                                        </p:attrNameLst>
                                      </p:cBhvr>
                                      <p:tavLst>
                                        <p:tav tm="0">
                                          <p:val>
                                            <p:strVal val="0-#ppt_w/2"/>
                                          </p:val>
                                        </p:tav>
                                        <p:tav tm="100000">
                                          <p:val>
                                            <p:strVal val="#ppt_x"/>
                                          </p:val>
                                        </p:tav>
                                      </p:tavLst>
                                    </p:anim>
                                    <p:anim calcmode="lin" valueType="num">
                                      <p:cBhvr additive="base">
                                        <p:cTn id="14" dur="500" fill="hold"/>
                                        <p:tgtEl>
                                          <p:spTgt spid="106906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1069096"/>
                                        </p:tgtEl>
                                        <p:attrNameLst>
                                          <p:attrName>style.visibility</p:attrName>
                                        </p:attrNameLst>
                                      </p:cBhvr>
                                      <p:to>
                                        <p:strVal val="visible"/>
                                      </p:to>
                                    </p:set>
                                    <p:animEffect transition="in" filter="box(out)">
                                      <p:cBhvr>
                                        <p:cTn id="19" dur="500"/>
                                        <p:tgtEl>
                                          <p:spTgt spid="1069096"/>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69093"/>
                                        </p:tgtEl>
                                        <p:attrNameLst>
                                          <p:attrName>style.visibility</p:attrName>
                                        </p:attrNameLst>
                                      </p:cBhvr>
                                      <p:to>
                                        <p:strVal val="visible"/>
                                      </p:to>
                                    </p:set>
                                    <p:animEffect transition="in" filter="box(out)">
                                      <p:cBhvr>
                                        <p:cTn id="24" dur="500"/>
                                        <p:tgtEl>
                                          <p:spTgt spid="1069093"/>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069095"/>
                                        </p:tgtEl>
                                        <p:attrNameLst>
                                          <p:attrName>style.visibility</p:attrName>
                                        </p:attrNameLst>
                                      </p:cBhvr>
                                      <p:to>
                                        <p:strVal val="visible"/>
                                      </p:to>
                                    </p:set>
                                    <p:animEffect transition="in" filter="box(out)">
                                      <p:cBhvr>
                                        <p:cTn id="29" dur="500"/>
                                        <p:tgtEl>
                                          <p:spTgt spid="1069095"/>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par>
                                <p:cTn id="30" presetID="4" presetClass="entr" presetSubtype="32" fill="hold" grpId="0" nodeType="withEffect">
                                  <p:stCondLst>
                                    <p:cond delay="0"/>
                                  </p:stCondLst>
                                  <p:childTnLst>
                                    <p:set>
                                      <p:cBhvr>
                                        <p:cTn id="31" dur="1" fill="hold">
                                          <p:stCondLst>
                                            <p:cond delay="0"/>
                                          </p:stCondLst>
                                        </p:cTn>
                                        <p:tgtEl>
                                          <p:spTgt spid="1069094"/>
                                        </p:tgtEl>
                                        <p:attrNameLst>
                                          <p:attrName>style.visibility</p:attrName>
                                        </p:attrNameLst>
                                      </p:cBhvr>
                                      <p:to>
                                        <p:strVal val="visible"/>
                                      </p:to>
                                    </p:set>
                                    <p:animEffect transition="in" filter="box(out)">
                                      <p:cBhvr>
                                        <p:cTn id="32" dur="500"/>
                                        <p:tgtEl>
                                          <p:spTgt spid="1069094"/>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069097"/>
                                        </p:tgtEl>
                                        <p:attrNameLst>
                                          <p:attrName>style.visibility</p:attrName>
                                        </p:attrNameLst>
                                      </p:cBhvr>
                                      <p:to>
                                        <p:strVal val="visible"/>
                                      </p:to>
                                    </p:set>
                                    <p:animEffect transition="in" filter="box(out)">
                                      <p:cBhvr>
                                        <p:cTn id="37" dur="500"/>
                                        <p:tgtEl>
                                          <p:spTgt spid="1069097"/>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9062" grpId="0"/>
      <p:bldP spid="1069063" grpId="0"/>
      <p:bldP spid="1069093" grpId="0" animBg="1"/>
      <p:bldP spid="1069094" grpId="0" animBg="1"/>
      <p:bldP spid="1069095" grpId="0"/>
      <p:bldP spid="1069097"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1134" name="Rectangle 30" descr="信纸"/>
          <p:cNvSpPr>
            <a:spLocks noChangeArrowheads="1"/>
          </p:cNvSpPr>
          <p:nvPr/>
        </p:nvSpPr>
        <p:spPr bwMode="auto">
          <a:xfrm>
            <a:off x="7176517" y="4051301"/>
            <a:ext cx="4248075" cy="1958975"/>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effectLst>
                  <a:outerShdw blurRad="38100" dist="38100" dir="2700000" algn="tl">
                    <a:srgbClr val="FFFFFF"/>
                  </a:outerShdw>
                </a:effectLst>
              </a:rPr>
              <a:t>strcpy (stu1.no, stu.no);   </a:t>
            </a:r>
          </a:p>
          <a:p>
            <a:r>
              <a:rPr lang="en-US" altLang="zh-CN" sz="2000" b="1">
                <a:effectLst>
                  <a:outerShdw blurRad="38100" dist="38100" dir="2700000" algn="tl">
                    <a:srgbClr val="FFFFFF"/>
                  </a:outerShdw>
                </a:effectLst>
              </a:rPr>
              <a:t>strcpy (stu1.name, stu.name);</a:t>
            </a:r>
          </a:p>
          <a:p>
            <a:r>
              <a:rPr lang="en-US" altLang="zh-CN" sz="2000" b="1">
                <a:effectLst>
                  <a:outerShdw blurRad="38100" dist="38100" dir="2700000" algn="tl">
                    <a:srgbClr val="FFFFFF"/>
                  </a:outerShdw>
                </a:effectLst>
              </a:rPr>
              <a:t>stu1.sex = stu.sex;</a:t>
            </a:r>
          </a:p>
          <a:p>
            <a:r>
              <a:rPr lang="en-US" altLang="zh-CN" sz="2000" b="1">
                <a:effectLst>
                  <a:outerShdw blurRad="38100" dist="38100" dir="2700000" algn="tl">
                    <a:srgbClr val="FFFFFF"/>
                  </a:outerShdw>
                </a:effectLst>
              </a:rPr>
              <a:t>stu1.age = stu.age;</a:t>
            </a:r>
          </a:p>
          <a:p>
            <a:r>
              <a:rPr lang="en-US" altLang="zh-CN" sz="2000" b="1">
                <a:effectLst>
                  <a:outerShdw blurRad="38100" dist="38100" dir="2700000" algn="tl">
                    <a:srgbClr val="FFFFFF"/>
                  </a:outerShdw>
                </a:effectLst>
              </a:rPr>
              <a:t>stu1.classno = stu.classno;</a:t>
            </a:r>
          </a:p>
          <a:p>
            <a:r>
              <a:rPr lang="en-US" altLang="zh-CN" sz="2000" b="1">
                <a:effectLst>
                  <a:outerShdw blurRad="38100" dist="38100" dir="2700000" algn="tl">
                    <a:srgbClr val="FFFFFF"/>
                  </a:outerShdw>
                </a:effectLst>
              </a:rPr>
              <a:t>stu1.grade = stu.grade</a:t>
            </a:r>
            <a:r>
              <a:rPr lang="en-US" altLang="zh-CN" sz="2000"/>
              <a:t>;</a:t>
            </a:r>
          </a:p>
        </p:txBody>
      </p:sp>
      <p:sp>
        <p:nvSpPr>
          <p:cNvPr id="1071133" name="Rectangle 29" descr="信纸"/>
          <p:cNvSpPr>
            <a:spLocks noChangeArrowheads="1"/>
          </p:cNvSpPr>
          <p:nvPr/>
        </p:nvSpPr>
        <p:spPr bwMode="auto">
          <a:xfrm>
            <a:off x="1642545" y="2492896"/>
            <a:ext cx="4825852" cy="3482975"/>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C0000"/>
                </a:solidFill>
              </a:rPr>
              <a:t>struct</a:t>
            </a:r>
            <a:r>
              <a:rPr lang="en-US" altLang="zh-CN" sz="2000" b="1" dirty="0">
                <a:solidFill>
                  <a:srgbClr val="CC0000"/>
                </a:solidFill>
              </a:rPr>
              <a:t>  </a:t>
            </a:r>
            <a:r>
              <a:rPr lang="en-US" altLang="zh-CN" sz="2000" b="1" dirty="0" err="1">
                <a:solidFill>
                  <a:srgbClr val="CC0000"/>
                </a:solidFill>
              </a:rPr>
              <a:t>Student_Info</a:t>
            </a:r>
            <a:r>
              <a:rPr lang="en-US" altLang="zh-CN" sz="2000" b="1" dirty="0">
                <a:solidFill>
                  <a:srgbClr val="CC0000"/>
                </a:solidFill>
              </a:rPr>
              <a:t>  </a:t>
            </a:r>
            <a:r>
              <a:rPr lang="en-US" altLang="zh-CN" sz="2000" b="1" dirty="0" err="1">
                <a:solidFill>
                  <a:srgbClr val="CC0000"/>
                </a:solidFill>
              </a:rPr>
              <a:t>stu</a:t>
            </a:r>
            <a:r>
              <a:rPr lang="en-US" altLang="zh-CN" sz="2000" b="1" dirty="0">
                <a:solidFill>
                  <a:srgbClr val="CC0000"/>
                </a:solidFill>
              </a:rPr>
              <a:t>;</a:t>
            </a:r>
            <a:r>
              <a:rPr lang="en-US" altLang="zh-CN" sz="2000" b="1" dirty="0"/>
              <a:t> </a:t>
            </a:r>
          </a:p>
          <a:p>
            <a:endParaRPr lang="en-US" altLang="zh-CN" sz="2000" b="1" dirty="0"/>
          </a:p>
          <a:p>
            <a:r>
              <a:rPr lang="en-US" altLang="zh-CN" sz="2000" b="1" dirty="0" err="1"/>
              <a:t>strcpy</a:t>
            </a:r>
            <a:r>
              <a:rPr lang="en-US" altLang="zh-CN" sz="2000" b="1" dirty="0"/>
              <a:t> (</a:t>
            </a:r>
            <a:r>
              <a:rPr lang="en-US" altLang="zh-CN" sz="2000" b="1" dirty="0" err="1"/>
              <a:t>stu.no</a:t>
            </a:r>
            <a:r>
              <a:rPr lang="en-US" altLang="zh-CN" sz="2000" b="1" dirty="0"/>
              <a:t>, "20020306");   </a:t>
            </a:r>
          </a:p>
          <a:p>
            <a:r>
              <a:rPr lang="en-US" altLang="zh-CN" sz="2000" b="1" dirty="0" err="1"/>
              <a:t>strcpy</a:t>
            </a:r>
            <a:r>
              <a:rPr lang="en-US" altLang="zh-CN" sz="2000" b="1" dirty="0"/>
              <a:t> (stu.name, "</a:t>
            </a:r>
            <a:r>
              <a:rPr lang="en-US" altLang="zh-CN" sz="2000" b="1" dirty="0" err="1"/>
              <a:t>ZhangMing</a:t>
            </a:r>
            <a:r>
              <a:rPr lang="en-US" altLang="zh-CN" sz="2000" b="1" dirty="0"/>
              <a:t>");</a:t>
            </a:r>
          </a:p>
          <a:p>
            <a:r>
              <a:rPr lang="en-US" altLang="zh-CN" sz="2000" b="1" dirty="0"/>
              <a:t>stu.sex = 'M';</a:t>
            </a:r>
          </a:p>
          <a:p>
            <a:r>
              <a:rPr lang="en-US" altLang="zh-CN" sz="2000" b="1" dirty="0" err="1"/>
              <a:t>stu.age</a:t>
            </a:r>
            <a:r>
              <a:rPr lang="en-US" altLang="zh-CN" sz="2000" b="1" dirty="0"/>
              <a:t> = 18;</a:t>
            </a:r>
          </a:p>
          <a:p>
            <a:r>
              <a:rPr lang="en-US" altLang="zh-CN" sz="2000" b="1" dirty="0" err="1"/>
              <a:t>stu.classno</a:t>
            </a:r>
            <a:r>
              <a:rPr lang="en-US" altLang="zh-CN" sz="2000" b="1" dirty="0"/>
              <a:t> = 1;</a:t>
            </a:r>
          </a:p>
          <a:p>
            <a:r>
              <a:rPr lang="en-US" altLang="zh-CN" sz="2000" b="1" dirty="0" err="1"/>
              <a:t>stu.grade</a:t>
            </a:r>
            <a:r>
              <a:rPr lang="en-US" altLang="zh-CN" sz="2000" b="1" dirty="0"/>
              <a:t> = 90;</a:t>
            </a:r>
          </a:p>
          <a:p>
            <a:endParaRPr lang="en-US" altLang="zh-CN" sz="2000" b="1" dirty="0"/>
          </a:p>
          <a:p>
            <a:r>
              <a:rPr lang="en-US" altLang="zh-CN" sz="2000" b="1" dirty="0" err="1">
                <a:solidFill>
                  <a:srgbClr val="C00000"/>
                </a:solidFill>
              </a:rPr>
              <a:t>struct</a:t>
            </a:r>
            <a:r>
              <a:rPr lang="en-US" altLang="zh-CN" sz="2000" b="1" dirty="0">
                <a:solidFill>
                  <a:srgbClr val="C00000"/>
                </a:solidFill>
              </a:rPr>
              <a:t>  </a:t>
            </a:r>
            <a:r>
              <a:rPr lang="en-US" altLang="zh-CN" sz="2000" b="1" dirty="0" err="1">
                <a:solidFill>
                  <a:srgbClr val="C00000"/>
                </a:solidFill>
              </a:rPr>
              <a:t>Student_Info</a:t>
            </a:r>
            <a:r>
              <a:rPr lang="en-US" altLang="zh-CN" sz="2000" b="1" dirty="0">
                <a:solidFill>
                  <a:srgbClr val="C00000"/>
                </a:solidFill>
              </a:rPr>
              <a:t>  stu1;</a:t>
            </a:r>
          </a:p>
          <a:p>
            <a:r>
              <a:rPr lang="en-US" altLang="zh-CN" sz="2000" b="1" dirty="0"/>
              <a:t>stu1 = </a:t>
            </a:r>
            <a:r>
              <a:rPr lang="en-US" altLang="zh-CN" sz="2000" b="1" dirty="0" err="1"/>
              <a:t>stu</a:t>
            </a:r>
            <a:r>
              <a:rPr lang="en-US" altLang="zh-CN" sz="2000" b="1" dirty="0"/>
              <a:t>;</a:t>
            </a:r>
          </a:p>
        </p:txBody>
      </p:sp>
      <p:sp>
        <p:nvSpPr>
          <p:cNvPr id="1071109" name="Rectangle 5"/>
          <p:cNvSpPr>
            <a:spLocks noChangeArrowheads="1"/>
          </p:cNvSpPr>
          <p:nvPr/>
        </p:nvSpPr>
        <p:spPr bwMode="auto">
          <a:xfrm>
            <a:off x="596901" y="783824"/>
            <a:ext cx="3610284"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3</a:t>
            </a:r>
            <a:r>
              <a:rPr lang="zh-CN" altLang="en-US" sz="2800" b="1" dirty="0">
                <a:solidFill>
                  <a:srgbClr val="C00000"/>
                </a:solidFill>
                <a:latin typeface="楷体" panose="02010609060101010101" pitchFamily="49" charset="-122"/>
                <a:ea typeface="楷体" panose="02010609060101010101" pitchFamily="49" charset="-122"/>
              </a:rPr>
              <a:t>、结构体变量的赋值</a:t>
            </a:r>
          </a:p>
        </p:txBody>
      </p:sp>
      <p:sp>
        <p:nvSpPr>
          <p:cNvPr id="1071110" name="Rectangle 6"/>
          <p:cNvSpPr>
            <a:spLocks noChangeArrowheads="1"/>
          </p:cNvSpPr>
          <p:nvPr/>
        </p:nvSpPr>
        <p:spPr bwMode="auto">
          <a:xfrm>
            <a:off x="1199456" y="1278797"/>
            <a:ext cx="3988592"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结构体变量在程序中赋值</a:t>
            </a:r>
          </a:p>
        </p:txBody>
      </p:sp>
      <p:sp>
        <p:nvSpPr>
          <p:cNvPr id="1071119" name="Rectangle 15"/>
          <p:cNvSpPr>
            <a:spLocks noChangeArrowheads="1"/>
          </p:cNvSpPr>
          <p:nvPr/>
        </p:nvSpPr>
        <p:spPr bwMode="auto">
          <a:xfrm>
            <a:off x="695325" y="1680435"/>
            <a:ext cx="11017468" cy="1200329"/>
          </a:xfrm>
          <a:prstGeom prst="rect">
            <a:avLst/>
          </a:prstGeom>
          <a:noFill/>
          <a:ln w="9525">
            <a:noFill/>
            <a:miter lim="800000"/>
            <a:headEnd/>
            <a:tailEnd/>
          </a:ln>
          <a:effectLst/>
        </p:spPr>
        <p:txBody>
          <a:bodyPr wrap="square" anchor="ctr">
            <a:spAutoFit/>
          </a:bodyPr>
          <a:lstStyle/>
          <a:p>
            <a:r>
              <a:rPr lang="en-US" altLang="zh-CN" dirty="0">
                <a:latin typeface="+mn-lt"/>
                <a:ea typeface="楷体" pitchFamily="49" charset="-122"/>
              </a:rPr>
              <a:t>        </a:t>
            </a:r>
            <a:r>
              <a:rPr lang="zh-CN" altLang="en-US" b="1" dirty="0">
                <a:latin typeface="+mn-lt"/>
                <a:ea typeface="楷体" pitchFamily="49" charset="-122"/>
              </a:rPr>
              <a:t>如果在定义结构体变量时并未对其赋初始值，那么在程序中要对它赋值的话，就只能一个一个地对其成员</a:t>
            </a:r>
            <a:r>
              <a:rPr lang="zh-CN" altLang="en-US" b="1" dirty="0">
                <a:solidFill>
                  <a:srgbClr val="990000"/>
                </a:solidFill>
                <a:latin typeface="+mn-lt"/>
                <a:ea typeface="楷体" pitchFamily="49" charset="-122"/>
              </a:rPr>
              <a:t>逐一赋值</a:t>
            </a:r>
            <a:r>
              <a:rPr lang="zh-CN" altLang="en-US" b="1" dirty="0">
                <a:latin typeface="+mn-lt"/>
                <a:ea typeface="楷体" pitchFamily="49" charset="-122"/>
              </a:rPr>
              <a:t>，或者</a:t>
            </a:r>
            <a:r>
              <a:rPr lang="zh-CN" altLang="en-US" b="1" dirty="0">
                <a:solidFill>
                  <a:srgbClr val="990000"/>
                </a:solidFill>
                <a:latin typeface="+mn-lt"/>
                <a:ea typeface="楷体" pitchFamily="49" charset="-122"/>
              </a:rPr>
              <a:t>用已赋值的同类型的结构体变量对它赋值</a:t>
            </a:r>
            <a:r>
              <a:rPr lang="zh-CN" altLang="en-US" b="1" dirty="0">
                <a:latin typeface="+mn-lt"/>
                <a:ea typeface="楷体" pitchFamily="49" charset="-122"/>
              </a:rPr>
              <a:t> </a:t>
            </a:r>
          </a:p>
        </p:txBody>
      </p:sp>
      <p:grpSp>
        <p:nvGrpSpPr>
          <p:cNvPr id="1071125" name="Group 21"/>
          <p:cNvGrpSpPr>
            <a:grpSpLocks/>
          </p:cNvGrpSpPr>
          <p:nvPr/>
        </p:nvGrpSpPr>
        <p:grpSpPr bwMode="auto">
          <a:xfrm>
            <a:off x="1715571" y="2892947"/>
            <a:ext cx="6481758" cy="2178051"/>
            <a:chOff x="657" y="1514"/>
            <a:chExt cx="4083" cy="1372"/>
          </a:xfrm>
        </p:grpSpPr>
        <p:sp>
          <p:nvSpPr>
            <p:cNvPr id="1071122" name="Rectangle 18"/>
            <p:cNvSpPr>
              <a:spLocks noChangeArrowheads="1"/>
            </p:cNvSpPr>
            <p:nvPr/>
          </p:nvSpPr>
          <p:spPr bwMode="auto">
            <a:xfrm>
              <a:off x="657" y="1616"/>
              <a:ext cx="2359" cy="1270"/>
            </a:xfrm>
            <a:prstGeom prst="rect">
              <a:avLst/>
            </a:prstGeom>
            <a:noFill/>
            <a:ln w="28575">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071121" name="AutoShape 17"/>
            <p:cNvSpPr>
              <a:spLocks noChangeArrowheads="1"/>
            </p:cNvSpPr>
            <p:nvPr/>
          </p:nvSpPr>
          <p:spPr bwMode="auto">
            <a:xfrm>
              <a:off x="3833" y="1514"/>
              <a:ext cx="907" cy="317"/>
            </a:xfrm>
            <a:prstGeom prst="wedgeRoundRectCallout">
              <a:avLst>
                <a:gd name="adj1" fmla="val -160816"/>
                <a:gd name="adj2" fmla="val 200787"/>
                <a:gd name="adj3" fmla="val 16667"/>
              </a:avLst>
            </a:prstGeom>
            <a:gradFill rotWithShape="1">
              <a:gsLst>
                <a:gs pos="0">
                  <a:srgbClr val="CFCFD1"/>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逐一赋值 </a:t>
              </a:r>
            </a:p>
          </p:txBody>
        </p:sp>
      </p:grpSp>
      <p:grpSp>
        <p:nvGrpSpPr>
          <p:cNvPr id="1071126" name="Group 22"/>
          <p:cNvGrpSpPr>
            <a:grpSpLocks/>
          </p:cNvGrpSpPr>
          <p:nvPr/>
        </p:nvGrpSpPr>
        <p:grpSpPr bwMode="auto">
          <a:xfrm>
            <a:off x="37583" y="4351861"/>
            <a:ext cx="3267075" cy="1558926"/>
            <a:chOff x="-400" y="2433"/>
            <a:chExt cx="2058" cy="982"/>
          </a:xfrm>
        </p:grpSpPr>
        <p:sp>
          <p:nvSpPr>
            <p:cNvPr id="1071123" name="Rectangle 19"/>
            <p:cNvSpPr>
              <a:spLocks noChangeArrowheads="1"/>
            </p:cNvSpPr>
            <p:nvPr/>
          </p:nvSpPr>
          <p:spPr bwMode="auto">
            <a:xfrm>
              <a:off x="660" y="3234"/>
              <a:ext cx="998" cy="181"/>
            </a:xfrm>
            <a:prstGeom prst="rect">
              <a:avLst/>
            </a:prstGeom>
            <a:noFill/>
            <a:ln w="28575">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071124" name="AutoShape 20"/>
            <p:cNvSpPr>
              <a:spLocks noChangeArrowheads="1"/>
            </p:cNvSpPr>
            <p:nvPr/>
          </p:nvSpPr>
          <p:spPr bwMode="auto">
            <a:xfrm>
              <a:off x="-400" y="2433"/>
              <a:ext cx="958" cy="850"/>
            </a:xfrm>
            <a:prstGeom prst="wedgeRoundRectCallout">
              <a:avLst>
                <a:gd name="adj1" fmla="val 60129"/>
                <a:gd name="adj2" fmla="val 60999"/>
                <a:gd name="adj3" fmla="val 16667"/>
              </a:avLst>
            </a:prstGeom>
            <a:gradFill rotWithShape="1">
              <a:gsLst>
                <a:gs pos="0">
                  <a:srgbClr val="CFCFD1"/>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利用已赋值的结构体变量赋值 </a:t>
              </a:r>
            </a:p>
          </p:txBody>
        </p:sp>
      </p:grpSp>
      <p:sp>
        <p:nvSpPr>
          <p:cNvPr id="1071128" name="AutoShape 24"/>
          <p:cNvSpPr>
            <a:spLocks noChangeArrowheads="1"/>
          </p:cNvSpPr>
          <p:nvPr/>
        </p:nvSpPr>
        <p:spPr bwMode="auto">
          <a:xfrm>
            <a:off x="3515795" y="5701902"/>
            <a:ext cx="3744910" cy="216819"/>
          </a:xfrm>
          <a:prstGeom prst="leftRightArrow">
            <a:avLst>
              <a:gd name="adj1" fmla="val 50000"/>
              <a:gd name="adj2" fmla="val 227154"/>
            </a:avLst>
          </a:prstGeom>
          <a:gradFill rotWithShape="1">
            <a:gsLst>
              <a:gs pos="0">
                <a:srgbClr val="BEDFC4"/>
              </a:gs>
              <a:gs pos="100000">
                <a:srgbClr val="00FFFF">
                  <a:gamma/>
                  <a:shade val="46275"/>
                  <a:invGamma/>
                </a:srgbClr>
              </a:gs>
            </a:gsLst>
            <a:lin ang="5400000" scaled="1"/>
          </a:gradFill>
          <a:ln w="9525">
            <a:no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71130" name="Rectangle 26" descr="信纸"/>
          <p:cNvSpPr>
            <a:spLocks noChangeArrowheads="1"/>
          </p:cNvSpPr>
          <p:nvPr/>
        </p:nvSpPr>
        <p:spPr bwMode="auto">
          <a:xfrm>
            <a:off x="1630589" y="6309320"/>
            <a:ext cx="6697659" cy="400110"/>
          </a:xfrm>
          <a:prstGeom prst="rect">
            <a:avLst/>
          </a:prstGeom>
          <a:gradFill>
            <a:gsLst>
              <a:gs pos="0">
                <a:srgbClr val="CFCFD1"/>
              </a:gs>
              <a:gs pos="100000">
                <a:schemeClr val="bg1"/>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002060"/>
                </a:solidFill>
              </a:rPr>
              <a:t>memcpy</a:t>
            </a:r>
            <a:r>
              <a:rPr lang="en-US" altLang="zh-CN" sz="2000" b="1" dirty="0">
                <a:solidFill>
                  <a:schemeClr val="accent2"/>
                </a:solidFill>
              </a:rPr>
              <a:t> </a:t>
            </a:r>
            <a:r>
              <a:rPr lang="en-US" altLang="zh-CN" sz="2000" b="1" dirty="0"/>
              <a:t>(&amp;stu1, &amp;</a:t>
            </a:r>
            <a:r>
              <a:rPr lang="en-US" altLang="zh-CN" sz="2000" b="1" dirty="0" err="1"/>
              <a:t>stu</a:t>
            </a:r>
            <a:r>
              <a:rPr lang="en-US" altLang="zh-CN" sz="2000" b="1" dirty="0"/>
              <a:t>, </a:t>
            </a:r>
            <a:r>
              <a:rPr lang="en-US" altLang="zh-CN" sz="2000" b="1" dirty="0" err="1"/>
              <a:t>sizeof</a:t>
            </a:r>
            <a:r>
              <a:rPr lang="en-US" altLang="zh-CN" sz="2000" b="1" dirty="0"/>
              <a:t>(struct </a:t>
            </a:r>
            <a:r>
              <a:rPr lang="en-US" altLang="zh-CN" sz="2000" b="1" dirty="0" err="1"/>
              <a:t>Student_Info</a:t>
            </a:r>
            <a:r>
              <a:rPr lang="en-US" altLang="zh-CN" sz="2000" b="1" dirty="0"/>
              <a:t>));</a:t>
            </a:r>
          </a:p>
        </p:txBody>
      </p:sp>
      <p:sp>
        <p:nvSpPr>
          <p:cNvPr id="1071132" name="AutoShape 28"/>
          <p:cNvSpPr>
            <a:spLocks noChangeArrowheads="1"/>
          </p:cNvSpPr>
          <p:nvPr/>
        </p:nvSpPr>
        <p:spPr bwMode="auto">
          <a:xfrm rot="-5400000">
            <a:off x="2217529" y="5972388"/>
            <a:ext cx="352948" cy="347214"/>
          </a:xfrm>
          <a:prstGeom prst="leftRightArrow">
            <a:avLst>
              <a:gd name="adj1" fmla="val 50000"/>
              <a:gd name="adj2" fmla="val 30055"/>
            </a:avLst>
          </a:prstGeom>
          <a:gradFill rotWithShape="1">
            <a:gsLst>
              <a:gs pos="0">
                <a:srgbClr val="BEDFC4"/>
              </a:gs>
              <a:gs pos="100000">
                <a:srgbClr val="00FFFF">
                  <a:gamma/>
                  <a:shade val="46275"/>
                  <a:invGamma/>
                </a:srgbClr>
              </a:gs>
            </a:gsLst>
            <a:lin ang="5400000" scaled="1"/>
          </a:gradFill>
          <a:ln w="9525">
            <a:no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2" name="椭圆 1">
            <a:extLst>
              <a:ext uri="{FF2B5EF4-FFF2-40B4-BE49-F238E27FC236}">
                <a16:creationId xmlns:a16="http://schemas.microsoft.com/office/drawing/2014/main" id="{0D903A1B-51A4-4951-9509-66DCD560D2F3}"/>
              </a:ext>
            </a:extLst>
          </p:cNvPr>
          <p:cNvSpPr/>
          <p:nvPr/>
        </p:nvSpPr>
        <p:spPr bwMode="auto">
          <a:xfrm>
            <a:off x="11856640" y="6637398"/>
            <a:ext cx="144016" cy="120593"/>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20" name="Rectangle 4">
            <a:extLst>
              <a:ext uri="{FF2B5EF4-FFF2-40B4-BE49-F238E27FC236}">
                <a16:creationId xmlns:a16="http://schemas.microsoft.com/office/drawing/2014/main" id="{37F4AE88-1E3A-45A5-95D2-767E1FB6F29E}"/>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71110"/>
                                        </p:tgtEl>
                                        <p:attrNameLst>
                                          <p:attrName>style.visibility</p:attrName>
                                        </p:attrNameLst>
                                      </p:cBhvr>
                                      <p:to>
                                        <p:strVal val="visible"/>
                                      </p:to>
                                    </p:set>
                                    <p:anim calcmode="lin" valueType="num">
                                      <p:cBhvr additive="base">
                                        <p:cTn id="7" dur="500" fill="hold"/>
                                        <p:tgtEl>
                                          <p:spTgt spid="1071110"/>
                                        </p:tgtEl>
                                        <p:attrNameLst>
                                          <p:attrName>ppt_x</p:attrName>
                                        </p:attrNameLst>
                                      </p:cBhvr>
                                      <p:tavLst>
                                        <p:tav tm="0">
                                          <p:val>
                                            <p:strVal val="0-#ppt_w/2"/>
                                          </p:val>
                                        </p:tav>
                                        <p:tav tm="100000">
                                          <p:val>
                                            <p:strVal val="#ppt_x"/>
                                          </p:val>
                                        </p:tav>
                                      </p:tavLst>
                                    </p:anim>
                                    <p:anim calcmode="lin" valueType="num">
                                      <p:cBhvr additive="base">
                                        <p:cTn id="8" dur="500" fill="hold"/>
                                        <p:tgtEl>
                                          <p:spTgt spid="10711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71119"/>
                                        </p:tgtEl>
                                        <p:attrNameLst>
                                          <p:attrName>style.visibility</p:attrName>
                                        </p:attrNameLst>
                                      </p:cBhvr>
                                      <p:to>
                                        <p:strVal val="visible"/>
                                      </p:to>
                                    </p:set>
                                    <p:animEffect transition="in" filter="box(out)">
                                      <p:cBhvr>
                                        <p:cTn id="13" dur="500"/>
                                        <p:tgtEl>
                                          <p:spTgt spid="107111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71133"/>
                                        </p:tgtEl>
                                        <p:attrNameLst>
                                          <p:attrName>style.visibility</p:attrName>
                                        </p:attrNameLst>
                                      </p:cBhvr>
                                      <p:to>
                                        <p:strVal val="visible"/>
                                      </p:to>
                                    </p:set>
                                    <p:animEffect transition="in" filter="box(out)">
                                      <p:cBhvr>
                                        <p:cTn id="18" dur="500"/>
                                        <p:tgtEl>
                                          <p:spTgt spid="1071133"/>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1071125"/>
                                        </p:tgtEl>
                                        <p:attrNameLst>
                                          <p:attrName>style.visibility</p:attrName>
                                        </p:attrNameLst>
                                      </p:cBhvr>
                                      <p:to>
                                        <p:strVal val="visible"/>
                                      </p:to>
                                    </p:set>
                                    <p:animEffect transition="in" filter="strips(upRight)">
                                      <p:cBhvr>
                                        <p:cTn id="23" dur="500"/>
                                        <p:tgtEl>
                                          <p:spTgt spid="1071125"/>
                                        </p:tgtEl>
                                      </p:cBhvr>
                                    </p:animEffect>
                                  </p:childTnLst>
                                  <p:subTnLst>
                                    <p:audio>
                                      <p:cMediaNode>
                                        <p:cTn display="0" masterRel="sameClick">
                                          <p:stCondLst>
                                            <p:cond evt="begin" delay="0">
                                              <p:tn val="21"/>
                                            </p:cond>
                                          </p:stCondLst>
                                          <p:endCondLst>
                                            <p:cond evt="onStopAudio" delay="0">
                                              <p:tgtEl>
                                                <p:sldTgt/>
                                              </p:tgtEl>
                                            </p:cond>
                                          </p:endCondLst>
                                        </p:cTn>
                                        <p:tgtEl>
                                          <p:sndTgt r:embed="rId5" name="laser.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6" fill="hold" nodeType="clickEffect">
                                  <p:stCondLst>
                                    <p:cond delay="0"/>
                                  </p:stCondLst>
                                  <p:childTnLst>
                                    <p:set>
                                      <p:cBhvr>
                                        <p:cTn id="27" dur="1" fill="hold">
                                          <p:stCondLst>
                                            <p:cond delay="0"/>
                                          </p:stCondLst>
                                        </p:cTn>
                                        <p:tgtEl>
                                          <p:spTgt spid="1071126"/>
                                        </p:tgtEl>
                                        <p:attrNameLst>
                                          <p:attrName>style.visibility</p:attrName>
                                        </p:attrNameLst>
                                      </p:cBhvr>
                                      <p:to>
                                        <p:strVal val="visible"/>
                                      </p:to>
                                    </p:set>
                                    <p:animEffect transition="in" filter="strips(downRight)">
                                      <p:cBhvr>
                                        <p:cTn id="28" dur="500"/>
                                        <p:tgtEl>
                                          <p:spTgt spid="1071126"/>
                                        </p:tgtEl>
                                      </p:cBhvr>
                                    </p:animEffect>
                                  </p:childTnLst>
                                  <p:subTnLst>
                                    <p:audio>
                                      <p:cMediaNode>
                                        <p:cTn display="0" masterRel="sameClick">
                                          <p:stCondLst>
                                            <p:cond evt="begin" delay="0">
                                              <p:tn val="26"/>
                                            </p:cond>
                                          </p:stCondLst>
                                          <p:endCondLst>
                                            <p:cond evt="onStopAudio" delay="0">
                                              <p:tgtEl>
                                                <p:sldTgt/>
                                              </p:tgtEl>
                                            </p:cond>
                                          </p:endCondLst>
                                        </p:cTn>
                                        <p:tgtEl>
                                          <p:sndTgt r:embed="rId5" name="laser.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1071128"/>
                                        </p:tgtEl>
                                        <p:attrNameLst>
                                          <p:attrName>style.visibility</p:attrName>
                                        </p:attrNameLst>
                                      </p:cBhvr>
                                      <p:to>
                                        <p:strVal val="visible"/>
                                      </p:to>
                                    </p:set>
                                    <p:animEffect transition="in" filter="strips(downRight)">
                                      <p:cBhvr>
                                        <p:cTn id="33" dur="500"/>
                                        <p:tgtEl>
                                          <p:spTgt spid="1071128"/>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par>
                          <p:cTn id="34" fill="hold">
                            <p:stCondLst>
                              <p:cond delay="500"/>
                            </p:stCondLst>
                            <p:childTnLst>
                              <p:par>
                                <p:cTn id="35" presetID="4" presetClass="entr" presetSubtype="32" fill="hold" grpId="0" nodeType="afterEffect">
                                  <p:stCondLst>
                                    <p:cond delay="0"/>
                                  </p:stCondLst>
                                  <p:childTnLst>
                                    <p:set>
                                      <p:cBhvr>
                                        <p:cTn id="36" dur="1" fill="hold">
                                          <p:stCondLst>
                                            <p:cond delay="0"/>
                                          </p:stCondLst>
                                        </p:cTn>
                                        <p:tgtEl>
                                          <p:spTgt spid="1071134"/>
                                        </p:tgtEl>
                                        <p:attrNameLst>
                                          <p:attrName>style.visibility</p:attrName>
                                        </p:attrNameLst>
                                      </p:cBhvr>
                                      <p:to>
                                        <p:strVal val="visible"/>
                                      </p:to>
                                    </p:set>
                                    <p:animEffect transition="in" filter="box(out)">
                                      <p:cBhvr>
                                        <p:cTn id="37" dur="500"/>
                                        <p:tgtEl>
                                          <p:spTgt spid="1071134"/>
                                        </p:tgtEl>
                                      </p:cBhvr>
                                    </p:animEffect>
                                  </p:childTnLst>
                                  <p:subTnLst>
                                    <p:audio>
                                      <p:cMediaNode>
                                        <p:cTn display="0" masterRel="sameClick">
                                          <p:stCondLst>
                                            <p:cond evt="begin" delay="0">
                                              <p:tn val="35"/>
                                            </p:cond>
                                          </p:stCondLst>
                                          <p:endCondLst>
                                            <p:cond evt="onStopAudio" delay="0">
                                              <p:tgtEl>
                                                <p:sldTgt/>
                                              </p:tgtEl>
                                            </p:cond>
                                          </p:endCondLst>
                                        </p:cTn>
                                        <p:tgtEl>
                                          <p:sndTgt r:embed="rId6" name="chimes.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1071132"/>
                                        </p:tgtEl>
                                        <p:attrNameLst>
                                          <p:attrName>style.visibility</p:attrName>
                                        </p:attrNameLst>
                                      </p:cBhvr>
                                      <p:to>
                                        <p:strVal val="visible"/>
                                      </p:to>
                                    </p:set>
                                    <p:animEffect transition="in" filter="strips(downRight)">
                                      <p:cBhvr>
                                        <p:cTn id="42" dur="500"/>
                                        <p:tgtEl>
                                          <p:spTgt spid="1071132"/>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p:stCondLst>
                              <p:cond delay="500"/>
                            </p:stCondLst>
                            <p:childTnLst>
                              <p:par>
                                <p:cTn id="44" presetID="4" presetClass="entr" presetSubtype="32" fill="hold" grpId="0" nodeType="afterEffect">
                                  <p:stCondLst>
                                    <p:cond delay="0"/>
                                  </p:stCondLst>
                                  <p:childTnLst>
                                    <p:set>
                                      <p:cBhvr>
                                        <p:cTn id="45" dur="1" fill="hold">
                                          <p:stCondLst>
                                            <p:cond delay="0"/>
                                          </p:stCondLst>
                                        </p:cTn>
                                        <p:tgtEl>
                                          <p:spTgt spid="1071130"/>
                                        </p:tgtEl>
                                        <p:attrNameLst>
                                          <p:attrName>style.visibility</p:attrName>
                                        </p:attrNameLst>
                                      </p:cBhvr>
                                      <p:to>
                                        <p:strVal val="visible"/>
                                      </p:to>
                                    </p:set>
                                    <p:animEffect transition="in" filter="box(out)">
                                      <p:cBhvr>
                                        <p:cTn id="46" dur="500"/>
                                        <p:tgtEl>
                                          <p:spTgt spid="1071130"/>
                                        </p:tgtEl>
                                      </p:cBhvr>
                                    </p:animEffect>
                                  </p:childTnLst>
                                  <p:subTnLst>
                                    <p:audio>
                                      <p:cMediaNode>
                                        <p:cTn display="0" masterRel="sameClick">
                                          <p:stCondLst>
                                            <p:cond evt="begin" delay="0">
                                              <p:tn val="44"/>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1134" grpId="0" animBg="1"/>
      <p:bldP spid="1071133" grpId="0" animBg="1"/>
      <p:bldP spid="1071110" grpId="0"/>
      <p:bldP spid="1071119" grpId="0"/>
      <p:bldP spid="1071128" grpId="0" animBg="1"/>
      <p:bldP spid="1071130" grpId="0" animBg="1"/>
      <p:bldP spid="1071132"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3159" name="Rectangle 7"/>
          <p:cNvSpPr>
            <a:spLocks noChangeArrowheads="1"/>
          </p:cNvSpPr>
          <p:nvPr/>
        </p:nvSpPr>
        <p:spPr bwMode="auto">
          <a:xfrm>
            <a:off x="839118" y="811560"/>
            <a:ext cx="7777162" cy="457200"/>
          </a:xfrm>
          <a:prstGeom prst="rect">
            <a:avLst/>
          </a:prstGeom>
          <a:noFill/>
          <a:ln w="9525">
            <a:noFill/>
            <a:miter lim="800000"/>
            <a:headEnd/>
            <a:tailEnd/>
          </a:ln>
          <a:effectLst/>
        </p:spPr>
        <p:txBody>
          <a:bodyPr anchor="ctr">
            <a:spAutoFit/>
          </a:bodyPr>
          <a:lstStyle/>
          <a:p>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计算学生</a:t>
            </a:r>
            <a:r>
              <a:rPr lang="en-US" altLang="zh-CN" b="1" dirty="0">
                <a:solidFill>
                  <a:srgbClr val="C00000"/>
                </a:solidFill>
                <a:latin typeface="楷体" panose="02010609060101010101" pitchFamily="49" charset="-122"/>
                <a:ea typeface="楷体" panose="02010609060101010101" pitchFamily="49" charset="-122"/>
              </a:rPr>
              <a:t>5</a:t>
            </a:r>
            <a:r>
              <a:rPr lang="zh-CN" altLang="en-US" b="1" dirty="0">
                <a:solidFill>
                  <a:srgbClr val="C00000"/>
                </a:solidFill>
                <a:latin typeface="楷体" panose="02010609060101010101" pitchFamily="49" charset="-122"/>
                <a:ea typeface="楷体" panose="02010609060101010101" pitchFamily="49" charset="-122"/>
              </a:rPr>
              <a:t>门课的平均成绩，最高分和最低分。</a:t>
            </a:r>
          </a:p>
        </p:txBody>
      </p:sp>
      <p:sp>
        <p:nvSpPr>
          <p:cNvPr id="1073171" name="Rectangle 19" descr="信纸"/>
          <p:cNvSpPr>
            <a:spLocks noChangeArrowheads="1"/>
          </p:cNvSpPr>
          <p:nvPr/>
        </p:nvSpPr>
        <p:spPr bwMode="auto">
          <a:xfrm>
            <a:off x="597612" y="836614"/>
            <a:ext cx="5400675" cy="4702175"/>
          </a:xfrm>
          <a:prstGeom prst="rect">
            <a:avLst/>
          </a:prstGeom>
          <a:gradFill>
            <a:gsLst>
              <a:gs pos="0">
                <a:srgbClr val="CFCFD1"/>
              </a:gs>
              <a:gs pos="100000">
                <a:schemeClr val="bg1"/>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endParaRPr lang="en-US" altLang="zh-CN" sz="2000" b="1" dirty="0">
              <a:ea typeface="楷体_GB2312" pitchFamily="49" charset="-122"/>
            </a:endParaRPr>
          </a:p>
          <a:p>
            <a:pPr marL="457200" indent="-457200"/>
            <a:r>
              <a:rPr lang="en-US" altLang="zh-CN" sz="2000" b="1" dirty="0" err="1">
                <a:solidFill>
                  <a:srgbClr val="7030A0"/>
                </a:solidFill>
                <a:ea typeface="楷体_GB2312" pitchFamily="49" charset="-122"/>
              </a:rPr>
              <a:t>struct</a:t>
            </a:r>
            <a:r>
              <a:rPr lang="en-US" altLang="zh-CN" sz="2000" b="1" dirty="0">
                <a:solidFill>
                  <a:srgbClr val="7030A0"/>
                </a:solidFill>
                <a:ea typeface="楷体_GB2312" pitchFamily="49" charset="-122"/>
              </a:rPr>
              <a:t> score</a:t>
            </a:r>
          </a:p>
          <a:p>
            <a:pPr marL="457200" indent="-457200"/>
            <a:r>
              <a:rPr lang="en-US" altLang="zh-CN" sz="2000" b="1" dirty="0">
                <a:solidFill>
                  <a:srgbClr val="7030A0"/>
                </a:solidFill>
                <a:ea typeface="楷体_GB2312" pitchFamily="49" charset="-122"/>
              </a:rPr>
              <a:t>{</a:t>
            </a:r>
          </a:p>
          <a:p>
            <a:pPr marL="457200" indent="-457200"/>
            <a:r>
              <a:rPr lang="en-US" altLang="zh-CN" sz="2000" b="1" dirty="0">
                <a:solidFill>
                  <a:srgbClr val="7030A0"/>
                </a:solidFill>
                <a:ea typeface="楷体_GB2312" pitchFamily="49" charset="-122"/>
              </a:rPr>
              <a:t>  float grade[5];</a:t>
            </a:r>
          </a:p>
          <a:p>
            <a:pPr marL="457200" indent="-457200"/>
            <a:r>
              <a:rPr lang="en-US" altLang="zh-CN" sz="2000" b="1" dirty="0">
                <a:solidFill>
                  <a:srgbClr val="7030A0"/>
                </a:solidFill>
                <a:ea typeface="楷体_GB2312" pitchFamily="49" charset="-122"/>
              </a:rPr>
              <a:t>  float </a:t>
            </a:r>
            <a:r>
              <a:rPr lang="en-US" altLang="zh-CN" sz="2000" b="1" dirty="0" err="1">
                <a:solidFill>
                  <a:srgbClr val="7030A0"/>
                </a:solidFill>
                <a:ea typeface="楷体_GB2312" pitchFamily="49" charset="-122"/>
              </a:rPr>
              <a:t>avegrade</a:t>
            </a:r>
            <a:r>
              <a:rPr lang="en-US" altLang="zh-CN" sz="2000" b="1" dirty="0">
                <a:solidFill>
                  <a:srgbClr val="7030A0"/>
                </a:solidFill>
                <a:ea typeface="楷体_GB2312" pitchFamily="49" charset="-122"/>
              </a:rPr>
              <a:t>, </a:t>
            </a:r>
            <a:r>
              <a:rPr lang="en-US" altLang="zh-CN" sz="2000" b="1" dirty="0" err="1">
                <a:solidFill>
                  <a:srgbClr val="7030A0"/>
                </a:solidFill>
                <a:ea typeface="楷体_GB2312" pitchFamily="49" charset="-122"/>
              </a:rPr>
              <a:t>maxgrade</a:t>
            </a:r>
            <a:r>
              <a:rPr lang="en-US" altLang="zh-CN" sz="2000" b="1" dirty="0">
                <a:solidFill>
                  <a:srgbClr val="7030A0"/>
                </a:solidFill>
                <a:ea typeface="楷体_GB2312" pitchFamily="49" charset="-122"/>
              </a:rPr>
              <a:t>, </a:t>
            </a:r>
            <a:r>
              <a:rPr lang="en-US" altLang="zh-CN" sz="2000" b="1" dirty="0" err="1">
                <a:solidFill>
                  <a:srgbClr val="7030A0"/>
                </a:solidFill>
                <a:ea typeface="楷体_GB2312" pitchFamily="49" charset="-122"/>
              </a:rPr>
              <a:t>mingrade</a:t>
            </a:r>
            <a:r>
              <a:rPr lang="en-US" altLang="zh-CN" sz="2000" b="1" dirty="0">
                <a:solidFill>
                  <a:srgbClr val="7030A0"/>
                </a:solidFill>
                <a:ea typeface="楷体_GB2312" pitchFamily="49" charset="-122"/>
              </a:rPr>
              <a:t>;</a:t>
            </a:r>
          </a:p>
          <a:p>
            <a:pPr marL="457200" indent="-457200"/>
            <a:r>
              <a:rPr lang="en-US" altLang="zh-CN" sz="2000" b="1" dirty="0">
                <a:solidFill>
                  <a:srgbClr val="7030A0"/>
                </a:solidFill>
                <a:ea typeface="楷体_GB2312" pitchFamily="49" charset="-122"/>
              </a:rPr>
              <a:t>};</a:t>
            </a:r>
          </a:p>
          <a:p>
            <a:pPr marL="457200" indent="-457200"/>
            <a:endParaRPr lang="en-US" altLang="zh-CN" sz="2000" b="1" dirty="0">
              <a:solidFill>
                <a:srgbClr val="FF0066"/>
              </a:solidFill>
              <a:ea typeface="楷体_GB2312" pitchFamily="49" charset="-122"/>
            </a:endParaRPr>
          </a:p>
          <a:p>
            <a:pPr marL="457200" indent="-457200"/>
            <a:r>
              <a:rPr lang="en-US" altLang="zh-CN" sz="2000" b="1" dirty="0" err="1">
                <a:solidFill>
                  <a:srgbClr val="CC0000"/>
                </a:solidFill>
                <a:ea typeface="楷体_GB2312" pitchFamily="49" charset="-122"/>
              </a:rPr>
              <a:t>int</a:t>
            </a:r>
            <a:r>
              <a:rPr lang="en-US" altLang="zh-CN" sz="2000" b="1" dirty="0">
                <a:solidFill>
                  <a:srgbClr val="CC0000"/>
                </a:solidFill>
                <a:ea typeface="楷体_GB2312" pitchFamily="49" charset="-122"/>
              </a:rPr>
              <a:t> main ( )</a:t>
            </a:r>
          </a:p>
          <a:p>
            <a:pPr marL="457200" indent="-457200"/>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struct</a:t>
            </a:r>
            <a:r>
              <a:rPr lang="en-US" altLang="zh-CN" sz="2000" b="1" dirty="0">
                <a:ea typeface="楷体_GB2312" pitchFamily="49" charset="-122"/>
              </a:rPr>
              <a:t> score m;</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grade of five course:\n");</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5;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a:t>
            </a:r>
            <a:r>
              <a:rPr lang="en-US" altLang="zh-CN" sz="1800" b="1" dirty="0">
                <a:solidFill>
                  <a:srgbClr val="002060"/>
                </a:solidFill>
                <a:latin typeface="+mn-lt"/>
                <a:ea typeface="楷体" pitchFamily="49" charset="-122"/>
              </a:rPr>
              <a:t>5</a:t>
            </a:r>
            <a:r>
              <a:rPr lang="zh-CN" altLang="en-US" sz="1800" b="1" dirty="0">
                <a:solidFill>
                  <a:srgbClr val="002060"/>
                </a:solidFill>
                <a:latin typeface="+mn-lt"/>
                <a:ea typeface="楷体" pitchFamily="49" charset="-122"/>
              </a:rPr>
              <a:t>门课的成绩</a:t>
            </a:r>
          </a:p>
          <a:p>
            <a:pPr marL="457200" indent="-457200"/>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("%f", &amp;</a:t>
            </a:r>
            <a:r>
              <a:rPr lang="en-US" altLang="zh-CN" sz="2000" b="1" dirty="0" err="1">
                <a:ea typeface="楷体_GB2312" pitchFamily="49" charset="-122"/>
              </a:rPr>
              <a:t>m.grade</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a:t>
            </a:r>
          </a:p>
        </p:txBody>
      </p:sp>
      <p:sp>
        <p:nvSpPr>
          <p:cNvPr id="1073172" name="Rectangle 20" descr="信纸"/>
          <p:cNvSpPr>
            <a:spLocks noChangeArrowheads="1"/>
          </p:cNvSpPr>
          <p:nvPr/>
        </p:nvSpPr>
        <p:spPr bwMode="auto">
          <a:xfrm>
            <a:off x="6234408" y="818326"/>
            <a:ext cx="5689600" cy="5324535"/>
          </a:xfrm>
          <a:prstGeom prst="rect">
            <a:avLst/>
          </a:prstGeom>
          <a:gradFill>
            <a:gsLst>
              <a:gs pos="0">
                <a:srgbClr val="CFCFD1"/>
              </a:gs>
              <a:gs pos="100000">
                <a:schemeClr val="bg1"/>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a:ea typeface="楷体_GB2312" pitchFamily="49" charset="-122"/>
              </a:rPr>
              <a:t>  </a:t>
            </a:r>
            <a:r>
              <a:rPr lang="en-US" altLang="zh-CN" sz="2000" b="1" dirty="0" err="1">
                <a:ea typeface="楷体_GB2312" pitchFamily="49" charset="-122"/>
              </a:rPr>
              <a:t>m.avegrade</a:t>
            </a:r>
            <a:r>
              <a:rPr lang="en-US" altLang="zh-CN" sz="2000" b="1" dirty="0">
                <a:ea typeface="楷体_GB2312" pitchFamily="49" charset="-122"/>
              </a:rPr>
              <a:t> = 0;</a:t>
            </a:r>
          </a:p>
          <a:p>
            <a:pPr marL="457200" indent="-457200"/>
            <a:r>
              <a:rPr lang="en-US" altLang="zh-CN" sz="2000" b="1" dirty="0">
                <a:ea typeface="楷体_GB2312" pitchFamily="49" charset="-122"/>
              </a:rPr>
              <a:t>  </a:t>
            </a:r>
            <a:r>
              <a:rPr lang="en-US" altLang="zh-CN" sz="2000" b="1" dirty="0" err="1">
                <a:ea typeface="楷体_GB2312" pitchFamily="49" charset="-122"/>
              </a:rPr>
              <a:t>m.maxgrade</a:t>
            </a:r>
            <a:r>
              <a:rPr lang="en-US" altLang="zh-CN" sz="2000" b="1" dirty="0">
                <a:ea typeface="楷体_GB2312" pitchFamily="49" charset="-122"/>
              </a:rPr>
              <a:t> = </a:t>
            </a:r>
            <a:r>
              <a:rPr lang="en-US" altLang="zh-CN" sz="2000" b="1" dirty="0" err="1">
                <a:ea typeface="楷体_GB2312" pitchFamily="49" charset="-122"/>
              </a:rPr>
              <a:t>m.grade</a:t>
            </a:r>
            <a:r>
              <a:rPr lang="en-US" altLang="zh-CN" sz="2000" b="1" dirty="0">
                <a:ea typeface="楷体_GB2312" pitchFamily="49" charset="-122"/>
              </a:rPr>
              <a:t>[0];</a:t>
            </a:r>
          </a:p>
          <a:p>
            <a:pPr marL="457200" indent="-457200"/>
            <a:r>
              <a:rPr lang="en-US" altLang="zh-CN" sz="2000" b="1" dirty="0">
                <a:ea typeface="楷体_GB2312" pitchFamily="49" charset="-122"/>
              </a:rPr>
              <a:t>  </a:t>
            </a:r>
            <a:r>
              <a:rPr lang="en-US" altLang="zh-CN" sz="2000" b="1" dirty="0" err="1">
                <a:ea typeface="楷体_GB2312" pitchFamily="49" charset="-122"/>
              </a:rPr>
              <a:t>m.mingrade</a:t>
            </a:r>
            <a:r>
              <a:rPr lang="en-US" altLang="zh-CN" sz="2000" b="1" dirty="0">
                <a:ea typeface="楷体_GB2312" pitchFamily="49" charset="-122"/>
              </a:rPr>
              <a:t> = </a:t>
            </a:r>
            <a:r>
              <a:rPr lang="en-US" altLang="zh-CN" sz="2000" b="1" dirty="0" err="1">
                <a:ea typeface="楷体_GB2312" pitchFamily="49" charset="-122"/>
              </a:rPr>
              <a:t>m.grade</a:t>
            </a:r>
            <a:r>
              <a:rPr lang="en-US" altLang="zh-CN" sz="2000" b="1" dirty="0">
                <a:ea typeface="楷体_GB2312" pitchFamily="49" charset="-122"/>
              </a:rPr>
              <a:t>[0];</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5;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求平均分、最高分、最低分</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m.avegrade</a:t>
            </a:r>
            <a:r>
              <a:rPr lang="en-US" altLang="zh-CN" sz="2000" b="1" dirty="0">
                <a:ea typeface="楷体_GB2312" pitchFamily="49" charset="-122"/>
              </a:rPr>
              <a:t> += </a:t>
            </a:r>
            <a:r>
              <a:rPr lang="en-US" altLang="zh-CN" sz="2000" b="1" dirty="0" err="1">
                <a:ea typeface="楷体_GB2312" pitchFamily="49" charset="-122"/>
              </a:rPr>
              <a:t>m.grade</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m.maxgrade</a:t>
            </a:r>
            <a:r>
              <a:rPr lang="en-US" altLang="zh-CN" sz="2000" b="1" dirty="0">
                <a:ea typeface="楷体_GB2312" pitchFamily="49" charset="-122"/>
              </a:rPr>
              <a:t> = (</a:t>
            </a:r>
            <a:r>
              <a:rPr lang="en-US" altLang="zh-CN" sz="2000" b="1" dirty="0" err="1">
                <a:ea typeface="楷体_GB2312" pitchFamily="49" charset="-122"/>
              </a:rPr>
              <a:t>m.grade</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 &gt; </a:t>
            </a:r>
            <a:r>
              <a:rPr lang="en-US" altLang="zh-CN" sz="2000" b="1" dirty="0" err="1">
                <a:ea typeface="楷体_GB2312" pitchFamily="49" charset="-122"/>
              </a:rPr>
              <a:t>m.maxgrade</a:t>
            </a:r>
            <a:r>
              <a:rPr lang="en-US" altLang="zh-CN" sz="2000" b="1" dirty="0">
                <a:ea typeface="楷体_GB2312" pitchFamily="49" charset="-122"/>
              </a:rPr>
              <a:t>) ? </a:t>
            </a:r>
          </a:p>
          <a:p>
            <a:pPr marL="457200" indent="-457200"/>
            <a:r>
              <a:rPr lang="en-US" altLang="zh-CN" sz="2000" b="1" dirty="0">
                <a:ea typeface="楷体_GB2312" pitchFamily="49" charset="-122"/>
              </a:rPr>
              <a:t>                              </a:t>
            </a:r>
            <a:r>
              <a:rPr lang="en-US" altLang="zh-CN" sz="2000" b="1" dirty="0" err="1">
                <a:ea typeface="楷体_GB2312" pitchFamily="49" charset="-122"/>
              </a:rPr>
              <a:t>m.grade</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 : </a:t>
            </a:r>
            <a:r>
              <a:rPr lang="en-US" altLang="zh-CN" sz="2000" b="1" dirty="0" err="1">
                <a:ea typeface="楷体_GB2312" pitchFamily="49" charset="-122"/>
              </a:rPr>
              <a:t>m.maxgrade</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m.mingrade</a:t>
            </a:r>
            <a:r>
              <a:rPr lang="en-US" altLang="zh-CN" sz="2000" b="1" dirty="0">
                <a:ea typeface="楷体_GB2312" pitchFamily="49" charset="-122"/>
              </a:rPr>
              <a:t> = (</a:t>
            </a:r>
            <a:r>
              <a:rPr lang="en-US" altLang="zh-CN" sz="2000" b="1" dirty="0" err="1">
                <a:ea typeface="楷体_GB2312" pitchFamily="49" charset="-122"/>
              </a:rPr>
              <a:t>m.grade</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 &lt; </a:t>
            </a:r>
            <a:r>
              <a:rPr lang="en-US" altLang="zh-CN" sz="2000" b="1" dirty="0" err="1">
                <a:ea typeface="楷体_GB2312" pitchFamily="49" charset="-122"/>
              </a:rPr>
              <a:t>m.mingrade</a:t>
            </a:r>
            <a:r>
              <a:rPr lang="en-US" altLang="zh-CN" sz="2000" b="1" dirty="0">
                <a:ea typeface="楷体_GB2312" pitchFamily="49" charset="-122"/>
              </a:rPr>
              <a:t>) ? </a:t>
            </a:r>
          </a:p>
          <a:p>
            <a:pPr marL="457200" indent="-457200"/>
            <a:r>
              <a:rPr lang="en-US" altLang="zh-CN" sz="2000" b="1" dirty="0">
                <a:ea typeface="楷体_GB2312" pitchFamily="49" charset="-122"/>
              </a:rPr>
              <a:t>                              </a:t>
            </a:r>
            <a:r>
              <a:rPr lang="en-US" altLang="zh-CN" sz="2000" b="1" dirty="0" err="1">
                <a:ea typeface="楷体_GB2312" pitchFamily="49" charset="-122"/>
              </a:rPr>
              <a:t>m.grade</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 : </a:t>
            </a:r>
            <a:r>
              <a:rPr lang="en-US" altLang="zh-CN" sz="2000" b="1" dirty="0" err="1">
                <a:ea typeface="楷体_GB2312" pitchFamily="49" charset="-122"/>
              </a:rPr>
              <a:t>m.mingrade</a:t>
            </a:r>
            <a:r>
              <a:rPr lang="en-US" altLang="zh-CN" sz="2000" b="1" dirty="0">
                <a:ea typeface="楷体_GB2312" pitchFamily="49" charset="-122"/>
              </a:rPr>
              <a:t>;</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m.avegrade</a:t>
            </a:r>
            <a:r>
              <a:rPr lang="en-US" altLang="zh-CN" sz="2000" b="1" dirty="0">
                <a:ea typeface="楷体_GB2312" pitchFamily="49" charset="-122"/>
              </a:rPr>
              <a:t> /= 5;</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a:t>
            </a:r>
            <a:r>
              <a:rPr lang="en-US" altLang="zh-CN" sz="2000" b="1" dirty="0" err="1">
                <a:ea typeface="楷体_GB2312" pitchFamily="49" charset="-122"/>
              </a:rPr>
              <a:t>avegrade</a:t>
            </a:r>
            <a:r>
              <a:rPr lang="en-US" altLang="zh-CN" sz="2000" b="1" dirty="0">
                <a:ea typeface="楷体_GB2312" pitchFamily="49" charset="-122"/>
              </a:rPr>
              <a:t> = %5.1f  </a:t>
            </a:r>
            <a:r>
              <a:rPr lang="en-US" altLang="zh-CN" sz="2000" b="1" dirty="0" err="1">
                <a:ea typeface="楷体_GB2312" pitchFamily="49" charset="-122"/>
              </a:rPr>
              <a:t>maxgrade</a:t>
            </a:r>
            <a:r>
              <a:rPr lang="en-US" altLang="zh-CN" sz="2000" b="1" dirty="0">
                <a:ea typeface="楷体_GB2312" pitchFamily="49" charset="-122"/>
              </a:rPr>
              <a:t> = %5.1f </a:t>
            </a:r>
          </a:p>
          <a:p>
            <a:pPr marL="457200" indent="-457200"/>
            <a:r>
              <a:rPr lang="en-US" altLang="zh-CN" sz="2000" b="1" dirty="0">
                <a:ea typeface="楷体_GB2312" pitchFamily="49" charset="-122"/>
              </a:rPr>
              <a:t>                 </a:t>
            </a:r>
            <a:r>
              <a:rPr lang="en-US" altLang="zh-CN" sz="2000" b="1" dirty="0" err="1">
                <a:ea typeface="楷体_GB2312" pitchFamily="49" charset="-122"/>
              </a:rPr>
              <a:t>mingrade</a:t>
            </a:r>
            <a:r>
              <a:rPr lang="en-US" altLang="zh-CN" sz="2000" b="1" dirty="0">
                <a:ea typeface="楷体_GB2312" pitchFamily="49" charset="-122"/>
              </a:rPr>
              <a:t> = %5.1f\n",</a:t>
            </a:r>
          </a:p>
          <a:p>
            <a:pPr marL="457200" indent="-457200"/>
            <a:r>
              <a:rPr lang="en-US" altLang="zh-CN" sz="2000" b="1" dirty="0">
                <a:ea typeface="楷体_GB2312" pitchFamily="49" charset="-122"/>
              </a:rPr>
              <a:t>                 </a:t>
            </a:r>
            <a:r>
              <a:rPr lang="en-US" altLang="zh-CN" sz="2000" b="1" dirty="0" err="1">
                <a:ea typeface="楷体_GB2312" pitchFamily="49" charset="-122"/>
              </a:rPr>
              <a:t>m.avegrade</a:t>
            </a:r>
            <a:r>
              <a:rPr lang="en-US" altLang="zh-CN" sz="2000" b="1" dirty="0">
                <a:ea typeface="楷体_GB2312" pitchFamily="49" charset="-122"/>
              </a:rPr>
              <a:t>, </a:t>
            </a:r>
            <a:r>
              <a:rPr lang="en-US" altLang="zh-CN" sz="2000" b="1" dirty="0" err="1">
                <a:ea typeface="楷体_GB2312" pitchFamily="49" charset="-122"/>
              </a:rPr>
              <a:t>m.maxgrade</a:t>
            </a:r>
            <a:r>
              <a:rPr lang="en-US" altLang="zh-CN" sz="2000" b="1" dirty="0">
                <a:ea typeface="楷体_GB2312" pitchFamily="49" charset="-122"/>
              </a:rPr>
              <a:t>, </a:t>
            </a:r>
            <a:r>
              <a:rPr lang="en-US" altLang="zh-CN" sz="2000" b="1" dirty="0" err="1">
                <a:ea typeface="楷体_GB2312" pitchFamily="49" charset="-122"/>
              </a:rPr>
              <a:t>m.mingrade</a:t>
            </a:r>
            <a:r>
              <a:rPr lang="en-US" altLang="zh-CN" sz="2000" b="1" dirty="0">
                <a:ea typeface="楷体_GB2312" pitchFamily="49" charset="-122"/>
              </a:rPr>
              <a:t>);</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a:t>
            </a:r>
          </a:p>
        </p:txBody>
      </p:sp>
      <p:sp>
        <p:nvSpPr>
          <p:cNvPr id="1073173" name="Rectangle 21"/>
          <p:cNvSpPr>
            <a:spLocks noChangeArrowheads="1"/>
          </p:cNvSpPr>
          <p:nvPr/>
        </p:nvSpPr>
        <p:spPr bwMode="auto">
          <a:xfrm>
            <a:off x="614017" y="5780345"/>
            <a:ext cx="5949064" cy="707886"/>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C00000"/>
                </a:solidFill>
                <a:latin typeface="+mn-lt"/>
                <a:ea typeface="隶书" pitchFamily="49" charset="-122"/>
              </a:rPr>
              <a:t>运行结果</a:t>
            </a:r>
            <a:r>
              <a:rPr lang="en-US" altLang="zh-CN" sz="2000" b="1" dirty="0">
                <a:latin typeface="+mn-lt"/>
                <a:ea typeface="隶书" pitchFamily="49" charset="-122"/>
              </a:rPr>
              <a:t>(</a:t>
            </a:r>
            <a:r>
              <a:rPr lang="zh-CN" altLang="en-US" sz="2000" b="1" dirty="0">
                <a:latin typeface="+mn-lt"/>
                <a:ea typeface="隶书" pitchFamily="49" charset="-122"/>
              </a:rPr>
              <a:t>设</a:t>
            </a:r>
            <a:r>
              <a:rPr lang="en-US" altLang="zh-CN" sz="2000" b="1" dirty="0">
                <a:latin typeface="+mn-lt"/>
                <a:ea typeface="隶书" pitchFamily="49" charset="-122"/>
              </a:rPr>
              <a:t>5</a:t>
            </a:r>
            <a:r>
              <a:rPr lang="zh-CN" altLang="en-US" sz="2000" b="1" dirty="0">
                <a:latin typeface="+mn-lt"/>
                <a:ea typeface="隶书" pitchFamily="49" charset="-122"/>
              </a:rPr>
              <a:t>门课的成绩为：</a:t>
            </a:r>
            <a:r>
              <a:rPr lang="en-US" altLang="zh-CN" sz="2000" b="1" dirty="0">
                <a:latin typeface="+mn-lt"/>
                <a:ea typeface="隶书" pitchFamily="49" charset="-122"/>
              </a:rPr>
              <a:t>75  80  86  90  68 )</a:t>
            </a:r>
            <a:r>
              <a:rPr lang="zh-CN" altLang="en-US" sz="2000" b="1" dirty="0">
                <a:latin typeface="+mn-lt"/>
                <a:ea typeface="隶书" pitchFamily="49" charset="-122"/>
              </a:rPr>
              <a:t>：</a:t>
            </a:r>
          </a:p>
          <a:p>
            <a:r>
              <a:rPr lang="en-US" altLang="zh-CN" sz="2000" b="1" dirty="0" err="1">
                <a:solidFill>
                  <a:srgbClr val="002060"/>
                </a:solidFill>
                <a:ea typeface="楷体_GB2312" pitchFamily="49" charset="-122"/>
              </a:rPr>
              <a:t>avegrade</a:t>
            </a:r>
            <a:r>
              <a:rPr lang="en-US" altLang="zh-CN" sz="2000" b="1" dirty="0">
                <a:solidFill>
                  <a:srgbClr val="002060"/>
                </a:solidFill>
                <a:ea typeface="楷体_GB2312" pitchFamily="49" charset="-122"/>
              </a:rPr>
              <a:t> =  79.8  </a:t>
            </a:r>
            <a:r>
              <a:rPr lang="en-US" altLang="zh-CN" sz="2000" b="1" dirty="0" err="1">
                <a:solidFill>
                  <a:srgbClr val="002060"/>
                </a:solidFill>
                <a:ea typeface="楷体_GB2312" pitchFamily="49" charset="-122"/>
              </a:rPr>
              <a:t>maxgrade</a:t>
            </a:r>
            <a:r>
              <a:rPr lang="en-US" altLang="zh-CN" sz="2000" b="1" dirty="0">
                <a:solidFill>
                  <a:srgbClr val="002060"/>
                </a:solidFill>
                <a:ea typeface="楷体_GB2312" pitchFamily="49" charset="-122"/>
              </a:rPr>
              <a:t> =  90.0  </a:t>
            </a:r>
            <a:r>
              <a:rPr lang="en-US" altLang="zh-CN" sz="2000" b="1" dirty="0" err="1">
                <a:solidFill>
                  <a:srgbClr val="002060"/>
                </a:solidFill>
                <a:ea typeface="楷体_GB2312" pitchFamily="49" charset="-122"/>
              </a:rPr>
              <a:t>mingrade</a:t>
            </a:r>
            <a:r>
              <a:rPr lang="en-US" altLang="zh-CN" sz="2000" b="1" dirty="0">
                <a:solidFill>
                  <a:srgbClr val="002060"/>
                </a:solidFill>
                <a:ea typeface="楷体_GB2312" pitchFamily="49" charset="-122"/>
              </a:rPr>
              <a:t> =  68.0</a:t>
            </a:r>
          </a:p>
        </p:txBody>
      </p:sp>
      <p:grpSp>
        <p:nvGrpSpPr>
          <p:cNvPr id="1073188" name="Group 36"/>
          <p:cNvGrpSpPr>
            <a:grpSpLocks/>
          </p:cNvGrpSpPr>
          <p:nvPr/>
        </p:nvGrpSpPr>
        <p:grpSpPr bwMode="auto">
          <a:xfrm>
            <a:off x="2856756" y="2385881"/>
            <a:ext cx="6551612" cy="3024187"/>
            <a:chOff x="967" y="1215"/>
            <a:chExt cx="4127" cy="1905"/>
          </a:xfrm>
        </p:grpSpPr>
        <p:sp>
          <p:nvSpPr>
            <p:cNvPr id="1073174" name="Rectangle 22"/>
            <p:cNvSpPr>
              <a:spLocks noChangeArrowheads="1"/>
            </p:cNvSpPr>
            <p:nvPr/>
          </p:nvSpPr>
          <p:spPr bwMode="auto">
            <a:xfrm>
              <a:off x="967" y="1215"/>
              <a:ext cx="4127" cy="1905"/>
            </a:xfrm>
            <a:prstGeom prst="rect">
              <a:avLst/>
            </a:prstGeom>
            <a:gradFill rotWithShape="1">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1073175" name="Text Box 23"/>
            <p:cNvSpPr txBox="1">
              <a:spLocks noChangeArrowheads="1"/>
            </p:cNvSpPr>
            <p:nvPr/>
          </p:nvSpPr>
          <p:spPr bwMode="auto">
            <a:xfrm>
              <a:off x="1012" y="1260"/>
              <a:ext cx="2359" cy="288"/>
            </a:xfrm>
            <a:prstGeom prst="rect">
              <a:avLst/>
            </a:prstGeom>
            <a:noFill/>
            <a:ln w="9525">
              <a:noFill/>
              <a:miter lim="800000"/>
              <a:headEnd/>
              <a:tailEnd/>
            </a:ln>
            <a:effectLst/>
          </p:spPr>
          <p:txBody>
            <a:bodyPr>
              <a:spAutoFit/>
            </a:bodyPr>
            <a:lstStyle/>
            <a:p>
              <a:pPr>
                <a:spcBef>
                  <a:spcPct val="50000"/>
                </a:spcBef>
              </a:pPr>
              <a:r>
                <a:rPr lang="en-US" altLang="zh-CN" b="1" u="sng" dirty="0">
                  <a:solidFill>
                    <a:srgbClr val="C00000"/>
                  </a:solidFill>
                  <a:ea typeface="隶书" pitchFamily="49" charset="-122"/>
                </a:rPr>
                <a:t>&amp;</a:t>
              </a:r>
              <a:r>
                <a:rPr lang="en-US" altLang="zh-CN" b="1" u="sng" dirty="0" err="1">
                  <a:solidFill>
                    <a:srgbClr val="C00000"/>
                  </a:solidFill>
                  <a:ea typeface="隶书" pitchFamily="49" charset="-122"/>
                </a:rPr>
                <a:t>m.grade</a:t>
              </a:r>
              <a:r>
                <a:rPr lang="en-US" altLang="zh-CN" b="1" u="sng" dirty="0">
                  <a:solidFill>
                    <a:srgbClr val="C00000"/>
                  </a:solidFill>
                  <a:ea typeface="隶书" pitchFamily="49" charset="-122"/>
                </a:rPr>
                <a:t>[</a:t>
              </a:r>
              <a:r>
                <a:rPr lang="en-US" altLang="zh-CN" b="1" u="sng" dirty="0" err="1">
                  <a:solidFill>
                    <a:srgbClr val="C00000"/>
                  </a:solidFill>
                  <a:ea typeface="隶书" pitchFamily="49" charset="-122"/>
                </a:rPr>
                <a:t>i</a:t>
              </a:r>
              <a:r>
                <a:rPr lang="en-US" altLang="zh-CN" b="1" u="sng" dirty="0">
                  <a:solidFill>
                    <a:srgbClr val="C00000"/>
                  </a:solidFill>
                  <a:ea typeface="隶书" pitchFamily="49" charset="-122"/>
                </a:rPr>
                <a:t>]</a:t>
              </a:r>
              <a:r>
                <a:rPr lang="zh-CN" altLang="en-US" b="1" u="sng" dirty="0">
                  <a:solidFill>
                    <a:srgbClr val="C00000"/>
                  </a:solidFill>
                  <a:ea typeface="隶书" pitchFamily="49" charset="-122"/>
                </a:rPr>
                <a:t>的运算顺序：</a:t>
              </a:r>
            </a:p>
          </p:txBody>
        </p:sp>
      </p:grpSp>
      <p:sp>
        <p:nvSpPr>
          <p:cNvPr id="1073176" name="Text Box 24"/>
          <p:cNvSpPr txBox="1">
            <a:spLocks noChangeArrowheads="1"/>
          </p:cNvSpPr>
          <p:nvPr/>
        </p:nvSpPr>
        <p:spPr bwMode="auto">
          <a:xfrm>
            <a:off x="3943316" y="3178042"/>
            <a:ext cx="1943100" cy="457200"/>
          </a:xfrm>
          <a:prstGeom prst="rect">
            <a:avLst/>
          </a:prstGeom>
          <a:noFill/>
          <a:ln w="9525">
            <a:noFill/>
            <a:miter lim="800000"/>
            <a:headEnd/>
            <a:tailEnd/>
          </a:ln>
          <a:effectLst/>
        </p:spPr>
        <p:txBody>
          <a:bodyPr>
            <a:spAutoFit/>
          </a:bodyPr>
          <a:lstStyle/>
          <a:p>
            <a:pPr>
              <a:spcBef>
                <a:spcPct val="50000"/>
              </a:spcBef>
            </a:pPr>
            <a:r>
              <a:rPr lang="en-US" altLang="zh-CN" b="1">
                <a:effectLst>
                  <a:outerShdw blurRad="38100" dist="38100" dir="2700000" algn="tl">
                    <a:srgbClr val="FFFFFF"/>
                  </a:outerShdw>
                </a:effectLst>
                <a:latin typeface="Arial" pitchFamily="34" charset="0"/>
                <a:ea typeface="隶书" pitchFamily="49" charset="-122"/>
              </a:rPr>
              <a:t>&amp;m.grade[i]</a:t>
            </a:r>
          </a:p>
        </p:txBody>
      </p:sp>
      <p:grpSp>
        <p:nvGrpSpPr>
          <p:cNvPr id="1073185" name="Group 33"/>
          <p:cNvGrpSpPr>
            <a:grpSpLocks/>
          </p:cNvGrpSpPr>
          <p:nvPr/>
        </p:nvGrpSpPr>
        <p:grpSpPr bwMode="auto">
          <a:xfrm>
            <a:off x="4305267" y="3581267"/>
            <a:ext cx="1065213" cy="539750"/>
            <a:chOff x="2155" y="1779"/>
            <a:chExt cx="671" cy="340"/>
          </a:xfrm>
        </p:grpSpPr>
        <p:sp>
          <p:nvSpPr>
            <p:cNvPr id="1073177" name="AutoShape 25"/>
            <p:cNvSpPr>
              <a:spLocks/>
            </p:cNvSpPr>
            <p:nvPr/>
          </p:nvSpPr>
          <p:spPr bwMode="auto">
            <a:xfrm rot="5400000">
              <a:off x="2432" y="1502"/>
              <a:ext cx="118" cy="671"/>
            </a:xfrm>
            <a:prstGeom prst="rightBrace">
              <a:avLst>
                <a:gd name="adj1" fmla="val 47387"/>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073178" name="Text Box 26"/>
            <p:cNvSpPr txBox="1">
              <a:spLocks noChangeArrowheads="1"/>
            </p:cNvSpPr>
            <p:nvPr/>
          </p:nvSpPr>
          <p:spPr bwMode="auto">
            <a:xfrm>
              <a:off x="2354" y="1888"/>
              <a:ext cx="272" cy="231"/>
            </a:xfrm>
            <a:prstGeom prst="rect">
              <a:avLst/>
            </a:prstGeom>
            <a:noFill/>
            <a:ln w="9525">
              <a:noFill/>
              <a:miter lim="800000"/>
              <a:headEnd/>
              <a:tailEnd/>
            </a:ln>
            <a:effectLst/>
          </p:spPr>
          <p:txBody>
            <a:bodyPr>
              <a:spAutoFit/>
            </a:bodyPr>
            <a:lstStyle/>
            <a:p>
              <a:pPr>
                <a:spcBef>
                  <a:spcPct val="50000"/>
                </a:spcBef>
              </a:pPr>
              <a:r>
                <a:rPr lang="en-US" altLang="zh-CN" sz="1800" b="1">
                  <a:solidFill>
                    <a:srgbClr val="990000"/>
                  </a:solidFill>
                  <a:effectLst>
                    <a:outerShdw blurRad="38100" dist="38100" dir="2700000" algn="tl">
                      <a:srgbClr val="000000"/>
                    </a:outerShdw>
                  </a:effectLst>
                </a:rPr>
                <a:t>①</a:t>
              </a:r>
            </a:p>
          </p:txBody>
        </p:sp>
      </p:grpSp>
      <p:grpSp>
        <p:nvGrpSpPr>
          <p:cNvPr id="1073186" name="Group 34"/>
          <p:cNvGrpSpPr>
            <a:grpSpLocks/>
          </p:cNvGrpSpPr>
          <p:nvPr/>
        </p:nvGrpSpPr>
        <p:grpSpPr bwMode="auto">
          <a:xfrm>
            <a:off x="4735480" y="4098792"/>
            <a:ext cx="865187" cy="598488"/>
            <a:chOff x="2426" y="2105"/>
            <a:chExt cx="545" cy="377"/>
          </a:xfrm>
        </p:grpSpPr>
        <p:sp>
          <p:nvSpPr>
            <p:cNvPr id="1073179" name="AutoShape 27"/>
            <p:cNvSpPr>
              <a:spLocks/>
            </p:cNvSpPr>
            <p:nvPr/>
          </p:nvSpPr>
          <p:spPr bwMode="auto">
            <a:xfrm rot="5400000">
              <a:off x="2622" y="1909"/>
              <a:ext cx="153" cy="545"/>
            </a:xfrm>
            <a:prstGeom prst="rightBrace">
              <a:avLst>
                <a:gd name="adj1" fmla="val 29684"/>
                <a:gd name="adj2" fmla="val 50000"/>
              </a:avLst>
            </a:prstGeom>
            <a:noFill/>
            <a:ln w="25400">
              <a:solidFill>
                <a:schemeClr val="accent2">
                  <a:lumMod val="50000"/>
                </a:schemeClr>
              </a:solidFill>
              <a:round/>
              <a:headEnd/>
              <a:tailEnd/>
            </a:ln>
            <a:effectLst>
              <a:outerShdw dist="35921" dir="2700000" algn="ctr" rotWithShape="0">
                <a:schemeClr val="bg2"/>
              </a:outerShdw>
            </a:effectLst>
          </p:spPr>
          <p:txBody>
            <a:bodyPr wrap="none" anchor="ctr"/>
            <a:lstStyle/>
            <a:p>
              <a:endParaRPr lang="zh-CN" altLang="en-US"/>
            </a:p>
          </p:txBody>
        </p:sp>
        <p:sp>
          <p:nvSpPr>
            <p:cNvPr id="1073180" name="Text Box 28"/>
            <p:cNvSpPr txBox="1">
              <a:spLocks noChangeArrowheads="1"/>
            </p:cNvSpPr>
            <p:nvPr/>
          </p:nvSpPr>
          <p:spPr bwMode="auto">
            <a:xfrm>
              <a:off x="2562" y="2251"/>
              <a:ext cx="272" cy="231"/>
            </a:xfrm>
            <a:prstGeom prst="rect">
              <a:avLst/>
            </a:prstGeom>
            <a:noFill/>
            <a:ln w="9525">
              <a:noFill/>
              <a:miter lim="800000"/>
              <a:headEnd/>
              <a:tailEnd/>
            </a:ln>
            <a:effectLst/>
          </p:spPr>
          <p:txBody>
            <a:bodyPr>
              <a:spAutoFit/>
            </a:bodyPr>
            <a:lstStyle/>
            <a:p>
              <a:pPr>
                <a:spcBef>
                  <a:spcPct val="50000"/>
                </a:spcBef>
              </a:pPr>
              <a:r>
                <a:rPr lang="en-US" altLang="en-US" sz="1800" b="1">
                  <a:solidFill>
                    <a:srgbClr val="990000"/>
                  </a:solidFill>
                  <a:effectLst>
                    <a:outerShdw blurRad="38100" dist="38100" dir="2700000" algn="tl">
                      <a:srgbClr val="000000"/>
                    </a:outerShdw>
                  </a:effectLst>
                </a:rPr>
                <a:t>②</a:t>
              </a:r>
              <a:endParaRPr lang="en-US" altLang="zh-CN" sz="1800" b="1">
                <a:solidFill>
                  <a:srgbClr val="990000"/>
                </a:solidFill>
                <a:effectLst>
                  <a:outerShdw blurRad="38100" dist="38100" dir="2700000" algn="tl">
                    <a:srgbClr val="000000"/>
                  </a:outerShdw>
                </a:effectLst>
              </a:endParaRPr>
            </a:p>
          </p:txBody>
        </p:sp>
      </p:grpSp>
      <p:grpSp>
        <p:nvGrpSpPr>
          <p:cNvPr id="1073187" name="Group 35"/>
          <p:cNvGrpSpPr>
            <a:grpSpLocks/>
          </p:cNvGrpSpPr>
          <p:nvPr/>
        </p:nvGrpSpPr>
        <p:grpSpPr bwMode="auto">
          <a:xfrm>
            <a:off x="4079841" y="4660767"/>
            <a:ext cx="1131888" cy="609600"/>
            <a:chOff x="2013" y="2459"/>
            <a:chExt cx="713" cy="384"/>
          </a:xfrm>
        </p:grpSpPr>
        <p:sp>
          <p:nvSpPr>
            <p:cNvPr id="1073181" name="AutoShape 29"/>
            <p:cNvSpPr>
              <a:spLocks/>
            </p:cNvSpPr>
            <p:nvPr/>
          </p:nvSpPr>
          <p:spPr bwMode="auto">
            <a:xfrm rot="5400000">
              <a:off x="2290" y="2182"/>
              <a:ext cx="160" cy="713"/>
            </a:xfrm>
            <a:prstGeom prst="rightBrace">
              <a:avLst>
                <a:gd name="adj1" fmla="val 37135"/>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dirty="0"/>
            </a:p>
          </p:txBody>
        </p:sp>
        <p:sp>
          <p:nvSpPr>
            <p:cNvPr id="1073182" name="Text Box 30"/>
            <p:cNvSpPr txBox="1">
              <a:spLocks noChangeArrowheads="1"/>
            </p:cNvSpPr>
            <p:nvPr/>
          </p:nvSpPr>
          <p:spPr bwMode="auto">
            <a:xfrm>
              <a:off x="2239" y="2612"/>
              <a:ext cx="272" cy="231"/>
            </a:xfrm>
            <a:prstGeom prst="rect">
              <a:avLst/>
            </a:prstGeom>
            <a:noFill/>
            <a:ln w="9525">
              <a:noFill/>
              <a:miter lim="800000"/>
              <a:headEnd/>
              <a:tailEnd/>
            </a:ln>
            <a:effectLst/>
          </p:spPr>
          <p:txBody>
            <a:bodyPr>
              <a:spAutoFit/>
            </a:bodyPr>
            <a:lstStyle/>
            <a:p>
              <a:pPr>
                <a:spcBef>
                  <a:spcPct val="50000"/>
                </a:spcBef>
              </a:pPr>
              <a:r>
                <a:rPr lang="en-US" altLang="en-US" sz="1800" b="1">
                  <a:solidFill>
                    <a:srgbClr val="990000"/>
                  </a:solidFill>
                  <a:effectLst>
                    <a:outerShdw blurRad="38100" dist="38100" dir="2700000" algn="tl">
                      <a:srgbClr val="000000"/>
                    </a:outerShdw>
                  </a:effectLst>
                </a:rPr>
                <a:t>③</a:t>
              </a:r>
              <a:endParaRPr lang="en-US" altLang="zh-CN" sz="1800" b="1">
                <a:solidFill>
                  <a:srgbClr val="990000"/>
                </a:solidFill>
                <a:effectLst>
                  <a:outerShdw blurRad="38100" dist="38100" dir="2700000" algn="tl">
                    <a:srgbClr val="000000"/>
                  </a:outerShdw>
                </a:effectLst>
              </a:endParaRPr>
            </a:p>
          </p:txBody>
        </p:sp>
      </p:grpSp>
      <p:sp>
        <p:nvSpPr>
          <p:cNvPr id="1073183" name="Text Box 31"/>
          <p:cNvSpPr txBox="1">
            <a:spLocks noChangeArrowheads="1"/>
          </p:cNvSpPr>
          <p:nvPr/>
        </p:nvSpPr>
        <p:spPr bwMode="auto">
          <a:xfrm>
            <a:off x="6032467" y="3178042"/>
            <a:ext cx="2879725" cy="1035050"/>
          </a:xfrm>
          <a:prstGeom prst="rect">
            <a:avLst/>
          </a:prstGeom>
          <a:noFill/>
          <a:ln w="28575">
            <a:solidFill>
              <a:srgbClr val="002060"/>
            </a:solidFill>
            <a:miter lim="800000"/>
            <a:headEnd/>
            <a:tailEnd/>
          </a:ln>
          <a:effectLst/>
        </p:spPr>
        <p:txBody>
          <a:bodyPr>
            <a:spAutoFit/>
          </a:bodyPr>
          <a:lstStyle/>
          <a:p>
            <a:pPr>
              <a:spcBef>
                <a:spcPct val="50000"/>
              </a:spcBef>
            </a:pPr>
            <a:r>
              <a:rPr lang="zh-CN" altLang="en-US" sz="2000" b="1" dirty="0">
                <a:solidFill>
                  <a:srgbClr val="C00000"/>
                </a:solidFill>
                <a:latin typeface="+mn-lt"/>
                <a:ea typeface="楷体" pitchFamily="49" charset="-122"/>
              </a:rPr>
              <a:t>注： </a:t>
            </a:r>
            <a:r>
              <a:rPr lang="en-US" altLang="zh-CN" sz="2000" b="1" dirty="0">
                <a:latin typeface="+mn-lt"/>
                <a:ea typeface="楷体" pitchFamily="49" charset="-122"/>
              </a:rPr>
              <a:t>.</a:t>
            </a:r>
            <a:r>
              <a:rPr lang="zh-CN" altLang="en-US" sz="2000" b="1" dirty="0">
                <a:latin typeface="+mn-lt"/>
                <a:ea typeface="楷体" pitchFamily="49" charset="-122"/>
              </a:rPr>
              <a:t>和</a:t>
            </a:r>
            <a:r>
              <a:rPr lang="en-US" altLang="zh-CN" sz="2000" b="1" dirty="0">
                <a:latin typeface="+mn-lt"/>
                <a:ea typeface="楷体" pitchFamily="49" charset="-122"/>
              </a:rPr>
              <a:t>[ ]</a:t>
            </a:r>
            <a:r>
              <a:rPr lang="zh-CN" altLang="en-US" sz="2000" b="1" dirty="0">
                <a:latin typeface="+mn-lt"/>
                <a:ea typeface="楷体" pitchFamily="49" charset="-122"/>
              </a:rPr>
              <a:t>同优先级，具有左结合性，高于</a:t>
            </a:r>
            <a:r>
              <a:rPr lang="en-US" altLang="zh-CN" sz="2000" b="1" dirty="0">
                <a:latin typeface="+mn-lt"/>
                <a:ea typeface="楷体" pitchFamily="49" charset="-122"/>
              </a:rPr>
              <a:t>&amp;</a:t>
            </a:r>
            <a:r>
              <a:rPr lang="zh-CN" altLang="en-US" sz="2000" b="1" dirty="0">
                <a:latin typeface="+mn-lt"/>
                <a:ea typeface="楷体" pitchFamily="49" charset="-122"/>
              </a:rPr>
              <a:t>的优先级</a:t>
            </a:r>
          </a:p>
        </p:txBody>
      </p:sp>
      <p:sp>
        <p:nvSpPr>
          <p:cNvPr id="23" name="Rectangle 4">
            <a:extLst>
              <a:ext uri="{FF2B5EF4-FFF2-40B4-BE49-F238E27FC236}">
                <a16:creationId xmlns:a16="http://schemas.microsoft.com/office/drawing/2014/main" id="{0B3BDE83-0918-4203-B900-2D756969DBD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73171"/>
                                        </p:tgtEl>
                                        <p:attrNameLst>
                                          <p:attrName>style.visibility</p:attrName>
                                        </p:attrNameLst>
                                      </p:cBhvr>
                                      <p:to>
                                        <p:strVal val="visible"/>
                                      </p:to>
                                    </p:set>
                                    <p:animEffect transition="in" filter="box(out)">
                                      <p:cBhvr>
                                        <p:cTn id="7" dur="500"/>
                                        <p:tgtEl>
                                          <p:spTgt spid="107317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73172"/>
                                        </p:tgtEl>
                                        <p:attrNameLst>
                                          <p:attrName>style.visibility</p:attrName>
                                        </p:attrNameLst>
                                      </p:cBhvr>
                                      <p:to>
                                        <p:strVal val="visible"/>
                                      </p:to>
                                    </p:set>
                                    <p:animEffect transition="in" filter="box(out)">
                                      <p:cBhvr>
                                        <p:cTn id="12" dur="500"/>
                                        <p:tgtEl>
                                          <p:spTgt spid="107317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73173"/>
                                        </p:tgtEl>
                                        <p:attrNameLst>
                                          <p:attrName>style.visibility</p:attrName>
                                        </p:attrNameLst>
                                      </p:cBhvr>
                                      <p:to>
                                        <p:strVal val="visible"/>
                                      </p:to>
                                    </p:set>
                                    <p:animEffect transition="in" filter="box(out)">
                                      <p:cBhvr>
                                        <p:cTn id="17" dur="500"/>
                                        <p:tgtEl>
                                          <p:spTgt spid="1073173"/>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073188"/>
                                        </p:tgtEl>
                                        <p:attrNameLst>
                                          <p:attrName>style.visibility</p:attrName>
                                        </p:attrNameLst>
                                      </p:cBhvr>
                                      <p:to>
                                        <p:strVal val="visible"/>
                                      </p:to>
                                    </p:set>
                                    <p:animEffect transition="in" filter="box(out)">
                                      <p:cBhvr>
                                        <p:cTn id="22" dur="500"/>
                                        <p:tgtEl>
                                          <p:spTgt spid="1073188"/>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073176"/>
                                        </p:tgtEl>
                                        <p:attrNameLst>
                                          <p:attrName>style.visibility</p:attrName>
                                        </p:attrNameLst>
                                      </p:cBhvr>
                                      <p:to>
                                        <p:strVal val="visible"/>
                                      </p:to>
                                    </p:set>
                                    <p:animEffect transition="in" filter="box(out)">
                                      <p:cBhvr>
                                        <p:cTn id="27" dur="500"/>
                                        <p:tgtEl>
                                          <p:spTgt spid="1073176"/>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073183"/>
                                        </p:tgtEl>
                                        <p:attrNameLst>
                                          <p:attrName>style.visibility</p:attrName>
                                        </p:attrNameLst>
                                      </p:cBhvr>
                                      <p:to>
                                        <p:strVal val="visible"/>
                                      </p:to>
                                    </p:set>
                                    <p:animEffect transition="in" filter="box(out)">
                                      <p:cBhvr>
                                        <p:cTn id="32" dur="500"/>
                                        <p:tgtEl>
                                          <p:spTgt spid="1073183"/>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1073185"/>
                                        </p:tgtEl>
                                        <p:attrNameLst>
                                          <p:attrName>style.visibility</p:attrName>
                                        </p:attrNameLst>
                                      </p:cBhvr>
                                      <p:to>
                                        <p:strVal val="visible"/>
                                      </p:to>
                                    </p:set>
                                    <p:animEffect transition="in" filter="strips(downRight)">
                                      <p:cBhvr>
                                        <p:cTn id="37" dur="500"/>
                                        <p:tgtEl>
                                          <p:spTgt spid="1073185"/>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1" fill="hold">
                                          <p:stCondLst>
                                            <p:cond delay="0"/>
                                          </p:stCondLst>
                                        </p:cTn>
                                        <p:tgtEl>
                                          <p:spTgt spid="1073186"/>
                                        </p:tgtEl>
                                        <p:attrNameLst>
                                          <p:attrName>style.visibility</p:attrName>
                                        </p:attrNameLst>
                                      </p:cBhvr>
                                      <p:to>
                                        <p:strVal val="visible"/>
                                      </p:to>
                                    </p:set>
                                    <p:animEffect transition="in" filter="strips(downRight)">
                                      <p:cBhvr>
                                        <p:cTn id="42" dur="500"/>
                                        <p:tgtEl>
                                          <p:spTgt spid="1073186"/>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1073187"/>
                                        </p:tgtEl>
                                        <p:attrNameLst>
                                          <p:attrName>style.visibility</p:attrName>
                                        </p:attrNameLst>
                                      </p:cBhvr>
                                      <p:to>
                                        <p:strVal val="visible"/>
                                      </p:to>
                                    </p:set>
                                    <p:animEffect transition="in" filter="strips(downRight)">
                                      <p:cBhvr>
                                        <p:cTn id="47" dur="500"/>
                                        <p:tgtEl>
                                          <p:spTgt spid="1073187"/>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3171" grpId="0" animBg="1"/>
      <p:bldP spid="1073172" grpId="0" animBg="1"/>
      <p:bldP spid="1073173" grpId="0" animBg="1"/>
      <p:bldP spid="1073176" grpId="0"/>
      <p:bldP spid="1073183"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5314" name="Rectangle 2"/>
          <p:cNvSpPr>
            <a:spLocks noChangeArrowheads="1"/>
          </p:cNvSpPr>
          <p:nvPr/>
        </p:nvSpPr>
        <p:spPr bwMode="auto">
          <a:xfrm>
            <a:off x="601366" y="803975"/>
            <a:ext cx="5596404"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4</a:t>
            </a:r>
            <a:r>
              <a:rPr lang="zh-CN" altLang="en-US" sz="2800" b="1" dirty="0">
                <a:solidFill>
                  <a:srgbClr val="C00000"/>
                </a:solidFill>
                <a:latin typeface="楷体" panose="02010609060101010101" pitchFamily="49" charset="-122"/>
                <a:ea typeface="楷体" panose="02010609060101010101" pitchFamily="49" charset="-122"/>
              </a:rPr>
              <a:t>、结构体变量内存分配问题透析 </a:t>
            </a:r>
          </a:p>
        </p:txBody>
      </p:sp>
      <p:sp>
        <p:nvSpPr>
          <p:cNvPr id="1165326" name="Rectangle 14"/>
          <p:cNvSpPr>
            <a:spLocks noChangeArrowheads="1"/>
          </p:cNvSpPr>
          <p:nvPr/>
        </p:nvSpPr>
        <p:spPr bwMode="auto">
          <a:xfrm>
            <a:off x="458490" y="1373867"/>
            <a:ext cx="11398149"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结构体变量定义以后，系统会为其分配一定大小的内存空间，但分配内存空间的大小与</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语言程序所处的编译环境有密切的关系。</a:t>
            </a:r>
          </a:p>
        </p:txBody>
      </p:sp>
      <p:sp>
        <p:nvSpPr>
          <p:cNvPr id="1165327" name="Rectangle 15"/>
          <p:cNvSpPr>
            <a:spLocks noChangeArrowheads="1"/>
          </p:cNvSpPr>
          <p:nvPr/>
        </p:nvSpPr>
        <p:spPr bwMode="auto">
          <a:xfrm>
            <a:off x="1033787" y="2348285"/>
            <a:ext cx="6237287" cy="457200"/>
          </a:xfrm>
          <a:prstGeom prst="rect">
            <a:avLst/>
          </a:prstGeom>
          <a:noFill/>
          <a:ln w="9525">
            <a:noFill/>
            <a:miter lim="800000"/>
            <a:headEnd/>
            <a:tailEnd/>
          </a:ln>
          <a:effectLst/>
        </p:spPr>
        <p:txBody>
          <a:bodyPr wrap="none" anchor="ctr">
            <a:spAutoFit/>
          </a:bodyPr>
          <a:lstStyle/>
          <a:p>
            <a:pPr>
              <a:buClr>
                <a:srgbClr val="C00000"/>
              </a:buClr>
              <a:buFont typeface="Wingdings" pitchFamily="2" charset="2"/>
              <a:buChar char="l"/>
              <a:tabLst>
                <a:tab pos="533400" algn="l"/>
              </a:tabLst>
            </a:pPr>
            <a:r>
              <a:rPr lang="en-US" altLang="zh-CN" b="1" dirty="0">
                <a:solidFill>
                  <a:srgbClr val="C00000"/>
                </a:solidFill>
                <a:latin typeface="楷体" pitchFamily="49" charset="-122"/>
                <a:ea typeface="楷体" pitchFamily="49" charset="-122"/>
              </a:rPr>
              <a:t> </a:t>
            </a:r>
            <a:r>
              <a:rPr lang="zh-CN" altLang="en-US" b="1" dirty="0">
                <a:solidFill>
                  <a:srgbClr val="C00000"/>
                </a:solidFill>
                <a:latin typeface="楷体" pitchFamily="49" charset="-122"/>
                <a:ea typeface="楷体" pitchFamily="49" charset="-122"/>
              </a:rPr>
              <a:t>基于</a:t>
            </a:r>
            <a:r>
              <a:rPr lang="en-US" altLang="zh-CN" b="1" dirty="0">
                <a:solidFill>
                  <a:srgbClr val="C00000"/>
                </a:solidFill>
                <a:latin typeface="楷体" pitchFamily="49" charset="-122"/>
                <a:ea typeface="楷体" pitchFamily="49" charset="-122"/>
              </a:rPr>
              <a:t>TC</a:t>
            </a:r>
            <a:r>
              <a:rPr lang="zh-CN" altLang="en-US" b="1" dirty="0">
                <a:solidFill>
                  <a:srgbClr val="C00000"/>
                </a:solidFill>
                <a:latin typeface="楷体" pitchFamily="49" charset="-122"/>
                <a:ea typeface="楷体" pitchFamily="49" charset="-122"/>
              </a:rPr>
              <a:t>或</a:t>
            </a:r>
            <a:r>
              <a:rPr lang="en-US" altLang="zh-CN" b="1" dirty="0">
                <a:solidFill>
                  <a:srgbClr val="C00000"/>
                </a:solidFill>
                <a:latin typeface="楷体" pitchFamily="49" charset="-122"/>
                <a:ea typeface="楷体" pitchFamily="49" charset="-122"/>
              </a:rPr>
              <a:t>BC</a:t>
            </a:r>
            <a:r>
              <a:rPr lang="zh-CN" altLang="en-US" b="1" dirty="0">
                <a:solidFill>
                  <a:srgbClr val="C00000"/>
                </a:solidFill>
                <a:latin typeface="楷体" pitchFamily="49" charset="-122"/>
                <a:ea typeface="楷体" pitchFamily="49" charset="-122"/>
              </a:rPr>
              <a:t>环境下的结构体变量内存分配</a:t>
            </a:r>
          </a:p>
        </p:txBody>
      </p:sp>
      <p:sp>
        <p:nvSpPr>
          <p:cNvPr id="1165328" name="Rectangle 16" descr="信纸"/>
          <p:cNvSpPr>
            <a:spLocks noChangeArrowheads="1"/>
          </p:cNvSpPr>
          <p:nvPr/>
        </p:nvSpPr>
        <p:spPr bwMode="auto">
          <a:xfrm>
            <a:off x="1558874" y="2852936"/>
            <a:ext cx="2389188" cy="232092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en-US" altLang="zh-CN" b="1" dirty="0" err="1">
                <a:effectLst>
                  <a:outerShdw blurRad="38100" dist="38100" dir="2700000" algn="tl">
                    <a:srgbClr val="FFFFFF"/>
                  </a:outerShdw>
                </a:effectLst>
              </a:rPr>
              <a:t>struct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MyStruct</a:t>
            </a:r>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double  x; </a:t>
            </a:r>
          </a:p>
          <a:p>
            <a:r>
              <a:rPr lang="en-US" altLang="zh-CN" b="1" dirty="0">
                <a:effectLst>
                  <a:outerShdw blurRad="38100" dist="38100" dir="2700000" algn="tl">
                    <a:srgbClr val="FFFFFF"/>
                  </a:outerShdw>
                </a:effectLst>
              </a:rPr>
              <a:t>   char      y;</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z;</a:t>
            </a:r>
          </a:p>
          <a:p>
            <a:r>
              <a:rPr lang="en-US" altLang="zh-CN" b="1" dirty="0">
                <a:effectLst>
                  <a:outerShdw blurRad="38100" dist="38100" dir="2700000" algn="tl">
                    <a:srgbClr val="FFFFFF"/>
                  </a:outerShdw>
                </a:effectLst>
              </a:rPr>
              <a:t>} a; </a:t>
            </a:r>
          </a:p>
        </p:txBody>
      </p:sp>
      <p:sp>
        <p:nvSpPr>
          <p:cNvPr id="1165329" name="Rectangle 17"/>
          <p:cNvSpPr>
            <a:spLocks noChangeArrowheads="1"/>
          </p:cNvSpPr>
          <p:nvPr/>
        </p:nvSpPr>
        <p:spPr bwMode="auto">
          <a:xfrm>
            <a:off x="4151263" y="3452756"/>
            <a:ext cx="7345337" cy="1200329"/>
          </a:xfrm>
          <a:prstGeom prst="rect">
            <a:avLst/>
          </a:prstGeom>
          <a:gradFill rotWithShape="1">
            <a:gsLst>
              <a:gs pos="0">
                <a:srgbClr val="CFCFD1"/>
              </a:gs>
              <a:gs pos="100000">
                <a:schemeClr val="bg1"/>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solidFill>
                  <a:srgbClr val="C00000"/>
                </a:solidFill>
                <a:latin typeface="楷体_GB2312" pitchFamily="49" charset="-122"/>
                <a:ea typeface="楷体_GB2312" pitchFamily="49" charset="-122"/>
              </a:rPr>
              <a:t>    </a:t>
            </a:r>
            <a:r>
              <a:rPr lang="zh-CN" altLang="en-US" b="1" dirty="0">
                <a:solidFill>
                  <a:srgbClr val="C00000"/>
                </a:solidFill>
                <a:latin typeface="隶书" pitchFamily="49" charset="-122"/>
                <a:ea typeface="隶书" pitchFamily="49" charset="-122"/>
              </a:rPr>
              <a:t>内存分配方法：</a:t>
            </a:r>
            <a:r>
              <a:rPr lang="zh-CN" altLang="en-US" b="1" dirty="0">
                <a:latin typeface="+mn-lt"/>
                <a:ea typeface="楷体" pitchFamily="49" charset="-122"/>
              </a:rPr>
              <a:t>在</a:t>
            </a:r>
            <a:r>
              <a:rPr lang="en-US" altLang="zh-CN" b="1" dirty="0">
                <a:latin typeface="+mn-lt"/>
                <a:ea typeface="楷体" pitchFamily="49" charset="-122"/>
              </a:rPr>
              <a:t>TC</a:t>
            </a:r>
            <a:r>
              <a:rPr lang="zh-CN" altLang="en-US" b="1" dirty="0">
                <a:latin typeface="+mn-lt"/>
                <a:ea typeface="楷体" pitchFamily="49" charset="-122"/>
              </a:rPr>
              <a:t>或</a:t>
            </a:r>
            <a:r>
              <a:rPr lang="en-US" altLang="zh-CN" b="1" dirty="0">
                <a:latin typeface="+mn-lt"/>
                <a:ea typeface="楷体" pitchFamily="49" charset="-122"/>
              </a:rPr>
              <a:t>BC</a:t>
            </a:r>
            <a:r>
              <a:rPr lang="zh-CN" altLang="en-US" b="1" dirty="0">
                <a:latin typeface="+mn-lt"/>
                <a:ea typeface="楷体" pitchFamily="49" charset="-122"/>
              </a:rPr>
              <a:t>编译环境下，结构体变量所占内存空间的大小等于它所包含的每个成员所占内存空间大小之和。 </a:t>
            </a:r>
          </a:p>
        </p:txBody>
      </p:sp>
      <p:sp>
        <p:nvSpPr>
          <p:cNvPr id="1165330" name="Rectangle 18"/>
          <p:cNvSpPr>
            <a:spLocks noChangeArrowheads="1"/>
          </p:cNvSpPr>
          <p:nvPr/>
        </p:nvSpPr>
        <p:spPr bwMode="auto">
          <a:xfrm>
            <a:off x="1558874" y="5437622"/>
            <a:ext cx="9937726" cy="1015663"/>
          </a:xfrm>
          <a:prstGeom prst="rect">
            <a:avLst/>
          </a:prstGeom>
          <a:gradFill rotWithShape="1">
            <a:gsLst>
              <a:gs pos="0">
                <a:srgbClr val="CFCFD1"/>
              </a:gs>
              <a:gs pos="100000">
                <a:schemeClr val="bg1"/>
              </a:gs>
            </a:gsLst>
            <a:lin ang="5400000" scaled="1"/>
          </a:gradFill>
          <a:ln w="3810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err="1">
                <a:solidFill>
                  <a:srgbClr val="002060"/>
                </a:solidFill>
              </a:rPr>
              <a:t>sizeof</a:t>
            </a:r>
            <a:r>
              <a:rPr lang="en-US" altLang="zh-CN" sz="2000" b="1" dirty="0">
                <a:solidFill>
                  <a:srgbClr val="002060"/>
                </a:solidFill>
              </a:rPr>
              <a:t>(a) </a:t>
            </a:r>
            <a:r>
              <a:rPr lang="en-US" altLang="zh-CN" sz="2000" b="1" dirty="0">
                <a:solidFill>
                  <a:srgbClr val="CC0000"/>
                </a:solidFill>
              </a:rPr>
              <a:t>= </a:t>
            </a:r>
            <a:r>
              <a:rPr lang="en-US" altLang="zh-CN" sz="2000" b="1" dirty="0" err="1">
                <a:solidFill>
                  <a:srgbClr val="CC0000"/>
                </a:solidFill>
              </a:rPr>
              <a:t>sizeof</a:t>
            </a:r>
            <a:r>
              <a:rPr lang="en-US" altLang="zh-CN" sz="2000" b="1" dirty="0">
                <a:solidFill>
                  <a:srgbClr val="CC0000"/>
                </a:solidFill>
              </a:rPr>
              <a:t>(</a:t>
            </a:r>
            <a:r>
              <a:rPr lang="en-US" altLang="zh-CN" sz="2000" b="1" dirty="0" err="1">
                <a:solidFill>
                  <a:srgbClr val="CC0000"/>
                </a:solidFill>
              </a:rPr>
              <a:t>a.x</a:t>
            </a:r>
            <a:r>
              <a:rPr lang="en-US" altLang="zh-CN" sz="2000" b="1" dirty="0">
                <a:solidFill>
                  <a:srgbClr val="CC0000"/>
                </a:solidFill>
              </a:rPr>
              <a:t>) + </a:t>
            </a:r>
            <a:r>
              <a:rPr lang="en-US" altLang="zh-CN" sz="2000" b="1" dirty="0" err="1">
                <a:solidFill>
                  <a:srgbClr val="CC0000"/>
                </a:solidFill>
              </a:rPr>
              <a:t>sizeof</a:t>
            </a:r>
            <a:r>
              <a:rPr lang="en-US" altLang="zh-CN" sz="2000" b="1" dirty="0">
                <a:solidFill>
                  <a:srgbClr val="CC0000"/>
                </a:solidFill>
              </a:rPr>
              <a:t>(</a:t>
            </a:r>
            <a:r>
              <a:rPr lang="en-US" altLang="zh-CN" sz="2000" b="1" dirty="0" err="1">
                <a:solidFill>
                  <a:srgbClr val="CC0000"/>
                </a:solidFill>
              </a:rPr>
              <a:t>a.y</a:t>
            </a:r>
            <a:r>
              <a:rPr lang="en-US" altLang="zh-CN" sz="2000" b="1" dirty="0">
                <a:solidFill>
                  <a:srgbClr val="CC0000"/>
                </a:solidFill>
              </a:rPr>
              <a:t>) + </a:t>
            </a:r>
            <a:r>
              <a:rPr lang="en-US" altLang="zh-CN" sz="2000" b="1" dirty="0" err="1">
                <a:solidFill>
                  <a:srgbClr val="CC0000"/>
                </a:solidFill>
              </a:rPr>
              <a:t>sizeof</a:t>
            </a:r>
            <a:r>
              <a:rPr lang="en-US" altLang="zh-CN" sz="2000" b="1" dirty="0">
                <a:solidFill>
                  <a:srgbClr val="CC0000"/>
                </a:solidFill>
              </a:rPr>
              <a:t>(</a:t>
            </a:r>
            <a:r>
              <a:rPr lang="en-US" altLang="zh-CN" sz="2000" b="1" dirty="0" err="1">
                <a:solidFill>
                  <a:srgbClr val="CC0000"/>
                </a:solidFill>
              </a:rPr>
              <a:t>a.z</a:t>
            </a:r>
            <a:r>
              <a:rPr lang="en-US" altLang="zh-CN" sz="2000" b="1" dirty="0">
                <a:solidFill>
                  <a:srgbClr val="CC0000"/>
                </a:solidFill>
              </a:rPr>
              <a:t>) = 8 + 1 + 2 = 11</a:t>
            </a:r>
            <a:r>
              <a:rPr lang="zh-CN" altLang="en-US" sz="2000" b="1" dirty="0">
                <a:solidFill>
                  <a:srgbClr val="CC0000"/>
                </a:solidFill>
                <a:ea typeface="楷体_GB2312" pitchFamily="49" charset="-122"/>
              </a:rPr>
              <a:t>（</a:t>
            </a:r>
            <a:r>
              <a:rPr lang="en-US" altLang="zh-CN" sz="2000" b="1" dirty="0">
                <a:solidFill>
                  <a:srgbClr val="CC0000"/>
                </a:solidFill>
                <a:ea typeface="楷体_GB2312" pitchFamily="49" charset="-122"/>
              </a:rPr>
              <a:t>byte</a:t>
            </a:r>
            <a:r>
              <a:rPr lang="zh-CN" altLang="en-US" sz="2000" b="1" dirty="0">
                <a:solidFill>
                  <a:srgbClr val="CC0000"/>
                </a:solidFill>
                <a:ea typeface="楷体_GB2312" pitchFamily="49" charset="-122"/>
              </a:rPr>
              <a:t>）</a:t>
            </a:r>
          </a:p>
          <a:p>
            <a:r>
              <a:rPr lang="zh-CN" altLang="en-US" sz="2000" b="1" dirty="0">
                <a:solidFill>
                  <a:srgbClr val="002060"/>
                </a:solidFill>
                <a:ea typeface="楷体_GB2312" pitchFamily="49" charset="-122"/>
              </a:rPr>
              <a:t>               </a:t>
            </a:r>
            <a:r>
              <a:rPr lang="zh-CN" altLang="en-US" sz="2000" b="1" dirty="0">
                <a:solidFill>
                  <a:srgbClr val="002060"/>
                </a:solidFill>
                <a:latin typeface="楷体" pitchFamily="49" charset="-122"/>
                <a:ea typeface="楷体" pitchFamily="49" charset="-122"/>
              </a:rPr>
              <a:t>或</a:t>
            </a:r>
            <a:r>
              <a:rPr lang="zh-CN" altLang="en-US" sz="2000" b="1" dirty="0">
                <a:solidFill>
                  <a:srgbClr val="002060"/>
                </a:solidFill>
              </a:rPr>
              <a:t> </a:t>
            </a:r>
          </a:p>
          <a:p>
            <a:r>
              <a:rPr lang="en-US" altLang="zh-CN" sz="2000" b="1" dirty="0" err="1">
                <a:solidFill>
                  <a:srgbClr val="002060"/>
                </a:solidFill>
              </a:rPr>
              <a:t>sizeof</a:t>
            </a:r>
            <a:r>
              <a:rPr lang="en-US" altLang="zh-CN" sz="2000" b="1" dirty="0">
                <a:solidFill>
                  <a:srgbClr val="002060"/>
                </a:solidFill>
              </a:rPr>
              <a:t>(</a:t>
            </a:r>
            <a:r>
              <a:rPr lang="en-US" altLang="zh-CN" sz="2000" b="1" dirty="0" err="1">
                <a:solidFill>
                  <a:srgbClr val="002060"/>
                </a:solidFill>
              </a:rPr>
              <a:t>struct</a:t>
            </a:r>
            <a:r>
              <a:rPr lang="en-US" altLang="zh-CN" sz="2000" b="1" dirty="0">
                <a:solidFill>
                  <a:srgbClr val="002060"/>
                </a:solidFill>
              </a:rPr>
              <a:t> </a:t>
            </a:r>
            <a:r>
              <a:rPr lang="en-US" altLang="zh-CN" sz="2000" b="1" dirty="0" err="1">
                <a:solidFill>
                  <a:srgbClr val="002060"/>
                </a:solidFill>
              </a:rPr>
              <a:t>MyStruct</a:t>
            </a:r>
            <a:r>
              <a:rPr lang="en-US" altLang="zh-CN" sz="2000" b="1" dirty="0">
                <a:solidFill>
                  <a:srgbClr val="002060"/>
                </a:solidFill>
              </a:rPr>
              <a:t>) </a:t>
            </a:r>
            <a:r>
              <a:rPr lang="en-US" altLang="zh-CN" sz="2000" b="1" dirty="0">
                <a:solidFill>
                  <a:srgbClr val="CC0000"/>
                </a:solidFill>
              </a:rPr>
              <a:t>= </a:t>
            </a:r>
            <a:r>
              <a:rPr lang="en-US" altLang="zh-CN" sz="2000" b="1" dirty="0" err="1">
                <a:solidFill>
                  <a:srgbClr val="CC0000"/>
                </a:solidFill>
              </a:rPr>
              <a:t>sizeof</a:t>
            </a:r>
            <a:r>
              <a:rPr lang="en-US" altLang="zh-CN" sz="2000" b="1" dirty="0">
                <a:solidFill>
                  <a:srgbClr val="CC0000"/>
                </a:solidFill>
              </a:rPr>
              <a:t>(double) + </a:t>
            </a:r>
            <a:r>
              <a:rPr lang="en-US" altLang="zh-CN" sz="2000" b="1" dirty="0" err="1">
                <a:solidFill>
                  <a:srgbClr val="CC0000"/>
                </a:solidFill>
              </a:rPr>
              <a:t>sizeof</a:t>
            </a:r>
            <a:r>
              <a:rPr lang="en-US" altLang="zh-CN" sz="2000" b="1" dirty="0">
                <a:solidFill>
                  <a:srgbClr val="CC0000"/>
                </a:solidFill>
              </a:rPr>
              <a:t>(char) + </a:t>
            </a:r>
            <a:r>
              <a:rPr lang="en-US" altLang="zh-CN" sz="2000" b="1" dirty="0" err="1">
                <a:solidFill>
                  <a:srgbClr val="CC0000"/>
                </a:solidFill>
              </a:rPr>
              <a:t>sizeof</a:t>
            </a:r>
            <a:r>
              <a:rPr lang="en-US" altLang="zh-CN" sz="2000" b="1" dirty="0">
                <a:solidFill>
                  <a:srgbClr val="CC0000"/>
                </a:solidFill>
              </a:rPr>
              <a:t>(</a:t>
            </a:r>
            <a:r>
              <a:rPr lang="en-US" altLang="zh-CN" sz="2000" b="1" dirty="0" err="1">
                <a:solidFill>
                  <a:srgbClr val="CC0000"/>
                </a:solidFill>
              </a:rPr>
              <a:t>int</a:t>
            </a:r>
            <a:r>
              <a:rPr lang="en-US" altLang="zh-CN" sz="2000" b="1" dirty="0">
                <a:solidFill>
                  <a:srgbClr val="CC0000"/>
                </a:solidFill>
              </a:rPr>
              <a:t>) = 8 + 1 + 2 = 11</a:t>
            </a:r>
            <a:r>
              <a:rPr lang="zh-CN" altLang="en-US" sz="2000" b="1" dirty="0">
                <a:solidFill>
                  <a:srgbClr val="CC0000"/>
                </a:solidFill>
              </a:rPr>
              <a:t>（</a:t>
            </a:r>
            <a:r>
              <a:rPr lang="en-US" altLang="zh-CN" sz="2000" b="1" dirty="0">
                <a:solidFill>
                  <a:srgbClr val="CC0000"/>
                </a:solidFill>
              </a:rPr>
              <a:t>byte</a:t>
            </a:r>
            <a:r>
              <a:rPr lang="zh-CN" altLang="en-US" sz="2000" b="1" dirty="0">
                <a:solidFill>
                  <a:srgbClr val="CC0000"/>
                </a:solidFill>
              </a:rPr>
              <a:t>）</a:t>
            </a:r>
          </a:p>
        </p:txBody>
      </p:sp>
      <p:sp>
        <p:nvSpPr>
          <p:cNvPr id="11" name="Rectangle 4">
            <a:extLst>
              <a:ext uri="{FF2B5EF4-FFF2-40B4-BE49-F238E27FC236}">
                <a16:creationId xmlns:a16="http://schemas.microsoft.com/office/drawing/2014/main" id="{EA3D433A-274F-4CFB-A65A-54800303F95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65326"/>
                                        </p:tgtEl>
                                        <p:attrNameLst>
                                          <p:attrName>style.visibility</p:attrName>
                                        </p:attrNameLst>
                                      </p:cBhvr>
                                      <p:to>
                                        <p:strVal val="visible"/>
                                      </p:to>
                                    </p:set>
                                    <p:animEffect transition="in" filter="box(in)">
                                      <p:cBhvr>
                                        <p:cTn id="7" dur="500"/>
                                        <p:tgtEl>
                                          <p:spTgt spid="116532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65327"/>
                                        </p:tgtEl>
                                        <p:attrNameLst>
                                          <p:attrName>style.visibility</p:attrName>
                                        </p:attrNameLst>
                                      </p:cBhvr>
                                      <p:to>
                                        <p:strVal val="visible"/>
                                      </p:to>
                                    </p:set>
                                    <p:animEffect transition="in" filter="box(in)">
                                      <p:cBhvr>
                                        <p:cTn id="12" dur="500"/>
                                        <p:tgtEl>
                                          <p:spTgt spid="116532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65328"/>
                                        </p:tgtEl>
                                        <p:attrNameLst>
                                          <p:attrName>style.visibility</p:attrName>
                                        </p:attrNameLst>
                                      </p:cBhvr>
                                      <p:to>
                                        <p:strVal val="visible"/>
                                      </p:to>
                                    </p:set>
                                    <p:animEffect transition="in" filter="box(in)">
                                      <p:cBhvr>
                                        <p:cTn id="17" dur="500"/>
                                        <p:tgtEl>
                                          <p:spTgt spid="1165328"/>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65329"/>
                                        </p:tgtEl>
                                        <p:attrNameLst>
                                          <p:attrName>style.visibility</p:attrName>
                                        </p:attrNameLst>
                                      </p:cBhvr>
                                      <p:to>
                                        <p:strVal val="visible"/>
                                      </p:to>
                                    </p:set>
                                    <p:animEffect transition="in" filter="box(in)">
                                      <p:cBhvr>
                                        <p:cTn id="22" dur="500"/>
                                        <p:tgtEl>
                                          <p:spTgt spid="1165329"/>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1165330"/>
                                        </p:tgtEl>
                                        <p:attrNameLst>
                                          <p:attrName>style.visibility</p:attrName>
                                        </p:attrNameLst>
                                      </p:cBhvr>
                                      <p:to>
                                        <p:strVal val="visible"/>
                                      </p:to>
                                    </p:set>
                                    <p:animEffect transition="in" filter="diamond(in)">
                                      <p:cBhvr>
                                        <p:cTn id="27" dur="2000"/>
                                        <p:tgtEl>
                                          <p:spTgt spid="1165330"/>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326" grpId="0"/>
      <p:bldP spid="1165327" grpId="0"/>
      <p:bldP spid="1165328" grpId="0" animBg="1"/>
      <p:bldP spid="1165329" grpId="0" animBg="1"/>
      <p:bldP spid="1165330"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67" name="Rectangle 7"/>
          <p:cNvSpPr>
            <a:spLocks noChangeArrowheads="1"/>
          </p:cNvSpPr>
          <p:nvPr/>
        </p:nvSpPr>
        <p:spPr bwMode="auto">
          <a:xfrm>
            <a:off x="957261" y="1535291"/>
            <a:ext cx="6237288" cy="457200"/>
          </a:xfrm>
          <a:prstGeom prst="rect">
            <a:avLst/>
          </a:prstGeom>
          <a:noFill/>
          <a:ln w="9525">
            <a:noFill/>
            <a:miter lim="800000"/>
            <a:headEnd/>
            <a:tailEnd/>
          </a:ln>
          <a:effectLst/>
        </p:spPr>
        <p:txBody>
          <a:bodyPr wrap="none" anchor="ctr">
            <a:spAutoFit/>
          </a:bodyPr>
          <a:lstStyle/>
          <a:p>
            <a:pPr>
              <a:buClr>
                <a:srgbClr val="C00000"/>
              </a:buClr>
              <a:buFont typeface="Wingdings" pitchFamily="2" charset="2"/>
              <a:buChar char="l"/>
              <a:tabLst>
                <a:tab pos="533400" algn="l"/>
              </a:tabLst>
            </a:pPr>
            <a:r>
              <a:rPr lang="en-US" altLang="zh-CN" b="1" dirty="0">
                <a:solidFill>
                  <a:srgbClr val="C00000"/>
                </a:solidFill>
                <a:latin typeface="隶书" pitchFamily="49" charset="-122"/>
                <a:ea typeface="隶书" pitchFamily="49" charset="-122"/>
              </a:rPr>
              <a:t> </a:t>
            </a:r>
            <a:r>
              <a:rPr lang="zh-CN" altLang="en-US" b="1" dirty="0">
                <a:solidFill>
                  <a:srgbClr val="C00000"/>
                </a:solidFill>
                <a:latin typeface="楷体" pitchFamily="49" charset="-122"/>
                <a:ea typeface="楷体" pitchFamily="49" charset="-122"/>
              </a:rPr>
              <a:t>基于</a:t>
            </a:r>
            <a:r>
              <a:rPr lang="en-US" altLang="zh-CN" b="1" dirty="0">
                <a:solidFill>
                  <a:srgbClr val="C00000"/>
                </a:solidFill>
                <a:latin typeface="楷体" pitchFamily="49" charset="-122"/>
                <a:ea typeface="楷体" pitchFamily="49" charset="-122"/>
              </a:rPr>
              <a:t>TC</a:t>
            </a:r>
            <a:r>
              <a:rPr lang="zh-CN" altLang="en-US" b="1" dirty="0">
                <a:solidFill>
                  <a:srgbClr val="C00000"/>
                </a:solidFill>
                <a:latin typeface="楷体" pitchFamily="49" charset="-122"/>
                <a:ea typeface="楷体" pitchFamily="49" charset="-122"/>
              </a:rPr>
              <a:t>或</a:t>
            </a:r>
            <a:r>
              <a:rPr lang="en-US" altLang="zh-CN" b="1" dirty="0">
                <a:solidFill>
                  <a:srgbClr val="C00000"/>
                </a:solidFill>
                <a:latin typeface="楷体" pitchFamily="49" charset="-122"/>
                <a:ea typeface="楷体" pitchFamily="49" charset="-122"/>
              </a:rPr>
              <a:t>BC</a:t>
            </a:r>
            <a:r>
              <a:rPr lang="zh-CN" altLang="en-US" b="1" dirty="0">
                <a:solidFill>
                  <a:srgbClr val="C00000"/>
                </a:solidFill>
                <a:latin typeface="楷体" pitchFamily="49" charset="-122"/>
                <a:ea typeface="楷体" pitchFamily="49" charset="-122"/>
              </a:rPr>
              <a:t>环境下的结构体变量内存分配</a:t>
            </a:r>
          </a:p>
        </p:txBody>
      </p:sp>
      <p:sp>
        <p:nvSpPr>
          <p:cNvPr id="1167368" name="Rectangle 8" descr="信纸"/>
          <p:cNvSpPr>
            <a:spLocks noChangeArrowheads="1"/>
          </p:cNvSpPr>
          <p:nvPr/>
        </p:nvSpPr>
        <p:spPr bwMode="auto">
          <a:xfrm>
            <a:off x="1265005" y="2420888"/>
            <a:ext cx="3322870" cy="232092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a:effectLst>
                  <a:outerShdw blurRad="38100" dist="38100" dir="2700000" algn="tl">
                    <a:srgbClr val="FFFFFF"/>
                  </a:outerShdw>
                </a:effectLst>
              </a:rPr>
              <a:t>struct MyStruct </a:t>
            </a:r>
          </a:p>
          <a:p>
            <a:r>
              <a:rPr lang="en-US" altLang="zh-CN" b="1">
                <a:effectLst>
                  <a:outerShdw blurRad="38100" dist="38100" dir="2700000" algn="tl">
                    <a:srgbClr val="FFFFFF"/>
                  </a:outerShdw>
                </a:effectLst>
              </a:rPr>
              <a:t>{ </a:t>
            </a:r>
          </a:p>
          <a:p>
            <a:r>
              <a:rPr lang="en-US" altLang="zh-CN" b="1">
                <a:effectLst>
                  <a:outerShdw blurRad="38100" dist="38100" dir="2700000" algn="tl">
                    <a:srgbClr val="FFFFFF"/>
                  </a:outerShdw>
                </a:effectLst>
              </a:rPr>
              <a:t>   double  x; </a:t>
            </a:r>
          </a:p>
          <a:p>
            <a:r>
              <a:rPr lang="en-US" altLang="zh-CN" b="1">
                <a:effectLst>
                  <a:outerShdw blurRad="38100" dist="38100" dir="2700000" algn="tl">
                    <a:srgbClr val="FFFFFF"/>
                  </a:outerShdw>
                </a:effectLst>
              </a:rPr>
              <a:t>   char      y;</a:t>
            </a:r>
          </a:p>
          <a:p>
            <a:r>
              <a:rPr lang="en-US" altLang="zh-CN" b="1">
                <a:effectLst>
                  <a:outerShdw blurRad="38100" dist="38100" dir="2700000" algn="tl">
                    <a:srgbClr val="FFFFFF"/>
                  </a:outerShdw>
                </a:effectLst>
              </a:rPr>
              <a:t>   int         z;</a:t>
            </a:r>
          </a:p>
          <a:p>
            <a:r>
              <a:rPr lang="en-US" altLang="zh-CN" b="1">
                <a:effectLst>
                  <a:outerShdw blurRad="38100" dist="38100" dir="2700000" algn="tl">
                    <a:srgbClr val="FFFFFF"/>
                  </a:outerShdw>
                </a:effectLst>
              </a:rPr>
              <a:t>} a; </a:t>
            </a:r>
          </a:p>
        </p:txBody>
      </p:sp>
      <p:graphicFrame>
        <p:nvGraphicFramePr>
          <p:cNvPr id="1167636" name="Group 276"/>
          <p:cNvGraphicFramePr>
            <a:graphicFrameLocks noGrp="1"/>
          </p:cNvGraphicFramePr>
          <p:nvPr>
            <p:extLst>
              <p:ext uri="{D42A27DB-BD31-4B8C-83A1-F6EECF244321}">
                <p14:modId xmlns:p14="http://schemas.microsoft.com/office/powerpoint/2010/main" val="3753355598"/>
              </p:ext>
            </p:extLst>
          </p:nvPr>
        </p:nvGraphicFramePr>
        <p:xfrm>
          <a:off x="6605587" y="2661369"/>
          <a:ext cx="2087562" cy="3352800"/>
        </p:xfrm>
        <a:graphic>
          <a:graphicData uri="http://schemas.openxmlformats.org/drawingml/2006/table">
            <a:tbl>
              <a:tblPr/>
              <a:tblGrid>
                <a:gridCol w="595312">
                  <a:extLst>
                    <a:ext uri="{9D8B030D-6E8A-4147-A177-3AD203B41FA5}">
                      <a16:colId xmlns:a16="http://schemas.microsoft.com/office/drawing/2014/main" val="20000"/>
                    </a:ext>
                  </a:extLst>
                </a:gridCol>
                <a:gridCol w="1492250">
                  <a:extLst>
                    <a:ext uri="{9D8B030D-6E8A-4147-A177-3AD203B41FA5}">
                      <a16:colId xmlns:a16="http://schemas.microsoft.com/office/drawing/2014/main" val="20001"/>
                    </a:ext>
                  </a:extLst>
                </a:gridCol>
              </a:tblGrid>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cap="flat">
                      <a:noFill/>
                    </a:lnL>
                    <a:lnR w="38100" cap="flat" cmpd="sng" algn="ctr">
                      <a:solidFill>
                        <a:srgbClr val="006600"/>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0"/>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1"/>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2"/>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3</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3"/>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4</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4"/>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5</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5"/>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6</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6"/>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7</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7"/>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8</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50000">
                          <a:schemeClr val="bg1">
                            <a:lumMod val="95000"/>
                          </a:schemeClr>
                        </a:gs>
                        <a:gs pos="100000">
                          <a:srgbClr val="F0E5B7"/>
                        </a:gs>
                      </a:gsLst>
                      <a:lin ang="5400000" scaled="1"/>
                    </a:gradFill>
                  </a:tcPr>
                </a:tc>
                <a:extLst>
                  <a:ext uri="{0D108BD9-81ED-4DB2-BD59-A6C34878D82A}">
                    <a16:rowId xmlns:a16="http://schemas.microsoft.com/office/drawing/2014/main" val="10008"/>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9</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D6368"/>
                        </a:gs>
                        <a:gs pos="50000">
                          <a:srgbClr val="BAA1B9"/>
                        </a:gs>
                        <a:gs pos="100000">
                          <a:srgbClr val="BD6368"/>
                        </a:gs>
                      </a:gsLst>
                      <a:lin ang="5400000" scaled="1"/>
                    </a:gradFill>
                  </a:tcPr>
                </a:tc>
                <a:extLst>
                  <a:ext uri="{0D108BD9-81ED-4DB2-BD59-A6C34878D82A}">
                    <a16:rowId xmlns:a16="http://schemas.microsoft.com/office/drawing/2014/main" val="10009"/>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10</a:t>
                      </a:r>
                    </a:p>
                  </a:txBody>
                  <a:tcPr horzOverflow="overflow">
                    <a:lnL cap="flat">
                      <a:noFill/>
                    </a:lnL>
                    <a:lnR w="38100" cap="flat" cmpd="sng" algn="ctr">
                      <a:solidFill>
                        <a:srgbClr val="0066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gradFill rotWithShape="0">
                      <a:gsLst>
                        <a:gs pos="0">
                          <a:srgbClr val="BD6368"/>
                        </a:gs>
                        <a:gs pos="50000">
                          <a:srgbClr val="BAA1B9"/>
                        </a:gs>
                        <a:gs pos="100000">
                          <a:srgbClr val="BD6368"/>
                        </a:gs>
                      </a:gsLst>
                      <a:lin ang="5400000" scaled="1"/>
                    </a:gradFill>
                  </a:tcPr>
                </a:tc>
                <a:extLst>
                  <a:ext uri="{0D108BD9-81ED-4DB2-BD59-A6C34878D82A}">
                    <a16:rowId xmlns:a16="http://schemas.microsoft.com/office/drawing/2014/main" val="10010"/>
                  </a:ext>
                </a:extLst>
              </a:tr>
            </a:tbl>
          </a:graphicData>
        </a:graphic>
      </p:graphicFrame>
      <p:sp>
        <p:nvSpPr>
          <p:cNvPr id="1167453" name="AutoShape 93"/>
          <p:cNvSpPr>
            <a:spLocks noChangeArrowheads="1"/>
          </p:cNvSpPr>
          <p:nvPr/>
        </p:nvSpPr>
        <p:spPr bwMode="auto">
          <a:xfrm>
            <a:off x="7194549" y="5998295"/>
            <a:ext cx="1498600" cy="695325"/>
          </a:xfrm>
          <a:prstGeom prst="foldedCorner">
            <a:avLst>
              <a:gd name="adj" fmla="val 50000"/>
            </a:avLst>
          </a:prstGeom>
          <a:noFill/>
          <a:ln w="38100">
            <a:solidFill>
              <a:srgbClr val="008000"/>
            </a:solidFill>
            <a:round/>
            <a:headEnd/>
            <a:tailEnd/>
          </a:ln>
          <a:effectLst/>
        </p:spPr>
        <p:txBody>
          <a:bodyPr wrap="none" anchor="ctr"/>
          <a:lstStyle/>
          <a:p>
            <a:endParaRPr lang="zh-CN" altLang="en-US"/>
          </a:p>
        </p:txBody>
      </p:sp>
      <p:grpSp>
        <p:nvGrpSpPr>
          <p:cNvPr id="1167646" name="Group 286"/>
          <p:cNvGrpSpPr>
            <a:grpSpLocks/>
          </p:cNvGrpSpPr>
          <p:nvPr/>
        </p:nvGrpSpPr>
        <p:grpSpPr bwMode="auto">
          <a:xfrm>
            <a:off x="8766174" y="2661369"/>
            <a:ext cx="1912938" cy="2376488"/>
            <a:chOff x="4172" y="1434"/>
            <a:chExt cx="1205" cy="1497"/>
          </a:xfrm>
        </p:grpSpPr>
        <p:sp>
          <p:nvSpPr>
            <p:cNvPr id="1167637" name="AutoShape 277"/>
            <p:cNvSpPr>
              <a:spLocks/>
            </p:cNvSpPr>
            <p:nvPr/>
          </p:nvSpPr>
          <p:spPr bwMode="auto">
            <a:xfrm>
              <a:off x="4172" y="1434"/>
              <a:ext cx="136" cy="1497"/>
            </a:xfrm>
            <a:prstGeom prst="rightBrace">
              <a:avLst>
                <a:gd name="adj1" fmla="val 91728"/>
                <a:gd name="adj2" fmla="val 50000"/>
              </a:avLst>
            </a:prstGeom>
            <a:noFill/>
            <a:ln w="31750">
              <a:solidFill>
                <a:srgbClr val="002060"/>
              </a:solidFill>
              <a:round/>
              <a:headEnd/>
              <a:tailEnd/>
            </a:ln>
            <a:effectLst>
              <a:outerShdw dist="35921" dir="2700000" algn="ctr" rotWithShape="0">
                <a:schemeClr val="bg2"/>
              </a:outerShdw>
            </a:effectLst>
          </p:spPr>
          <p:txBody>
            <a:bodyPr wrap="none" anchor="ctr"/>
            <a:lstStyle/>
            <a:p>
              <a:endParaRPr lang="zh-CN" altLang="en-US" dirty="0"/>
            </a:p>
          </p:txBody>
        </p:sp>
        <p:sp>
          <p:nvSpPr>
            <p:cNvPr id="1167638" name="Rectangle 278"/>
            <p:cNvSpPr>
              <a:spLocks noChangeArrowheads="1"/>
            </p:cNvSpPr>
            <p:nvPr/>
          </p:nvSpPr>
          <p:spPr bwMode="auto">
            <a:xfrm>
              <a:off x="4286" y="2002"/>
              <a:ext cx="1091" cy="288"/>
            </a:xfrm>
            <a:prstGeom prst="rect">
              <a:avLst/>
            </a:prstGeom>
            <a:noFill/>
            <a:ln w="9525">
              <a:noFill/>
              <a:miter lim="800000"/>
              <a:headEnd/>
              <a:tailEnd/>
            </a:ln>
            <a:effectLst/>
          </p:spPr>
          <p:txBody>
            <a:bodyPr wrap="none" anchor="ctr">
              <a:spAutoFit/>
            </a:bodyPr>
            <a:lstStyle/>
            <a:p>
              <a:pPr algn="ctr"/>
              <a:r>
                <a:rPr lang="en-US" altLang="zh-CN" b="1" dirty="0" err="1"/>
                <a:t>a.x</a:t>
              </a:r>
              <a:r>
                <a:rPr lang="zh-CN" altLang="en-US" sz="2000" b="1" dirty="0">
                  <a:solidFill>
                    <a:srgbClr val="C00000"/>
                  </a:solidFill>
                </a:rPr>
                <a:t>（</a:t>
              </a:r>
              <a:r>
                <a:rPr lang="en-US" altLang="zh-CN" sz="2000" b="1" dirty="0">
                  <a:solidFill>
                    <a:srgbClr val="C00000"/>
                  </a:solidFill>
                </a:rPr>
                <a:t>8 byte</a:t>
              </a:r>
              <a:r>
                <a:rPr lang="zh-CN" altLang="en-US" sz="2000" b="1" dirty="0">
                  <a:solidFill>
                    <a:srgbClr val="C00000"/>
                  </a:solidFill>
                </a:rPr>
                <a:t>）</a:t>
              </a:r>
            </a:p>
          </p:txBody>
        </p:sp>
      </p:grpSp>
      <p:grpSp>
        <p:nvGrpSpPr>
          <p:cNvPr id="1167648" name="Group 288"/>
          <p:cNvGrpSpPr>
            <a:grpSpLocks/>
          </p:cNvGrpSpPr>
          <p:nvPr/>
        </p:nvGrpSpPr>
        <p:grpSpPr bwMode="auto">
          <a:xfrm>
            <a:off x="8740774" y="4941019"/>
            <a:ext cx="1955800" cy="457200"/>
            <a:chOff x="4156" y="2870"/>
            <a:chExt cx="1232" cy="288"/>
          </a:xfrm>
        </p:grpSpPr>
        <p:sp>
          <p:nvSpPr>
            <p:cNvPr id="1167639" name="AutoShape 279"/>
            <p:cNvSpPr>
              <a:spLocks/>
            </p:cNvSpPr>
            <p:nvPr/>
          </p:nvSpPr>
          <p:spPr bwMode="auto">
            <a:xfrm>
              <a:off x="4156" y="2960"/>
              <a:ext cx="136" cy="182"/>
            </a:xfrm>
            <a:prstGeom prst="rightBrace">
              <a:avLst>
                <a:gd name="adj1" fmla="val 11152"/>
                <a:gd name="adj2" fmla="val 50000"/>
              </a:avLst>
            </a:prstGeom>
            <a:noFill/>
            <a:ln w="3175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67640" name="Rectangle 280"/>
            <p:cNvSpPr>
              <a:spLocks noChangeArrowheads="1"/>
            </p:cNvSpPr>
            <p:nvPr/>
          </p:nvSpPr>
          <p:spPr bwMode="auto">
            <a:xfrm>
              <a:off x="4297" y="2870"/>
              <a:ext cx="1091" cy="288"/>
            </a:xfrm>
            <a:prstGeom prst="rect">
              <a:avLst/>
            </a:prstGeom>
            <a:noFill/>
            <a:ln w="9525">
              <a:noFill/>
              <a:miter lim="800000"/>
              <a:headEnd/>
              <a:tailEnd/>
            </a:ln>
            <a:effectLst/>
          </p:spPr>
          <p:txBody>
            <a:bodyPr wrap="none" anchor="ctr">
              <a:spAutoFit/>
            </a:bodyPr>
            <a:lstStyle/>
            <a:p>
              <a:pPr algn="ctr"/>
              <a:r>
                <a:rPr lang="en-US" altLang="zh-CN" b="1" dirty="0" err="1"/>
                <a:t>a.y</a:t>
              </a:r>
              <a:r>
                <a:rPr lang="zh-CN" altLang="en-US" sz="2000" b="1" dirty="0">
                  <a:solidFill>
                    <a:srgbClr val="C00000"/>
                  </a:solidFill>
                </a:rPr>
                <a:t>（</a:t>
              </a:r>
              <a:r>
                <a:rPr lang="en-US" altLang="zh-CN" sz="2000" b="1" dirty="0">
                  <a:solidFill>
                    <a:srgbClr val="C00000"/>
                  </a:solidFill>
                </a:rPr>
                <a:t>1 byte</a:t>
              </a:r>
              <a:r>
                <a:rPr lang="zh-CN" altLang="en-US" sz="2000" b="1" dirty="0">
                  <a:solidFill>
                    <a:srgbClr val="C00000"/>
                  </a:solidFill>
                </a:rPr>
                <a:t>）</a:t>
              </a:r>
            </a:p>
          </p:txBody>
        </p:sp>
      </p:grpSp>
      <p:grpSp>
        <p:nvGrpSpPr>
          <p:cNvPr id="1167649" name="Group 289"/>
          <p:cNvGrpSpPr>
            <a:grpSpLocks/>
          </p:cNvGrpSpPr>
          <p:nvPr/>
        </p:nvGrpSpPr>
        <p:grpSpPr bwMode="auto">
          <a:xfrm>
            <a:off x="8740774" y="5417270"/>
            <a:ext cx="1963738" cy="555625"/>
            <a:chOff x="4156" y="3170"/>
            <a:chExt cx="1237" cy="350"/>
          </a:xfrm>
        </p:grpSpPr>
        <p:sp>
          <p:nvSpPr>
            <p:cNvPr id="1167641" name="AutoShape 281"/>
            <p:cNvSpPr>
              <a:spLocks/>
            </p:cNvSpPr>
            <p:nvPr/>
          </p:nvSpPr>
          <p:spPr bwMode="auto">
            <a:xfrm>
              <a:off x="4156" y="3170"/>
              <a:ext cx="136" cy="350"/>
            </a:xfrm>
            <a:prstGeom prst="rightBrace">
              <a:avLst>
                <a:gd name="adj1" fmla="val 21446"/>
                <a:gd name="adj2" fmla="val 52287"/>
              </a:avLst>
            </a:prstGeom>
            <a:noFill/>
            <a:ln w="3175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67642" name="Rectangle 282"/>
            <p:cNvSpPr>
              <a:spLocks noChangeArrowheads="1"/>
            </p:cNvSpPr>
            <p:nvPr/>
          </p:nvSpPr>
          <p:spPr bwMode="auto">
            <a:xfrm>
              <a:off x="4313" y="3179"/>
              <a:ext cx="1080" cy="288"/>
            </a:xfrm>
            <a:prstGeom prst="rect">
              <a:avLst/>
            </a:prstGeom>
            <a:noFill/>
            <a:ln w="9525">
              <a:noFill/>
              <a:miter lim="800000"/>
              <a:headEnd/>
              <a:tailEnd/>
            </a:ln>
            <a:effectLst/>
          </p:spPr>
          <p:txBody>
            <a:bodyPr wrap="none" anchor="ctr">
              <a:spAutoFit/>
            </a:bodyPr>
            <a:lstStyle/>
            <a:p>
              <a:pPr algn="ctr"/>
              <a:r>
                <a:rPr lang="en-US" altLang="zh-CN" b="1" dirty="0" err="1"/>
                <a:t>a.z</a:t>
              </a:r>
              <a:r>
                <a:rPr lang="zh-CN" altLang="en-US" sz="2000" b="1" dirty="0">
                  <a:solidFill>
                    <a:srgbClr val="C00000"/>
                  </a:solidFill>
                </a:rPr>
                <a:t>（</a:t>
              </a:r>
              <a:r>
                <a:rPr lang="en-US" altLang="zh-CN" sz="2000" b="1" dirty="0">
                  <a:solidFill>
                    <a:srgbClr val="C00000"/>
                  </a:solidFill>
                </a:rPr>
                <a:t>2 byte</a:t>
              </a:r>
              <a:r>
                <a:rPr lang="zh-CN" altLang="en-US" sz="2000" b="1" dirty="0">
                  <a:solidFill>
                    <a:srgbClr val="C00000"/>
                  </a:solidFill>
                </a:rPr>
                <a:t>）</a:t>
              </a:r>
            </a:p>
          </p:txBody>
        </p:sp>
      </p:grpSp>
      <p:grpSp>
        <p:nvGrpSpPr>
          <p:cNvPr id="1167647" name="Group 287"/>
          <p:cNvGrpSpPr>
            <a:grpSpLocks/>
          </p:cNvGrpSpPr>
          <p:nvPr/>
        </p:nvGrpSpPr>
        <p:grpSpPr bwMode="auto">
          <a:xfrm>
            <a:off x="5059362" y="2732807"/>
            <a:ext cx="1689100" cy="3168650"/>
            <a:chOff x="1837" y="1479"/>
            <a:chExt cx="1064" cy="1996"/>
          </a:xfrm>
        </p:grpSpPr>
        <p:sp>
          <p:nvSpPr>
            <p:cNvPr id="1167643" name="AutoShape 283"/>
            <p:cNvSpPr>
              <a:spLocks/>
            </p:cNvSpPr>
            <p:nvPr/>
          </p:nvSpPr>
          <p:spPr bwMode="auto">
            <a:xfrm>
              <a:off x="2765" y="1479"/>
              <a:ext cx="136" cy="1996"/>
            </a:xfrm>
            <a:prstGeom prst="leftBrace">
              <a:avLst>
                <a:gd name="adj1" fmla="val 122304"/>
                <a:gd name="adj2" fmla="val 50000"/>
              </a:avLst>
            </a:prstGeom>
            <a:noFill/>
            <a:ln w="31750">
              <a:solidFill>
                <a:srgbClr val="C00000"/>
              </a:solidFill>
              <a:round/>
              <a:headEnd/>
              <a:tailEnd/>
            </a:ln>
            <a:effectLst>
              <a:outerShdw dist="35921" dir="2700000" algn="ctr" rotWithShape="0">
                <a:schemeClr val="bg2"/>
              </a:outerShdw>
            </a:effectLst>
          </p:spPr>
          <p:txBody>
            <a:bodyPr wrap="none" anchor="ctr"/>
            <a:lstStyle/>
            <a:p>
              <a:endParaRPr lang="zh-CN" altLang="en-US"/>
            </a:p>
          </p:txBody>
        </p:sp>
        <p:sp>
          <p:nvSpPr>
            <p:cNvPr id="1167644" name="Rectangle 284"/>
            <p:cNvSpPr>
              <a:spLocks noChangeArrowheads="1"/>
            </p:cNvSpPr>
            <p:nvPr/>
          </p:nvSpPr>
          <p:spPr bwMode="auto">
            <a:xfrm>
              <a:off x="1837" y="2314"/>
              <a:ext cx="1027" cy="288"/>
            </a:xfrm>
            <a:prstGeom prst="rect">
              <a:avLst/>
            </a:prstGeom>
            <a:noFill/>
            <a:ln w="9525">
              <a:noFill/>
              <a:miter lim="800000"/>
              <a:headEnd/>
              <a:tailEnd/>
            </a:ln>
            <a:effectLst/>
          </p:spPr>
          <p:txBody>
            <a:bodyPr wrap="none" anchor="ctr">
              <a:spAutoFit/>
            </a:bodyPr>
            <a:lstStyle/>
            <a:p>
              <a:pPr algn="ctr"/>
              <a:r>
                <a:rPr lang="en-US" altLang="zh-CN" b="1" dirty="0"/>
                <a:t>a</a:t>
              </a:r>
              <a:r>
                <a:rPr lang="zh-CN" altLang="en-US" sz="2000" b="1" dirty="0">
                  <a:solidFill>
                    <a:srgbClr val="C00000"/>
                  </a:solidFill>
                </a:rPr>
                <a:t>（</a:t>
              </a:r>
              <a:r>
                <a:rPr lang="en-US" altLang="zh-CN" sz="2000" b="1" dirty="0">
                  <a:solidFill>
                    <a:srgbClr val="C00000"/>
                  </a:solidFill>
                </a:rPr>
                <a:t>11 byte</a:t>
              </a:r>
              <a:r>
                <a:rPr lang="zh-CN" altLang="en-US" sz="2000" b="1" dirty="0">
                  <a:solidFill>
                    <a:srgbClr val="C00000"/>
                  </a:solidFill>
                </a:rPr>
                <a:t>）</a:t>
              </a:r>
            </a:p>
          </p:txBody>
        </p:sp>
      </p:grpSp>
      <p:sp>
        <p:nvSpPr>
          <p:cNvPr id="1167645" name="Rectangle 285"/>
          <p:cNvSpPr>
            <a:spLocks noChangeArrowheads="1"/>
          </p:cNvSpPr>
          <p:nvPr/>
        </p:nvSpPr>
        <p:spPr bwMode="auto">
          <a:xfrm>
            <a:off x="5897562" y="2035696"/>
            <a:ext cx="4590926" cy="457200"/>
          </a:xfrm>
          <a:prstGeom prst="rect">
            <a:avLst/>
          </a:prstGeom>
          <a:noFill/>
          <a:ln w="9525">
            <a:noFill/>
            <a:miter lim="800000"/>
            <a:headEnd/>
            <a:tailEnd/>
          </a:ln>
          <a:effectLst/>
        </p:spPr>
        <p:txBody>
          <a:bodyPr wrap="square" anchor="ctr">
            <a:spAutoFit/>
          </a:bodyPr>
          <a:lstStyle/>
          <a:p>
            <a:r>
              <a:rPr lang="zh-CN" altLang="en-US" b="1" dirty="0">
                <a:solidFill>
                  <a:schemeClr val="accent2">
                    <a:lumMod val="50000"/>
                  </a:schemeClr>
                </a:solidFill>
                <a:latin typeface="+mn-lt"/>
                <a:ea typeface="楷体" pitchFamily="49" charset="-122"/>
              </a:rPr>
              <a:t>结构体变量</a:t>
            </a:r>
            <a:r>
              <a:rPr lang="en-US" altLang="zh-CN" b="1" dirty="0">
                <a:solidFill>
                  <a:schemeClr val="accent2">
                    <a:lumMod val="50000"/>
                  </a:schemeClr>
                </a:solidFill>
                <a:latin typeface="+mn-lt"/>
                <a:ea typeface="楷体" pitchFamily="49" charset="-122"/>
              </a:rPr>
              <a:t>a</a:t>
            </a:r>
            <a:r>
              <a:rPr lang="zh-CN" altLang="en-US" b="1" dirty="0">
                <a:solidFill>
                  <a:schemeClr val="accent2">
                    <a:lumMod val="50000"/>
                  </a:schemeClr>
                </a:solidFill>
                <a:latin typeface="+mn-lt"/>
                <a:ea typeface="楷体" pitchFamily="49" charset="-122"/>
              </a:rPr>
              <a:t>的内存分配示意图： </a:t>
            </a:r>
          </a:p>
        </p:txBody>
      </p:sp>
      <p:sp>
        <p:nvSpPr>
          <p:cNvPr id="22" name="Rectangle 2">
            <a:extLst>
              <a:ext uri="{FF2B5EF4-FFF2-40B4-BE49-F238E27FC236}">
                <a16:creationId xmlns:a16="http://schemas.microsoft.com/office/drawing/2014/main" id="{96222254-4344-467F-B9F7-2B760A944F0D}"/>
              </a:ext>
            </a:extLst>
          </p:cNvPr>
          <p:cNvSpPr>
            <a:spLocks noChangeArrowheads="1"/>
          </p:cNvSpPr>
          <p:nvPr/>
        </p:nvSpPr>
        <p:spPr bwMode="auto">
          <a:xfrm>
            <a:off x="695400" y="803975"/>
            <a:ext cx="5596404"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4</a:t>
            </a:r>
            <a:r>
              <a:rPr lang="zh-CN" altLang="en-US" sz="2800" b="1" dirty="0">
                <a:solidFill>
                  <a:srgbClr val="C00000"/>
                </a:solidFill>
                <a:latin typeface="楷体" panose="02010609060101010101" pitchFamily="49" charset="-122"/>
                <a:ea typeface="楷体" panose="02010609060101010101" pitchFamily="49" charset="-122"/>
              </a:rPr>
              <a:t>、结构体变量内存分配问题透析 </a:t>
            </a:r>
          </a:p>
        </p:txBody>
      </p:sp>
      <p:sp>
        <p:nvSpPr>
          <p:cNvPr id="23" name="Rectangle 4">
            <a:extLst>
              <a:ext uri="{FF2B5EF4-FFF2-40B4-BE49-F238E27FC236}">
                <a16:creationId xmlns:a16="http://schemas.microsoft.com/office/drawing/2014/main" id="{F766481E-E52E-44AB-B253-B3C5A8E1A7D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67368"/>
                                        </p:tgtEl>
                                        <p:attrNameLst>
                                          <p:attrName>style.visibility</p:attrName>
                                        </p:attrNameLst>
                                      </p:cBhvr>
                                      <p:to>
                                        <p:strVal val="visible"/>
                                      </p:to>
                                    </p:set>
                                    <p:animEffect transition="in" filter="box(in)">
                                      <p:cBhvr>
                                        <p:cTn id="7" dur="500"/>
                                        <p:tgtEl>
                                          <p:spTgt spid="116736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67645"/>
                                        </p:tgtEl>
                                        <p:attrNameLst>
                                          <p:attrName>style.visibility</p:attrName>
                                        </p:attrNameLst>
                                      </p:cBhvr>
                                      <p:to>
                                        <p:strVal val="visible"/>
                                      </p:to>
                                    </p:set>
                                    <p:animEffect transition="in" filter="box(in)">
                                      <p:cBhvr>
                                        <p:cTn id="12" dur="500"/>
                                        <p:tgtEl>
                                          <p:spTgt spid="116764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167636"/>
                                        </p:tgtEl>
                                        <p:attrNameLst>
                                          <p:attrName>style.visibility</p:attrName>
                                        </p:attrNameLst>
                                      </p:cBhvr>
                                      <p:to>
                                        <p:strVal val="visible"/>
                                      </p:to>
                                    </p:set>
                                    <p:animEffect transition="in" filter="box(in)">
                                      <p:cBhvr>
                                        <p:cTn id="17" dur="500"/>
                                        <p:tgtEl>
                                          <p:spTgt spid="1167636"/>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
                            </p:stCondLst>
                            <p:childTnLst>
                              <p:par>
                                <p:cTn id="19" presetID="4" presetClass="entr" presetSubtype="16" fill="hold" grpId="0" nodeType="afterEffect">
                                  <p:stCondLst>
                                    <p:cond delay="0"/>
                                  </p:stCondLst>
                                  <p:childTnLst>
                                    <p:set>
                                      <p:cBhvr>
                                        <p:cTn id="20" dur="1" fill="hold">
                                          <p:stCondLst>
                                            <p:cond delay="0"/>
                                          </p:stCondLst>
                                        </p:cTn>
                                        <p:tgtEl>
                                          <p:spTgt spid="1167453"/>
                                        </p:tgtEl>
                                        <p:attrNameLst>
                                          <p:attrName>style.visibility</p:attrName>
                                        </p:attrNameLst>
                                      </p:cBhvr>
                                      <p:to>
                                        <p:strVal val="visible"/>
                                      </p:to>
                                    </p:set>
                                    <p:animEffect transition="in" filter="box(in)">
                                      <p:cBhvr>
                                        <p:cTn id="21" dur="500"/>
                                        <p:tgtEl>
                                          <p:spTgt spid="1167453"/>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1167646"/>
                                        </p:tgtEl>
                                        <p:attrNameLst>
                                          <p:attrName>style.visibility</p:attrName>
                                        </p:attrNameLst>
                                      </p:cBhvr>
                                      <p:to>
                                        <p:strVal val="visible"/>
                                      </p:to>
                                    </p:set>
                                    <p:animEffect transition="in" filter="strips(downRight)">
                                      <p:cBhvr>
                                        <p:cTn id="26" dur="500"/>
                                        <p:tgtEl>
                                          <p:spTgt spid="1167646"/>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1167648"/>
                                        </p:tgtEl>
                                        <p:attrNameLst>
                                          <p:attrName>style.visibility</p:attrName>
                                        </p:attrNameLst>
                                      </p:cBhvr>
                                      <p:to>
                                        <p:strVal val="visible"/>
                                      </p:to>
                                    </p:set>
                                    <p:animEffect transition="in" filter="strips(downRight)">
                                      <p:cBhvr>
                                        <p:cTn id="31" dur="500"/>
                                        <p:tgtEl>
                                          <p:spTgt spid="1167648"/>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18" presetClass="entr" presetSubtype="6" fill="hold" nodeType="clickEffect">
                                  <p:stCondLst>
                                    <p:cond delay="0"/>
                                  </p:stCondLst>
                                  <p:childTnLst>
                                    <p:set>
                                      <p:cBhvr>
                                        <p:cTn id="35" dur="1" fill="hold">
                                          <p:stCondLst>
                                            <p:cond delay="0"/>
                                          </p:stCondLst>
                                        </p:cTn>
                                        <p:tgtEl>
                                          <p:spTgt spid="1167649"/>
                                        </p:tgtEl>
                                        <p:attrNameLst>
                                          <p:attrName>style.visibility</p:attrName>
                                        </p:attrNameLst>
                                      </p:cBhvr>
                                      <p:to>
                                        <p:strVal val="visible"/>
                                      </p:to>
                                    </p:set>
                                    <p:animEffect transition="in" filter="strips(downRight)">
                                      <p:cBhvr>
                                        <p:cTn id="36" dur="500"/>
                                        <p:tgtEl>
                                          <p:spTgt spid="1167649"/>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12" fill="hold" nodeType="clickEffect">
                                  <p:stCondLst>
                                    <p:cond delay="0"/>
                                  </p:stCondLst>
                                  <p:childTnLst>
                                    <p:set>
                                      <p:cBhvr>
                                        <p:cTn id="40" dur="1" fill="hold">
                                          <p:stCondLst>
                                            <p:cond delay="0"/>
                                          </p:stCondLst>
                                        </p:cTn>
                                        <p:tgtEl>
                                          <p:spTgt spid="1167647"/>
                                        </p:tgtEl>
                                        <p:attrNameLst>
                                          <p:attrName>style.visibility</p:attrName>
                                        </p:attrNameLst>
                                      </p:cBhvr>
                                      <p:to>
                                        <p:strVal val="visible"/>
                                      </p:to>
                                    </p:set>
                                    <p:animEffect transition="in" filter="strips(downLeft)">
                                      <p:cBhvr>
                                        <p:cTn id="41" dur="500"/>
                                        <p:tgtEl>
                                          <p:spTgt spid="1167647"/>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68" grpId="0" animBg="1"/>
      <p:bldP spid="1167453" grpId="0" animBg="1"/>
      <p:bldP spid="1167645"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9413" name="Rectangle 5"/>
          <p:cNvSpPr>
            <a:spLocks noChangeArrowheads="1"/>
          </p:cNvSpPr>
          <p:nvPr/>
        </p:nvSpPr>
        <p:spPr bwMode="auto">
          <a:xfrm>
            <a:off x="747019" y="1362349"/>
            <a:ext cx="6141425" cy="461665"/>
          </a:xfrm>
          <a:prstGeom prst="rect">
            <a:avLst/>
          </a:prstGeom>
          <a:noFill/>
          <a:ln w="9525">
            <a:noFill/>
            <a:miter lim="800000"/>
            <a:headEnd/>
            <a:tailEnd/>
          </a:ln>
          <a:effectLst/>
        </p:spPr>
        <p:txBody>
          <a:bodyPr wrap="none" anchor="ctr">
            <a:spAutoFit/>
          </a:bodyPr>
          <a:lstStyle/>
          <a:p>
            <a:pPr>
              <a:buClr>
                <a:srgbClr val="C00000"/>
              </a:buClr>
              <a:buFont typeface="Wingdings" pitchFamily="2" charset="2"/>
              <a:buChar char="l"/>
              <a:tabLst>
                <a:tab pos="533400" algn="l"/>
              </a:tabLst>
            </a:pPr>
            <a:r>
              <a:rPr lang="en-US" altLang="zh-CN" b="1" dirty="0">
                <a:solidFill>
                  <a:srgbClr val="C00000"/>
                </a:solidFill>
                <a:latin typeface="隶书" pitchFamily="49" charset="-122"/>
                <a:ea typeface="隶书" pitchFamily="49" charset="-122"/>
              </a:rPr>
              <a:t> </a:t>
            </a:r>
            <a:r>
              <a:rPr lang="zh-CN" altLang="en-US" b="1" dirty="0">
                <a:solidFill>
                  <a:srgbClr val="C00000"/>
                </a:solidFill>
                <a:latin typeface="楷体" pitchFamily="49" charset="-122"/>
                <a:ea typeface="楷体" pitchFamily="49" charset="-122"/>
              </a:rPr>
              <a:t>基于</a:t>
            </a:r>
            <a:r>
              <a:rPr lang="en-US" altLang="zh-CN" b="1" dirty="0">
                <a:solidFill>
                  <a:srgbClr val="C00000"/>
                </a:solidFill>
                <a:latin typeface="楷体" pitchFamily="49" charset="-122"/>
                <a:ea typeface="楷体" pitchFamily="49" charset="-122"/>
              </a:rPr>
              <a:t>VC</a:t>
            </a:r>
            <a:r>
              <a:rPr lang="zh-CN" altLang="en-US" b="1" dirty="0">
                <a:solidFill>
                  <a:srgbClr val="C00000"/>
                </a:solidFill>
                <a:latin typeface="楷体" pitchFamily="49" charset="-122"/>
                <a:ea typeface="楷体" pitchFamily="49" charset="-122"/>
              </a:rPr>
              <a:t>或</a:t>
            </a:r>
            <a:r>
              <a:rPr lang="en-US" altLang="zh-CN" b="1" dirty="0">
                <a:solidFill>
                  <a:srgbClr val="C00000"/>
                </a:solidFill>
                <a:latin typeface="楷体" pitchFamily="49" charset="-122"/>
                <a:ea typeface="楷体" pitchFamily="49" charset="-122"/>
              </a:rPr>
              <a:t>CB</a:t>
            </a:r>
            <a:r>
              <a:rPr lang="zh-CN" altLang="en-US" b="1" dirty="0">
                <a:solidFill>
                  <a:srgbClr val="C00000"/>
                </a:solidFill>
                <a:latin typeface="楷体" pitchFamily="49" charset="-122"/>
                <a:ea typeface="楷体" pitchFamily="49" charset="-122"/>
              </a:rPr>
              <a:t>环境下的结构体变量内存分配</a:t>
            </a:r>
          </a:p>
        </p:txBody>
      </p:sp>
      <p:sp>
        <p:nvSpPr>
          <p:cNvPr id="1169479" name="Rectangle 71"/>
          <p:cNvSpPr>
            <a:spLocks noChangeArrowheads="1"/>
          </p:cNvSpPr>
          <p:nvPr/>
        </p:nvSpPr>
        <p:spPr bwMode="auto">
          <a:xfrm>
            <a:off x="479376" y="1867917"/>
            <a:ext cx="11110067" cy="830997"/>
          </a:xfrm>
          <a:prstGeom prst="rect">
            <a:avLst/>
          </a:prstGeom>
          <a:noFill/>
          <a:ln w="9525">
            <a:noFill/>
            <a:miter lim="800000"/>
            <a:headEnd/>
            <a:tailEnd/>
          </a:ln>
          <a:effectLst/>
        </p:spPr>
        <p:txBody>
          <a:bodyPr wrap="square" anchor="ctr">
            <a:spAutoFit/>
          </a:bodyPr>
          <a:lstStyle/>
          <a:p>
            <a:r>
              <a:rPr lang="en-US" altLang="zh-CN" b="1" dirty="0">
                <a:latin typeface="+mn-lt"/>
                <a:ea typeface="楷体" pitchFamily="49" charset="-122"/>
              </a:rPr>
              <a:t>        </a:t>
            </a:r>
            <a:r>
              <a:rPr lang="zh-CN" altLang="en-US" b="1" dirty="0">
                <a:latin typeface="+mn-lt"/>
                <a:ea typeface="楷体" pitchFamily="49" charset="-122"/>
              </a:rPr>
              <a:t>在</a:t>
            </a:r>
            <a:r>
              <a:rPr lang="en-US" altLang="zh-CN" b="1" dirty="0">
                <a:latin typeface="+mn-lt"/>
                <a:ea typeface="楷体" pitchFamily="49" charset="-122"/>
              </a:rPr>
              <a:t>VC</a:t>
            </a:r>
            <a:r>
              <a:rPr lang="zh-CN" altLang="en-US" b="1" dirty="0">
                <a:latin typeface="+mn-lt"/>
                <a:ea typeface="楷体" pitchFamily="49" charset="-122"/>
              </a:rPr>
              <a:t>、</a:t>
            </a:r>
            <a:r>
              <a:rPr lang="en-US" altLang="zh-CN" b="1" dirty="0">
                <a:latin typeface="+mn-lt"/>
                <a:ea typeface="楷体" pitchFamily="49" charset="-122"/>
              </a:rPr>
              <a:t>CB</a:t>
            </a:r>
            <a:r>
              <a:rPr lang="zh-CN" altLang="en-US" b="1" dirty="0">
                <a:latin typeface="+mn-lt"/>
                <a:ea typeface="楷体" pitchFamily="49" charset="-122"/>
              </a:rPr>
              <a:t>环境下，结构体变量分配内存的方式与</a:t>
            </a:r>
            <a:r>
              <a:rPr lang="en-US" altLang="zh-CN" b="1" dirty="0">
                <a:latin typeface="+mn-lt"/>
                <a:ea typeface="楷体" pitchFamily="49" charset="-122"/>
              </a:rPr>
              <a:t>TC</a:t>
            </a:r>
            <a:r>
              <a:rPr lang="zh-CN" altLang="en-US" b="1" dirty="0">
                <a:latin typeface="+mn-lt"/>
                <a:ea typeface="楷体" pitchFamily="49" charset="-122"/>
              </a:rPr>
              <a:t>或</a:t>
            </a:r>
            <a:r>
              <a:rPr lang="en-US" altLang="zh-CN" b="1" dirty="0">
                <a:latin typeface="+mn-lt"/>
                <a:ea typeface="楷体" pitchFamily="49" charset="-122"/>
              </a:rPr>
              <a:t>BC</a:t>
            </a:r>
            <a:r>
              <a:rPr lang="zh-CN" altLang="en-US" b="1" dirty="0">
                <a:latin typeface="+mn-lt"/>
                <a:ea typeface="楷体" pitchFamily="49" charset="-122"/>
              </a:rPr>
              <a:t>是不同的，</a:t>
            </a:r>
            <a:r>
              <a:rPr lang="zh-CN" altLang="en-US" b="1" dirty="0">
                <a:solidFill>
                  <a:schemeClr val="accent2">
                    <a:lumMod val="50000"/>
                  </a:schemeClr>
                </a:solidFill>
                <a:latin typeface="+mn-lt"/>
                <a:ea typeface="楷体" pitchFamily="49" charset="-122"/>
              </a:rPr>
              <a:t>其所占内存空间的大小不一定等于结构体变量所包含的每个成员所占内存空间大小之和。</a:t>
            </a:r>
            <a:r>
              <a:rPr lang="zh-CN" altLang="en-US" b="1" dirty="0">
                <a:latin typeface="+mn-lt"/>
                <a:ea typeface="楷体" pitchFamily="49" charset="-122"/>
              </a:rPr>
              <a:t> </a:t>
            </a:r>
          </a:p>
        </p:txBody>
      </p:sp>
      <p:sp>
        <p:nvSpPr>
          <p:cNvPr id="1169480" name="Rectangle 72" descr="信纸"/>
          <p:cNvSpPr>
            <a:spLocks noChangeArrowheads="1"/>
          </p:cNvSpPr>
          <p:nvPr/>
        </p:nvSpPr>
        <p:spPr bwMode="auto">
          <a:xfrm>
            <a:off x="1236143" y="3164806"/>
            <a:ext cx="2771625" cy="232092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err="1">
                <a:effectLst>
                  <a:outerShdw blurRad="38100" dist="38100" dir="2700000" algn="tl">
                    <a:srgbClr val="FFFFFF"/>
                  </a:outerShdw>
                </a:effectLst>
              </a:rPr>
              <a:t>struct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MyStruct</a:t>
            </a:r>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double  x; </a:t>
            </a:r>
          </a:p>
          <a:p>
            <a:r>
              <a:rPr lang="en-US" altLang="zh-CN" b="1" dirty="0">
                <a:effectLst>
                  <a:outerShdw blurRad="38100" dist="38100" dir="2700000" algn="tl">
                    <a:srgbClr val="FFFFFF"/>
                  </a:outerShdw>
                </a:effectLst>
              </a:rPr>
              <a:t>   char      y;</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z;</a:t>
            </a:r>
          </a:p>
          <a:p>
            <a:r>
              <a:rPr lang="en-US" altLang="zh-CN" b="1" dirty="0">
                <a:effectLst>
                  <a:outerShdw blurRad="38100" dist="38100" dir="2700000" algn="tl">
                    <a:srgbClr val="FFFFFF"/>
                  </a:outerShdw>
                </a:effectLst>
              </a:rPr>
              <a:t>} a; </a:t>
            </a:r>
          </a:p>
        </p:txBody>
      </p:sp>
      <p:sp>
        <p:nvSpPr>
          <p:cNvPr id="1169481" name="AutoShape 73"/>
          <p:cNvSpPr>
            <a:spLocks noChangeArrowheads="1"/>
          </p:cNvSpPr>
          <p:nvPr/>
        </p:nvSpPr>
        <p:spPr bwMode="auto">
          <a:xfrm>
            <a:off x="4332237" y="2948037"/>
            <a:ext cx="5364163" cy="1296987"/>
          </a:xfrm>
          <a:prstGeom prst="cloudCallout">
            <a:avLst>
              <a:gd name="adj1" fmla="val -67512"/>
              <a:gd name="adj2" fmla="val 87137"/>
            </a:avLst>
          </a:prstGeom>
          <a:gradFill rotWithShape="1">
            <a:gsLst>
              <a:gs pos="0">
                <a:srgbClr val="CFCFD1"/>
              </a:gs>
              <a:gs pos="100000">
                <a:schemeClr val="bg1"/>
              </a:gs>
            </a:gsLst>
            <a:lin ang="5400000" scaled="1"/>
          </a:gradFill>
          <a:ln w="25400">
            <a:solidFill>
              <a:srgbClr val="002060"/>
            </a:solidFill>
            <a:round/>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3200" b="1" dirty="0">
                <a:solidFill>
                  <a:srgbClr val="C00000"/>
                </a:solidFill>
                <a:latin typeface="隶书" pitchFamily="49" charset="-122"/>
                <a:ea typeface="隶书" pitchFamily="49" charset="-122"/>
              </a:rPr>
              <a:t>问：</a:t>
            </a:r>
            <a:r>
              <a:rPr lang="en-US" altLang="zh-CN" sz="3200" b="1" dirty="0" err="1">
                <a:solidFill>
                  <a:srgbClr val="C00000"/>
                </a:solidFill>
                <a:latin typeface="+mn-lt"/>
                <a:ea typeface="隶书" pitchFamily="49" charset="-122"/>
              </a:rPr>
              <a:t>sizeof</a:t>
            </a:r>
            <a:r>
              <a:rPr lang="en-US" altLang="zh-CN" sz="3200" b="1" dirty="0">
                <a:solidFill>
                  <a:srgbClr val="C00000"/>
                </a:solidFill>
                <a:latin typeface="+mn-lt"/>
                <a:ea typeface="隶书" pitchFamily="49" charset="-122"/>
              </a:rPr>
              <a:t>(a) = ?</a:t>
            </a:r>
          </a:p>
        </p:txBody>
      </p:sp>
      <p:sp>
        <p:nvSpPr>
          <p:cNvPr id="1169482" name="Text Box 74"/>
          <p:cNvSpPr txBox="1">
            <a:spLocks noChangeArrowheads="1"/>
          </p:cNvSpPr>
          <p:nvPr/>
        </p:nvSpPr>
        <p:spPr bwMode="auto">
          <a:xfrm>
            <a:off x="8247353" y="3161351"/>
            <a:ext cx="647700" cy="579438"/>
          </a:xfrm>
          <a:prstGeom prst="rect">
            <a:avLst/>
          </a:prstGeom>
          <a:noFill/>
          <a:ln w="9525">
            <a:noFill/>
            <a:miter lim="800000"/>
            <a:headEnd/>
            <a:tailEnd/>
          </a:ln>
          <a:effectLst/>
        </p:spPr>
        <p:txBody>
          <a:bodyPr>
            <a:spAutoFit/>
          </a:bodyPr>
          <a:lstStyle/>
          <a:p>
            <a:pPr>
              <a:spcBef>
                <a:spcPct val="50000"/>
              </a:spcBef>
            </a:pPr>
            <a:r>
              <a:rPr lang="en-US" altLang="zh-CN" sz="3200" b="1" dirty="0">
                <a:solidFill>
                  <a:srgbClr val="002060"/>
                </a:solidFill>
                <a:latin typeface="+mn-lt"/>
                <a:ea typeface="隶书" pitchFamily="49" charset="-122"/>
              </a:rPr>
              <a:t>16</a:t>
            </a:r>
          </a:p>
        </p:txBody>
      </p:sp>
      <p:sp>
        <p:nvSpPr>
          <p:cNvPr id="1169483" name="Rectangle 75"/>
          <p:cNvSpPr>
            <a:spLocks noChangeArrowheads="1"/>
          </p:cNvSpPr>
          <p:nvPr/>
        </p:nvSpPr>
        <p:spPr bwMode="auto">
          <a:xfrm>
            <a:off x="4223792" y="4325268"/>
            <a:ext cx="7092106" cy="2308324"/>
          </a:xfrm>
          <a:prstGeom prst="rect">
            <a:avLst/>
          </a:prstGeom>
          <a:gradFill flip="none" rotWithShape="1">
            <a:gsLst>
              <a:gs pos="0">
                <a:srgbClr val="CFCFD1"/>
              </a:gs>
              <a:gs pos="100000">
                <a:schemeClr val="bg1">
                  <a:lumMod val="9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latin typeface="+mn-lt"/>
                <a:ea typeface="楷体" pitchFamily="49" charset="-122"/>
              </a:rPr>
              <a:t>    VC</a:t>
            </a:r>
            <a:r>
              <a:rPr lang="zh-CN" altLang="en-US" b="1" dirty="0">
                <a:latin typeface="+mn-lt"/>
                <a:ea typeface="楷体" pitchFamily="49" charset="-122"/>
              </a:rPr>
              <a:t>、</a:t>
            </a:r>
            <a:r>
              <a:rPr lang="en-US" altLang="zh-CN" b="1" dirty="0">
                <a:latin typeface="+mn-lt"/>
                <a:ea typeface="楷体" pitchFamily="49" charset="-122"/>
              </a:rPr>
              <a:t>CB</a:t>
            </a:r>
            <a:r>
              <a:rPr lang="zh-CN" altLang="en-US" b="1" dirty="0">
                <a:latin typeface="+mn-lt"/>
                <a:ea typeface="楷体" pitchFamily="49" charset="-122"/>
              </a:rPr>
              <a:t>对变量存储的一个特殊处理。为了提高</a:t>
            </a:r>
            <a:r>
              <a:rPr lang="en-US" altLang="zh-CN" b="1" dirty="0">
                <a:latin typeface="+mn-lt"/>
                <a:ea typeface="楷体" pitchFamily="49" charset="-122"/>
              </a:rPr>
              <a:t>CPU</a:t>
            </a:r>
            <a:r>
              <a:rPr lang="zh-CN" altLang="en-US" b="1" dirty="0">
                <a:latin typeface="+mn-lt"/>
                <a:ea typeface="楷体" pitchFamily="49" charset="-122"/>
              </a:rPr>
              <a:t>的存储速度，</a:t>
            </a:r>
            <a:r>
              <a:rPr lang="en-US" altLang="zh-CN" b="1" dirty="0">
                <a:latin typeface="+mn-lt"/>
                <a:ea typeface="楷体" pitchFamily="49" charset="-122"/>
              </a:rPr>
              <a:t>VC</a:t>
            </a:r>
            <a:r>
              <a:rPr lang="zh-CN" altLang="en-US" b="1" dirty="0">
                <a:latin typeface="+mn-lt"/>
                <a:ea typeface="楷体" pitchFamily="49" charset="-122"/>
              </a:rPr>
              <a:t>、</a:t>
            </a:r>
            <a:r>
              <a:rPr lang="en-US" altLang="zh-CN" b="1" dirty="0">
                <a:latin typeface="+mn-lt"/>
                <a:ea typeface="楷体" pitchFamily="49" charset="-122"/>
              </a:rPr>
              <a:t>CB</a:t>
            </a:r>
            <a:r>
              <a:rPr lang="zh-CN" altLang="en-US" b="1" dirty="0">
                <a:latin typeface="+mn-lt"/>
                <a:ea typeface="楷体" pitchFamily="49" charset="-122"/>
              </a:rPr>
              <a:t>对结构体中的成员变量的起始地址做了“</a:t>
            </a:r>
            <a:r>
              <a:rPr lang="zh-CN" altLang="en-US" b="1" dirty="0">
                <a:solidFill>
                  <a:srgbClr val="C00000"/>
                </a:solidFill>
                <a:latin typeface="+mn-lt"/>
                <a:ea typeface="楷体" pitchFamily="49" charset="-122"/>
              </a:rPr>
              <a:t>对齐</a:t>
            </a:r>
            <a:r>
              <a:rPr lang="zh-CN" altLang="en-US" b="1" dirty="0">
                <a:latin typeface="+mn-lt"/>
                <a:ea typeface="楷体" pitchFamily="49" charset="-122"/>
              </a:rPr>
              <a:t>”处理。在默认情况下，</a:t>
            </a:r>
            <a:r>
              <a:rPr lang="en-US" altLang="zh-CN" b="1" dirty="0">
                <a:solidFill>
                  <a:srgbClr val="C00000"/>
                </a:solidFill>
                <a:latin typeface="+mn-lt"/>
                <a:ea typeface="楷体" pitchFamily="49" charset="-122"/>
              </a:rPr>
              <a:t>VC</a:t>
            </a:r>
            <a:r>
              <a:rPr lang="zh-CN" altLang="en-US" b="1" dirty="0">
                <a:solidFill>
                  <a:srgbClr val="C00000"/>
                </a:solidFill>
                <a:latin typeface="+mn-lt"/>
                <a:ea typeface="楷体" pitchFamily="49" charset="-122"/>
              </a:rPr>
              <a:t>、</a:t>
            </a:r>
            <a:r>
              <a:rPr lang="en-US" altLang="zh-CN" b="1" dirty="0">
                <a:solidFill>
                  <a:srgbClr val="C00000"/>
                </a:solidFill>
                <a:latin typeface="+mn-lt"/>
                <a:ea typeface="楷体" pitchFamily="49" charset="-122"/>
              </a:rPr>
              <a:t>CB</a:t>
            </a:r>
            <a:r>
              <a:rPr lang="zh-CN" altLang="en-US" b="1" dirty="0">
                <a:solidFill>
                  <a:srgbClr val="C00000"/>
                </a:solidFill>
                <a:latin typeface="+mn-lt"/>
                <a:ea typeface="楷体" pitchFamily="49" charset="-122"/>
              </a:rPr>
              <a:t>规定各成员变量存放的起始地址相对于结构的起始地址的偏移量必须为该成员变量类型所占用的字节数的倍数。 </a:t>
            </a:r>
          </a:p>
        </p:txBody>
      </p:sp>
      <p:sp>
        <p:nvSpPr>
          <p:cNvPr id="13" name="Rectangle 2">
            <a:extLst>
              <a:ext uri="{FF2B5EF4-FFF2-40B4-BE49-F238E27FC236}">
                <a16:creationId xmlns:a16="http://schemas.microsoft.com/office/drawing/2014/main" id="{22680C5D-3B26-41B5-8B42-BEC02A4884B2}"/>
              </a:ext>
            </a:extLst>
          </p:cNvPr>
          <p:cNvSpPr>
            <a:spLocks noChangeArrowheads="1"/>
          </p:cNvSpPr>
          <p:nvPr/>
        </p:nvSpPr>
        <p:spPr bwMode="auto">
          <a:xfrm>
            <a:off x="695400" y="803975"/>
            <a:ext cx="5596404"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4</a:t>
            </a:r>
            <a:r>
              <a:rPr lang="zh-CN" altLang="en-US" sz="2800" b="1" dirty="0">
                <a:solidFill>
                  <a:srgbClr val="C00000"/>
                </a:solidFill>
                <a:latin typeface="楷体" panose="02010609060101010101" pitchFamily="49" charset="-122"/>
                <a:ea typeface="楷体" panose="02010609060101010101" pitchFamily="49" charset="-122"/>
              </a:rPr>
              <a:t>、结构体变量内存分配问题透析 </a:t>
            </a:r>
          </a:p>
        </p:txBody>
      </p:sp>
      <p:sp>
        <p:nvSpPr>
          <p:cNvPr id="14" name="Rectangle 4">
            <a:extLst>
              <a:ext uri="{FF2B5EF4-FFF2-40B4-BE49-F238E27FC236}">
                <a16:creationId xmlns:a16="http://schemas.microsoft.com/office/drawing/2014/main" id="{D15F0532-9352-4BBF-BA00-0CD23F4C87F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69479"/>
                                        </p:tgtEl>
                                        <p:attrNameLst>
                                          <p:attrName>style.visibility</p:attrName>
                                        </p:attrNameLst>
                                      </p:cBhvr>
                                      <p:to>
                                        <p:strVal val="visible"/>
                                      </p:to>
                                    </p:set>
                                    <p:animEffect transition="in" filter="box(in)">
                                      <p:cBhvr>
                                        <p:cTn id="7" dur="500"/>
                                        <p:tgtEl>
                                          <p:spTgt spid="116947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69480"/>
                                        </p:tgtEl>
                                        <p:attrNameLst>
                                          <p:attrName>style.visibility</p:attrName>
                                        </p:attrNameLst>
                                      </p:cBhvr>
                                      <p:to>
                                        <p:strVal val="visible"/>
                                      </p:to>
                                    </p:set>
                                    <p:animEffect transition="in" filter="box(in)">
                                      <p:cBhvr>
                                        <p:cTn id="12" dur="500"/>
                                        <p:tgtEl>
                                          <p:spTgt spid="116948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169481"/>
                                        </p:tgtEl>
                                        <p:attrNameLst>
                                          <p:attrName>style.visibility</p:attrName>
                                        </p:attrNameLst>
                                      </p:cBhvr>
                                      <p:to>
                                        <p:strVal val="visible"/>
                                      </p:to>
                                    </p:set>
                                    <p:animEffect transition="in" filter="strips(upRight)">
                                      <p:cBhvr>
                                        <p:cTn id="17" dur="500"/>
                                        <p:tgtEl>
                                          <p:spTgt spid="1169481"/>
                                        </p:tgtEl>
                                      </p:cBhvr>
                                    </p:animEffect>
                                  </p:childTnLst>
                                  <p:subTnLst>
                                    <p:audio>
                                      <p:cMediaNode>
                                        <p:cTn display="0" masterRel="sameClick">
                                          <p:stCondLst>
                                            <p:cond evt="begin" delay="0">
                                              <p:tn val="15"/>
                                            </p:cond>
                                          </p:stCondLst>
                                          <p:endCondLst>
                                            <p:cond evt="onStopAudio" delay="0">
                                              <p:tgtEl>
                                                <p:sldTgt/>
                                              </p:tgtEl>
                                            </p:cond>
                                          </p:endCondLst>
                                        </p:cTn>
                                        <p:tgtEl>
                                          <p:sndTgt r:embed="rId4" name="laser.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169482"/>
                                        </p:tgtEl>
                                        <p:attrNameLst>
                                          <p:attrName>style.visibility</p:attrName>
                                        </p:attrNameLst>
                                      </p:cBhvr>
                                      <p:to>
                                        <p:strVal val="visible"/>
                                      </p:to>
                                    </p:set>
                                    <p:anim calcmode="lin" valueType="num">
                                      <p:cBhvr additive="base">
                                        <p:cTn id="22" dur="500" fill="hold"/>
                                        <p:tgtEl>
                                          <p:spTgt spid="1169482"/>
                                        </p:tgtEl>
                                        <p:attrNameLst>
                                          <p:attrName>ppt_x</p:attrName>
                                        </p:attrNameLst>
                                      </p:cBhvr>
                                      <p:tavLst>
                                        <p:tav tm="0">
                                          <p:val>
                                            <p:strVal val="#ppt_x"/>
                                          </p:val>
                                        </p:tav>
                                        <p:tav tm="100000">
                                          <p:val>
                                            <p:strVal val="#ppt_x"/>
                                          </p:val>
                                        </p:tav>
                                      </p:tavLst>
                                    </p:anim>
                                    <p:anim calcmode="lin" valueType="num">
                                      <p:cBhvr additive="base">
                                        <p:cTn id="23" dur="500" fill="hold"/>
                                        <p:tgtEl>
                                          <p:spTgt spid="116948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8" presetClass="entr" presetSubtype="16" fill="hold" grpId="0" nodeType="clickEffect">
                                  <p:stCondLst>
                                    <p:cond delay="0"/>
                                  </p:stCondLst>
                                  <p:childTnLst>
                                    <p:set>
                                      <p:cBhvr>
                                        <p:cTn id="27" dur="1" fill="hold">
                                          <p:stCondLst>
                                            <p:cond delay="0"/>
                                          </p:stCondLst>
                                        </p:cTn>
                                        <p:tgtEl>
                                          <p:spTgt spid="1169483"/>
                                        </p:tgtEl>
                                        <p:attrNameLst>
                                          <p:attrName>style.visibility</p:attrName>
                                        </p:attrNameLst>
                                      </p:cBhvr>
                                      <p:to>
                                        <p:strVal val="visible"/>
                                      </p:to>
                                    </p:set>
                                    <p:animEffect transition="in" filter="diamond(in)">
                                      <p:cBhvr>
                                        <p:cTn id="28" dur="2000"/>
                                        <p:tgtEl>
                                          <p:spTgt spid="1169483"/>
                                        </p:tgtEl>
                                      </p:cBhvr>
                                    </p:animEffect>
                                  </p:childTnLst>
                                  <p:subTnLst>
                                    <p:audio>
                                      <p:cMediaNode>
                                        <p:cTn display="0" masterRel="sameClick">
                                          <p:stCondLst>
                                            <p:cond evt="begin" delay="0">
                                              <p:tn val="26"/>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9479" grpId="0"/>
      <p:bldP spid="1169480" grpId="0" animBg="1"/>
      <p:bldP spid="1169481" grpId="0" animBg="1"/>
      <p:bldP spid="1169482" grpId="0"/>
      <p:bldP spid="1169483"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171595" name="Group 139"/>
          <p:cNvGraphicFramePr>
            <a:graphicFrameLocks noGrp="1"/>
          </p:cNvGraphicFramePr>
          <p:nvPr>
            <p:extLst>
              <p:ext uri="{D42A27DB-BD31-4B8C-83A1-F6EECF244321}">
                <p14:modId xmlns:p14="http://schemas.microsoft.com/office/powerpoint/2010/main" val="1083826796"/>
              </p:ext>
            </p:extLst>
          </p:nvPr>
        </p:nvGraphicFramePr>
        <p:xfrm>
          <a:off x="1055440" y="2201317"/>
          <a:ext cx="10153749" cy="2523827"/>
        </p:xfrm>
        <a:graphic>
          <a:graphicData uri="http://schemas.openxmlformats.org/drawingml/2006/table">
            <a:tbl>
              <a:tblPr>
                <a:effectLst>
                  <a:outerShdw blurRad="50800" dist="38100" dir="2700000" algn="tl" rotWithShape="0">
                    <a:prstClr val="black">
                      <a:alpha val="40000"/>
                    </a:prstClr>
                  </a:outerShdw>
                </a:effectLst>
              </a:tblPr>
              <a:tblGrid>
                <a:gridCol w="2246264">
                  <a:extLst>
                    <a:ext uri="{9D8B030D-6E8A-4147-A177-3AD203B41FA5}">
                      <a16:colId xmlns:a16="http://schemas.microsoft.com/office/drawing/2014/main" val="20000"/>
                    </a:ext>
                  </a:extLst>
                </a:gridCol>
                <a:gridCol w="7907485">
                  <a:extLst>
                    <a:ext uri="{9D8B030D-6E8A-4147-A177-3AD203B41FA5}">
                      <a16:colId xmlns:a16="http://schemas.microsoft.com/office/drawing/2014/main" val="20001"/>
                    </a:ext>
                  </a:extLst>
                </a:gridCol>
              </a:tblGrid>
              <a:tr h="43271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楷体" pitchFamily="49" charset="-122"/>
                          <a:cs typeface="Times New Roman" pitchFamily="18" charset="0"/>
                        </a:rPr>
                        <a:t>类型</a:t>
                      </a:r>
                    </a:p>
                  </a:txBody>
                  <a:tcPr marL="0" marR="0" marT="0" marB="0" anchor="ctr" anchorCtr="1"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楷体" pitchFamily="49" charset="-122"/>
                          <a:cs typeface="Times New Roman" pitchFamily="18" charset="0"/>
                        </a:rPr>
                        <a:t>对齐方式</a:t>
                      </a:r>
                      <a:r>
                        <a:rPr kumimoji="1" lang="zh-CN" altLang="en-US" sz="2000" b="1" i="0" u="none" strike="noStrike" cap="none" normalizeH="0" baseline="0" dirty="0">
                          <a:ln>
                            <a:noFill/>
                          </a:ln>
                          <a:solidFill>
                            <a:schemeClr val="bg1">
                              <a:lumMod val="85000"/>
                            </a:schemeClr>
                          </a:solidFill>
                          <a:effectLst/>
                          <a:latin typeface="+mn-lt"/>
                          <a:ea typeface="楷体" pitchFamily="49" charset="-122"/>
                          <a:cs typeface="Times New Roman" pitchFamily="18" charset="0"/>
                        </a:rPr>
                        <a:t>（变量存放的起始地址相对于结构的起始地址的偏移量）</a:t>
                      </a:r>
                    </a:p>
                  </a:txBody>
                  <a:tcPr marL="0" marR="0" marT="0" marB="0" anchor="ctr" anchorCtr="1"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34327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　　</a:t>
                      </a:r>
                      <a:r>
                        <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rPr>
                        <a:t>char</a:t>
                      </a:r>
                      <a:endParaRPr kumimoji="1" lang="en-US" altLang="zh-CN" sz="2000" b="1" i="0" u="none" strike="noStrike" cap="none" normalizeH="0" baseline="0" dirty="0">
                        <a:ln>
                          <a:noFill/>
                        </a:ln>
                        <a:solidFill>
                          <a:srgbClr val="002060"/>
                        </a:solidFill>
                        <a:effectLst/>
                        <a:latin typeface="+mn-lt"/>
                        <a:ea typeface="楷体" pitchFamily="49" charset="-122"/>
                      </a:endParaRPr>
                    </a:p>
                  </a:txBody>
                  <a:tcPr marL="0" marR="0" marT="0" marB="0"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914400" marR="0" lvl="2"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偏移量必须为</a:t>
                      </a:r>
                      <a:r>
                        <a:rPr kumimoji="1" lang="en-US" altLang="zh-CN" sz="2000" b="1" i="0" u="none" strike="noStrike" cap="none" normalizeH="0" baseline="0" dirty="0" err="1">
                          <a:ln>
                            <a:noFill/>
                          </a:ln>
                          <a:solidFill>
                            <a:schemeClr val="tx1"/>
                          </a:solidFill>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(char)       </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即</a:t>
                      </a:r>
                      <a:r>
                        <a:rPr kumimoji="1" lang="en-US" altLang="zh-CN" sz="2000" b="1" i="0" u="none" strike="noStrike" cap="none" normalizeH="0" baseline="0" dirty="0">
                          <a:ln>
                            <a:noFill/>
                          </a:ln>
                          <a:solidFill>
                            <a:srgbClr val="C00000"/>
                          </a:solidFill>
                          <a:effectLst/>
                          <a:latin typeface="+mn-lt"/>
                          <a:ea typeface="楷体" pitchFamily="49" charset="-122"/>
                          <a:cs typeface="Times New Roman" pitchFamily="18" charset="0"/>
                        </a:rPr>
                        <a:t>1</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的倍数</a:t>
                      </a:r>
                    </a:p>
                  </a:txBody>
                  <a:tcPr marL="0" marR="0" marT="0" marB="0"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　　</a:t>
                      </a:r>
                      <a:r>
                        <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rPr>
                        <a:t>short</a:t>
                      </a:r>
                      <a:endParaRPr kumimoji="1" lang="en-US" altLang="zh-CN" sz="2000" b="1" i="0" u="none" strike="noStrike" cap="none" normalizeH="0" baseline="0" dirty="0">
                        <a:ln>
                          <a:noFill/>
                        </a:ln>
                        <a:solidFill>
                          <a:srgbClr val="002060"/>
                        </a:solidFill>
                        <a:effectLst/>
                        <a:latin typeface="+mn-lt"/>
                        <a:ea typeface="楷体" pitchFamily="49" charset="-122"/>
                      </a:endParaRPr>
                    </a:p>
                  </a:txBody>
                  <a:tcPr marL="0" marR="0" marT="0" marB="0"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914400" marR="0" lvl="2"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偏移量必须为</a:t>
                      </a:r>
                      <a:r>
                        <a:rPr kumimoji="1" lang="en-US" altLang="zh-CN" sz="2000" b="1" i="0" u="none" strike="noStrike" cap="none" normalizeH="0" baseline="0" dirty="0" err="1">
                          <a:ln>
                            <a:noFill/>
                          </a:ln>
                          <a:solidFill>
                            <a:schemeClr val="tx1"/>
                          </a:solidFill>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(short)      </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即</a:t>
                      </a:r>
                      <a:r>
                        <a:rPr kumimoji="1" lang="en-US" altLang="zh-CN" sz="2000" b="1" i="0" u="none" strike="noStrike" cap="none" normalizeH="0" baseline="0" dirty="0">
                          <a:ln>
                            <a:noFill/>
                          </a:ln>
                          <a:solidFill>
                            <a:srgbClr val="C00000"/>
                          </a:solidFill>
                          <a:effectLst/>
                          <a:latin typeface="+mn-lt"/>
                          <a:ea typeface="楷体" pitchFamily="49" charset="-122"/>
                          <a:cs typeface="Times New Roman" pitchFamily="18" charset="0"/>
                        </a:rPr>
                        <a:t>2</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的倍数</a:t>
                      </a:r>
                    </a:p>
                  </a:txBody>
                  <a:tcPr marL="0" marR="0" marT="0" marB="0"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　　</a:t>
                      </a:r>
                      <a:r>
                        <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rPr>
                        <a:t>int</a:t>
                      </a:r>
                      <a:endParaRPr kumimoji="1" lang="en-US" altLang="zh-CN" sz="2000" b="1" i="0" u="none" strike="noStrike" cap="none" normalizeH="0" baseline="0" dirty="0">
                        <a:ln>
                          <a:noFill/>
                        </a:ln>
                        <a:solidFill>
                          <a:srgbClr val="002060"/>
                        </a:solidFill>
                        <a:effectLst/>
                        <a:latin typeface="+mn-lt"/>
                        <a:ea typeface="楷体" pitchFamily="49" charset="-122"/>
                      </a:endParaRPr>
                    </a:p>
                  </a:txBody>
                  <a:tcPr marL="0" marR="0" marT="0" marB="0"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914400" marR="0" lvl="2"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偏移量必须为</a:t>
                      </a:r>
                      <a:r>
                        <a:rPr kumimoji="1" lang="en-US" altLang="zh-CN" sz="2000" b="1" i="0" u="none" strike="noStrike" cap="none" normalizeH="0" baseline="0" dirty="0" err="1">
                          <a:ln>
                            <a:noFill/>
                          </a:ln>
                          <a:solidFill>
                            <a:schemeClr val="tx1"/>
                          </a:solidFill>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2000" b="1" i="0" u="none" strike="noStrike" cap="none" normalizeH="0" baseline="0" dirty="0" err="1">
                          <a:ln>
                            <a:noFill/>
                          </a:ln>
                          <a:solidFill>
                            <a:schemeClr val="tx1"/>
                          </a:solidFill>
                          <a:effectLst/>
                          <a:latin typeface="+mn-lt"/>
                          <a:ea typeface="楷体" pitchFamily="49" charset="-122"/>
                          <a:cs typeface="Times New Roman" pitchFamily="18" charset="0"/>
                        </a:rPr>
                        <a:t>int</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          </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即</a:t>
                      </a:r>
                      <a:r>
                        <a:rPr kumimoji="1" lang="en-US" altLang="zh-CN" sz="2000" b="1" i="0" u="none" strike="noStrike" cap="none" normalizeH="0" baseline="0" dirty="0">
                          <a:ln>
                            <a:noFill/>
                          </a:ln>
                          <a:solidFill>
                            <a:srgbClr val="C00000"/>
                          </a:solidFill>
                          <a:effectLst/>
                          <a:latin typeface="+mn-lt"/>
                          <a:ea typeface="楷体" pitchFamily="49" charset="-122"/>
                          <a:cs typeface="Times New Roman" pitchFamily="18" charset="0"/>
                        </a:rPr>
                        <a:t>4</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的倍数</a:t>
                      </a:r>
                    </a:p>
                  </a:txBody>
                  <a:tcPr marL="0" marR="0" marT="0" marB="0"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　　</a:t>
                      </a:r>
                      <a:r>
                        <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rPr>
                        <a:t>long</a:t>
                      </a:r>
                      <a:endParaRPr kumimoji="1" lang="en-US" altLang="zh-CN" sz="2000" b="1" i="0" u="none" strike="noStrike" cap="none" normalizeH="0" baseline="0" dirty="0">
                        <a:ln>
                          <a:noFill/>
                        </a:ln>
                        <a:solidFill>
                          <a:srgbClr val="002060"/>
                        </a:solidFill>
                        <a:effectLst/>
                        <a:latin typeface="+mn-lt"/>
                        <a:ea typeface="楷体" pitchFamily="49" charset="-122"/>
                      </a:endParaRPr>
                    </a:p>
                  </a:txBody>
                  <a:tcPr marL="0" marR="0" marT="0" marB="0"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914400" marR="0" lvl="2"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偏移量必须为</a:t>
                      </a:r>
                      <a:r>
                        <a:rPr kumimoji="1" lang="en-US" altLang="zh-CN" sz="2000" b="1" i="0" u="none" strike="noStrike" cap="none" normalizeH="0" baseline="0" dirty="0" err="1">
                          <a:ln>
                            <a:noFill/>
                          </a:ln>
                          <a:solidFill>
                            <a:schemeClr val="tx1"/>
                          </a:solidFill>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(long)       </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即</a:t>
                      </a:r>
                      <a:r>
                        <a:rPr kumimoji="1" lang="en-US" altLang="zh-CN" sz="2000" b="1" i="0" u="none" strike="noStrike" cap="none" normalizeH="0" baseline="0" dirty="0">
                          <a:ln>
                            <a:noFill/>
                          </a:ln>
                          <a:solidFill>
                            <a:srgbClr val="C00000"/>
                          </a:solidFill>
                          <a:effectLst/>
                          <a:latin typeface="+mn-lt"/>
                          <a:ea typeface="楷体" pitchFamily="49" charset="-122"/>
                          <a:cs typeface="Times New Roman" pitchFamily="18" charset="0"/>
                        </a:rPr>
                        <a:t>4</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的倍数</a:t>
                      </a:r>
                    </a:p>
                  </a:txBody>
                  <a:tcPr marL="0" marR="0" marT="0" marB="0"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3508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　　</a:t>
                      </a:r>
                      <a:r>
                        <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rPr>
                        <a:t>float</a:t>
                      </a:r>
                      <a:endParaRPr kumimoji="1" lang="en-US" altLang="zh-CN" sz="2000" b="1" i="0" u="none" strike="noStrike" cap="none" normalizeH="0" baseline="0" dirty="0">
                        <a:ln>
                          <a:noFill/>
                        </a:ln>
                        <a:solidFill>
                          <a:srgbClr val="002060"/>
                        </a:solidFill>
                        <a:effectLst/>
                        <a:latin typeface="+mn-lt"/>
                        <a:ea typeface="楷体" pitchFamily="49" charset="-122"/>
                      </a:endParaRPr>
                    </a:p>
                  </a:txBody>
                  <a:tcPr marL="0" marR="0" marT="0" marB="0"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914400" marR="0" lvl="2"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偏移量必须为</a:t>
                      </a:r>
                      <a:r>
                        <a:rPr kumimoji="1" lang="en-US" altLang="zh-CN" sz="2000" b="1" i="0" u="none" strike="noStrike" cap="none" normalizeH="0" baseline="0" dirty="0" err="1">
                          <a:ln>
                            <a:noFill/>
                          </a:ln>
                          <a:solidFill>
                            <a:schemeClr val="tx1"/>
                          </a:solidFill>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(float)       </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即</a:t>
                      </a:r>
                      <a:r>
                        <a:rPr kumimoji="1" lang="en-US" altLang="zh-CN" sz="2000" b="1" i="0" u="none" strike="noStrike" cap="none" normalizeH="0" baseline="0" dirty="0">
                          <a:ln>
                            <a:noFill/>
                          </a:ln>
                          <a:solidFill>
                            <a:srgbClr val="C00000"/>
                          </a:solidFill>
                          <a:effectLst/>
                          <a:latin typeface="+mn-lt"/>
                          <a:ea typeface="楷体" pitchFamily="49" charset="-122"/>
                          <a:cs typeface="Times New Roman" pitchFamily="18" charset="0"/>
                        </a:rPr>
                        <a:t>4</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的倍数</a:t>
                      </a:r>
                    </a:p>
                  </a:txBody>
                  <a:tcPr marL="0" marR="0" marT="0" marB="0"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　　</a:t>
                      </a:r>
                      <a:r>
                        <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rPr>
                        <a:t>double</a:t>
                      </a:r>
                      <a:endParaRPr kumimoji="1" lang="en-US" altLang="zh-CN" sz="2000" b="1" i="0" u="none" strike="noStrike" cap="none" normalizeH="0" baseline="0" dirty="0">
                        <a:ln>
                          <a:noFill/>
                        </a:ln>
                        <a:solidFill>
                          <a:srgbClr val="002060"/>
                        </a:solidFill>
                        <a:effectLst/>
                        <a:latin typeface="+mn-lt"/>
                        <a:ea typeface="楷体" pitchFamily="49" charset="-122"/>
                      </a:endParaRPr>
                    </a:p>
                  </a:txBody>
                  <a:tcPr marL="0" marR="0" marT="0" marB="0"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914400" marR="0" lvl="2"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偏移量必须为</a:t>
                      </a:r>
                      <a:r>
                        <a:rPr kumimoji="1" lang="en-US" altLang="zh-CN" sz="2000" b="1" i="0" u="none" strike="noStrike" cap="none" normalizeH="0" baseline="0" dirty="0" err="1">
                          <a:ln>
                            <a:noFill/>
                          </a:ln>
                          <a:solidFill>
                            <a:schemeClr val="tx1"/>
                          </a:solidFill>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(double)   </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即</a:t>
                      </a:r>
                      <a:r>
                        <a:rPr kumimoji="1" lang="en-US" altLang="zh-CN" sz="2000" b="1" i="0" u="none" strike="noStrike" cap="none" normalizeH="0" baseline="0" dirty="0">
                          <a:ln>
                            <a:noFill/>
                          </a:ln>
                          <a:solidFill>
                            <a:srgbClr val="C00000"/>
                          </a:solidFill>
                          <a:effectLst/>
                          <a:latin typeface="+mn-lt"/>
                          <a:ea typeface="楷体" pitchFamily="49" charset="-122"/>
                          <a:cs typeface="Times New Roman" pitchFamily="18" charset="0"/>
                        </a:rPr>
                        <a:t>8</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的倍数</a:t>
                      </a:r>
                    </a:p>
                  </a:txBody>
                  <a:tcPr marL="0" marR="0" marT="0" marB="0"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bl>
          </a:graphicData>
        </a:graphic>
      </p:graphicFrame>
      <p:sp>
        <p:nvSpPr>
          <p:cNvPr id="1171557" name="Rectangle 101"/>
          <p:cNvSpPr>
            <a:spLocks noChangeArrowheads="1"/>
          </p:cNvSpPr>
          <p:nvPr/>
        </p:nvSpPr>
        <p:spPr bwMode="auto">
          <a:xfrm>
            <a:off x="3838170" y="1772816"/>
            <a:ext cx="4346062" cy="461665"/>
          </a:xfrm>
          <a:prstGeom prst="rect">
            <a:avLst/>
          </a:prstGeom>
          <a:noFill/>
          <a:ln w="9525">
            <a:noFill/>
            <a:miter lim="800000"/>
            <a:headEnd/>
            <a:tailEnd/>
          </a:ln>
          <a:effectLst/>
        </p:spPr>
        <p:txBody>
          <a:bodyPr wrap="none" anchor="ctr">
            <a:spAutoFit/>
          </a:bodyPr>
          <a:lstStyle/>
          <a:p>
            <a:r>
              <a:rPr lang="en-US" altLang="zh-CN" sz="2000" b="1" dirty="0">
                <a:solidFill>
                  <a:srgbClr val="002060"/>
                </a:solidFill>
                <a:latin typeface="楷体" panose="02010609060101010101" pitchFamily="49" charset="-122"/>
                <a:ea typeface="楷体" panose="02010609060101010101" pitchFamily="49" charset="-122"/>
              </a:rPr>
              <a:t>VC</a:t>
            </a:r>
            <a:r>
              <a:rPr lang="zh-CN" altLang="en-US" sz="2000" b="1" dirty="0">
                <a:solidFill>
                  <a:srgbClr val="002060"/>
                </a:solidFill>
                <a:latin typeface="楷体" panose="02010609060101010101" pitchFamily="49" charset="-122"/>
                <a:ea typeface="楷体" panose="02010609060101010101" pitchFamily="49" charset="-122"/>
              </a:rPr>
              <a:t>、</a:t>
            </a:r>
            <a:r>
              <a:rPr lang="en-US" altLang="zh-CN" sz="2000" b="1" dirty="0">
                <a:solidFill>
                  <a:srgbClr val="002060"/>
                </a:solidFill>
                <a:latin typeface="楷体" panose="02010609060101010101" pitchFamily="49" charset="-122"/>
                <a:ea typeface="楷体" panose="02010609060101010101" pitchFamily="49" charset="-122"/>
              </a:rPr>
              <a:t>CB</a:t>
            </a:r>
            <a:r>
              <a:rPr lang="zh-CN" altLang="en-US" sz="2000" b="1" dirty="0">
                <a:solidFill>
                  <a:srgbClr val="002060"/>
                </a:solidFill>
                <a:latin typeface="楷体" panose="02010609060101010101" pitchFamily="49" charset="-122"/>
                <a:ea typeface="楷体" panose="02010609060101010101" pitchFamily="49" charset="-122"/>
              </a:rPr>
              <a:t>下常用数据类型的对齐方式</a:t>
            </a:r>
            <a:r>
              <a:rPr lang="zh-CN" altLang="en-US" b="1" dirty="0">
                <a:solidFill>
                  <a:srgbClr val="002060"/>
                </a:solidFill>
                <a:latin typeface="楷体" panose="02010609060101010101" pitchFamily="49" charset="-122"/>
                <a:ea typeface="楷体" panose="02010609060101010101" pitchFamily="49" charset="-122"/>
              </a:rPr>
              <a:t> </a:t>
            </a:r>
          </a:p>
        </p:txBody>
      </p:sp>
      <p:sp>
        <p:nvSpPr>
          <p:cNvPr id="1171593" name="Rectangle 137"/>
          <p:cNvSpPr>
            <a:spLocks noChangeArrowheads="1"/>
          </p:cNvSpPr>
          <p:nvPr/>
        </p:nvSpPr>
        <p:spPr bwMode="auto">
          <a:xfrm>
            <a:off x="1055440" y="4797152"/>
            <a:ext cx="10153625" cy="1938992"/>
          </a:xfrm>
          <a:prstGeom prst="rect">
            <a:avLst/>
          </a:prstGeom>
          <a:gradFill rotWithShape="1">
            <a:gsLst>
              <a:gs pos="0">
                <a:srgbClr val="CFCFD1"/>
              </a:gs>
              <a:gs pos="100000">
                <a:schemeClr val="bg1"/>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tabLst>
                <a:tab pos="533400" algn="l"/>
              </a:tabLst>
            </a:pPr>
            <a:r>
              <a:rPr lang="en-US" altLang="zh-CN" sz="2000" b="1" dirty="0">
                <a:latin typeface="楷体_GB2312" pitchFamily="49" charset="-122"/>
                <a:ea typeface="楷体_GB2312" pitchFamily="49" charset="-122"/>
              </a:rPr>
              <a:t>   </a:t>
            </a:r>
            <a:r>
              <a:rPr lang="en-US" altLang="zh-CN" sz="2000" b="1" dirty="0">
                <a:solidFill>
                  <a:srgbClr val="C00000"/>
                </a:solidFill>
                <a:latin typeface="楷体_GB2312" pitchFamily="49" charset="-122"/>
                <a:ea typeface="楷体_GB2312" pitchFamily="49" charset="-122"/>
              </a:rPr>
              <a:t> </a:t>
            </a:r>
            <a:r>
              <a:rPr lang="zh-CN" altLang="en-US" sz="2000" b="1" u="sng" dirty="0">
                <a:solidFill>
                  <a:srgbClr val="C00000"/>
                </a:solidFill>
                <a:latin typeface="+mn-lt"/>
                <a:ea typeface="隶书" pitchFamily="49" charset="-122"/>
              </a:rPr>
              <a:t>在</a:t>
            </a:r>
            <a:r>
              <a:rPr lang="en-US" altLang="zh-CN" sz="2000" b="1" u="sng" dirty="0">
                <a:solidFill>
                  <a:srgbClr val="C00000"/>
                </a:solidFill>
                <a:latin typeface="+mn-lt"/>
                <a:ea typeface="隶书" pitchFamily="49" charset="-122"/>
              </a:rPr>
              <a:t>VC</a:t>
            </a:r>
            <a:r>
              <a:rPr lang="zh-CN" altLang="en-US" sz="2000" b="1" u="sng" dirty="0">
                <a:solidFill>
                  <a:srgbClr val="C00000"/>
                </a:solidFill>
                <a:latin typeface="+mn-lt"/>
                <a:ea typeface="隶书" pitchFamily="49" charset="-122"/>
              </a:rPr>
              <a:t>、</a:t>
            </a:r>
            <a:r>
              <a:rPr lang="en-US" altLang="zh-CN" sz="2000" b="1" u="sng" dirty="0">
                <a:solidFill>
                  <a:srgbClr val="C00000"/>
                </a:solidFill>
                <a:latin typeface="+mn-lt"/>
                <a:ea typeface="隶书" pitchFamily="49" charset="-122"/>
              </a:rPr>
              <a:t>CB</a:t>
            </a:r>
            <a:r>
              <a:rPr lang="zh-CN" altLang="en-US" sz="2000" b="1" u="sng" dirty="0">
                <a:solidFill>
                  <a:srgbClr val="C00000"/>
                </a:solidFill>
                <a:latin typeface="+mn-lt"/>
                <a:ea typeface="隶书" pitchFamily="49" charset="-122"/>
              </a:rPr>
              <a:t>编译环境</a:t>
            </a:r>
            <a:r>
              <a:rPr lang="zh-CN" altLang="en-US" sz="2000" b="1" u="sng" dirty="0">
                <a:solidFill>
                  <a:srgbClr val="C00000"/>
                </a:solidFill>
                <a:latin typeface="隶书" pitchFamily="49" charset="-122"/>
                <a:ea typeface="隶书" pitchFamily="49" charset="-122"/>
              </a:rPr>
              <a:t>下，结构体变量内存分配方式为：</a:t>
            </a:r>
            <a:endParaRPr lang="zh-CN" altLang="en-US" sz="2000" b="1" dirty="0">
              <a:solidFill>
                <a:srgbClr val="C00000"/>
              </a:solidFill>
              <a:latin typeface="隶书" pitchFamily="49" charset="-122"/>
              <a:ea typeface="隶书" pitchFamily="49" charset="-122"/>
            </a:endParaRPr>
          </a:p>
          <a:p>
            <a:pPr>
              <a:tabLst>
                <a:tab pos="533400" algn="l"/>
              </a:tabLst>
            </a:pPr>
            <a:r>
              <a:rPr lang="zh-CN" altLang="en-US" sz="2000" b="1" dirty="0">
                <a:latin typeface="楷体_GB2312" pitchFamily="49" charset="-122"/>
                <a:ea typeface="楷体_GB2312" pitchFamily="49" charset="-122"/>
              </a:rPr>
              <a:t>　</a:t>
            </a:r>
            <a:r>
              <a:rPr lang="zh-CN" altLang="en-US" sz="2000" b="1" dirty="0">
                <a:latin typeface="+mn-lt"/>
                <a:ea typeface="楷体" pitchFamily="49" charset="-122"/>
              </a:rPr>
              <a:t>　</a:t>
            </a:r>
            <a:r>
              <a:rPr lang="en-US" altLang="zh-CN" sz="2000" b="1" dirty="0">
                <a:latin typeface="+mn-lt"/>
                <a:ea typeface="楷体" pitchFamily="49" charset="-122"/>
              </a:rPr>
              <a:t>(1) </a:t>
            </a:r>
            <a:r>
              <a:rPr lang="zh-CN" altLang="en-US" sz="2000" b="1" dirty="0">
                <a:latin typeface="+mn-lt"/>
                <a:ea typeface="楷体" pitchFamily="49" charset="-122"/>
              </a:rPr>
              <a:t>结构体变量中各成员变量在存放的时候根据在结构体中出现的顺序依次申请空间，同时按照上表的对齐方式调整位置，空缺的字节</a:t>
            </a:r>
            <a:r>
              <a:rPr lang="en-US" altLang="zh-CN" sz="2000" b="1" dirty="0">
                <a:latin typeface="+mn-lt"/>
                <a:ea typeface="楷体" pitchFamily="49" charset="-122"/>
              </a:rPr>
              <a:t>VC</a:t>
            </a:r>
            <a:r>
              <a:rPr lang="zh-CN" altLang="en-US" sz="2000" b="1" dirty="0">
                <a:latin typeface="+mn-lt"/>
                <a:ea typeface="楷体" pitchFamily="49" charset="-122"/>
              </a:rPr>
              <a:t>、</a:t>
            </a:r>
            <a:r>
              <a:rPr lang="en-US" altLang="zh-CN" sz="2000" b="1" dirty="0">
                <a:latin typeface="+mn-lt"/>
                <a:ea typeface="楷体" pitchFamily="49" charset="-122"/>
              </a:rPr>
              <a:t>CB</a:t>
            </a:r>
            <a:r>
              <a:rPr lang="zh-CN" altLang="en-US" sz="2000" b="1" dirty="0">
                <a:latin typeface="+mn-lt"/>
                <a:ea typeface="楷体" pitchFamily="49" charset="-122"/>
              </a:rPr>
              <a:t>会自动填充。</a:t>
            </a:r>
          </a:p>
          <a:p>
            <a:pPr>
              <a:tabLst>
                <a:tab pos="533400" algn="l"/>
              </a:tabLst>
            </a:pPr>
            <a:r>
              <a:rPr lang="zh-CN" altLang="en-US" sz="2000" b="1" dirty="0">
                <a:latin typeface="+mn-lt"/>
                <a:ea typeface="楷体" pitchFamily="49" charset="-122"/>
              </a:rPr>
              <a:t>　　</a:t>
            </a:r>
            <a:r>
              <a:rPr lang="en-US" altLang="zh-CN" sz="2000" b="1" dirty="0">
                <a:latin typeface="+mn-lt"/>
                <a:ea typeface="楷体" pitchFamily="49" charset="-122"/>
              </a:rPr>
              <a:t>(2) </a:t>
            </a:r>
            <a:r>
              <a:rPr lang="zh-CN" altLang="en-US" sz="2000" b="1" dirty="0">
                <a:latin typeface="+mn-lt"/>
                <a:ea typeface="楷体" pitchFamily="49" charset="-122"/>
              </a:rPr>
              <a:t>为了确保结构体变量所占内存空间的大小为结构体的字节边界数（</a:t>
            </a:r>
            <a:r>
              <a:rPr lang="zh-CN" altLang="en-US" sz="2000" b="1" dirty="0">
                <a:solidFill>
                  <a:srgbClr val="002060"/>
                </a:solidFill>
                <a:latin typeface="+mn-lt"/>
                <a:ea typeface="楷体" pitchFamily="49" charset="-122"/>
              </a:rPr>
              <a:t>即该结构体中占用最大空间的类型所占用的字节数</a:t>
            </a:r>
            <a:r>
              <a:rPr lang="zh-CN" altLang="en-US" sz="2000" b="1" dirty="0">
                <a:latin typeface="+mn-lt"/>
                <a:ea typeface="楷体" pitchFamily="49" charset="-122"/>
              </a:rPr>
              <a:t>）的倍数，所以在为最后一个成员变量申请空间后，还会根据需要自动填充空缺的字节。 </a:t>
            </a:r>
          </a:p>
        </p:txBody>
      </p:sp>
      <p:sp>
        <p:nvSpPr>
          <p:cNvPr id="9" name="Rectangle 5">
            <a:extLst>
              <a:ext uri="{FF2B5EF4-FFF2-40B4-BE49-F238E27FC236}">
                <a16:creationId xmlns:a16="http://schemas.microsoft.com/office/drawing/2014/main" id="{10F42AE1-9FC4-4B5C-A74B-0E6F6CD40132}"/>
              </a:ext>
            </a:extLst>
          </p:cNvPr>
          <p:cNvSpPr>
            <a:spLocks noChangeArrowheads="1"/>
          </p:cNvSpPr>
          <p:nvPr/>
        </p:nvSpPr>
        <p:spPr bwMode="auto">
          <a:xfrm>
            <a:off x="747019" y="1362349"/>
            <a:ext cx="6141425" cy="461665"/>
          </a:xfrm>
          <a:prstGeom prst="rect">
            <a:avLst/>
          </a:prstGeom>
          <a:noFill/>
          <a:ln w="9525">
            <a:noFill/>
            <a:miter lim="800000"/>
            <a:headEnd/>
            <a:tailEnd/>
          </a:ln>
          <a:effectLst/>
        </p:spPr>
        <p:txBody>
          <a:bodyPr wrap="none" anchor="ctr">
            <a:spAutoFit/>
          </a:bodyPr>
          <a:lstStyle/>
          <a:p>
            <a:pPr>
              <a:buClr>
                <a:srgbClr val="C00000"/>
              </a:buClr>
              <a:buFont typeface="Wingdings" pitchFamily="2" charset="2"/>
              <a:buChar char="l"/>
              <a:tabLst>
                <a:tab pos="533400" algn="l"/>
              </a:tabLst>
            </a:pPr>
            <a:r>
              <a:rPr lang="en-US" altLang="zh-CN" b="1" dirty="0">
                <a:solidFill>
                  <a:srgbClr val="C00000"/>
                </a:solidFill>
                <a:latin typeface="隶书" pitchFamily="49" charset="-122"/>
                <a:ea typeface="隶书" pitchFamily="49" charset="-122"/>
              </a:rPr>
              <a:t> </a:t>
            </a:r>
            <a:r>
              <a:rPr lang="zh-CN" altLang="en-US" b="1" dirty="0">
                <a:solidFill>
                  <a:srgbClr val="C00000"/>
                </a:solidFill>
                <a:latin typeface="楷体" pitchFamily="49" charset="-122"/>
                <a:ea typeface="楷体" pitchFamily="49" charset="-122"/>
              </a:rPr>
              <a:t>基于</a:t>
            </a:r>
            <a:r>
              <a:rPr lang="en-US" altLang="zh-CN" b="1" dirty="0">
                <a:solidFill>
                  <a:srgbClr val="C00000"/>
                </a:solidFill>
                <a:latin typeface="楷体" pitchFamily="49" charset="-122"/>
                <a:ea typeface="楷体" pitchFamily="49" charset="-122"/>
              </a:rPr>
              <a:t>VC</a:t>
            </a:r>
            <a:r>
              <a:rPr lang="zh-CN" altLang="en-US" b="1" dirty="0">
                <a:solidFill>
                  <a:srgbClr val="C00000"/>
                </a:solidFill>
                <a:latin typeface="楷体" pitchFamily="49" charset="-122"/>
                <a:ea typeface="楷体" pitchFamily="49" charset="-122"/>
              </a:rPr>
              <a:t>或</a:t>
            </a:r>
            <a:r>
              <a:rPr lang="en-US" altLang="zh-CN" b="1" dirty="0">
                <a:solidFill>
                  <a:srgbClr val="C00000"/>
                </a:solidFill>
                <a:latin typeface="楷体" pitchFamily="49" charset="-122"/>
                <a:ea typeface="楷体" pitchFamily="49" charset="-122"/>
              </a:rPr>
              <a:t>CB</a:t>
            </a:r>
            <a:r>
              <a:rPr lang="zh-CN" altLang="en-US" b="1" dirty="0">
                <a:solidFill>
                  <a:srgbClr val="C00000"/>
                </a:solidFill>
                <a:latin typeface="楷体" pitchFamily="49" charset="-122"/>
                <a:ea typeface="楷体" pitchFamily="49" charset="-122"/>
              </a:rPr>
              <a:t>环境下的结构体变量内存分配</a:t>
            </a:r>
          </a:p>
        </p:txBody>
      </p:sp>
      <p:sp>
        <p:nvSpPr>
          <p:cNvPr id="10" name="Rectangle 2">
            <a:extLst>
              <a:ext uri="{FF2B5EF4-FFF2-40B4-BE49-F238E27FC236}">
                <a16:creationId xmlns:a16="http://schemas.microsoft.com/office/drawing/2014/main" id="{56EDBE32-1633-4A19-8DF7-F377737824AD}"/>
              </a:ext>
            </a:extLst>
          </p:cNvPr>
          <p:cNvSpPr>
            <a:spLocks noChangeArrowheads="1"/>
          </p:cNvSpPr>
          <p:nvPr/>
        </p:nvSpPr>
        <p:spPr bwMode="auto">
          <a:xfrm>
            <a:off x="695400" y="803975"/>
            <a:ext cx="5596404"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4</a:t>
            </a:r>
            <a:r>
              <a:rPr lang="zh-CN" altLang="en-US" sz="2800" b="1" dirty="0">
                <a:solidFill>
                  <a:srgbClr val="C00000"/>
                </a:solidFill>
                <a:latin typeface="楷体" panose="02010609060101010101" pitchFamily="49" charset="-122"/>
                <a:ea typeface="楷体" panose="02010609060101010101" pitchFamily="49" charset="-122"/>
              </a:rPr>
              <a:t>、结构体变量内存分配问题透析 </a:t>
            </a:r>
          </a:p>
        </p:txBody>
      </p:sp>
      <p:sp>
        <p:nvSpPr>
          <p:cNvPr id="11" name="Rectangle 4">
            <a:extLst>
              <a:ext uri="{FF2B5EF4-FFF2-40B4-BE49-F238E27FC236}">
                <a16:creationId xmlns:a16="http://schemas.microsoft.com/office/drawing/2014/main" id="{A0E65CC9-B2DA-451E-B50D-C4D52BD7E66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71557"/>
                                        </p:tgtEl>
                                        <p:attrNameLst>
                                          <p:attrName>style.visibility</p:attrName>
                                        </p:attrNameLst>
                                      </p:cBhvr>
                                      <p:to>
                                        <p:strVal val="visible"/>
                                      </p:to>
                                    </p:set>
                                    <p:animEffect transition="in" filter="box(in)">
                                      <p:cBhvr>
                                        <p:cTn id="7" dur="500"/>
                                        <p:tgtEl>
                                          <p:spTgt spid="117155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71595"/>
                                        </p:tgtEl>
                                        <p:attrNameLst>
                                          <p:attrName>style.visibility</p:attrName>
                                        </p:attrNameLst>
                                      </p:cBhvr>
                                      <p:to>
                                        <p:strVal val="visible"/>
                                      </p:to>
                                    </p:set>
                                    <p:animEffect transition="in" filter="box(in)">
                                      <p:cBhvr>
                                        <p:cTn id="12" dur="500"/>
                                        <p:tgtEl>
                                          <p:spTgt spid="117159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171593"/>
                                        </p:tgtEl>
                                        <p:attrNameLst>
                                          <p:attrName>style.visibility</p:attrName>
                                        </p:attrNameLst>
                                      </p:cBhvr>
                                      <p:to>
                                        <p:strVal val="visible"/>
                                      </p:to>
                                    </p:set>
                                    <p:animEffect transition="in" filter="diamond(in)">
                                      <p:cBhvr>
                                        <p:cTn id="17" dur="2000"/>
                                        <p:tgtEl>
                                          <p:spTgt spid="1171593"/>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1557" grpId="0"/>
      <p:bldP spid="1171593"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3538" name="Rectangle 34" descr="信纸"/>
          <p:cNvSpPr>
            <a:spLocks noChangeArrowheads="1"/>
          </p:cNvSpPr>
          <p:nvPr/>
        </p:nvSpPr>
        <p:spPr bwMode="auto">
          <a:xfrm>
            <a:off x="1002774" y="2086470"/>
            <a:ext cx="2389187" cy="232092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en-US" altLang="zh-CN" b="1">
                <a:effectLst>
                  <a:outerShdw blurRad="38100" dist="38100" dir="2700000" algn="tl">
                    <a:srgbClr val="FFFFFF"/>
                  </a:outerShdw>
                </a:effectLst>
              </a:rPr>
              <a:t>struct MyStruct </a:t>
            </a:r>
          </a:p>
          <a:p>
            <a:r>
              <a:rPr lang="en-US" altLang="zh-CN" b="1">
                <a:effectLst>
                  <a:outerShdw blurRad="38100" dist="38100" dir="2700000" algn="tl">
                    <a:srgbClr val="FFFFFF"/>
                  </a:outerShdw>
                </a:effectLst>
              </a:rPr>
              <a:t>{ </a:t>
            </a:r>
          </a:p>
          <a:p>
            <a:r>
              <a:rPr lang="en-US" altLang="zh-CN" b="1">
                <a:effectLst>
                  <a:outerShdw blurRad="38100" dist="38100" dir="2700000" algn="tl">
                    <a:srgbClr val="FFFFFF"/>
                  </a:outerShdw>
                </a:effectLst>
              </a:rPr>
              <a:t>   double  x; </a:t>
            </a:r>
          </a:p>
          <a:p>
            <a:r>
              <a:rPr lang="en-US" altLang="zh-CN" b="1">
                <a:effectLst>
                  <a:outerShdw blurRad="38100" dist="38100" dir="2700000" algn="tl">
                    <a:srgbClr val="FFFFFF"/>
                  </a:outerShdw>
                </a:effectLst>
              </a:rPr>
              <a:t>   char      y;</a:t>
            </a:r>
          </a:p>
          <a:p>
            <a:r>
              <a:rPr lang="en-US" altLang="zh-CN" b="1">
                <a:effectLst>
                  <a:outerShdw blurRad="38100" dist="38100" dir="2700000" algn="tl">
                    <a:srgbClr val="FFFFFF"/>
                  </a:outerShdw>
                </a:effectLst>
              </a:rPr>
              <a:t>   int         z;</a:t>
            </a:r>
          </a:p>
          <a:p>
            <a:r>
              <a:rPr lang="en-US" altLang="zh-CN" b="1">
                <a:effectLst>
                  <a:outerShdw blurRad="38100" dist="38100" dir="2700000" algn="tl">
                    <a:srgbClr val="FFFFFF"/>
                  </a:outerShdw>
                </a:effectLst>
              </a:rPr>
              <a:t>} a; </a:t>
            </a:r>
          </a:p>
        </p:txBody>
      </p:sp>
      <p:sp>
        <p:nvSpPr>
          <p:cNvPr id="1173539" name="Rectangle 35"/>
          <p:cNvSpPr>
            <a:spLocks noChangeArrowheads="1"/>
          </p:cNvSpPr>
          <p:nvPr/>
        </p:nvSpPr>
        <p:spPr bwMode="auto">
          <a:xfrm>
            <a:off x="939371" y="4680043"/>
            <a:ext cx="10196942" cy="1631216"/>
          </a:xfrm>
          <a:prstGeom prst="rect">
            <a:avLst/>
          </a:prstGeom>
          <a:noFill/>
          <a:ln w="9525">
            <a:noFill/>
            <a:miter lim="800000"/>
            <a:headEnd/>
            <a:tailEnd/>
          </a:ln>
          <a:effectLst/>
        </p:spPr>
        <p:txBody>
          <a:bodyPr wrap="square" anchor="ctr">
            <a:spAutoFit/>
          </a:bodyPr>
          <a:lstStyle/>
          <a:p>
            <a:pPr indent="266700"/>
            <a:r>
              <a:rPr lang="zh-CN" altLang="en-US" sz="2000" b="1" dirty="0">
                <a:latin typeface="+mn-lt"/>
                <a:ea typeface="楷体" pitchFamily="49" charset="-122"/>
              </a:rPr>
              <a:t>　</a:t>
            </a:r>
            <a:r>
              <a:rPr lang="en-US" altLang="zh-CN" sz="2000" b="1" dirty="0">
                <a:latin typeface="+mn-lt"/>
                <a:ea typeface="楷体" pitchFamily="49" charset="-122"/>
              </a:rPr>
              <a:t>(3) </a:t>
            </a:r>
            <a:r>
              <a:rPr lang="zh-CN" altLang="en-US" sz="2000" b="1" dirty="0">
                <a:latin typeface="+mn-lt"/>
                <a:ea typeface="楷体" pitchFamily="49" charset="-122"/>
              </a:rPr>
              <a:t>再接下来为第三个成员</a:t>
            </a:r>
            <a:r>
              <a:rPr lang="en-US" altLang="zh-CN" sz="2000" b="1" dirty="0">
                <a:latin typeface="+mn-lt"/>
                <a:ea typeface="楷体" pitchFamily="49" charset="-122"/>
              </a:rPr>
              <a:t>z</a:t>
            </a:r>
            <a:r>
              <a:rPr lang="zh-CN" altLang="en-US" sz="2000" b="1" dirty="0">
                <a:latin typeface="+mn-lt"/>
                <a:ea typeface="楷体" pitchFamily="49" charset="-122"/>
              </a:rPr>
              <a:t>分配空间，这时下一个可以分配的地址对于结构体的起始地址的偏移量为</a:t>
            </a:r>
            <a:r>
              <a:rPr lang="en-US" altLang="zh-CN" sz="2000" b="1" dirty="0">
                <a:latin typeface="+mn-lt"/>
                <a:ea typeface="楷体" pitchFamily="49" charset="-122"/>
              </a:rPr>
              <a:t>9</a:t>
            </a:r>
            <a:r>
              <a:rPr lang="zh-CN" altLang="en-US" sz="2000" b="1" dirty="0">
                <a:latin typeface="+mn-lt"/>
                <a:ea typeface="楷体" pitchFamily="49" charset="-122"/>
              </a:rPr>
              <a:t>，不是</a:t>
            </a:r>
            <a:r>
              <a:rPr lang="en-US" altLang="zh-CN" sz="2000" b="1" dirty="0" err="1">
                <a:latin typeface="+mn-lt"/>
                <a:ea typeface="楷体" pitchFamily="49" charset="-122"/>
              </a:rPr>
              <a:t>sizeof</a:t>
            </a:r>
            <a:r>
              <a:rPr lang="en-US" altLang="zh-CN" sz="2000" b="1" dirty="0">
                <a:latin typeface="+mn-lt"/>
                <a:ea typeface="楷体" pitchFamily="49" charset="-122"/>
              </a:rPr>
              <a:t>(</a:t>
            </a:r>
            <a:r>
              <a:rPr lang="en-US" altLang="zh-CN" sz="2000" b="1" dirty="0" err="1">
                <a:latin typeface="+mn-lt"/>
                <a:ea typeface="楷体" pitchFamily="49" charset="-122"/>
              </a:rPr>
              <a:t>int</a:t>
            </a:r>
            <a:r>
              <a:rPr lang="en-US" altLang="zh-CN" sz="2000" b="1" dirty="0">
                <a:latin typeface="+mn-lt"/>
                <a:ea typeface="楷体" pitchFamily="49" charset="-122"/>
              </a:rPr>
              <a:t>)=4</a:t>
            </a:r>
            <a:r>
              <a:rPr lang="zh-CN" altLang="en-US" sz="2000" b="1" dirty="0">
                <a:latin typeface="+mn-lt"/>
                <a:ea typeface="楷体" pitchFamily="49" charset="-122"/>
              </a:rPr>
              <a:t>的倍数，为了满足对齐方式对偏移量的约束问题，</a:t>
            </a:r>
            <a:r>
              <a:rPr lang="en-US" altLang="zh-CN" sz="2000" b="1" dirty="0">
                <a:latin typeface="+mn-lt"/>
                <a:ea typeface="楷体" pitchFamily="49" charset="-122"/>
              </a:rPr>
              <a:t>VC</a:t>
            </a:r>
            <a:r>
              <a:rPr lang="zh-CN" altLang="en-US" sz="2000" b="1" dirty="0">
                <a:latin typeface="+mn-lt"/>
                <a:ea typeface="楷体" pitchFamily="49" charset="-122"/>
              </a:rPr>
              <a:t>自动填充</a:t>
            </a:r>
            <a:r>
              <a:rPr lang="en-US" altLang="zh-CN" sz="2000" b="1" dirty="0">
                <a:solidFill>
                  <a:srgbClr val="C00000"/>
                </a:solidFill>
                <a:latin typeface="+mn-lt"/>
                <a:ea typeface="楷体" pitchFamily="49" charset="-122"/>
              </a:rPr>
              <a:t>3</a:t>
            </a:r>
            <a:r>
              <a:rPr lang="zh-CN" altLang="en-US" sz="2000" b="1" dirty="0">
                <a:solidFill>
                  <a:srgbClr val="C00000"/>
                </a:solidFill>
                <a:latin typeface="+mn-lt"/>
                <a:ea typeface="楷体" pitchFamily="49" charset="-122"/>
              </a:rPr>
              <a:t>个字节</a:t>
            </a:r>
            <a:r>
              <a:rPr lang="zh-CN" altLang="en-US" sz="2000" b="1" dirty="0">
                <a:latin typeface="+mn-lt"/>
                <a:ea typeface="楷体" pitchFamily="49" charset="-122"/>
              </a:rPr>
              <a:t>（这三个字节没有放什么东西），这时下一个可以分配的地址对于结构的起始地址的偏移量为</a:t>
            </a:r>
            <a:r>
              <a:rPr lang="en-US" altLang="zh-CN" sz="2000" b="1" dirty="0">
                <a:latin typeface="+mn-lt"/>
                <a:ea typeface="楷体" pitchFamily="49" charset="-122"/>
              </a:rPr>
              <a:t>12</a:t>
            </a:r>
            <a:r>
              <a:rPr lang="zh-CN" altLang="en-US" sz="2000" b="1" dirty="0">
                <a:latin typeface="+mn-lt"/>
                <a:ea typeface="楷体" pitchFamily="49" charset="-122"/>
              </a:rPr>
              <a:t>，刚好是</a:t>
            </a:r>
            <a:r>
              <a:rPr lang="en-US" altLang="zh-CN" sz="2000" b="1" dirty="0" err="1">
                <a:latin typeface="+mn-lt"/>
                <a:ea typeface="楷体" pitchFamily="49" charset="-122"/>
              </a:rPr>
              <a:t>sizeof</a:t>
            </a:r>
            <a:r>
              <a:rPr lang="en-US" altLang="zh-CN" sz="2000" b="1" dirty="0">
                <a:latin typeface="+mn-lt"/>
                <a:ea typeface="楷体" pitchFamily="49" charset="-122"/>
              </a:rPr>
              <a:t>(</a:t>
            </a:r>
            <a:r>
              <a:rPr lang="en-US" altLang="zh-CN" sz="2000" b="1" dirty="0" err="1">
                <a:latin typeface="+mn-lt"/>
                <a:ea typeface="楷体" pitchFamily="49" charset="-122"/>
              </a:rPr>
              <a:t>int</a:t>
            </a:r>
            <a:r>
              <a:rPr lang="en-US" altLang="zh-CN" sz="2000" b="1" dirty="0">
                <a:latin typeface="+mn-lt"/>
                <a:ea typeface="楷体" pitchFamily="49" charset="-122"/>
              </a:rPr>
              <a:t>)=4</a:t>
            </a:r>
            <a:r>
              <a:rPr lang="zh-CN" altLang="en-US" sz="2000" b="1" dirty="0">
                <a:latin typeface="+mn-lt"/>
                <a:ea typeface="楷体" pitchFamily="49" charset="-122"/>
              </a:rPr>
              <a:t>的倍数，所以把</a:t>
            </a:r>
            <a:r>
              <a:rPr lang="en-US" altLang="zh-CN" sz="2000" b="1" dirty="0">
                <a:latin typeface="+mn-lt"/>
                <a:ea typeface="楷体" pitchFamily="49" charset="-122"/>
              </a:rPr>
              <a:t>z</a:t>
            </a:r>
            <a:r>
              <a:rPr lang="zh-CN" altLang="en-US" sz="2000" b="1" dirty="0">
                <a:latin typeface="+mn-lt"/>
                <a:ea typeface="楷体" pitchFamily="49" charset="-122"/>
              </a:rPr>
              <a:t>存放在偏移量为</a:t>
            </a:r>
            <a:r>
              <a:rPr lang="en-US" altLang="zh-CN" sz="2000" b="1" dirty="0">
                <a:latin typeface="+mn-lt"/>
                <a:ea typeface="楷体" pitchFamily="49" charset="-122"/>
              </a:rPr>
              <a:t>12</a:t>
            </a:r>
            <a:r>
              <a:rPr lang="zh-CN" altLang="en-US" sz="2000" b="1" dirty="0">
                <a:latin typeface="+mn-lt"/>
                <a:ea typeface="楷体" pitchFamily="49" charset="-122"/>
              </a:rPr>
              <a:t>的地方，该成员变量占用</a:t>
            </a:r>
            <a:r>
              <a:rPr lang="en-US" altLang="zh-CN" sz="2000" b="1" dirty="0" err="1">
                <a:solidFill>
                  <a:srgbClr val="C00000"/>
                </a:solidFill>
                <a:latin typeface="+mn-lt"/>
                <a:ea typeface="楷体" pitchFamily="49" charset="-122"/>
              </a:rPr>
              <a:t>sizeof</a:t>
            </a:r>
            <a:r>
              <a:rPr lang="en-US" altLang="zh-CN" sz="2000" b="1" dirty="0">
                <a:solidFill>
                  <a:srgbClr val="C00000"/>
                </a:solidFill>
                <a:latin typeface="+mn-lt"/>
                <a:ea typeface="楷体" pitchFamily="49" charset="-122"/>
              </a:rPr>
              <a:t>(</a:t>
            </a:r>
            <a:r>
              <a:rPr lang="en-US" altLang="zh-CN" sz="2000" b="1" dirty="0" err="1">
                <a:solidFill>
                  <a:srgbClr val="C00000"/>
                </a:solidFill>
                <a:latin typeface="+mn-lt"/>
                <a:ea typeface="楷体" pitchFamily="49" charset="-122"/>
              </a:rPr>
              <a:t>int</a:t>
            </a:r>
            <a:r>
              <a:rPr lang="en-US" altLang="zh-CN" sz="2000" b="1" dirty="0">
                <a:solidFill>
                  <a:srgbClr val="C00000"/>
                </a:solidFill>
                <a:latin typeface="+mn-lt"/>
                <a:ea typeface="楷体" pitchFamily="49" charset="-122"/>
              </a:rPr>
              <a:t>)=4</a:t>
            </a:r>
            <a:r>
              <a:rPr lang="zh-CN" altLang="en-US" sz="2000" b="1" dirty="0">
                <a:latin typeface="+mn-lt"/>
                <a:ea typeface="楷体" pitchFamily="49" charset="-122"/>
              </a:rPr>
              <a:t>个字节；</a:t>
            </a:r>
          </a:p>
        </p:txBody>
      </p:sp>
      <p:sp>
        <p:nvSpPr>
          <p:cNvPr id="1173540" name="Rectangle 36"/>
          <p:cNvSpPr>
            <a:spLocks noChangeArrowheads="1"/>
          </p:cNvSpPr>
          <p:nvPr/>
        </p:nvSpPr>
        <p:spPr bwMode="auto">
          <a:xfrm>
            <a:off x="3516433" y="1954575"/>
            <a:ext cx="7672793" cy="2554545"/>
          </a:xfrm>
          <a:prstGeom prst="rect">
            <a:avLst/>
          </a:prstGeom>
          <a:noFill/>
          <a:ln w="9525">
            <a:noFill/>
            <a:miter lim="800000"/>
            <a:headEnd/>
            <a:tailEnd/>
          </a:ln>
          <a:effectLst/>
        </p:spPr>
        <p:txBody>
          <a:bodyPr wrap="square">
            <a:spAutoFit/>
          </a:bodyPr>
          <a:lstStyle/>
          <a:p>
            <a:r>
              <a:rPr lang="zh-CN" altLang="en-US" sz="2000" b="1" u="sng" dirty="0">
                <a:solidFill>
                  <a:srgbClr val="002060"/>
                </a:solidFill>
                <a:latin typeface="楷体" panose="02010609060101010101" pitchFamily="49" charset="-122"/>
                <a:ea typeface="楷体" panose="02010609060101010101" pitchFamily="49" charset="-122"/>
              </a:rPr>
              <a:t>内存分配方法：</a:t>
            </a:r>
          </a:p>
          <a:p>
            <a:r>
              <a:rPr lang="zh-CN" altLang="en-US" sz="2000" b="1" dirty="0">
                <a:latin typeface="楷体_GB2312" pitchFamily="49" charset="-122"/>
                <a:ea typeface="楷体_GB2312" pitchFamily="49" charset="-122"/>
              </a:rPr>
              <a:t>　　</a:t>
            </a:r>
            <a:r>
              <a:rPr lang="en-US" altLang="zh-CN" sz="2000" b="1" dirty="0">
                <a:latin typeface="+mn-lt"/>
                <a:ea typeface="楷体" pitchFamily="49" charset="-122"/>
              </a:rPr>
              <a:t>(1) </a:t>
            </a:r>
            <a:r>
              <a:rPr lang="zh-CN" altLang="en-US" sz="2000" b="1" dirty="0">
                <a:latin typeface="+mn-lt"/>
                <a:ea typeface="楷体" pitchFamily="49" charset="-122"/>
              </a:rPr>
              <a:t>首先为第一个成员</a:t>
            </a:r>
            <a:r>
              <a:rPr lang="en-US" altLang="zh-CN" sz="2000" b="1" dirty="0">
                <a:latin typeface="+mn-lt"/>
                <a:ea typeface="楷体" pitchFamily="49" charset="-122"/>
              </a:rPr>
              <a:t>x</a:t>
            </a:r>
            <a:r>
              <a:rPr lang="zh-CN" altLang="en-US" sz="2000" b="1" dirty="0">
                <a:latin typeface="+mn-lt"/>
                <a:ea typeface="楷体" pitchFamily="49" charset="-122"/>
              </a:rPr>
              <a:t>分配空间，其起始地址跟结构体的起始地址相同（偏移量</a:t>
            </a:r>
            <a:r>
              <a:rPr lang="en-US" altLang="zh-CN" sz="2000" b="1" dirty="0">
                <a:latin typeface="+mn-lt"/>
                <a:ea typeface="楷体" pitchFamily="49" charset="-122"/>
              </a:rPr>
              <a:t>0</a:t>
            </a:r>
            <a:r>
              <a:rPr lang="zh-CN" altLang="en-US" sz="2000" b="1" dirty="0">
                <a:latin typeface="+mn-lt"/>
                <a:ea typeface="楷体" pitchFamily="49" charset="-122"/>
              </a:rPr>
              <a:t>，刚好为</a:t>
            </a:r>
            <a:r>
              <a:rPr lang="en-US" altLang="zh-CN" sz="2000" b="1" dirty="0" err="1">
                <a:latin typeface="+mn-lt"/>
                <a:ea typeface="楷体" pitchFamily="49" charset="-122"/>
              </a:rPr>
              <a:t>sizeof</a:t>
            </a:r>
            <a:r>
              <a:rPr lang="en-US" altLang="zh-CN" sz="2000" b="1" dirty="0">
                <a:latin typeface="+mn-lt"/>
                <a:ea typeface="楷体" pitchFamily="49" charset="-122"/>
              </a:rPr>
              <a:t>(double)</a:t>
            </a:r>
            <a:r>
              <a:rPr lang="zh-CN" altLang="en-US" sz="2000" b="1" dirty="0">
                <a:latin typeface="+mn-lt"/>
                <a:ea typeface="楷体" pitchFamily="49" charset="-122"/>
              </a:rPr>
              <a:t>的倍数），该成员变量占用</a:t>
            </a:r>
            <a:r>
              <a:rPr lang="en-US" altLang="zh-CN" sz="2000" b="1" dirty="0" err="1">
                <a:solidFill>
                  <a:srgbClr val="C00000"/>
                </a:solidFill>
                <a:latin typeface="+mn-lt"/>
                <a:ea typeface="楷体" pitchFamily="49" charset="-122"/>
              </a:rPr>
              <a:t>sizeof</a:t>
            </a:r>
            <a:r>
              <a:rPr lang="en-US" altLang="zh-CN" sz="2000" b="1" dirty="0">
                <a:solidFill>
                  <a:srgbClr val="C00000"/>
                </a:solidFill>
                <a:latin typeface="+mn-lt"/>
                <a:ea typeface="楷体" pitchFamily="49" charset="-122"/>
              </a:rPr>
              <a:t>(double)=8</a:t>
            </a:r>
            <a:r>
              <a:rPr lang="zh-CN" altLang="en-US" sz="2000" b="1" dirty="0">
                <a:latin typeface="+mn-lt"/>
                <a:ea typeface="楷体" pitchFamily="49" charset="-122"/>
              </a:rPr>
              <a:t>个字节；</a:t>
            </a:r>
          </a:p>
          <a:p>
            <a:r>
              <a:rPr lang="zh-CN" altLang="en-US" sz="2000" b="1" dirty="0">
                <a:latin typeface="+mn-lt"/>
                <a:ea typeface="楷体" pitchFamily="49" charset="-122"/>
              </a:rPr>
              <a:t>　　</a:t>
            </a:r>
            <a:r>
              <a:rPr lang="en-US" altLang="zh-CN" sz="2000" b="1" dirty="0">
                <a:latin typeface="+mn-lt"/>
                <a:ea typeface="楷体" pitchFamily="49" charset="-122"/>
              </a:rPr>
              <a:t>(2) </a:t>
            </a:r>
            <a:r>
              <a:rPr lang="zh-CN" altLang="en-US" sz="2000" b="1" dirty="0">
                <a:latin typeface="+mn-lt"/>
                <a:ea typeface="楷体" pitchFamily="49" charset="-122"/>
              </a:rPr>
              <a:t>接下来为第二个成员</a:t>
            </a:r>
            <a:r>
              <a:rPr lang="en-US" altLang="zh-CN" sz="2000" b="1" dirty="0">
                <a:latin typeface="+mn-lt"/>
                <a:ea typeface="楷体" pitchFamily="49" charset="-122"/>
              </a:rPr>
              <a:t>y</a:t>
            </a:r>
            <a:r>
              <a:rPr lang="zh-CN" altLang="en-US" sz="2000" b="1" dirty="0">
                <a:latin typeface="+mn-lt"/>
                <a:ea typeface="楷体" pitchFamily="49" charset="-122"/>
              </a:rPr>
              <a:t>分配空间，这时下一个可以分配的地址对于结构的起始地址的偏移量为</a:t>
            </a:r>
            <a:r>
              <a:rPr lang="en-US" altLang="zh-CN" sz="2000" b="1" dirty="0">
                <a:latin typeface="+mn-lt"/>
                <a:ea typeface="楷体" pitchFamily="49" charset="-122"/>
              </a:rPr>
              <a:t>8</a:t>
            </a:r>
            <a:r>
              <a:rPr lang="zh-CN" altLang="en-US" sz="2000" b="1" dirty="0">
                <a:latin typeface="+mn-lt"/>
                <a:ea typeface="楷体" pitchFamily="49" charset="-122"/>
              </a:rPr>
              <a:t>，是</a:t>
            </a:r>
            <a:r>
              <a:rPr lang="en-US" altLang="zh-CN" sz="2000" b="1" dirty="0" err="1">
                <a:latin typeface="+mn-lt"/>
                <a:ea typeface="楷体" pitchFamily="49" charset="-122"/>
              </a:rPr>
              <a:t>sizeof</a:t>
            </a:r>
            <a:r>
              <a:rPr lang="en-US" altLang="zh-CN" sz="2000" b="1" dirty="0">
                <a:latin typeface="+mn-lt"/>
                <a:ea typeface="楷体" pitchFamily="49" charset="-122"/>
              </a:rPr>
              <a:t>(char)</a:t>
            </a:r>
            <a:r>
              <a:rPr lang="zh-CN" altLang="en-US" sz="2000" b="1" dirty="0">
                <a:latin typeface="+mn-lt"/>
                <a:ea typeface="楷体" pitchFamily="49" charset="-122"/>
              </a:rPr>
              <a:t>的倍数，所以把</a:t>
            </a:r>
            <a:r>
              <a:rPr lang="en-US" altLang="zh-CN" sz="2000" b="1" dirty="0">
                <a:latin typeface="+mn-lt"/>
                <a:ea typeface="楷体" pitchFamily="49" charset="-122"/>
              </a:rPr>
              <a:t>y</a:t>
            </a:r>
            <a:r>
              <a:rPr lang="zh-CN" altLang="en-US" sz="2000" b="1" dirty="0">
                <a:latin typeface="+mn-lt"/>
                <a:ea typeface="楷体" pitchFamily="49" charset="-122"/>
              </a:rPr>
              <a:t>存放在偏移量为</a:t>
            </a:r>
            <a:r>
              <a:rPr lang="en-US" altLang="zh-CN" sz="2000" b="1" dirty="0">
                <a:latin typeface="+mn-lt"/>
                <a:ea typeface="楷体" pitchFamily="49" charset="-122"/>
              </a:rPr>
              <a:t>8</a:t>
            </a:r>
            <a:r>
              <a:rPr lang="zh-CN" altLang="en-US" sz="2000" b="1" dirty="0">
                <a:latin typeface="+mn-lt"/>
                <a:ea typeface="楷体" pitchFamily="49" charset="-122"/>
              </a:rPr>
              <a:t>的地方满足对齐方式，该成员变量占用</a:t>
            </a:r>
            <a:r>
              <a:rPr lang="en-US" altLang="zh-CN" sz="2000" b="1" dirty="0" err="1">
                <a:solidFill>
                  <a:srgbClr val="C00000"/>
                </a:solidFill>
                <a:latin typeface="+mn-lt"/>
                <a:ea typeface="楷体" pitchFamily="49" charset="-122"/>
              </a:rPr>
              <a:t>sizeof</a:t>
            </a:r>
            <a:r>
              <a:rPr lang="en-US" altLang="zh-CN" sz="2000" b="1" dirty="0">
                <a:solidFill>
                  <a:srgbClr val="C00000"/>
                </a:solidFill>
                <a:latin typeface="+mn-lt"/>
                <a:ea typeface="楷体" pitchFamily="49" charset="-122"/>
              </a:rPr>
              <a:t>(char)=1</a:t>
            </a:r>
            <a:r>
              <a:rPr lang="zh-CN" altLang="en-US" sz="2000" b="1" dirty="0">
                <a:latin typeface="+mn-lt"/>
                <a:ea typeface="楷体" pitchFamily="49" charset="-122"/>
              </a:rPr>
              <a:t>个字节；</a:t>
            </a:r>
          </a:p>
        </p:txBody>
      </p:sp>
      <p:sp>
        <p:nvSpPr>
          <p:cNvPr id="9" name="Rectangle 9">
            <a:extLst>
              <a:ext uri="{FF2B5EF4-FFF2-40B4-BE49-F238E27FC236}">
                <a16:creationId xmlns:a16="http://schemas.microsoft.com/office/drawing/2014/main" id="{CB675912-5D82-42EB-A48E-02EB69764F52}"/>
              </a:ext>
            </a:extLst>
          </p:cNvPr>
          <p:cNvSpPr>
            <a:spLocks noChangeArrowheads="1"/>
          </p:cNvSpPr>
          <p:nvPr/>
        </p:nvSpPr>
        <p:spPr bwMode="auto">
          <a:xfrm>
            <a:off x="1002774" y="4752831"/>
            <a:ext cx="10249855" cy="1631216"/>
          </a:xfrm>
          <a:prstGeom prst="rect">
            <a:avLst/>
          </a:prstGeom>
          <a:gradFill>
            <a:gsLst>
              <a:gs pos="0">
                <a:srgbClr val="CFCFD1"/>
              </a:gs>
              <a:gs pos="100000">
                <a:schemeClr val="bg1">
                  <a:lumMod val="95000"/>
                </a:schemeClr>
              </a:gs>
            </a:gsLst>
          </a:gradFill>
          <a:ln w="25400">
            <a:solidFill>
              <a:srgbClr val="C00000"/>
            </a:solid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sz="2000" b="1" dirty="0">
                <a:latin typeface="+mn-lt"/>
                <a:ea typeface="楷体" pitchFamily="49" charset="-122"/>
              </a:rPr>
              <a:t>　　这时整个结构的成员变量已经都分配了空间，总的占用的空间大小为：</a:t>
            </a:r>
            <a:r>
              <a:rPr lang="en-US" altLang="zh-CN" sz="2000" b="1" dirty="0">
                <a:latin typeface="+mn-lt"/>
                <a:ea typeface="楷体" pitchFamily="49" charset="-122"/>
              </a:rPr>
              <a:t>8+1+3+4=16</a:t>
            </a:r>
            <a:r>
              <a:rPr lang="zh-CN" altLang="en-US" sz="2000" b="1" dirty="0">
                <a:latin typeface="+mn-lt"/>
                <a:ea typeface="楷体" pitchFamily="49" charset="-122"/>
              </a:rPr>
              <a:t>，刚好为结构的字节边界数（</a:t>
            </a:r>
            <a:r>
              <a:rPr lang="zh-CN" altLang="en-US" sz="2000" b="1" dirty="0">
                <a:solidFill>
                  <a:srgbClr val="002060"/>
                </a:solidFill>
                <a:latin typeface="+mn-lt"/>
                <a:ea typeface="楷体" pitchFamily="49" charset="-122"/>
              </a:rPr>
              <a:t>即结构中占用最大空间的类型所占用的字节数</a:t>
            </a:r>
            <a:r>
              <a:rPr lang="en-US" altLang="zh-CN" sz="2000" b="1" dirty="0" err="1">
                <a:solidFill>
                  <a:srgbClr val="002060"/>
                </a:solidFill>
                <a:latin typeface="+mn-lt"/>
                <a:ea typeface="楷体" pitchFamily="49" charset="-122"/>
              </a:rPr>
              <a:t>sizeof</a:t>
            </a:r>
            <a:r>
              <a:rPr lang="en-US" altLang="zh-CN" sz="2000" b="1" dirty="0">
                <a:solidFill>
                  <a:srgbClr val="002060"/>
                </a:solidFill>
                <a:latin typeface="+mn-lt"/>
                <a:ea typeface="楷体" pitchFamily="49" charset="-122"/>
              </a:rPr>
              <a:t>(double)=8</a:t>
            </a:r>
            <a:r>
              <a:rPr lang="zh-CN" altLang="en-US" sz="2000" b="1" dirty="0">
                <a:latin typeface="+mn-lt"/>
                <a:ea typeface="楷体" pitchFamily="49" charset="-122"/>
              </a:rPr>
              <a:t>）的倍数，所以没有空缺的字节需要填充。</a:t>
            </a:r>
          </a:p>
          <a:p>
            <a:r>
              <a:rPr lang="zh-CN" altLang="en-US" sz="2000" b="1" dirty="0">
                <a:latin typeface="+mn-lt"/>
                <a:ea typeface="楷体" pitchFamily="49" charset="-122"/>
              </a:rPr>
              <a:t>　　整个结构体变量占用内存空间的大小为：</a:t>
            </a:r>
            <a:r>
              <a:rPr lang="en-US" altLang="zh-CN" sz="2000" b="1" dirty="0" err="1">
                <a:solidFill>
                  <a:srgbClr val="C00000"/>
                </a:solidFill>
                <a:latin typeface="+mn-lt"/>
                <a:ea typeface="楷体" pitchFamily="49" charset="-122"/>
              </a:rPr>
              <a:t>sizeof</a:t>
            </a:r>
            <a:r>
              <a:rPr lang="en-US" altLang="zh-CN" sz="2000" b="1" dirty="0">
                <a:solidFill>
                  <a:srgbClr val="C00000"/>
                </a:solidFill>
                <a:latin typeface="+mn-lt"/>
                <a:ea typeface="楷体" pitchFamily="49" charset="-122"/>
              </a:rPr>
              <a:t>(a)=8+1+3+4=16</a:t>
            </a:r>
            <a:r>
              <a:rPr lang="zh-CN" altLang="en-US" sz="2000" b="1" dirty="0">
                <a:latin typeface="+mn-lt"/>
                <a:ea typeface="楷体" pitchFamily="49" charset="-122"/>
              </a:rPr>
              <a:t>，其中有</a:t>
            </a:r>
            <a:r>
              <a:rPr lang="en-US" altLang="zh-CN" sz="2000" b="1" dirty="0">
                <a:latin typeface="+mn-lt"/>
                <a:ea typeface="楷体" pitchFamily="49" charset="-122"/>
              </a:rPr>
              <a:t>3</a:t>
            </a:r>
            <a:r>
              <a:rPr lang="zh-CN" altLang="en-US" sz="2000" b="1" dirty="0">
                <a:latin typeface="+mn-lt"/>
                <a:ea typeface="楷体" pitchFamily="49" charset="-122"/>
              </a:rPr>
              <a:t>个字节是</a:t>
            </a:r>
            <a:r>
              <a:rPr lang="en-US" altLang="zh-CN" sz="2000" b="1" dirty="0">
                <a:latin typeface="+mn-lt"/>
                <a:ea typeface="楷体" pitchFamily="49" charset="-122"/>
              </a:rPr>
              <a:t>VC</a:t>
            </a:r>
            <a:r>
              <a:rPr lang="zh-CN" altLang="en-US" sz="2000" b="1" dirty="0">
                <a:latin typeface="+mn-lt"/>
                <a:ea typeface="楷体" pitchFamily="49" charset="-122"/>
              </a:rPr>
              <a:t>自动填充的，没有放任何有意义的东西。 </a:t>
            </a:r>
          </a:p>
        </p:txBody>
      </p:sp>
      <p:sp>
        <p:nvSpPr>
          <p:cNvPr id="10" name="Rectangle 5">
            <a:extLst>
              <a:ext uri="{FF2B5EF4-FFF2-40B4-BE49-F238E27FC236}">
                <a16:creationId xmlns:a16="http://schemas.microsoft.com/office/drawing/2014/main" id="{133577FA-6CE2-45E5-B661-09D7FEBFF2E1}"/>
              </a:ext>
            </a:extLst>
          </p:cNvPr>
          <p:cNvSpPr>
            <a:spLocks noChangeArrowheads="1"/>
          </p:cNvSpPr>
          <p:nvPr/>
        </p:nvSpPr>
        <p:spPr bwMode="auto">
          <a:xfrm>
            <a:off x="747019" y="1362349"/>
            <a:ext cx="6141425" cy="461665"/>
          </a:xfrm>
          <a:prstGeom prst="rect">
            <a:avLst/>
          </a:prstGeom>
          <a:noFill/>
          <a:ln w="9525">
            <a:noFill/>
            <a:miter lim="800000"/>
            <a:headEnd/>
            <a:tailEnd/>
          </a:ln>
          <a:effectLst/>
        </p:spPr>
        <p:txBody>
          <a:bodyPr wrap="none" anchor="ctr">
            <a:spAutoFit/>
          </a:bodyPr>
          <a:lstStyle/>
          <a:p>
            <a:pPr>
              <a:buClr>
                <a:srgbClr val="C00000"/>
              </a:buClr>
              <a:buFont typeface="Wingdings" pitchFamily="2" charset="2"/>
              <a:buChar char="l"/>
              <a:tabLst>
                <a:tab pos="533400" algn="l"/>
              </a:tabLst>
            </a:pPr>
            <a:r>
              <a:rPr lang="en-US" altLang="zh-CN" b="1" dirty="0">
                <a:solidFill>
                  <a:srgbClr val="C00000"/>
                </a:solidFill>
                <a:latin typeface="隶书" pitchFamily="49" charset="-122"/>
                <a:ea typeface="隶书" pitchFamily="49" charset="-122"/>
              </a:rPr>
              <a:t> </a:t>
            </a:r>
            <a:r>
              <a:rPr lang="zh-CN" altLang="en-US" b="1" dirty="0">
                <a:solidFill>
                  <a:srgbClr val="C00000"/>
                </a:solidFill>
                <a:latin typeface="楷体" pitchFamily="49" charset="-122"/>
                <a:ea typeface="楷体" pitchFamily="49" charset="-122"/>
              </a:rPr>
              <a:t>基于</a:t>
            </a:r>
            <a:r>
              <a:rPr lang="en-US" altLang="zh-CN" b="1" dirty="0">
                <a:solidFill>
                  <a:srgbClr val="C00000"/>
                </a:solidFill>
                <a:latin typeface="楷体" pitchFamily="49" charset="-122"/>
                <a:ea typeface="楷体" pitchFamily="49" charset="-122"/>
              </a:rPr>
              <a:t>VC</a:t>
            </a:r>
            <a:r>
              <a:rPr lang="zh-CN" altLang="en-US" b="1" dirty="0">
                <a:solidFill>
                  <a:srgbClr val="C00000"/>
                </a:solidFill>
                <a:latin typeface="楷体" pitchFamily="49" charset="-122"/>
                <a:ea typeface="楷体" pitchFamily="49" charset="-122"/>
              </a:rPr>
              <a:t>或</a:t>
            </a:r>
            <a:r>
              <a:rPr lang="en-US" altLang="zh-CN" b="1" dirty="0">
                <a:solidFill>
                  <a:srgbClr val="C00000"/>
                </a:solidFill>
                <a:latin typeface="楷体" pitchFamily="49" charset="-122"/>
                <a:ea typeface="楷体" pitchFamily="49" charset="-122"/>
              </a:rPr>
              <a:t>CB</a:t>
            </a:r>
            <a:r>
              <a:rPr lang="zh-CN" altLang="en-US" b="1" dirty="0">
                <a:solidFill>
                  <a:srgbClr val="C00000"/>
                </a:solidFill>
                <a:latin typeface="楷体" pitchFamily="49" charset="-122"/>
                <a:ea typeface="楷体" pitchFamily="49" charset="-122"/>
              </a:rPr>
              <a:t>环境下的结构体变量内存分配</a:t>
            </a:r>
          </a:p>
        </p:txBody>
      </p:sp>
      <p:sp>
        <p:nvSpPr>
          <p:cNvPr id="11" name="Rectangle 2">
            <a:extLst>
              <a:ext uri="{FF2B5EF4-FFF2-40B4-BE49-F238E27FC236}">
                <a16:creationId xmlns:a16="http://schemas.microsoft.com/office/drawing/2014/main" id="{8B341092-7491-496F-98CD-7551A7172F96}"/>
              </a:ext>
            </a:extLst>
          </p:cNvPr>
          <p:cNvSpPr>
            <a:spLocks noChangeArrowheads="1"/>
          </p:cNvSpPr>
          <p:nvPr/>
        </p:nvSpPr>
        <p:spPr bwMode="auto">
          <a:xfrm>
            <a:off x="695400" y="803975"/>
            <a:ext cx="5596404"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4</a:t>
            </a:r>
            <a:r>
              <a:rPr lang="zh-CN" altLang="en-US" sz="2800" b="1" dirty="0">
                <a:solidFill>
                  <a:srgbClr val="C00000"/>
                </a:solidFill>
                <a:latin typeface="楷体" panose="02010609060101010101" pitchFamily="49" charset="-122"/>
                <a:ea typeface="楷体" panose="02010609060101010101" pitchFamily="49" charset="-122"/>
              </a:rPr>
              <a:t>、结构体变量内存分配问题透析 </a:t>
            </a:r>
          </a:p>
        </p:txBody>
      </p:sp>
      <p:sp>
        <p:nvSpPr>
          <p:cNvPr id="12" name="Rectangle 4">
            <a:extLst>
              <a:ext uri="{FF2B5EF4-FFF2-40B4-BE49-F238E27FC236}">
                <a16:creationId xmlns:a16="http://schemas.microsoft.com/office/drawing/2014/main" id="{404A6372-357B-4112-838C-79FE5369A7C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73538"/>
                                        </p:tgtEl>
                                        <p:attrNameLst>
                                          <p:attrName>style.visibility</p:attrName>
                                        </p:attrNameLst>
                                      </p:cBhvr>
                                      <p:to>
                                        <p:strVal val="visible"/>
                                      </p:to>
                                    </p:set>
                                    <p:animEffect transition="in" filter="box(in)">
                                      <p:cBhvr>
                                        <p:cTn id="7" dur="500"/>
                                        <p:tgtEl>
                                          <p:spTgt spid="117353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73540">
                                            <p:txEl>
                                              <p:pRg st="0" end="0"/>
                                            </p:txEl>
                                          </p:spTgt>
                                        </p:tgtEl>
                                        <p:attrNameLst>
                                          <p:attrName>style.visibility</p:attrName>
                                        </p:attrNameLst>
                                      </p:cBhvr>
                                      <p:to>
                                        <p:strVal val="visible"/>
                                      </p:to>
                                    </p:set>
                                    <p:animEffect transition="in" filter="box(in)">
                                      <p:cBhvr>
                                        <p:cTn id="12" dur="500"/>
                                        <p:tgtEl>
                                          <p:spTgt spid="1173540">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par>
                                <p:cTn id="13" presetID="4" presetClass="entr" presetSubtype="16" fill="hold" nodeType="withEffect">
                                  <p:stCondLst>
                                    <p:cond delay="0"/>
                                  </p:stCondLst>
                                  <p:childTnLst>
                                    <p:set>
                                      <p:cBhvr>
                                        <p:cTn id="14" dur="1" fill="hold">
                                          <p:stCondLst>
                                            <p:cond delay="0"/>
                                          </p:stCondLst>
                                        </p:cTn>
                                        <p:tgtEl>
                                          <p:spTgt spid="1173540">
                                            <p:txEl>
                                              <p:pRg st="1" end="1"/>
                                            </p:txEl>
                                          </p:spTgt>
                                        </p:tgtEl>
                                        <p:attrNameLst>
                                          <p:attrName>style.visibility</p:attrName>
                                        </p:attrNameLst>
                                      </p:cBhvr>
                                      <p:to>
                                        <p:strVal val="visible"/>
                                      </p:to>
                                    </p:set>
                                    <p:animEffect transition="in" filter="box(in)">
                                      <p:cBhvr>
                                        <p:cTn id="15" dur="500"/>
                                        <p:tgtEl>
                                          <p:spTgt spid="1173540">
                                            <p:txEl>
                                              <p:pRg st="1" end="1"/>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1173540">
                                            <p:txEl>
                                              <p:pRg st="2" end="2"/>
                                            </p:txEl>
                                          </p:spTgt>
                                        </p:tgtEl>
                                        <p:attrNameLst>
                                          <p:attrName>style.visibility</p:attrName>
                                        </p:attrNameLst>
                                      </p:cBhvr>
                                      <p:to>
                                        <p:strVal val="visible"/>
                                      </p:to>
                                    </p:set>
                                    <p:animEffect transition="in" filter="box(in)">
                                      <p:cBhvr>
                                        <p:cTn id="20" dur="500"/>
                                        <p:tgtEl>
                                          <p:spTgt spid="1173540">
                                            <p:txEl>
                                              <p:pRg st="2" end="2"/>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173539"/>
                                        </p:tgtEl>
                                        <p:attrNameLst>
                                          <p:attrName>style.visibility</p:attrName>
                                        </p:attrNameLst>
                                      </p:cBhvr>
                                      <p:to>
                                        <p:strVal val="visible"/>
                                      </p:to>
                                    </p:set>
                                    <p:animEffect transition="in" filter="box(in)">
                                      <p:cBhvr>
                                        <p:cTn id="25" dur="500"/>
                                        <p:tgtEl>
                                          <p:spTgt spid="1173539"/>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diamond(in)">
                                      <p:cBhvr>
                                        <p:cTn id="30" dur="2000"/>
                                        <p:tgtEl>
                                          <p:spTgt spid="9"/>
                                        </p:tgtEl>
                                      </p:cBhvr>
                                    </p:animEffect>
                                  </p:childTnLst>
                                  <p:subTnLst>
                                    <p:audio>
                                      <p:cMediaNode>
                                        <p:cTn display="0" masterRel="sameClick">
                                          <p:stCondLst>
                                            <p:cond evt="begin" delay="0">
                                              <p:tn val="28"/>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3538" grpId="0" animBg="1"/>
      <p:bldP spid="1173539" grpId="0"/>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 name="Rectangle 4">
            <a:extLst>
              <a:ext uri="{FF2B5EF4-FFF2-40B4-BE49-F238E27FC236}">
                <a16:creationId xmlns:a16="http://schemas.microsoft.com/office/drawing/2014/main" id="{96AEC2D3-4496-4E67-A394-381FC0E4998C}"/>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
        <p:nvSpPr>
          <p:cNvPr id="33" name="Rectangle 5">
            <a:extLst>
              <a:ext uri="{FF2B5EF4-FFF2-40B4-BE49-F238E27FC236}">
                <a16:creationId xmlns:a16="http://schemas.microsoft.com/office/drawing/2014/main" id="{827479DA-95EA-41FE-BD12-0C8B93E79BE6}"/>
              </a:ext>
            </a:extLst>
          </p:cNvPr>
          <p:cNvSpPr>
            <a:spLocks noChangeArrowheads="1"/>
          </p:cNvSpPr>
          <p:nvPr/>
        </p:nvSpPr>
        <p:spPr bwMode="auto">
          <a:xfrm>
            <a:off x="747019" y="1362349"/>
            <a:ext cx="6141425" cy="461665"/>
          </a:xfrm>
          <a:prstGeom prst="rect">
            <a:avLst/>
          </a:prstGeom>
          <a:noFill/>
          <a:ln w="9525">
            <a:noFill/>
            <a:miter lim="800000"/>
            <a:headEnd/>
            <a:tailEnd/>
          </a:ln>
          <a:effectLst/>
        </p:spPr>
        <p:txBody>
          <a:bodyPr wrap="none" anchor="ctr">
            <a:spAutoFit/>
          </a:bodyPr>
          <a:lstStyle/>
          <a:p>
            <a:pPr>
              <a:buClr>
                <a:srgbClr val="C00000"/>
              </a:buClr>
              <a:buFont typeface="Wingdings" pitchFamily="2" charset="2"/>
              <a:buChar char="l"/>
              <a:tabLst>
                <a:tab pos="533400" algn="l"/>
              </a:tabLst>
            </a:pPr>
            <a:r>
              <a:rPr lang="en-US" altLang="zh-CN" b="1" dirty="0">
                <a:solidFill>
                  <a:srgbClr val="C00000"/>
                </a:solidFill>
                <a:latin typeface="隶书" pitchFamily="49" charset="-122"/>
                <a:ea typeface="隶书" pitchFamily="49" charset="-122"/>
              </a:rPr>
              <a:t> </a:t>
            </a:r>
            <a:r>
              <a:rPr lang="zh-CN" altLang="en-US" b="1" dirty="0">
                <a:solidFill>
                  <a:srgbClr val="C00000"/>
                </a:solidFill>
                <a:latin typeface="楷体" pitchFamily="49" charset="-122"/>
                <a:ea typeface="楷体" pitchFamily="49" charset="-122"/>
              </a:rPr>
              <a:t>基于</a:t>
            </a:r>
            <a:r>
              <a:rPr lang="en-US" altLang="zh-CN" b="1" dirty="0">
                <a:solidFill>
                  <a:srgbClr val="C00000"/>
                </a:solidFill>
                <a:latin typeface="楷体" pitchFamily="49" charset="-122"/>
                <a:ea typeface="楷体" pitchFamily="49" charset="-122"/>
              </a:rPr>
              <a:t>VC</a:t>
            </a:r>
            <a:r>
              <a:rPr lang="zh-CN" altLang="en-US" b="1" dirty="0">
                <a:solidFill>
                  <a:srgbClr val="C00000"/>
                </a:solidFill>
                <a:latin typeface="楷体" pitchFamily="49" charset="-122"/>
                <a:ea typeface="楷体" pitchFamily="49" charset="-122"/>
              </a:rPr>
              <a:t>或</a:t>
            </a:r>
            <a:r>
              <a:rPr lang="en-US" altLang="zh-CN" b="1" dirty="0">
                <a:solidFill>
                  <a:srgbClr val="C00000"/>
                </a:solidFill>
                <a:latin typeface="楷体" pitchFamily="49" charset="-122"/>
                <a:ea typeface="楷体" pitchFamily="49" charset="-122"/>
              </a:rPr>
              <a:t>CB</a:t>
            </a:r>
            <a:r>
              <a:rPr lang="zh-CN" altLang="en-US" b="1" dirty="0">
                <a:solidFill>
                  <a:srgbClr val="C00000"/>
                </a:solidFill>
                <a:latin typeface="楷体" pitchFamily="49" charset="-122"/>
                <a:ea typeface="楷体" pitchFamily="49" charset="-122"/>
              </a:rPr>
              <a:t>环境下的结构体变量内存分配</a:t>
            </a:r>
          </a:p>
        </p:txBody>
      </p:sp>
      <p:sp>
        <p:nvSpPr>
          <p:cNvPr id="1175558" name="Rectangle 6" descr="信纸"/>
          <p:cNvSpPr>
            <a:spLocks noChangeArrowheads="1"/>
          </p:cNvSpPr>
          <p:nvPr/>
        </p:nvSpPr>
        <p:spPr bwMode="auto">
          <a:xfrm>
            <a:off x="1126683" y="2484408"/>
            <a:ext cx="3312742" cy="232092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err="1">
                <a:effectLst>
                  <a:outerShdw blurRad="38100" dist="38100" dir="2700000" algn="tl">
                    <a:srgbClr val="FFFFFF"/>
                  </a:outerShdw>
                </a:effectLst>
              </a:rPr>
              <a:t>struct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MyStruct</a:t>
            </a:r>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double  x; </a:t>
            </a:r>
          </a:p>
          <a:p>
            <a:r>
              <a:rPr lang="en-US" altLang="zh-CN" b="1" dirty="0">
                <a:effectLst>
                  <a:outerShdw blurRad="38100" dist="38100" dir="2700000" algn="tl">
                    <a:srgbClr val="FFFFFF"/>
                  </a:outerShdw>
                </a:effectLst>
              </a:rPr>
              <a:t>   char      y;</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z;</a:t>
            </a:r>
          </a:p>
          <a:p>
            <a:r>
              <a:rPr lang="en-US" altLang="zh-CN" b="1" dirty="0">
                <a:effectLst>
                  <a:outerShdw blurRad="38100" dist="38100" dir="2700000" algn="tl">
                    <a:srgbClr val="FFFFFF"/>
                  </a:outerShdw>
                </a:effectLst>
              </a:rPr>
              <a:t>} a; </a:t>
            </a:r>
          </a:p>
        </p:txBody>
      </p:sp>
      <p:graphicFrame>
        <p:nvGraphicFramePr>
          <p:cNvPr id="1175734" name="Group 182"/>
          <p:cNvGraphicFramePr>
            <a:graphicFrameLocks noGrp="1"/>
          </p:cNvGraphicFramePr>
          <p:nvPr>
            <p:extLst>
              <p:ext uri="{D42A27DB-BD31-4B8C-83A1-F6EECF244321}">
                <p14:modId xmlns:p14="http://schemas.microsoft.com/office/powerpoint/2010/main" val="1597096071"/>
              </p:ext>
            </p:extLst>
          </p:nvPr>
        </p:nvGraphicFramePr>
        <p:xfrm>
          <a:off x="8039736" y="728662"/>
          <a:ext cx="1944688" cy="5368925"/>
        </p:xfrm>
        <a:graphic>
          <a:graphicData uri="http://schemas.openxmlformats.org/drawingml/2006/table">
            <a:tbl>
              <a:tblPr/>
              <a:tblGrid>
                <a:gridCol w="454025">
                  <a:extLst>
                    <a:ext uri="{9D8B030D-6E8A-4147-A177-3AD203B41FA5}">
                      <a16:colId xmlns:a16="http://schemas.microsoft.com/office/drawing/2014/main" val="20000"/>
                    </a:ext>
                  </a:extLst>
                </a:gridCol>
                <a:gridCol w="1490663">
                  <a:extLst>
                    <a:ext uri="{9D8B030D-6E8A-4147-A177-3AD203B41FA5}">
                      <a16:colId xmlns:a16="http://schemas.microsoft.com/office/drawing/2014/main" val="20001"/>
                    </a:ext>
                  </a:extLst>
                </a:gridCol>
              </a:tblGrid>
              <a:tr h="163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dirty="0">
                          <a:ln>
                            <a:noFill/>
                          </a:ln>
                          <a:solidFill>
                            <a:srgbClr val="C00000"/>
                          </a:solidFill>
                          <a:effectLst/>
                          <a:latin typeface="Times New Roman" pitchFamily="18" charset="0"/>
                          <a:ea typeface="宋体" pitchFamily="2" charset="-122"/>
                        </a:rPr>
                        <a:t>0</a:t>
                      </a:r>
                    </a:p>
                  </a:txBody>
                  <a:tcPr horzOverflow="overflow">
                    <a:lnL cap="flat">
                      <a:noFill/>
                    </a:lnL>
                    <a:lnR w="38100" cap="flat" cmpd="sng" algn="ctr">
                      <a:solidFill>
                        <a:srgbClr val="006600"/>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0"/>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1"/>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2"/>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3</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3"/>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4</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4"/>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5</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5"/>
                  </a:ext>
                </a:extLst>
              </a:tr>
              <a:tr h="3397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6</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6"/>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7</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7"/>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dirty="0">
                          <a:ln>
                            <a:noFill/>
                          </a:ln>
                          <a:solidFill>
                            <a:srgbClr val="C00000"/>
                          </a:solidFill>
                          <a:effectLst/>
                          <a:latin typeface="Times New Roman" pitchFamily="18" charset="0"/>
                          <a:ea typeface="宋体" pitchFamily="2" charset="-122"/>
                        </a:rPr>
                        <a:t>8</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20000">
                          <a:srgbClr val="F0E5B7"/>
                        </a:gs>
                        <a:gs pos="50000">
                          <a:schemeClr val="bg1">
                            <a:lumMod val="95000"/>
                          </a:schemeClr>
                        </a:gs>
                        <a:gs pos="86000">
                          <a:srgbClr val="F0E5B7"/>
                        </a:gs>
                      </a:gsLst>
                      <a:lin ang="5400000" scaled="1"/>
                    </a:gradFill>
                  </a:tcPr>
                </a:tc>
                <a:extLst>
                  <a:ext uri="{0D108BD9-81ED-4DB2-BD59-A6C34878D82A}">
                    <a16:rowId xmlns:a16="http://schemas.microsoft.com/office/drawing/2014/main" val="10008"/>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9</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CFCFD1"/>
                      </a:fgClr>
                      <a:bgClr>
                        <a:schemeClr val="folHlink"/>
                      </a:bgClr>
                    </a:pattFill>
                  </a:tcPr>
                </a:tc>
                <a:extLst>
                  <a:ext uri="{0D108BD9-81ED-4DB2-BD59-A6C34878D82A}">
                    <a16:rowId xmlns:a16="http://schemas.microsoft.com/office/drawing/2014/main" val="10009"/>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10</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CFCFD1"/>
                      </a:fgClr>
                      <a:bgClr>
                        <a:schemeClr val="folHlink"/>
                      </a:bgClr>
                    </a:pattFill>
                  </a:tcPr>
                </a:tc>
                <a:extLst>
                  <a:ext uri="{0D108BD9-81ED-4DB2-BD59-A6C34878D82A}">
                    <a16:rowId xmlns:a16="http://schemas.microsoft.com/office/drawing/2014/main" val="10010"/>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11</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CFCFD1"/>
                      </a:fgClr>
                      <a:bgClr>
                        <a:schemeClr val="folHlink"/>
                      </a:bgClr>
                    </a:pattFill>
                  </a:tcPr>
                </a:tc>
                <a:extLst>
                  <a:ext uri="{0D108BD9-81ED-4DB2-BD59-A6C34878D82A}">
                    <a16:rowId xmlns:a16="http://schemas.microsoft.com/office/drawing/2014/main" val="10011"/>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dirty="0">
                          <a:ln>
                            <a:noFill/>
                          </a:ln>
                          <a:solidFill>
                            <a:srgbClr val="C00000"/>
                          </a:solidFill>
                          <a:effectLst/>
                          <a:latin typeface="Times New Roman" pitchFamily="18" charset="0"/>
                          <a:ea typeface="宋体" pitchFamily="2" charset="-122"/>
                        </a:rPr>
                        <a:t>12</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D6368"/>
                        </a:gs>
                        <a:gs pos="50000">
                          <a:srgbClr val="BAA1B9"/>
                        </a:gs>
                        <a:gs pos="100000">
                          <a:srgbClr val="BD6368"/>
                        </a:gs>
                      </a:gsLst>
                      <a:lin ang="5400000" scaled="1"/>
                    </a:gradFill>
                  </a:tcPr>
                </a:tc>
                <a:extLst>
                  <a:ext uri="{0D108BD9-81ED-4DB2-BD59-A6C34878D82A}">
                    <a16:rowId xmlns:a16="http://schemas.microsoft.com/office/drawing/2014/main" val="10012"/>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13</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D6368"/>
                        </a:gs>
                        <a:gs pos="50000">
                          <a:srgbClr val="BAA1B9"/>
                        </a:gs>
                        <a:gs pos="100000">
                          <a:srgbClr val="BD6368"/>
                        </a:gs>
                      </a:gsLst>
                      <a:lin ang="5400000" scaled="1"/>
                    </a:gradFill>
                  </a:tcPr>
                </a:tc>
                <a:extLst>
                  <a:ext uri="{0D108BD9-81ED-4DB2-BD59-A6C34878D82A}">
                    <a16:rowId xmlns:a16="http://schemas.microsoft.com/office/drawing/2014/main" val="10013"/>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14</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D6368"/>
                        </a:gs>
                        <a:gs pos="50000">
                          <a:srgbClr val="BAA1B9"/>
                        </a:gs>
                        <a:gs pos="100000">
                          <a:srgbClr val="BD6368"/>
                        </a:gs>
                      </a:gsLst>
                      <a:lin ang="5400000" scaled="1"/>
                    </a:gradFill>
                  </a:tcPr>
                </a:tc>
                <a:extLst>
                  <a:ext uri="{0D108BD9-81ED-4DB2-BD59-A6C34878D82A}">
                    <a16:rowId xmlns:a16="http://schemas.microsoft.com/office/drawing/2014/main" val="10014"/>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15</a:t>
                      </a:r>
                    </a:p>
                  </a:txBody>
                  <a:tcPr horzOverflow="overflow">
                    <a:lnL cap="flat">
                      <a:noFill/>
                    </a:lnL>
                    <a:lnR w="38100" cap="flat" cmpd="sng" algn="ctr">
                      <a:solidFill>
                        <a:srgbClr val="0066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gradFill rotWithShape="0">
                      <a:gsLst>
                        <a:gs pos="0">
                          <a:srgbClr val="BD6368"/>
                        </a:gs>
                        <a:gs pos="50000">
                          <a:srgbClr val="BAA1B9"/>
                        </a:gs>
                        <a:gs pos="100000">
                          <a:srgbClr val="BD6368"/>
                        </a:gs>
                      </a:gsLst>
                      <a:lin ang="5400000" scaled="1"/>
                    </a:gradFill>
                  </a:tcPr>
                </a:tc>
                <a:extLst>
                  <a:ext uri="{0D108BD9-81ED-4DB2-BD59-A6C34878D82A}">
                    <a16:rowId xmlns:a16="http://schemas.microsoft.com/office/drawing/2014/main" val="10015"/>
                  </a:ext>
                </a:extLst>
              </a:tr>
            </a:tbl>
          </a:graphicData>
        </a:graphic>
      </p:graphicFrame>
      <p:sp>
        <p:nvSpPr>
          <p:cNvPr id="1175620" name="AutoShape 68"/>
          <p:cNvSpPr>
            <a:spLocks noChangeArrowheads="1"/>
          </p:cNvSpPr>
          <p:nvPr/>
        </p:nvSpPr>
        <p:spPr bwMode="auto">
          <a:xfrm>
            <a:off x="8497100" y="6097587"/>
            <a:ext cx="1498600" cy="695325"/>
          </a:xfrm>
          <a:prstGeom prst="foldedCorner">
            <a:avLst>
              <a:gd name="adj" fmla="val 50000"/>
            </a:avLst>
          </a:prstGeom>
          <a:noFill/>
          <a:ln w="38100">
            <a:solidFill>
              <a:srgbClr val="008000"/>
            </a:solidFill>
            <a:round/>
            <a:headEnd/>
            <a:tailEnd/>
          </a:ln>
          <a:effectLst/>
        </p:spPr>
        <p:txBody>
          <a:bodyPr wrap="none" anchor="ctr"/>
          <a:lstStyle/>
          <a:p>
            <a:endParaRPr lang="zh-CN" altLang="en-US"/>
          </a:p>
        </p:txBody>
      </p:sp>
      <p:grpSp>
        <p:nvGrpSpPr>
          <p:cNvPr id="1175730" name="Group 178"/>
          <p:cNvGrpSpPr>
            <a:grpSpLocks/>
          </p:cNvGrpSpPr>
          <p:nvPr/>
        </p:nvGrpSpPr>
        <p:grpSpPr bwMode="auto">
          <a:xfrm>
            <a:off x="10025862" y="758823"/>
            <a:ext cx="1409700" cy="2592388"/>
            <a:chOff x="4986" y="400"/>
            <a:chExt cx="888" cy="1633"/>
          </a:xfrm>
        </p:grpSpPr>
        <p:sp>
          <p:nvSpPr>
            <p:cNvPr id="1175717" name="AutoShape 165"/>
            <p:cNvSpPr>
              <a:spLocks/>
            </p:cNvSpPr>
            <p:nvPr/>
          </p:nvSpPr>
          <p:spPr bwMode="auto">
            <a:xfrm>
              <a:off x="4986" y="400"/>
              <a:ext cx="117" cy="1633"/>
            </a:xfrm>
            <a:prstGeom prst="rightBrace">
              <a:avLst>
                <a:gd name="adj1" fmla="val 116311"/>
                <a:gd name="adj2" fmla="val 50000"/>
              </a:avLst>
            </a:prstGeom>
            <a:noFill/>
            <a:ln w="31750">
              <a:solidFill>
                <a:srgbClr val="002060"/>
              </a:solidFill>
              <a:round/>
              <a:headEnd/>
              <a:tailEnd/>
            </a:ln>
            <a:effectLst>
              <a:outerShdw dist="35921" dir="2700000" algn="ctr" rotWithShape="0">
                <a:schemeClr val="bg2"/>
              </a:outerShdw>
            </a:effectLst>
          </p:spPr>
          <p:txBody>
            <a:bodyPr wrap="none" anchor="ctr"/>
            <a:lstStyle/>
            <a:p>
              <a:endParaRPr lang="zh-CN" altLang="en-US" dirty="0"/>
            </a:p>
          </p:txBody>
        </p:sp>
        <p:sp>
          <p:nvSpPr>
            <p:cNvPr id="1175718" name="Rectangle 166"/>
            <p:cNvSpPr>
              <a:spLocks noChangeArrowheads="1"/>
            </p:cNvSpPr>
            <p:nvPr/>
          </p:nvSpPr>
          <p:spPr bwMode="auto">
            <a:xfrm>
              <a:off x="5012" y="917"/>
              <a:ext cx="862" cy="480"/>
            </a:xfrm>
            <a:prstGeom prst="rect">
              <a:avLst/>
            </a:prstGeom>
            <a:noFill/>
            <a:ln w="9525">
              <a:noFill/>
              <a:miter lim="800000"/>
              <a:headEnd/>
              <a:tailEnd/>
            </a:ln>
            <a:effectLst/>
          </p:spPr>
          <p:txBody>
            <a:bodyPr anchor="ctr">
              <a:spAutoFit/>
            </a:bodyPr>
            <a:lstStyle/>
            <a:p>
              <a:pPr algn="ctr"/>
              <a:r>
                <a:rPr lang="en-US" altLang="zh-CN" b="1" dirty="0" err="1"/>
                <a:t>a.x</a:t>
              </a:r>
              <a:endParaRPr lang="en-US" altLang="zh-CN" b="1" dirty="0"/>
            </a:p>
            <a:p>
              <a:pPr algn="ctr"/>
              <a:r>
                <a:rPr lang="zh-CN" altLang="en-US" sz="2000" b="1" dirty="0">
                  <a:solidFill>
                    <a:srgbClr val="C00000"/>
                  </a:solidFill>
                </a:rPr>
                <a:t>（</a:t>
              </a:r>
              <a:r>
                <a:rPr lang="en-US" altLang="zh-CN" sz="2000" b="1" dirty="0">
                  <a:solidFill>
                    <a:srgbClr val="C00000"/>
                  </a:solidFill>
                </a:rPr>
                <a:t>8 byte</a:t>
              </a:r>
              <a:r>
                <a:rPr lang="zh-CN" altLang="en-US" sz="2000" b="1" dirty="0">
                  <a:solidFill>
                    <a:srgbClr val="C00000"/>
                  </a:solidFill>
                </a:rPr>
                <a:t>）</a:t>
              </a:r>
            </a:p>
          </p:txBody>
        </p:sp>
      </p:grpSp>
      <p:grpSp>
        <p:nvGrpSpPr>
          <p:cNvPr id="1175733" name="Group 181"/>
          <p:cNvGrpSpPr>
            <a:grpSpLocks/>
          </p:cNvGrpSpPr>
          <p:nvPr/>
        </p:nvGrpSpPr>
        <p:grpSpPr bwMode="auto">
          <a:xfrm>
            <a:off x="10027451" y="3105148"/>
            <a:ext cx="1406525" cy="762000"/>
            <a:chOff x="4987" y="1842"/>
            <a:chExt cx="886" cy="480"/>
          </a:xfrm>
        </p:grpSpPr>
        <p:sp>
          <p:nvSpPr>
            <p:cNvPr id="1175720" name="AutoShape 168"/>
            <p:cNvSpPr>
              <a:spLocks/>
            </p:cNvSpPr>
            <p:nvPr/>
          </p:nvSpPr>
          <p:spPr bwMode="auto">
            <a:xfrm>
              <a:off x="4987" y="2069"/>
              <a:ext cx="136" cy="182"/>
            </a:xfrm>
            <a:prstGeom prst="rightBrace">
              <a:avLst>
                <a:gd name="adj1" fmla="val 11152"/>
                <a:gd name="adj2" fmla="val 50000"/>
              </a:avLst>
            </a:prstGeom>
            <a:noFill/>
            <a:ln w="31750">
              <a:solidFill>
                <a:srgbClr val="002060"/>
              </a:solidFill>
              <a:round/>
              <a:headEnd/>
              <a:tailEnd/>
            </a:ln>
            <a:effectLst>
              <a:outerShdw dist="35921" dir="2700000" algn="ctr" rotWithShape="0">
                <a:schemeClr val="bg2"/>
              </a:outerShdw>
            </a:effectLst>
          </p:spPr>
          <p:txBody>
            <a:bodyPr wrap="none" anchor="ctr"/>
            <a:lstStyle/>
            <a:p>
              <a:endParaRPr lang="zh-CN" altLang="en-US" dirty="0"/>
            </a:p>
          </p:txBody>
        </p:sp>
        <p:sp>
          <p:nvSpPr>
            <p:cNvPr id="1175721" name="Rectangle 169"/>
            <p:cNvSpPr>
              <a:spLocks noChangeArrowheads="1"/>
            </p:cNvSpPr>
            <p:nvPr/>
          </p:nvSpPr>
          <p:spPr bwMode="auto">
            <a:xfrm>
              <a:off x="5012" y="1842"/>
              <a:ext cx="861" cy="480"/>
            </a:xfrm>
            <a:prstGeom prst="rect">
              <a:avLst/>
            </a:prstGeom>
            <a:noFill/>
            <a:ln w="9525">
              <a:noFill/>
              <a:miter lim="800000"/>
              <a:headEnd/>
              <a:tailEnd/>
            </a:ln>
            <a:effectLst/>
          </p:spPr>
          <p:txBody>
            <a:bodyPr anchor="ctr">
              <a:spAutoFit/>
            </a:bodyPr>
            <a:lstStyle/>
            <a:p>
              <a:pPr algn="ctr"/>
              <a:r>
                <a:rPr lang="en-US" altLang="zh-CN" b="1" dirty="0" err="1"/>
                <a:t>a.y</a:t>
              </a:r>
              <a:endParaRPr lang="en-US" altLang="zh-CN" b="1" dirty="0"/>
            </a:p>
            <a:p>
              <a:pPr algn="ctr"/>
              <a:r>
                <a:rPr lang="zh-CN" altLang="en-US" sz="2000" b="1" dirty="0">
                  <a:solidFill>
                    <a:srgbClr val="C00000"/>
                  </a:solidFill>
                </a:rPr>
                <a:t>（</a:t>
              </a:r>
              <a:r>
                <a:rPr lang="en-US" altLang="zh-CN" sz="2000" b="1" dirty="0">
                  <a:solidFill>
                    <a:srgbClr val="C00000"/>
                  </a:solidFill>
                </a:rPr>
                <a:t>1 byte</a:t>
              </a:r>
              <a:r>
                <a:rPr lang="zh-CN" altLang="en-US" sz="2000" b="1" dirty="0">
                  <a:solidFill>
                    <a:srgbClr val="C00000"/>
                  </a:solidFill>
                </a:rPr>
                <a:t>）</a:t>
              </a:r>
            </a:p>
          </p:txBody>
        </p:sp>
      </p:grpSp>
      <p:grpSp>
        <p:nvGrpSpPr>
          <p:cNvPr id="1175731" name="Group 179"/>
          <p:cNvGrpSpPr>
            <a:grpSpLocks/>
          </p:cNvGrpSpPr>
          <p:nvPr/>
        </p:nvGrpSpPr>
        <p:grpSpPr bwMode="auto">
          <a:xfrm>
            <a:off x="10038562" y="3797299"/>
            <a:ext cx="1377950" cy="936625"/>
            <a:chOff x="4994" y="2296"/>
            <a:chExt cx="868" cy="590"/>
          </a:xfrm>
        </p:grpSpPr>
        <p:sp>
          <p:nvSpPr>
            <p:cNvPr id="1175722" name="AutoShape 170"/>
            <p:cNvSpPr>
              <a:spLocks/>
            </p:cNvSpPr>
            <p:nvPr/>
          </p:nvSpPr>
          <p:spPr bwMode="auto">
            <a:xfrm>
              <a:off x="4994" y="2296"/>
              <a:ext cx="136" cy="590"/>
            </a:xfrm>
            <a:prstGeom prst="rightBrace">
              <a:avLst>
                <a:gd name="adj1" fmla="val 36152"/>
                <a:gd name="adj2" fmla="val 50000"/>
              </a:avLst>
            </a:prstGeom>
            <a:noFill/>
            <a:ln w="3175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75723" name="Rectangle 171"/>
            <p:cNvSpPr>
              <a:spLocks noChangeArrowheads="1"/>
            </p:cNvSpPr>
            <p:nvPr/>
          </p:nvSpPr>
          <p:spPr bwMode="auto">
            <a:xfrm>
              <a:off x="5011" y="2389"/>
              <a:ext cx="851" cy="423"/>
            </a:xfrm>
            <a:prstGeom prst="rect">
              <a:avLst/>
            </a:prstGeom>
            <a:noFill/>
            <a:ln w="9525">
              <a:noFill/>
              <a:miter lim="800000"/>
              <a:headEnd/>
              <a:tailEnd/>
            </a:ln>
            <a:effectLst/>
          </p:spPr>
          <p:txBody>
            <a:bodyPr wrap="none" anchor="ctr">
              <a:spAutoFit/>
            </a:bodyPr>
            <a:lstStyle/>
            <a:p>
              <a:pPr algn="ctr"/>
              <a:r>
                <a:rPr lang="zh-CN" altLang="en-US" sz="1800" b="1" dirty="0">
                  <a:latin typeface="+mn-lt"/>
                  <a:ea typeface="楷体" pitchFamily="49" charset="-122"/>
                </a:rPr>
                <a:t>自动填充</a:t>
              </a:r>
            </a:p>
            <a:p>
              <a:pPr algn="ctr"/>
              <a:r>
                <a:rPr lang="zh-CN" altLang="en-US" sz="2000" b="1" dirty="0">
                  <a:solidFill>
                    <a:srgbClr val="C00000"/>
                  </a:solidFill>
                </a:rPr>
                <a:t>（</a:t>
              </a:r>
              <a:r>
                <a:rPr lang="en-US" altLang="zh-CN" sz="2000" b="1" dirty="0">
                  <a:solidFill>
                    <a:srgbClr val="C00000"/>
                  </a:solidFill>
                </a:rPr>
                <a:t>3 byte</a:t>
              </a:r>
              <a:r>
                <a:rPr lang="zh-CN" altLang="en-US" sz="2000" b="1" dirty="0">
                  <a:solidFill>
                    <a:srgbClr val="C00000"/>
                  </a:solidFill>
                </a:rPr>
                <a:t>）</a:t>
              </a:r>
            </a:p>
          </p:txBody>
        </p:sp>
      </p:grpSp>
      <p:grpSp>
        <p:nvGrpSpPr>
          <p:cNvPr id="1175732" name="Group 180"/>
          <p:cNvGrpSpPr>
            <a:grpSpLocks/>
          </p:cNvGrpSpPr>
          <p:nvPr/>
        </p:nvGrpSpPr>
        <p:grpSpPr bwMode="auto">
          <a:xfrm>
            <a:off x="10036975" y="4776787"/>
            <a:ext cx="1350962" cy="1296987"/>
            <a:chOff x="4993" y="2931"/>
            <a:chExt cx="851" cy="817"/>
          </a:xfrm>
        </p:grpSpPr>
        <p:sp>
          <p:nvSpPr>
            <p:cNvPr id="1175724" name="AutoShape 172"/>
            <p:cNvSpPr>
              <a:spLocks/>
            </p:cNvSpPr>
            <p:nvPr/>
          </p:nvSpPr>
          <p:spPr bwMode="auto">
            <a:xfrm>
              <a:off x="5003" y="2931"/>
              <a:ext cx="136" cy="817"/>
            </a:xfrm>
            <a:prstGeom prst="rightBrace">
              <a:avLst>
                <a:gd name="adj1" fmla="val 50061"/>
                <a:gd name="adj2" fmla="val 50000"/>
              </a:avLst>
            </a:prstGeom>
            <a:noFill/>
            <a:ln w="3175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75725" name="Rectangle 173"/>
            <p:cNvSpPr>
              <a:spLocks noChangeArrowheads="1"/>
            </p:cNvSpPr>
            <p:nvPr/>
          </p:nvSpPr>
          <p:spPr bwMode="auto">
            <a:xfrm>
              <a:off x="4993" y="3114"/>
              <a:ext cx="851" cy="480"/>
            </a:xfrm>
            <a:prstGeom prst="rect">
              <a:avLst/>
            </a:prstGeom>
            <a:noFill/>
            <a:ln w="9525">
              <a:noFill/>
              <a:miter lim="800000"/>
              <a:headEnd/>
              <a:tailEnd/>
            </a:ln>
            <a:effectLst/>
          </p:spPr>
          <p:txBody>
            <a:bodyPr wrap="none" anchor="ctr">
              <a:spAutoFit/>
            </a:bodyPr>
            <a:lstStyle/>
            <a:p>
              <a:pPr algn="ctr"/>
              <a:r>
                <a:rPr lang="en-US" altLang="zh-CN" b="1" dirty="0" err="1"/>
                <a:t>a.z</a:t>
              </a:r>
              <a:endParaRPr lang="en-US" altLang="zh-CN" b="1" dirty="0"/>
            </a:p>
            <a:p>
              <a:pPr algn="ctr"/>
              <a:r>
                <a:rPr lang="zh-CN" altLang="en-US" sz="2000" b="1" dirty="0">
                  <a:solidFill>
                    <a:srgbClr val="C00000"/>
                  </a:solidFill>
                </a:rPr>
                <a:t>（</a:t>
              </a:r>
              <a:r>
                <a:rPr lang="en-US" altLang="zh-CN" sz="2000" b="1" dirty="0">
                  <a:solidFill>
                    <a:srgbClr val="C00000"/>
                  </a:solidFill>
                </a:rPr>
                <a:t>4 byte</a:t>
              </a:r>
              <a:r>
                <a:rPr lang="zh-CN" altLang="en-US" sz="2000" b="1" dirty="0">
                  <a:solidFill>
                    <a:srgbClr val="C00000"/>
                  </a:solidFill>
                </a:rPr>
                <a:t>）</a:t>
              </a:r>
            </a:p>
          </p:txBody>
        </p:sp>
      </p:grpSp>
      <p:grpSp>
        <p:nvGrpSpPr>
          <p:cNvPr id="1175729" name="Group 177"/>
          <p:cNvGrpSpPr>
            <a:grpSpLocks/>
          </p:cNvGrpSpPr>
          <p:nvPr/>
        </p:nvGrpSpPr>
        <p:grpSpPr bwMode="auto">
          <a:xfrm>
            <a:off x="6660363" y="744537"/>
            <a:ext cx="1495425" cy="5329237"/>
            <a:chOff x="2866" y="391"/>
            <a:chExt cx="942" cy="3357"/>
          </a:xfrm>
        </p:grpSpPr>
        <p:sp>
          <p:nvSpPr>
            <p:cNvPr id="1175727" name="AutoShape 175"/>
            <p:cNvSpPr>
              <a:spLocks/>
            </p:cNvSpPr>
            <p:nvPr/>
          </p:nvSpPr>
          <p:spPr bwMode="auto">
            <a:xfrm>
              <a:off x="3651" y="391"/>
              <a:ext cx="157" cy="3357"/>
            </a:xfrm>
            <a:prstGeom prst="leftBrace">
              <a:avLst>
                <a:gd name="adj1" fmla="val 178185"/>
                <a:gd name="adj2" fmla="val 50000"/>
              </a:avLst>
            </a:prstGeom>
            <a:noFill/>
            <a:ln w="31750">
              <a:solidFill>
                <a:srgbClr val="C00000"/>
              </a:solidFill>
              <a:round/>
              <a:headEnd/>
              <a:tailEnd/>
            </a:ln>
            <a:effectLst>
              <a:outerShdw dist="35921" dir="2700000" algn="ctr" rotWithShape="0">
                <a:schemeClr val="bg2"/>
              </a:outerShdw>
            </a:effectLst>
          </p:spPr>
          <p:txBody>
            <a:bodyPr wrap="none" anchor="ctr"/>
            <a:lstStyle/>
            <a:p>
              <a:endParaRPr lang="zh-CN" altLang="en-US" dirty="0"/>
            </a:p>
          </p:txBody>
        </p:sp>
        <p:sp>
          <p:nvSpPr>
            <p:cNvPr id="1175728" name="Rectangle 176"/>
            <p:cNvSpPr>
              <a:spLocks noChangeArrowheads="1"/>
            </p:cNvSpPr>
            <p:nvPr/>
          </p:nvSpPr>
          <p:spPr bwMode="auto">
            <a:xfrm>
              <a:off x="2866" y="1861"/>
              <a:ext cx="931" cy="480"/>
            </a:xfrm>
            <a:prstGeom prst="rect">
              <a:avLst/>
            </a:prstGeom>
            <a:noFill/>
            <a:ln w="9525">
              <a:noFill/>
              <a:miter lim="800000"/>
              <a:headEnd/>
              <a:tailEnd/>
            </a:ln>
            <a:effectLst/>
          </p:spPr>
          <p:txBody>
            <a:bodyPr wrap="none" anchor="ctr">
              <a:spAutoFit/>
            </a:bodyPr>
            <a:lstStyle/>
            <a:p>
              <a:pPr algn="ctr"/>
              <a:r>
                <a:rPr lang="en-US" altLang="zh-CN" b="1" dirty="0"/>
                <a:t>a</a:t>
              </a:r>
            </a:p>
            <a:p>
              <a:pPr algn="ctr"/>
              <a:r>
                <a:rPr lang="zh-CN" altLang="en-US" sz="2000" b="1" dirty="0">
                  <a:solidFill>
                    <a:srgbClr val="C00000"/>
                  </a:solidFill>
                </a:rPr>
                <a:t>（</a:t>
              </a:r>
              <a:r>
                <a:rPr lang="en-US" altLang="zh-CN" sz="2000" b="1" dirty="0">
                  <a:solidFill>
                    <a:srgbClr val="C00000"/>
                  </a:solidFill>
                </a:rPr>
                <a:t>16 byte</a:t>
              </a:r>
              <a:r>
                <a:rPr lang="zh-CN" altLang="en-US" sz="2000" b="1" dirty="0">
                  <a:solidFill>
                    <a:srgbClr val="C00000"/>
                  </a:solidFill>
                </a:rPr>
                <a:t>）</a:t>
              </a:r>
            </a:p>
          </p:txBody>
        </p:sp>
      </p:grpSp>
      <p:grpSp>
        <p:nvGrpSpPr>
          <p:cNvPr id="1175741" name="Group 189"/>
          <p:cNvGrpSpPr>
            <a:grpSpLocks/>
          </p:cNvGrpSpPr>
          <p:nvPr/>
        </p:nvGrpSpPr>
        <p:grpSpPr bwMode="auto">
          <a:xfrm>
            <a:off x="5517363" y="744536"/>
            <a:ext cx="2894013" cy="1555750"/>
            <a:chOff x="2146" y="391"/>
            <a:chExt cx="1823" cy="980"/>
          </a:xfrm>
        </p:grpSpPr>
        <p:sp>
          <p:nvSpPr>
            <p:cNvPr id="1175735" name="Oval 183"/>
            <p:cNvSpPr>
              <a:spLocks noChangeArrowheads="1"/>
            </p:cNvSpPr>
            <p:nvPr/>
          </p:nvSpPr>
          <p:spPr bwMode="auto">
            <a:xfrm>
              <a:off x="3787" y="391"/>
              <a:ext cx="182" cy="227"/>
            </a:xfrm>
            <a:prstGeom prst="ellipse">
              <a:avLst/>
            </a:prstGeom>
            <a:noFill/>
            <a:ln w="28575">
              <a:solidFill>
                <a:srgbClr val="C00000"/>
              </a:solidFill>
              <a:round/>
              <a:headEnd/>
              <a:tailEnd/>
            </a:ln>
            <a:effectLst/>
          </p:spPr>
          <p:txBody>
            <a:bodyPr wrap="none" anchor="ctr"/>
            <a:lstStyle/>
            <a:p>
              <a:endParaRPr lang="zh-CN" altLang="en-US">
                <a:solidFill>
                  <a:srgbClr val="C00000"/>
                </a:solidFill>
                <a:effectLst>
                  <a:outerShdw blurRad="38100" dist="38100" dir="2700000" algn="tl">
                    <a:srgbClr val="000000">
                      <a:alpha val="43137"/>
                    </a:srgbClr>
                  </a:outerShdw>
                </a:effectLst>
              </a:endParaRPr>
            </a:p>
          </p:txBody>
        </p:sp>
        <p:sp>
          <p:nvSpPr>
            <p:cNvPr id="1175738" name="AutoShape 186"/>
            <p:cNvSpPr>
              <a:spLocks/>
            </p:cNvSpPr>
            <p:nvPr/>
          </p:nvSpPr>
          <p:spPr bwMode="auto">
            <a:xfrm>
              <a:off x="2146" y="890"/>
              <a:ext cx="1315" cy="481"/>
            </a:xfrm>
            <a:prstGeom prst="borderCallout2">
              <a:avLst>
                <a:gd name="adj1" fmla="val 14968"/>
                <a:gd name="adj2" fmla="val 103648"/>
                <a:gd name="adj3" fmla="val 14968"/>
                <a:gd name="adj4" fmla="val 116046"/>
                <a:gd name="adj5" fmla="val -60292"/>
                <a:gd name="adj6" fmla="val 128440"/>
              </a:avLst>
            </a:prstGeom>
            <a:gradFill rotWithShape="1">
              <a:gsLst>
                <a:gs pos="0">
                  <a:srgbClr val="CFCFD1"/>
                </a:gs>
                <a:gs pos="100000">
                  <a:schemeClr val="bg1"/>
                </a:gs>
              </a:gsLst>
              <a:lin ang="5400000" scaled="1"/>
            </a:gradFill>
            <a:ln w="12700">
              <a:solidFill>
                <a:srgbClr val="C00000"/>
              </a:solidFill>
              <a:miter lim="800000"/>
              <a:headEnd/>
              <a:tailEnd/>
            </a:ln>
            <a:effectLst>
              <a:outerShdw blurRad="50800" dist="106680" dir="2700000" algn="tl" rotWithShape="0">
                <a:prstClr val="black">
                  <a:alpha val="43000"/>
                </a:prstClr>
              </a:outerShdw>
            </a:effectLst>
          </p:spPr>
          <p:txBody>
            <a:bodyPr/>
            <a:lstStyle/>
            <a:p>
              <a:r>
                <a:rPr kumimoji="0" lang="en-US" altLang="zh-CN" sz="2000" b="1" dirty="0" err="1">
                  <a:effectLst>
                    <a:outerShdw blurRad="38100" dist="38100" dir="2700000" algn="tl">
                      <a:srgbClr val="FFFFFF"/>
                    </a:outerShdw>
                  </a:effectLst>
                  <a:latin typeface="+mn-lt"/>
                  <a:ea typeface="楷体" pitchFamily="49" charset="-122"/>
                </a:rPr>
                <a:t>si</a:t>
              </a:r>
              <a:r>
                <a:rPr lang="en-US" altLang="zh-CN" sz="2000" b="1" dirty="0" err="1">
                  <a:effectLst>
                    <a:outerShdw blurRad="38100" dist="38100" dir="2700000" algn="tl">
                      <a:srgbClr val="FFFFFF"/>
                    </a:outerShdw>
                  </a:effectLst>
                  <a:latin typeface="+mn-lt"/>
                  <a:ea typeface="楷体" pitchFamily="49" charset="-122"/>
                </a:rPr>
                <a:t>zeof</a:t>
              </a:r>
              <a:r>
                <a:rPr lang="en-US" altLang="zh-CN" sz="2000" b="1" dirty="0">
                  <a:effectLst>
                    <a:outerShdw blurRad="38100" dist="38100" dir="2700000" algn="tl">
                      <a:srgbClr val="FFFFFF"/>
                    </a:outerShdw>
                  </a:effectLst>
                  <a:latin typeface="+mn-lt"/>
                  <a:ea typeface="楷体" pitchFamily="49" charset="-122"/>
                </a:rPr>
                <a:t>(double)=8</a:t>
              </a:r>
              <a:r>
                <a:rPr lang="zh-CN" altLang="en-US" sz="2000" b="1" dirty="0">
                  <a:effectLst>
                    <a:outerShdw blurRad="38100" dist="38100" dir="2700000" algn="tl">
                      <a:srgbClr val="FFFFFF"/>
                    </a:outerShdw>
                  </a:effectLst>
                  <a:latin typeface="+mn-lt"/>
                  <a:ea typeface="楷体" pitchFamily="49" charset="-122"/>
                </a:rPr>
                <a:t>的倍数</a:t>
              </a:r>
            </a:p>
          </p:txBody>
        </p:sp>
      </p:grpSp>
      <p:grpSp>
        <p:nvGrpSpPr>
          <p:cNvPr id="1175742" name="Group 190"/>
          <p:cNvGrpSpPr>
            <a:grpSpLocks/>
          </p:cNvGrpSpPr>
          <p:nvPr/>
        </p:nvGrpSpPr>
        <p:grpSpPr bwMode="auto">
          <a:xfrm>
            <a:off x="5501487" y="3438524"/>
            <a:ext cx="2909888" cy="1554163"/>
            <a:chOff x="2136" y="2088"/>
            <a:chExt cx="1833" cy="979"/>
          </a:xfrm>
        </p:grpSpPr>
        <p:sp>
          <p:nvSpPr>
            <p:cNvPr id="1175736" name="Oval 184"/>
            <p:cNvSpPr>
              <a:spLocks noChangeArrowheads="1"/>
            </p:cNvSpPr>
            <p:nvPr/>
          </p:nvSpPr>
          <p:spPr bwMode="auto">
            <a:xfrm>
              <a:off x="3787" y="2088"/>
              <a:ext cx="182" cy="227"/>
            </a:xfrm>
            <a:prstGeom prst="ellipse">
              <a:avLst/>
            </a:prstGeom>
            <a:noFill/>
            <a:ln w="28575">
              <a:solidFill>
                <a:srgbClr val="C00000"/>
              </a:solidFill>
              <a:round/>
              <a:headEnd/>
              <a:tailEnd/>
            </a:ln>
            <a:effectLst/>
          </p:spPr>
          <p:txBody>
            <a:bodyPr wrap="none" anchor="ctr"/>
            <a:lstStyle/>
            <a:p>
              <a:endParaRPr lang="zh-CN" altLang="en-US" dirty="0"/>
            </a:p>
          </p:txBody>
        </p:sp>
        <p:sp>
          <p:nvSpPr>
            <p:cNvPr id="1175739" name="AutoShape 187"/>
            <p:cNvSpPr>
              <a:spLocks/>
            </p:cNvSpPr>
            <p:nvPr/>
          </p:nvSpPr>
          <p:spPr bwMode="auto">
            <a:xfrm>
              <a:off x="2136" y="2586"/>
              <a:ext cx="1179" cy="481"/>
            </a:xfrm>
            <a:prstGeom prst="borderCallout2">
              <a:avLst>
                <a:gd name="adj1" fmla="val 14968"/>
                <a:gd name="adj2" fmla="val 104069"/>
                <a:gd name="adj3" fmla="val 14968"/>
                <a:gd name="adj4" fmla="val 123579"/>
                <a:gd name="adj5" fmla="val -60292"/>
                <a:gd name="adj6" fmla="val 143259"/>
              </a:avLst>
            </a:prstGeom>
            <a:gradFill rotWithShape="1">
              <a:gsLst>
                <a:gs pos="0">
                  <a:srgbClr val="CFCFD1"/>
                </a:gs>
                <a:gs pos="100000">
                  <a:schemeClr val="bg1"/>
                </a:gs>
              </a:gsLst>
              <a:lin ang="5400000" scaled="1"/>
            </a:gradFill>
            <a:ln w="12700">
              <a:solidFill>
                <a:srgbClr val="C00000"/>
              </a:solidFill>
              <a:miter lim="800000"/>
              <a:headEnd/>
              <a:tailEnd/>
            </a:ln>
            <a:effectLst>
              <a:outerShdw blurRad="50800" dist="106680" dir="2700000" algn="tl" rotWithShape="0">
                <a:prstClr val="black">
                  <a:alpha val="43000"/>
                </a:prstClr>
              </a:outerShdw>
            </a:effectLst>
          </p:spPr>
          <p:txBody>
            <a:bodyPr/>
            <a:lstStyle/>
            <a:p>
              <a:r>
                <a:rPr kumimoji="0" lang="en-US" altLang="zh-CN" sz="2000" b="1">
                  <a:effectLst>
                    <a:outerShdw blurRad="38100" dist="38100" dir="2700000" algn="tl">
                      <a:srgbClr val="FFFFFF"/>
                    </a:outerShdw>
                  </a:effectLst>
                  <a:latin typeface="+mn-lt"/>
                  <a:ea typeface="楷体" pitchFamily="49" charset="-122"/>
                </a:rPr>
                <a:t>si</a:t>
              </a:r>
              <a:r>
                <a:rPr lang="en-US" altLang="zh-CN" sz="2000" b="1">
                  <a:effectLst>
                    <a:outerShdw blurRad="38100" dist="38100" dir="2700000" algn="tl">
                      <a:srgbClr val="FFFFFF"/>
                    </a:outerShdw>
                  </a:effectLst>
                  <a:latin typeface="+mn-lt"/>
                  <a:ea typeface="楷体" pitchFamily="49" charset="-122"/>
                </a:rPr>
                <a:t>zeof(char)=1</a:t>
              </a:r>
              <a:r>
                <a:rPr lang="zh-CN" altLang="en-US" sz="2000" b="1">
                  <a:effectLst>
                    <a:outerShdw blurRad="38100" dist="38100" dir="2700000" algn="tl">
                      <a:srgbClr val="FFFFFF"/>
                    </a:outerShdw>
                  </a:effectLst>
                  <a:latin typeface="+mn-lt"/>
                  <a:ea typeface="楷体" pitchFamily="49" charset="-122"/>
                </a:rPr>
                <a:t>的倍数</a:t>
              </a:r>
            </a:p>
          </p:txBody>
        </p:sp>
      </p:grpSp>
      <p:grpSp>
        <p:nvGrpSpPr>
          <p:cNvPr id="1175743" name="Group 191"/>
          <p:cNvGrpSpPr>
            <a:grpSpLocks/>
          </p:cNvGrpSpPr>
          <p:nvPr/>
        </p:nvGrpSpPr>
        <p:grpSpPr bwMode="auto">
          <a:xfrm>
            <a:off x="5990437" y="4762498"/>
            <a:ext cx="2420938" cy="1671638"/>
            <a:chOff x="2444" y="2922"/>
            <a:chExt cx="1525" cy="1053"/>
          </a:xfrm>
        </p:grpSpPr>
        <p:sp>
          <p:nvSpPr>
            <p:cNvPr id="1175737" name="Oval 185"/>
            <p:cNvSpPr>
              <a:spLocks noChangeArrowheads="1"/>
            </p:cNvSpPr>
            <p:nvPr/>
          </p:nvSpPr>
          <p:spPr bwMode="auto">
            <a:xfrm>
              <a:off x="3787" y="2922"/>
              <a:ext cx="182" cy="227"/>
            </a:xfrm>
            <a:prstGeom prst="ellipse">
              <a:avLst/>
            </a:prstGeom>
            <a:noFill/>
            <a:ln w="28575">
              <a:solidFill>
                <a:srgbClr val="C00000"/>
              </a:solidFill>
              <a:round/>
              <a:headEnd/>
              <a:tailEnd/>
            </a:ln>
            <a:effectLst/>
          </p:spPr>
          <p:txBody>
            <a:bodyPr wrap="none" anchor="ctr"/>
            <a:lstStyle/>
            <a:p>
              <a:endParaRPr lang="zh-CN" altLang="en-US"/>
            </a:p>
          </p:txBody>
        </p:sp>
        <p:sp>
          <p:nvSpPr>
            <p:cNvPr id="1175740" name="AutoShape 188"/>
            <p:cNvSpPr>
              <a:spLocks/>
            </p:cNvSpPr>
            <p:nvPr/>
          </p:nvSpPr>
          <p:spPr bwMode="auto">
            <a:xfrm>
              <a:off x="2444" y="3494"/>
              <a:ext cx="989" cy="481"/>
            </a:xfrm>
            <a:prstGeom prst="borderCallout2">
              <a:avLst>
                <a:gd name="adj1" fmla="val 14968"/>
                <a:gd name="adj2" fmla="val 104852"/>
                <a:gd name="adj3" fmla="val 14968"/>
                <a:gd name="adj4" fmla="val 121435"/>
                <a:gd name="adj5" fmla="val -79000"/>
                <a:gd name="adj6" fmla="val 138019"/>
              </a:avLst>
            </a:prstGeom>
            <a:gradFill rotWithShape="1">
              <a:gsLst>
                <a:gs pos="0">
                  <a:srgbClr val="CFCFD1"/>
                </a:gs>
                <a:gs pos="100000">
                  <a:schemeClr val="bg1"/>
                </a:gs>
              </a:gsLst>
              <a:lin ang="5400000" scaled="1"/>
            </a:gradFill>
            <a:ln w="12700">
              <a:solidFill>
                <a:srgbClr val="C00000"/>
              </a:solidFill>
              <a:miter lim="800000"/>
              <a:headEnd/>
              <a:tailEnd/>
            </a:ln>
            <a:effectLst>
              <a:outerShdw blurRad="50800" dist="106680" dir="2700000" algn="tl" rotWithShape="0">
                <a:prstClr val="black">
                  <a:alpha val="43000"/>
                </a:prstClr>
              </a:outerShdw>
            </a:effectLst>
          </p:spPr>
          <p:txBody>
            <a:bodyPr/>
            <a:lstStyle/>
            <a:p>
              <a:r>
                <a:rPr kumimoji="0" lang="en-US" altLang="zh-CN" sz="2000" b="1" dirty="0" err="1">
                  <a:effectLst>
                    <a:outerShdw blurRad="38100" dist="38100" dir="2700000" algn="tl">
                      <a:srgbClr val="FFFFFF"/>
                    </a:outerShdw>
                  </a:effectLst>
                  <a:latin typeface="+mn-lt"/>
                  <a:ea typeface="楷体" pitchFamily="49" charset="-122"/>
                </a:rPr>
                <a:t>si</a:t>
              </a:r>
              <a:r>
                <a:rPr lang="en-US" altLang="zh-CN" sz="2000" b="1" dirty="0" err="1">
                  <a:effectLst>
                    <a:outerShdw blurRad="38100" dist="38100" dir="2700000" algn="tl">
                      <a:srgbClr val="FFFFFF"/>
                    </a:outerShdw>
                  </a:effectLst>
                  <a:latin typeface="+mn-lt"/>
                  <a:ea typeface="楷体" pitchFamily="49" charset="-122"/>
                </a:rPr>
                <a:t>zeof</a:t>
              </a:r>
              <a:r>
                <a:rPr lang="en-US" altLang="zh-CN" sz="2000" b="1" dirty="0">
                  <a:effectLst>
                    <a:outerShdw blurRad="38100" dist="38100" dir="2700000" algn="tl">
                      <a:srgbClr val="FFFFFF"/>
                    </a:outerShdw>
                  </a:effectLst>
                  <a:latin typeface="+mn-lt"/>
                  <a:ea typeface="楷体" pitchFamily="49" charset="-122"/>
                </a:rPr>
                <a:t>(</a:t>
              </a:r>
              <a:r>
                <a:rPr lang="en-US" altLang="zh-CN" sz="2000" b="1" dirty="0" err="1">
                  <a:effectLst>
                    <a:outerShdw blurRad="38100" dist="38100" dir="2700000" algn="tl">
                      <a:srgbClr val="FFFFFF"/>
                    </a:outerShdw>
                  </a:effectLst>
                  <a:latin typeface="+mn-lt"/>
                  <a:ea typeface="楷体" pitchFamily="49" charset="-122"/>
                </a:rPr>
                <a:t>int</a:t>
              </a:r>
              <a:r>
                <a:rPr lang="en-US" altLang="zh-CN" sz="2000" b="1" dirty="0">
                  <a:effectLst>
                    <a:outerShdw blurRad="38100" dist="38100" dir="2700000" algn="tl">
                      <a:srgbClr val="FFFFFF"/>
                    </a:outerShdw>
                  </a:effectLst>
                  <a:latin typeface="+mn-lt"/>
                  <a:ea typeface="楷体" pitchFamily="49" charset="-122"/>
                </a:rPr>
                <a:t>)=4</a:t>
              </a:r>
              <a:r>
                <a:rPr lang="zh-CN" altLang="en-US" sz="2000" b="1" dirty="0">
                  <a:effectLst>
                    <a:outerShdw blurRad="38100" dist="38100" dir="2700000" algn="tl">
                      <a:srgbClr val="FFFFFF"/>
                    </a:outerShdw>
                  </a:effectLst>
                  <a:latin typeface="+mn-lt"/>
                  <a:ea typeface="楷体" pitchFamily="49" charset="-122"/>
                </a:rPr>
                <a:t>的倍数</a:t>
              </a:r>
            </a:p>
          </p:txBody>
        </p:sp>
      </p:grpSp>
      <p:sp>
        <p:nvSpPr>
          <p:cNvPr id="34" name="Rectangle 2">
            <a:extLst>
              <a:ext uri="{FF2B5EF4-FFF2-40B4-BE49-F238E27FC236}">
                <a16:creationId xmlns:a16="http://schemas.microsoft.com/office/drawing/2014/main" id="{95BE930E-864F-4581-BCAE-AA78465BC46B}"/>
              </a:ext>
            </a:extLst>
          </p:cNvPr>
          <p:cNvSpPr>
            <a:spLocks noChangeArrowheads="1"/>
          </p:cNvSpPr>
          <p:nvPr/>
        </p:nvSpPr>
        <p:spPr bwMode="auto">
          <a:xfrm>
            <a:off x="695400" y="803975"/>
            <a:ext cx="5596404"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4</a:t>
            </a:r>
            <a:r>
              <a:rPr lang="zh-CN" altLang="en-US" sz="2800" b="1" dirty="0">
                <a:solidFill>
                  <a:srgbClr val="C00000"/>
                </a:solidFill>
                <a:latin typeface="楷体" panose="02010609060101010101" pitchFamily="49" charset="-122"/>
                <a:ea typeface="楷体" panose="02010609060101010101" pitchFamily="49" charset="-122"/>
              </a:rPr>
              <a:t>、结构体变量内存分配问题透析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75558"/>
                                        </p:tgtEl>
                                        <p:attrNameLst>
                                          <p:attrName>style.visibility</p:attrName>
                                        </p:attrNameLst>
                                      </p:cBhvr>
                                      <p:to>
                                        <p:strVal val="visible"/>
                                      </p:to>
                                    </p:set>
                                    <p:animEffect transition="in" filter="box(in)">
                                      <p:cBhvr>
                                        <p:cTn id="7" dur="500"/>
                                        <p:tgtEl>
                                          <p:spTgt spid="117555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75734"/>
                                        </p:tgtEl>
                                        <p:attrNameLst>
                                          <p:attrName>style.visibility</p:attrName>
                                        </p:attrNameLst>
                                      </p:cBhvr>
                                      <p:to>
                                        <p:strVal val="visible"/>
                                      </p:to>
                                    </p:set>
                                    <p:animEffect transition="in" filter="box(in)">
                                      <p:cBhvr>
                                        <p:cTn id="12" dur="500"/>
                                        <p:tgtEl>
                                          <p:spTgt spid="1175734"/>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4" presetClass="entr" presetSubtype="16" fill="hold" grpId="0" nodeType="afterEffect">
                                  <p:stCondLst>
                                    <p:cond delay="0"/>
                                  </p:stCondLst>
                                  <p:childTnLst>
                                    <p:set>
                                      <p:cBhvr>
                                        <p:cTn id="15" dur="1" fill="hold">
                                          <p:stCondLst>
                                            <p:cond delay="0"/>
                                          </p:stCondLst>
                                        </p:cTn>
                                        <p:tgtEl>
                                          <p:spTgt spid="1175620"/>
                                        </p:tgtEl>
                                        <p:attrNameLst>
                                          <p:attrName>style.visibility</p:attrName>
                                        </p:attrNameLst>
                                      </p:cBhvr>
                                      <p:to>
                                        <p:strVal val="visible"/>
                                      </p:to>
                                    </p:set>
                                    <p:animEffect transition="in" filter="box(in)">
                                      <p:cBhvr>
                                        <p:cTn id="16" dur="500"/>
                                        <p:tgtEl>
                                          <p:spTgt spid="1175620"/>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childTnLst>
                    </p:cTn>
                  </p:par>
                  <p:par>
                    <p:cTn id="17" fill="hold">
                      <p:stCondLst>
                        <p:cond delay="indefinite"/>
                      </p:stCondLst>
                      <p:childTnLst>
                        <p:par>
                          <p:cTn id="18" fill="hold">
                            <p:stCondLst>
                              <p:cond delay="0"/>
                            </p:stCondLst>
                            <p:childTnLst>
                              <p:par>
                                <p:cTn id="19" presetID="18" presetClass="entr" presetSubtype="6" fill="hold" nodeType="clickEffect">
                                  <p:stCondLst>
                                    <p:cond delay="0"/>
                                  </p:stCondLst>
                                  <p:childTnLst>
                                    <p:set>
                                      <p:cBhvr>
                                        <p:cTn id="20" dur="1" fill="hold">
                                          <p:stCondLst>
                                            <p:cond delay="0"/>
                                          </p:stCondLst>
                                        </p:cTn>
                                        <p:tgtEl>
                                          <p:spTgt spid="1175730"/>
                                        </p:tgtEl>
                                        <p:attrNameLst>
                                          <p:attrName>style.visibility</p:attrName>
                                        </p:attrNameLst>
                                      </p:cBhvr>
                                      <p:to>
                                        <p:strVal val="visible"/>
                                      </p:to>
                                    </p:set>
                                    <p:animEffect transition="in" filter="strips(downRight)">
                                      <p:cBhvr>
                                        <p:cTn id="21" dur="500"/>
                                        <p:tgtEl>
                                          <p:spTgt spid="1175730"/>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1175733"/>
                                        </p:tgtEl>
                                        <p:attrNameLst>
                                          <p:attrName>style.visibility</p:attrName>
                                        </p:attrNameLst>
                                      </p:cBhvr>
                                      <p:to>
                                        <p:strVal val="visible"/>
                                      </p:to>
                                    </p:set>
                                    <p:animEffect transition="in" filter="strips(downRight)">
                                      <p:cBhvr>
                                        <p:cTn id="26" dur="500"/>
                                        <p:tgtEl>
                                          <p:spTgt spid="1175733"/>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1175731"/>
                                        </p:tgtEl>
                                        <p:attrNameLst>
                                          <p:attrName>style.visibility</p:attrName>
                                        </p:attrNameLst>
                                      </p:cBhvr>
                                      <p:to>
                                        <p:strVal val="visible"/>
                                      </p:to>
                                    </p:set>
                                    <p:animEffect transition="in" filter="strips(downRight)">
                                      <p:cBhvr>
                                        <p:cTn id="31" dur="500"/>
                                        <p:tgtEl>
                                          <p:spTgt spid="1175731"/>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18" presetClass="entr" presetSubtype="6" fill="hold" nodeType="clickEffect">
                                  <p:stCondLst>
                                    <p:cond delay="0"/>
                                  </p:stCondLst>
                                  <p:childTnLst>
                                    <p:set>
                                      <p:cBhvr>
                                        <p:cTn id="35" dur="1" fill="hold">
                                          <p:stCondLst>
                                            <p:cond delay="0"/>
                                          </p:stCondLst>
                                        </p:cTn>
                                        <p:tgtEl>
                                          <p:spTgt spid="1175732"/>
                                        </p:tgtEl>
                                        <p:attrNameLst>
                                          <p:attrName>style.visibility</p:attrName>
                                        </p:attrNameLst>
                                      </p:cBhvr>
                                      <p:to>
                                        <p:strVal val="visible"/>
                                      </p:to>
                                    </p:set>
                                    <p:animEffect transition="in" filter="strips(downRight)">
                                      <p:cBhvr>
                                        <p:cTn id="36" dur="500"/>
                                        <p:tgtEl>
                                          <p:spTgt spid="1175732"/>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12" fill="hold" nodeType="clickEffect">
                                  <p:stCondLst>
                                    <p:cond delay="0"/>
                                  </p:stCondLst>
                                  <p:childTnLst>
                                    <p:set>
                                      <p:cBhvr>
                                        <p:cTn id="40" dur="1" fill="hold">
                                          <p:stCondLst>
                                            <p:cond delay="0"/>
                                          </p:stCondLst>
                                        </p:cTn>
                                        <p:tgtEl>
                                          <p:spTgt spid="1175729"/>
                                        </p:tgtEl>
                                        <p:attrNameLst>
                                          <p:attrName>style.visibility</p:attrName>
                                        </p:attrNameLst>
                                      </p:cBhvr>
                                      <p:to>
                                        <p:strVal val="visible"/>
                                      </p:to>
                                    </p:set>
                                    <p:animEffect transition="in" filter="strips(downLeft)">
                                      <p:cBhvr>
                                        <p:cTn id="41" dur="500"/>
                                        <p:tgtEl>
                                          <p:spTgt spid="1175729"/>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12" fill="hold" nodeType="clickEffect">
                                  <p:stCondLst>
                                    <p:cond delay="0"/>
                                  </p:stCondLst>
                                  <p:childTnLst>
                                    <p:set>
                                      <p:cBhvr>
                                        <p:cTn id="45" dur="1" fill="hold">
                                          <p:stCondLst>
                                            <p:cond delay="0"/>
                                          </p:stCondLst>
                                        </p:cTn>
                                        <p:tgtEl>
                                          <p:spTgt spid="1175741"/>
                                        </p:tgtEl>
                                        <p:attrNameLst>
                                          <p:attrName>style.visibility</p:attrName>
                                        </p:attrNameLst>
                                      </p:cBhvr>
                                      <p:to>
                                        <p:strVal val="visible"/>
                                      </p:to>
                                    </p:set>
                                    <p:animEffect transition="in" filter="strips(downLeft)">
                                      <p:cBhvr>
                                        <p:cTn id="46" dur="500"/>
                                        <p:tgtEl>
                                          <p:spTgt spid="1175741"/>
                                        </p:tgtEl>
                                      </p:cBhvr>
                                    </p:animEffect>
                                  </p:childTnLst>
                                  <p:subTnLst>
                                    <p:audio>
                                      <p:cMediaNode>
                                        <p:cTn display="0" masterRel="sameClick">
                                          <p:stCondLst>
                                            <p:cond evt="begin" delay="0">
                                              <p:tn val="44"/>
                                            </p:cond>
                                          </p:stCondLst>
                                          <p:endCondLst>
                                            <p:cond evt="onStopAudio" delay="0">
                                              <p:tgtEl>
                                                <p:sldTgt/>
                                              </p:tgtEl>
                                            </p:cond>
                                          </p:endCondLst>
                                        </p:cTn>
                                        <p:tgtEl>
                                          <p:sndTgt r:embed="rId4" name="chimes.wav"/>
                                        </p:tgtEl>
                                      </p:cMediaNode>
                                    </p:audio>
                                  </p:sub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1175742"/>
                                        </p:tgtEl>
                                        <p:attrNameLst>
                                          <p:attrName>style.visibility</p:attrName>
                                        </p:attrNameLst>
                                      </p:cBhvr>
                                      <p:to>
                                        <p:strVal val="visible"/>
                                      </p:to>
                                    </p:set>
                                    <p:animEffect transition="in" filter="strips(downLeft)">
                                      <p:cBhvr>
                                        <p:cTn id="51" dur="500"/>
                                        <p:tgtEl>
                                          <p:spTgt spid="1175742"/>
                                        </p:tgtEl>
                                      </p:cBhvr>
                                    </p:animEffect>
                                  </p:childTnLst>
                                  <p:subTnLst>
                                    <p:audio>
                                      <p:cMediaNode>
                                        <p:cTn display="0" masterRel="sameClick">
                                          <p:stCondLst>
                                            <p:cond evt="begin" delay="0">
                                              <p:tn val="49"/>
                                            </p:cond>
                                          </p:stCondLst>
                                          <p:endCondLst>
                                            <p:cond evt="onStopAudio" delay="0">
                                              <p:tgtEl>
                                                <p:sldTgt/>
                                              </p:tgtEl>
                                            </p:cond>
                                          </p:endCondLst>
                                        </p:cTn>
                                        <p:tgtEl>
                                          <p:sndTgt r:embed="rId4" name="chimes.wav"/>
                                        </p:tgtEl>
                                      </p:cMediaNode>
                                    </p:audio>
                                  </p:subTnLst>
                                </p:cTn>
                              </p:par>
                            </p:childTnLst>
                          </p:cTn>
                        </p:par>
                      </p:childTnLst>
                    </p:cTn>
                  </p:par>
                  <p:par>
                    <p:cTn id="52" fill="hold">
                      <p:stCondLst>
                        <p:cond delay="indefinite"/>
                      </p:stCondLst>
                      <p:childTnLst>
                        <p:par>
                          <p:cTn id="53" fill="hold">
                            <p:stCondLst>
                              <p:cond delay="0"/>
                            </p:stCondLst>
                            <p:childTnLst>
                              <p:par>
                                <p:cTn id="54" presetID="18" presetClass="entr" presetSubtype="12" fill="hold" nodeType="clickEffect">
                                  <p:stCondLst>
                                    <p:cond delay="0"/>
                                  </p:stCondLst>
                                  <p:childTnLst>
                                    <p:set>
                                      <p:cBhvr>
                                        <p:cTn id="55" dur="1" fill="hold">
                                          <p:stCondLst>
                                            <p:cond delay="0"/>
                                          </p:stCondLst>
                                        </p:cTn>
                                        <p:tgtEl>
                                          <p:spTgt spid="1175743"/>
                                        </p:tgtEl>
                                        <p:attrNameLst>
                                          <p:attrName>style.visibility</p:attrName>
                                        </p:attrNameLst>
                                      </p:cBhvr>
                                      <p:to>
                                        <p:strVal val="visible"/>
                                      </p:to>
                                    </p:set>
                                    <p:animEffect transition="in" filter="strips(downLeft)">
                                      <p:cBhvr>
                                        <p:cTn id="56" dur="500"/>
                                        <p:tgtEl>
                                          <p:spTgt spid="1175743"/>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558" grpId="0" animBg="1"/>
      <p:bldP spid="1175620"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177824" name="Group 224"/>
          <p:cNvGraphicFramePr>
            <a:graphicFrameLocks noGrp="1"/>
          </p:cNvGraphicFramePr>
          <p:nvPr>
            <p:extLst>
              <p:ext uri="{D42A27DB-BD31-4B8C-83A1-F6EECF244321}">
                <p14:modId xmlns:p14="http://schemas.microsoft.com/office/powerpoint/2010/main" val="2407479134"/>
              </p:ext>
            </p:extLst>
          </p:nvPr>
        </p:nvGraphicFramePr>
        <p:xfrm>
          <a:off x="906666" y="1870159"/>
          <a:ext cx="10391616" cy="3962400"/>
        </p:xfrm>
        <a:graphic>
          <a:graphicData uri="http://schemas.openxmlformats.org/drawingml/2006/table">
            <a:tbl>
              <a:tblPr>
                <a:effectLst>
                  <a:outerShdw blurRad="50800" dist="38100" dir="2700000" algn="tl" rotWithShape="0">
                    <a:prstClr val="black">
                      <a:alpha val="40000"/>
                    </a:prstClr>
                  </a:outerShdw>
                </a:effectLst>
              </a:tblPr>
              <a:tblGrid>
                <a:gridCol w="2784054">
                  <a:extLst>
                    <a:ext uri="{9D8B030D-6E8A-4147-A177-3AD203B41FA5}">
                      <a16:colId xmlns:a16="http://schemas.microsoft.com/office/drawing/2014/main" val="20000"/>
                    </a:ext>
                  </a:extLst>
                </a:gridCol>
                <a:gridCol w="7607562">
                  <a:extLst>
                    <a:ext uri="{9D8B030D-6E8A-4147-A177-3AD203B41FA5}">
                      <a16:colId xmlns:a16="http://schemas.microsoft.com/office/drawing/2014/main" val="20001"/>
                    </a:ext>
                  </a:extLst>
                </a:gridCol>
              </a:tblGrid>
              <a:tr h="2460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mn-lt"/>
                          <a:ea typeface="楷体" pitchFamily="49" charset="-122"/>
                          <a:cs typeface="Times New Roman" pitchFamily="18" charset="0"/>
                        </a:rPr>
                        <a:t>结构体变量定义</a:t>
                      </a:r>
                      <a:endParaRPr kumimoji="1" lang="zh-CN" altLang="en-US" sz="1800" b="0" i="0" u="none" strike="noStrike" cap="none" normalizeH="0" baseline="0" dirty="0">
                        <a:ln>
                          <a:noFill/>
                        </a:ln>
                        <a:solidFill>
                          <a:schemeClr val="bg1"/>
                        </a:solidFill>
                        <a:effectLst/>
                        <a:latin typeface="+mn-lt"/>
                        <a:ea typeface="楷体" pitchFamily="49" charset="-122"/>
                        <a:cs typeface="Times New Roman" pitchFamily="18" charset="0"/>
                      </a:endParaRPr>
                    </a:p>
                  </a:txBody>
                  <a:tcPr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mn-lt"/>
                          <a:ea typeface="楷体" pitchFamily="49" charset="-122"/>
                          <a:cs typeface="Times New Roman" pitchFamily="18" charset="0"/>
                        </a:rPr>
                        <a:t>内存分配说明</a:t>
                      </a:r>
                      <a:endParaRPr kumimoji="1" lang="zh-CN" altLang="en-US" sz="1800" b="0" i="0" u="none" strike="noStrike" cap="none" normalizeH="0" baseline="0" dirty="0">
                        <a:ln>
                          <a:noFill/>
                        </a:ln>
                        <a:solidFill>
                          <a:schemeClr val="bg1"/>
                        </a:solidFill>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0000"/>
                    </a:solidFill>
                  </a:tcPr>
                </a:tc>
                <a:extLst>
                  <a:ext uri="{0D108BD9-81ED-4DB2-BD59-A6C34878D82A}">
                    <a16:rowId xmlns:a16="http://schemas.microsoft.com/office/drawing/2014/main" val="10000"/>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2060"/>
                          </a:solidFill>
                          <a:effectLst/>
                          <a:latin typeface="+mn-lt"/>
                          <a:ea typeface="楷体" pitchFamily="49" charset="-122"/>
                          <a:cs typeface="Times New Roman" pitchFamily="18" charset="0"/>
                        </a:rPr>
                        <a:t>struct</a:t>
                      </a:r>
                      <a:r>
                        <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rPr>
                        <a:t> </a:t>
                      </a:r>
                      <a:r>
                        <a:rPr kumimoji="1" lang="en-US" altLang="zh-CN" sz="2000" b="1" i="0" u="none" strike="noStrike" cap="none" normalizeH="0" baseline="0" dirty="0" err="1">
                          <a:ln>
                            <a:noFill/>
                          </a:ln>
                          <a:solidFill>
                            <a:srgbClr val="002060"/>
                          </a:solidFill>
                          <a:effectLst/>
                          <a:latin typeface="+mn-lt"/>
                          <a:ea typeface="楷体" pitchFamily="49" charset="-122"/>
                          <a:cs typeface="Times New Roman" pitchFamily="18" charset="0"/>
                        </a:rPr>
                        <a:t>MyStruct</a:t>
                      </a:r>
                      <a:endParaRPr kumimoji="1" lang="en-US" altLang="zh-CN" sz="2000" b="1" i="0" u="none" strike="noStrike" cap="none" normalizeH="0" baseline="0" dirty="0">
                        <a:ln>
                          <a:noFill/>
                        </a:ln>
                        <a:solidFill>
                          <a:srgbClr val="002060"/>
                        </a:solidFill>
                        <a:effectLst/>
                        <a:latin typeface="+mn-lt"/>
                        <a:ea typeface="楷体" pitchFamily="49" charset="-122"/>
                      </a:endParaRPr>
                    </a:p>
                  </a:txBody>
                  <a:tcPr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rPr>
                        <a:t>{</a:t>
                      </a:r>
                      <a:endParaRPr kumimoji="1" lang="en-US" altLang="zh-CN" sz="2000" b="1" i="0" u="none" strike="noStrike" cap="none" normalizeH="0" baseline="0" dirty="0">
                        <a:ln>
                          <a:noFill/>
                        </a:ln>
                        <a:solidFill>
                          <a:srgbClr val="002060"/>
                        </a:solidFill>
                        <a:effectLst/>
                        <a:latin typeface="+mn-lt"/>
                        <a:ea typeface="楷体" pitchFamily="49" charset="-122"/>
                      </a:endParaRPr>
                    </a:p>
                  </a:txBody>
                  <a:tcPr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rPr>
                        <a:t>   char    y;</a:t>
                      </a:r>
                      <a:endParaRPr kumimoji="1" lang="en-US" altLang="zh-CN" sz="2000" b="1" i="0" u="none" strike="noStrike" cap="none" normalizeH="0" baseline="0" dirty="0">
                        <a:ln>
                          <a:noFill/>
                        </a:ln>
                        <a:solidFill>
                          <a:srgbClr val="002060"/>
                        </a:solidFill>
                        <a:effectLst/>
                        <a:latin typeface="+mn-lt"/>
                        <a:ea typeface="楷体" pitchFamily="49" charset="-122"/>
                      </a:endParaRPr>
                    </a:p>
                  </a:txBody>
                  <a:tcPr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偏移量为</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0</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，满足对齐方式，</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y</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占用</a:t>
                      </a:r>
                      <a:r>
                        <a:rPr kumimoji="1" lang="en-US" altLang="zh-CN" sz="2000" b="1" i="0" u="none" strike="noStrike" cap="none" normalizeH="0" baseline="0" dirty="0">
                          <a:ln>
                            <a:noFill/>
                          </a:ln>
                          <a:solidFill>
                            <a:srgbClr val="C00000"/>
                          </a:solidFill>
                          <a:effectLst/>
                          <a:latin typeface="+mn-lt"/>
                          <a:ea typeface="楷体" pitchFamily="49" charset="-122"/>
                          <a:cs typeface="Times New Roman" pitchFamily="18" charset="0"/>
                        </a:rPr>
                        <a:t>1</a:t>
                      </a:r>
                      <a:r>
                        <a:rPr kumimoji="1" lang="zh-CN" altLang="en-US" sz="2000" b="1" i="0" u="none" strike="noStrike" cap="none" normalizeH="0" baseline="0" dirty="0">
                          <a:ln>
                            <a:noFill/>
                          </a:ln>
                          <a:solidFill>
                            <a:srgbClr val="C00000"/>
                          </a:solidFill>
                          <a:effectLst/>
                          <a:latin typeface="+mn-lt"/>
                          <a:ea typeface="楷体" pitchFamily="49" charset="-122"/>
                          <a:cs typeface="Times New Roman" pitchFamily="18" charset="0"/>
                        </a:rPr>
                        <a:t>个字节</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rPr>
                        <a:t>   double  x;</a:t>
                      </a:r>
                      <a:endParaRPr kumimoji="1" lang="en-US" altLang="zh-CN" sz="2000" b="1" i="0" u="none" strike="noStrike" cap="none" normalizeH="0" baseline="0" dirty="0">
                        <a:ln>
                          <a:noFill/>
                        </a:ln>
                        <a:solidFill>
                          <a:srgbClr val="002060"/>
                        </a:solidFill>
                        <a:effectLst/>
                        <a:latin typeface="+mn-lt"/>
                        <a:ea typeface="楷体" pitchFamily="49" charset="-122"/>
                      </a:endParaRPr>
                    </a:p>
                  </a:txBody>
                  <a:tcPr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下一个可用的地址的偏移量为</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1</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，不是</a:t>
                      </a:r>
                      <a:r>
                        <a:rPr kumimoji="1" lang="en-US" altLang="zh-CN" sz="2000" b="1" i="0" u="none" strike="noStrike" cap="none" normalizeH="0" baseline="0" dirty="0" err="1">
                          <a:ln>
                            <a:noFill/>
                          </a:ln>
                          <a:solidFill>
                            <a:schemeClr val="tx1"/>
                          </a:solidFill>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(double)=8</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的倍数，需要补足</a:t>
                      </a:r>
                      <a:r>
                        <a:rPr kumimoji="1" lang="en-US" altLang="zh-CN" sz="2000" b="1" i="0" u="none" strike="noStrike" cap="none" normalizeH="0" baseline="0" dirty="0">
                          <a:ln>
                            <a:noFill/>
                          </a:ln>
                          <a:solidFill>
                            <a:srgbClr val="C00000"/>
                          </a:solidFill>
                          <a:effectLst/>
                          <a:latin typeface="+mn-lt"/>
                          <a:ea typeface="楷体" pitchFamily="49" charset="-122"/>
                          <a:cs typeface="Times New Roman" pitchFamily="18" charset="0"/>
                        </a:rPr>
                        <a:t>7</a:t>
                      </a:r>
                      <a:r>
                        <a:rPr kumimoji="1" lang="zh-CN" altLang="en-US" sz="2000" b="1" i="0" u="none" strike="noStrike" cap="none" normalizeH="0" baseline="0" dirty="0">
                          <a:ln>
                            <a:noFill/>
                          </a:ln>
                          <a:solidFill>
                            <a:srgbClr val="C00000"/>
                          </a:solidFill>
                          <a:effectLst/>
                          <a:latin typeface="+mn-lt"/>
                          <a:ea typeface="楷体" pitchFamily="49" charset="-122"/>
                          <a:cs typeface="Times New Roman" pitchFamily="18" charset="0"/>
                        </a:rPr>
                        <a:t>个字节</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才能使偏移量变为</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8</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（满足对齐方式），因此</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VC</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自动填充</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7</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个字节，</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x</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存放在偏移量为</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8 </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的地址上，它占用</a:t>
                      </a:r>
                      <a:r>
                        <a:rPr kumimoji="1" lang="en-US" altLang="zh-CN" sz="2000" b="1" i="0" u="none" strike="noStrike" cap="none" normalizeH="0" baseline="0" dirty="0">
                          <a:ln>
                            <a:noFill/>
                          </a:ln>
                          <a:solidFill>
                            <a:srgbClr val="C00000"/>
                          </a:solidFill>
                          <a:effectLst/>
                          <a:latin typeface="+mn-lt"/>
                          <a:ea typeface="楷体" pitchFamily="49" charset="-122"/>
                          <a:cs typeface="Times New Roman" pitchFamily="18" charset="0"/>
                        </a:rPr>
                        <a:t>8</a:t>
                      </a:r>
                      <a:r>
                        <a:rPr kumimoji="1" lang="zh-CN" altLang="en-US" sz="2000" b="1" i="0" u="none" strike="noStrike" cap="none" normalizeH="0" baseline="0" dirty="0">
                          <a:ln>
                            <a:noFill/>
                          </a:ln>
                          <a:solidFill>
                            <a:srgbClr val="C00000"/>
                          </a:solidFill>
                          <a:effectLst/>
                          <a:latin typeface="+mn-lt"/>
                          <a:ea typeface="楷体" pitchFamily="49" charset="-122"/>
                          <a:cs typeface="Times New Roman" pitchFamily="18" charset="0"/>
                        </a:rPr>
                        <a:t>个字节</a:t>
                      </a:r>
                    </a:p>
                  </a:txBody>
                  <a:tcPr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rPr>
                        <a:t>   </a:t>
                      </a:r>
                      <a:r>
                        <a:rPr kumimoji="1" lang="en-US" altLang="zh-CN" sz="2000" b="1" i="0" u="none" strike="noStrike" cap="none" normalizeH="0" baseline="0" dirty="0" err="1">
                          <a:ln>
                            <a:noFill/>
                          </a:ln>
                          <a:solidFill>
                            <a:srgbClr val="002060"/>
                          </a:solidFill>
                          <a:effectLst/>
                          <a:latin typeface="+mn-lt"/>
                          <a:ea typeface="楷体" pitchFamily="49" charset="-122"/>
                          <a:cs typeface="Times New Roman" pitchFamily="18" charset="0"/>
                        </a:rPr>
                        <a:t>int</a:t>
                      </a:r>
                      <a:r>
                        <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rPr>
                        <a:t>     z;</a:t>
                      </a:r>
                      <a:endParaRPr kumimoji="1" lang="en-US" altLang="zh-CN" sz="2000" b="1" i="0" u="none" strike="noStrike" cap="none" normalizeH="0" baseline="0" dirty="0">
                        <a:ln>
                          <a:noFill/>
                        </a:ln>
                        <a:solidFill>
                          <a:srgbClr val="002060"/>
                        </a:solidFill>
                        <a:effectLst/>
                        <a:latin typeface="+mn-lt"/>
                        <a:ea typeface="楷体" pitchFamily="49" charset="-122"/>
                      </a:endParaRPr>
                    </a:p>
                  </a:txBody>
                  <a:tcPr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下一个可用的地址的偏移量为</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16</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，是</a:t>
                      </a:r>
                      <a:r>
                        <a:rPr kumimoji="1" lang="en-US" altLang="zh-CN" sz="2000" b="1" i="0" u="none" strike="noStrike" cap="none" normalizeH="0" baseline="0" dirty="0" err="1">
                          <a:ln>
                            <a:noFill/>
                          </a:ln>
                          <a:solidFill>
                            <a:schemeClr val="tx1"/>
                          </a:solidFill>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2000" b="1" i="0" u="none" strike="noStrike" cap="none" normalizeH="0" baseline="0" dirty="0" err="1">
                          <a:ln>
                            <a:noFill/>
                          </a:ln>
                          <a:solidFill>
                            <a:schemeClr val="tx1"/>
                          </a:solidFill>
                          <a:effectLst/>
                          <a:latin typeface="+mn-lt"/>
                          <a:ea typeface="楷体" pitchFamily="49" charset="-122"/>
                          <a:cs typeface="Times New Roman" pitchFamily="18" charset="0"/>
                        </a:rPr>
                        <a:t>int</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)=4</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的倍数，满足</a:t>
                      </a:r>
                      <a:r>
                        <a:rPr kumimoji="1" lang="en-US" altLang="zh-CN" sz="2000" b="1" i="0" u="none" strike="noStrike" cap="none" normalizeH="0" baseline="0" dirty="0" err="1">
                          <a:ln>
                            <a:noFill/>
                          </a:ln>
                          <a:solidFill>
                            <a:schemeClr val="tx1"/>
                          </a:solidFill>
                          <a:effectLst/>
                          <a:latin typeface="+mn-lt"/>
                          <a:ea typeface="楷体" pitchFamily="49" charset="-122"/>
                          <a:cs typeface="Times New Roman" pitchFamily="18" charset="0"/>
                        </a:rPr>
                        <a:t>int</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的对齐方式，所以不需要</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VC</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自动填充，</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z</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存放在偏移量为</a:t>
                      </a:r>
                      <a:r>
                        <a:rPr kumimoji="1" lang="en-US" altLang="zh-CN" sz="2000" b="1" i="0" u="none" strike="noStrike" cap="none" normalizeH="0" baseline="0" dirty="0">
                          <a:ln>
                            <a:noFill/>
                          </a:ln>
                          <a:solidFill>
                            <a:schemeClr val="tx1"/>
                          </a:solidFill>
                          <a:effectLst/>
                          <a:latin typeface="+mn-lt"/>
                          <a:ea typeface="楷体" pitchFamily="49" charset="-122"/>
                          <a:cs typeface="Times New Roman" pitchFamily="18" charset="0"/>
                        </a:rPr>
                        <a:t>16</a:t>
                      </a: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的地址上，它占用</a:t>
                      </a:r>
                      <a:r>
                        <a:rPr kumimoji="1" lang="en-US" altLang="zh-CN" sz="2000" b="1" i="0" u="none" strike="noStrike" cap="none" normalizeH="0" baseline="0" dirty="0">
                          <a:ln>
                            <a:noFill/>
                          </a:ln>
                          <a:solidFill>
                            <a:srgbClr val="C00000"/>
                          </a:solidFill>
                          <a:effectLst/>
                          <a:latin typeface="+mn-lt"/>
                          <a:ea typeface="楷体" pitchFamily="49" charset="-122"/>
                          <a:cs typeface="Times New Roman" pitchFamily="18" charset="0"/>
                        </a:rPr>
                        <a:t>4</a:t>
                      </a:r>
                      <a:r>
                        <a:rPr kumimoji="1" lang="zh-CN" altLang="en-US" sz="2000" b="1" i="0" u="none" strike="noStrike" cap="none" normalizeH="0" baseline="0" dirty="0">
                          <a:ln>
                            <a:noFill/>
                          </a:ln>
                          <a:solidFill>
                            <a:srgbClr val="C00000"/>
                          </a:solidFill>
                          <a:effectLst/>
                          <a:latin typeface="+mn-lt"/>
                          <a:ea typeface="楷体" pitchFamily="49" charset="-122"/>
                          <a:cs typeface="Times New Roman" pitchFamily="18" charset="0"/>
                        </a:rPr>
                        <a:t>个字节</a:t>
                      </a:r>
                    </a:p>
                  </a:txBody>
                  <a:tcPr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rPr>
                        <a:t>} b;</a:t>
                      </a:r>
                      <a:endParaRPr kumimoji="1" lang="en-US" altLang="zh-CN" sz="2000" b="1" i="0" u="none" strike="noStrike" cap="none" normalizeH="0" baseline="0" dirty="0">
                        <a:ln>
                          <a:noFill/>
                        </a:ln>
                        <a:solidFill>
                          <a:srgbClr val="002060"/>
                        </a:solidFill>
                        <a:effectLst/>
                        <a:latin typeface="+mn-lt"/>
                        <a:ea typeface="楷体" pitchFamily="49" charset="-122"/>
                      </a:endParaRPr>
                    </a:p>
                  </a:txBody>
                  <a:tcPr horzOverflow="overflow">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77825" name="Rectangle 225"/>
          <p:cNvSpPr>
            <a:spLocks noChangeArrowheads="1"/>
          </p:cNvSpPr>
          <p:nvPr/>
        </p:nvSpPr>
        <p:spPr bwMode="auto">
          <a:xfrm>
            <a:off x="924843" y="5482599"/>
            <a:ext cx="10391616" cy="1323439"/>
          </a:xfrm>
          <a:prstGeom prst="rect">
            <a:avLst/>
          </a:prstGeom>
          <a:gradFill rotWithShape="1">
            <a:gsLst>
              <a:gs pos="0">
                <a:srgbClr val="CFCFD1"/>
              </a:gs>
              <a:gs pos="100000">
                <a:schemeClr val="bg1"/>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latin typeface="+mn-lt"/>
                <a:ea typeface="楷体" pitchFamily="49" charset="-122"/>
              </a:rPr>
              <a:t>　　空间总的大小为</a:t>
            </a:r>
            <a:r>
              <a:rPr lang="en-US" altLang="zh-CN" sz="2000" b="1" dirty="0">
                <a:solidFill>
                  <a:srgbClr val="002060"/>
                </a:solidFill>
                <a:latin typeface="+mn-lt"/>
                <a:ea typeface="楷体" pitchFamily="49" charset="-122"/>
              </a:rPr>
              <a:t>1+7+8+4=20</a:t>
            </a:r>
            <a:r>
              <a:rPr lang="zh-CN" altLang="en-US" sz="2000" b="1" dirty="0">
                <a:latin typeface="+mn-lt"/>
                <a:ea typeface="楷体" pitchFamily="49" charset="-122"/>
              </a:rPr>
              <a:t>，不是结构体的字节边界数（即结构体中占用最大空间的类型所占用的字节数</a:t>
            </a:r>
            <a:r>
              <a:rPr lang="en-US" altLang="zh-CN" sz="2000" b="1" dirty="0" err="1">
                <a:latin typeface="+mn-lt"/>
                <a:ea typeface="楷体" pitchFamily="49" charset="-122"/>
              </a:rPr>
              <a:t>sizeof</a:t>
            </a:r>
            <a:r>
              <a:rPr lang="en-US" altLang="zh-CN" sz="2000" b="1" dirty="0">
                <a:latin typeface="+mn-lt"/>
                <a:ea typeface="楷体" pitchFamily="49" charset="-122"/>
              </a:rPr>
              <a:t>(double)=8</a:t>
            </a:r>
            <a:r>
              <a:rPr lang="zh-CN" altLang="en-US" sz="2000" b="1" dirty="0">
                <a:latin typeface="+mn-lt"/>
                <a:ea typeface="楷体" pitchFamily="49" charset="-122"/>
              </a:rPr>
              <a:t>）的倍数，所以需要</a:t>
            </a:r>
            <a:r>
              <a:rPr lang="zh-CN" altLang="en-US" sz="2000" b="1" dirty="0">
                <a:solidFill>
                  <a:srgbClr val="002060"/>
                </a:solidFill>
                <a:latin typeface="+mn-lt"/>
                <a:ea typeface="楷体" pitchFamily="49" charset="-122"/>
              </a:rPr>
              <a:t>填充</a:t>
            </a:r>
            <a:r>
              <a:rPr lang="en-US" altLang="zh-CN" sz="2000" b="1" dirty="0">
                <a:solidFill>
                  <a:srgbClr val="002060"/>
                </a:solidFill>
                <a:latin typeface="+mn-lt"/>
                <a:ea typeface="楷体" pitchFamily="49" charset="-122"/>
              </a:rPr>
              <a:t>4</a:t>
            </a:r>
            <a:r>
              <a:rPr lang="zh-CN" altLang="en-US" sz="2000" b="1" dirty="0">
                <a:solidFill>
                  <a:srgbClr val="002060"/>
                </a:solidFill>
                <a:latin typeface="+mn-lt"/>
                <a:ea typeface="楷体" pitchFamily="49" charset="-122"/>
              </a:rPr>
              <a:t>个字节</a:t>
            </a:r>
            <a:r>
              <a:rPr lang="zh-CN" altLang="en-US" sz="2000" b="1" dirty="0">
                <a:latin typeface="+mn-lt"/>
                <a:ea typeface="楷体" pitchFamily="49" charset="-122"/>
              </a:rPr>
              <a:t>，以满足结构体变量</a:t>
            </a:r>
            <a:r>
              <a:rPr lang="en-US" altLang="zh-CN" sz="2000" b="1" dirty="0">
                <a:latin typeface="+mn-lt"/>
                <a:ea typeface="楷体" pitchFamily="49" charset="-122"/>
              </a:rPr>
              <a:t>b</a:t>
            </a:r>
            <a:r>
              <a:rPr lang="zh-CN" altLang="en-US" sz="2000" b="1" dirty="0">
                <a:latin typeface="+mn-lt"/>
                <a:ea typeface="楷体" pitchFamily="49" charset="-122"/>
              </a:rPr>
              <a:t>所占内存空间的大小为 </a:t>
            </a:r>
            <a:r>
              <a:rPr lang="en-US" altLang="zh-CN" sz="2000" b="1" dirty="0" err="1">
                <a:latin typeface="+mn-lt"/>
                <a:ea typeface="楷体" pitchFamily="49" charset="-122"/>
              </a:rPr>
              <a:t>sizeof</a:t>
            </a:r>
            <a:r>
              <a:rPr lang="en-US" altLang="zh-CN" sz="2000" b="1" dirty="0">
                <a:latin typeface="+mn-lt"/>
                <a:ea typeface="楷体" pitchFamily="49" charset="-122"/>
              </a:rPr>
              <a:t>(double)=8</a:t>
            </a:r>
            <a:r>
              <a:rPr lang="zh-CN" altLang="en-US" sz="2000" b="1" dirty="0">
                <a:latin typeface="+mn-lt"/>
                <a:ea typeface="楷体" pitchFamily="49" charset="-122"/>
              </a:rPr>
              <a:t>的倍数。</a:t>
            </a:r>
          </a:p>
          <a:p>
            <a:r>
              <a:rPr lang="zh-CN" altLang="en-US" sz="2000" b="1" dirty="0">
                <a:latin typeface="+mn-lt"/>
                <a:ea typeface="楷体" pitchFamily="49" charset="-122"/>
              </a:rPr>
              <a:t>变量</a:t>
            </a:r>
            <a:r>
              <a:rPr lang="en-US" altLang="zh-CN" sz="2000" b="1" dirty="0">
                <a:latin typeface="+mn-lt"/>
                <a:ea typeface="楷体" pitchFamily="49" charset="-122"/>
              </a:rPr>
              <a:t>b</a:t>
            </a:r>
            <a:r>
              <a:rPr lang="zh-CN" altLang="en-US" sz="2000" b="1" dirty="0">
                <a:latin typeface="+mn-lt"/>
                <a:ea typeface="楷体" pitchFamily="49" charset="-122"/>
              </a:rPr>
              <a:t>所占内存空间总的大小为：</a:t>
            </a:r>
            <a:r>
              <a:rPr lang="en-US" altLang="zh-CN" sz="2000" b="1" dirty="0" err="1">
                <a:solidFill>
                  <a:srgbClr val="C00000"/>
                </a:solidFill>
                <a:latin typeface="+mn-lt"/>
                <a:ea typeface="楷体" pitchFamily="49" charset="-122"/>
              </a:rPr>
              <a:t>sizeof</a:t>
            </a:r>
            <a:r>
              <a:rPr lang="en-US" altLang="zh-CN" sz="2000" b="1" dirty="0">
                <a:solidFill>
                  <a:srgbClr val="C00000"/>
                </a:solidFill>
                <a:latin typeface="+mn-lt"/>
                <a:ea typeface="楷体" pitchFamily="49" charset="-122"/>
              </a:rPr>
              <a:t>(b)</a:t>
            </a:r>
            <a:r>
              <a:rPr lang="zh-CN" altLang="en-US" sz="2000" b="1" dirty="0">
                <a:solidFill>
                  <a:srgbClr val="C00000"/>
                </a:solidFill>
                <a:latin typeface="+mn-lt"/>
                <a:ea typeface="楷体" pitchFamily="49" charset="-122"/>
              </a:rPr>
              <a:t>＝</a:t>
            </a:r>
            <a:r>
              <a:rPr lang="en-US" altLang="zh-CN" sz="2000" b="1" dirty="0">
                <a:solidFill>
                  <a:srgbClr val="C00000"/>
                </a:solidFill>
                <a:latin typeface="+mn-lt"/>
                <a:ea typeface="楷体" pitchFamily="49" charset="-122"/>
              </a:rPr>
              <a:t>1+7+8+4+4=24</a:t>
            </a:r>
            <a:r>
              <a:rPr lang="zh-CN" altLang="en-US" sz="2000" b="1" dirty="0">
                <a:solidFill>
                  <a:srgbClr val="C00000"/>
                </a:solidFill>
                <a:latin typeface="+mn-lt"/>
                <a:ea typeface="楷体" pitchFamily="49" charset="-122"/>
              </a:rPr>
              <a:t>（字节） </a:t>
            </a:r>
          </a:p>
        </p:txBody>
      </p:sp>
      <p:sp>
        <p:nvSpPr>
          <p:cNvPr id="8" name="Rectangle 4">
            <a:extLst>
              <a:ext uri="{FF2B5EF4-FFF2-40B4-BE49-F238E27FC236}">
                <a16:creationId xmlns:a16="http://schemas.microsoft.com/office/drawing/2014/main" id="{DB2EE61A-C5AF-4660-8A73-3D4AE0BCACDD}"/>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
        <p:nvSpPr>
          <p:cNvPr id="9" name="Rectangle 5">
            <a:extLst>
              <a:ext uri="{FF2B5EF4-FFF2-40B4-BE49-F238E27FC236}">
                <a16:creationId xmlns:a16="http://schemas.microsoft.com/office/drawing/2014/main" id="{1734914D-0721-4CF5-8002-00FFF868BAD3}"/>
              </a:ext>
            </a:extLst>
          </p:cNvPr>
          <p:cNvSpPr>
            <a:spLocks noChangeArrowheads="1"/>
          </p:cNvSpPr>
          <p:nvPr/>
        </p:nvSpPr>
        <p:spPr bwMode="auto">
          <a:xfrm>
            <a:off x="747019" y="1362349"/>
            <a:ext cx="6141425" cy="461665"/>
          </a:xfrm>
          <a:prstGeom prst="rect">
            <a:avLst/>
          </a:prstGeom>
          <a:noFill/>
          <a:ln w="9525">
            <a:noFill/>
            <a:miter lim="800000"/>
            <a:headEnd/>
            <a:tailEnd/>
          </a:ln>
          <a:effectLst/>
        </p:spPr>
        <p:txBody>
          <a:bodyPr wrap="none" anchor="ctr">
            <a:spAutoFit/>
          </a:bodyPr>
          <a:lstStyle/>
          <a:p>
            <a:pPr>
              <a:buClr>
                <a:srgbClr val="C00000"/>
              </a:buClr>
              <a:buFont typeface="Wingdings" pitchFamily="2" charset="2"/>
              <a:buChar char="l"/>
              <a:tabLst>
                <a:tab pos="533400" algn="l"/>
              </a:tabLst>
            </a:pPr>
            <a:r>
              <a:rPr lang="en-US" altLang="zh-CN" b="1" dirty="0">
                <a:solidFill>
                  <a:srgbClr val="C00000"/>
                </a:solidFill>
                <a:latin typeface="隶书" pitchFamily="49" charset="-122"/>
                <a:ea typeface="隶书" pitchFamily="49" charset="-122"/>
              </a:rPr>
              <a:t> </a:t>
            </a:r>
            <a:r>
              <a:rPr lang="zh-CN" altLang="en-US" b="1" dirty="0">
                <a:solidFill>
                  <a:srgbClr val="C00000"/>
                </a:solidFill>
                <a:latin typeface="楷体" pitchFamily="49" charset="-122"/>
                <a:ea typeface="楷体" pitchFamily="49" charset="-122"/>
              </a:rPr>
              <a:t>基于</a:t>
            </a:r>
            <a:r>
              <a:rPr lang="en-US" altLang="zh-CN" b="1" dirty="0">
                <a:solidFill>
                  <a:srgbClr val="C00000"/>
                </a:solidFill>
                <a:latin typeface="楷体" pitchFamily="49" charset="-122"/>
                <a:ea typeface="楷体" pitchFamily="49" charset="-122"/>
              </a:rPr>
              <a:t>VC</a:t>
            </a:r>
            <a:r>
              <a:rPr lang="zh-CN" altLang="en-US" b="1" dirty="0">
                <a:solidFill>
                  <a:srgbClr val="C00000"/>
                </a:solidFill>
                <a:latin typeface="楷体" pitchFamily="49" charset="-122"/>
                <a:ea typeface="楷体" pitchFamily="49" charset="-122"/>
              </a:rPr>
              <a:t>或</a:t>
            </a:r>
            <a:r>
              <a:rPr lang="en-US" altLang="zh-CN" b="1" dirty="0">
                <a:solidFill>
                  <a:srgbClr val="C00000"/>
                </a:solidFill>
                <a:latin typeface="楷体" pitchFamily="49" charset="-122"/>
                <a:ea typeface="楷体" pitchFamily="49" charset="-122"/>
              </a:rPr>
              <a:t>CB</a:t>
            </a:r>
            <a:r>
              <a:rPr lang="zh-CN" altLang="en-US" b="1" dirty="0">
                <a:solidFill>
                  <a:srgbClr val="C00000"/>
                </a:solidFill>
                <a:latin typeface="楷体" pitchFamily="49" charset="-122"/>
                <a:ea typeface="楷体" pitchFamily="49" charset="-122"/>
              </a:rPr>
              <a:t>环境下的结构体变量内存分配</a:t>
            </a:r>
          </a:p>
        </p:txBody>
      </p:sp>
      <p:sp>
        <p:nvSpPr>
          <p:cNvPr id="10" name="Rectangle 2">
            <a:extLst>
              <a:ext uri="{FF2B5EF4-FFF2-40B4-BE49-F238E27FC236}">
                <a16:creationId xmlns:a16="http://schemas.microsoft.com/office/drawing/2014/main" id="{FDE1C4B8-5FFA-4D9B-8A7C-31A5AAF8B735}"/>
              </a:ext>
            </a:extLst>
          </p:cNvPr>
          <p:cNvSpPr>
            <a:spLocks noChangeArrowheads="1"/>
          </p:cNvSpPr>
          <p:nvPr/>
        </p:nvSpPr>
        <p:spPr bwMode="auto">
          <a:xfrm>
            <a:off x="695400" y="803975"/>
            <a:ext cx="5596404"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4</a:t>
            </a:r>
            <a:r>
              <a:rPr lang="zh-CN" altLang="en-US" sz="2800" b="1" dirty="0">
                <a:solidFill>
                  <a:srgbClr val="C00000"/>
                </a:solidFill>
                <a:latin typeface="楷体" panose="02010609060101010101" pitchFamily="49" charset="-122"/>
                <a:ea typeface="楷体" panose="02010609060101010101" pitchFamily="49" charset="-122"/>
              </a:rPr>
              <a:t>、结构体变量内存分配问题透析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77824"/>
                                        </p:tgtEl>
                                        <p:attrNameLst>
                                          <p:attrName>style.visibility</p:attrName>
                                        </p:attrNameLst>
                                      </p:cBhvr>
                                      <p:to>
                                        <p:strVal val="visible"/>
                                      </p:to>
                                    </p:set>
                                    <p:animEffect transition="in" filter="box(in)">
                                      <p:cBhvr>
                                        <p:cTn id="7" dur="500"/>
                                        <p:tgtEl>
                                          <p:spTgt spid="117782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77825"/>
                                        </p:tgtEl>
                                        <p:attrNameLst>
                                          <p:attrName>style.visibility</p:attrName>
                                        </p:attrNameLst>
                                      </p:cBhvr>
                                      <p:to>
                                        <p:strVal val="visible"/>
                                      </p:to>
                                    </p:set>
                                    <p:animEffect transition="in" filter="diamond(in)">
                                      <p:cBhvr>
                                        <p:cTn id="12" dur="2000"/>
                                        <p:tgtEl>
                                          <p:spTgt spid="1177825"/>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25"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 name="Rectangle 4">
            <a:extLst>
              <a:ext uri="{FF2B5EF4-FFF2-40B4-BE49-F238E27FC236}">
                <a16:creationId xmlns:a16="http://schemas.microsoft.com/office/drawing/2014/main" id="{18054A98-3E21-4CB6-B2F6-7492273065F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
        <p:nvSpPr>
          <p:cNvPr id="37" name="Rectangle 5">
            <a:extLst>
              <a:ext uri="{FF2B5EF4-FFF2-40B4-BE49-F238E27FC236}">
                <a16:creationId xmlns:a16="http://schemas.microsoft.com/office/drawing/2014/main" id="{44FEA9A8-EB96-4D09-A6D2-4E0B784DE42E}"/>
              </a:ext>
            </a:extLst>
          </p:cNvPr>
          <p:cNvSpPr>
            <a:spLocks noChangeArrowheads="1"/>
          </p:cNvSpPr>
          <p:nvPr/>
        </p:nvSpPr>
        <p:spPr bwMode="auto">
          <a:xfrm>
            <a:off x="747019" y="1362349"/>
            <a:ext cx="6141425" cy="461665"/>
          </a:xfrm>
          <a:prstGeom prst="rect">
            <a:avLst/>
          </a:prstGeom>
          <a:noFill/>
          <a:ln w="9525">
            <a:noFill/>
            <a:miter lim="800000"/>
            <a:headEnd/>
            <a:tailEnd/>
          </a:ln>
          <a:effectLst/>
        </p:spPr>
        <p:txBody>
          <a:bodyPr wrap="none" anchor="ctr">
            <a:spAutoFit/>
          </a:bodyPr>
          <a:lstStyle/>
          <a:p>
            <a:pPr>
              <a:buClr>
                <a:srgbClr val="C00000"/>
              </a:buClr>
              <a:buFont typeface="Wingdings" pitchFamily="2" charset="2"/>
              <a:buChar char="l"/>
              <a:tabLst>
                <a:tab pos="533400" algn="l"/>
              </a:tabLst>
            </a:pPr>
            <a:r>
              <a:rPr lang="en-US" altLang="zh-CN" b="1" dirty="0">
                <a:solidFill>
                  <a:srgbClr val="C00000"/>
                </a:solidFill>
                <a:latin typeface="隶书" pitchFamily="49" charset="-122"/>
                <a:ea typeface="隶书" pitchFamily="49" charset="-122"/>
              </a:rPr>
              <a:t> </a:t>
            </a:r>
            <a:r>
              <a:rPr lang="zh-CN" altLang="en-US" b="1" dirty="0">
                <a:solidFill>
                  <a:srgbClr val="C00000"/>
                </a:solidFill>
                <a:latin typeface="楷体" pitchFamily="49" charset="-122"/>
                <a:ea typeface="楷体" pitchFamily="49" charset="-122"/>
              </a:rPr>
              <a:t>基于</a:t>
            </a:r>
            <a:r>
              <a:rPr lang="en-US" altLang="zh-CN" b="1" dirty="0">
                <a:solidFill>
                  <a:srgbClr val="C00000"/>
                </a:solidFill>
                <a:latin typeface="楷体" pitchFamily="49" charset="-122"/>
                <a:ea typeface="楷体" pitchFamily="49" charset="-122"/>
              </a:rPr>
              <a:t>VC</a:t>
            </a:r>
            <a:r>
              <a:rPr lang="zh-CN" altLang="en-US" b="1" dirty="0">
                <a:solidFill>
                  <a:srgbClr val="C00000"/>
                </a:solidFill>
                <a:latin typeface="楷体" pitchFamily="49" charset="-122"/>
                <a:ea typeface="楷体" pitchFamily="49" charset="-122"/>
              </a:rPr>
              <a:t>或</a:t>
            </a:r>
            <a:r>
              <a:rPr lang="en-US" altLang="zh-CN" b="1" dirty="0">
                <a:solidFill>
                  <a:srgbClr val="C00000"/>
                </a:solidFill>
                <a:latin typeface="楷体" pitchFamily="49" charset="-122"/>
                <a:ea typeface="楷体" pitchFamily="49" charset="-122"/>
              </a:rPr>
              <a:t>CB</a:t>
            </a:r>
            <a:r>
              <a:rPr lang="zh-CN" altLang="en-US" b="1" dirty="0">
                <a:solidFill>
                  <a:srgbClr val="C00000"/>
                </a:solidFill>
                <a:latin typeface="楷体" pitchFamily="49" charset="-122"/>
                <a:ea typeface="楷体" pitchFamily="49" charset="-122"/>
              </a:rPr>
              <a:t>环境下的结构体变量内存分配</a:t>
            </a:r>
          </a:p>
        </p:txBody>
      </p:sp>
      <p:sp>
        <p:nvSpPr>
          <p:cNvPr id="38" name="Rectangle 2">
            <a:extLst>
              <a:ext uri="{FF2B5EF4-FFF2-40B4-BE49-F238E27FC236}">
                <a16:creationId xmlns:a16="http://schemas.microsoft.com/office/drawing/2014/main" id="{DB79343C-0F1F-4B85-AEBF-C7E67BAA5451}"/>
              </a:ext>
            </a:extLst>
          </p:cNvPr>
          <p:cNvSpPr>
            <a:spLocks noChangeArrowheads="1"/>
          </p:cNvSpPr>
          <p:nvPr/>
        </p:nvSpPr>
        <p:spPr bwMode="auto">
          <a:xfrm>
            <a:off x="695400" y="803975"/>
            <a:ext cx="5596404"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4</a:t>
            </a:r>
            <a:r>
              <a:rPr lang="zh-CN" altLang="en-US" sz="2800" b="1" dirty="0">
                <a:solidFill>
                  <a:srgbClr val="C00000"/>
                </a:solidFill>
                <a:latin typeface="楷体" panose="02010609060101010101" pitchFamily="49" charset="-122"/>
                <a:ea typeface="楷体" panose="02010609060101010101" pitchFamily="49" charset="-122"/>
              </a:rPr>
              <a:t>、结构体变量内存分配问题透析 </a:t>
            </a:r>
          </a:p>
        </p:txBody>
      </p:sp>
      <p:sp>
        <p:nvSpPr>
          <p:cNvPr id="1179681" name="Rectangle 33" descr="信纸"/>
          <p:cNvSpPr>
            <a:spLocks noChangeArrowheads="1"/>
          </p:cNvSpPr>
          <p:nvPr/>
        </p:nvSpPr>
        <p:spPr bwMode="auto">
          <a:xfrm>
            <a:off x="747019" y="2252826"/>
            <a:ext cx="2881313" cy="2308324"/>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457200"/>
            <a:r>
              <a:rPr lang="en-US" altLang="zh-CN" b="1" dirty="0" err="1">
                <a:effectLst>
                  <a:outerShdw blurRad="38100" dist="38100" dir="2700000" algn="tl">
                    <a:srgbClr val="FFFFFF"/>
                  </a:outerShdw>
                </a:effectLst>
              </a:rPr>
              <a:t>struct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MyStruct</a:t>
            </a:r>
            <a:r>
              <a:rPr lang="en-US" altLang="zh-CN" b="1" dirty="0">
                <a:effectLst>
                  <a:outerShdw blurRad="38100" dist="38100" dir="2700000" algn="tl">
                    <a:srgbClr val="FFFFFF"/>
                  </a:outerShdw>
                </a:effectLst>
              </a:rPr>
              <a:t> </a:t>
            </a:r>
          </a:p>
          <a:p>
            <a:pPr indent="-457200"/>
            <a:r>
              <a:rPr lang="en-US" altLang="zh-CN" b="1" dirty="0">
                <a:effectLst>
                  <a:outerShdw blurRad="38100" dist="38100" dir="2700000" algn="tl">
                    <a:srgbClr val="FFFFFF"/>
                  </a:outerShdw>
                </a:effectLst>
              </a:rPr>
              <a:t>{ </a:t>
            </a:r>
          </a:p>
          <a:p>
            <a:pPr indent="-457200"/>
            <a:r>
              <a:rPr lang="en-US" altLang="zh-CN" b="1" dirty="0">
                <a:effectLst>
                  <a:outerShdw blurRad="38100" dist="38100" dir="2700000" algn="tl">
                    <a:srgbClr val="FFFFFF"/>
                  </a:outerShdw>
                </a:effectLst>
              </a:rPr>
              <a:t>   char      y;</a:t>
            </a:r>
          </a:p>
          <a:p>
            <a:pPr indent="-457200"/>
            <a:r>
              <a:rPr lang="en-US" altLang="zh-CN" b="1" dirty="0">
                <a:effectLst>
                  <a:outerShdw blurRad="38100" dist="38100" dir="2700000" algn="tl">
                    <a:srgbClr val="FFFFFF"/>
                  </a:outerShdw>
                </a:effectLst>
              </a:rPr>
              <a:t>   double  x; </a:t>
            </a:r>
          </a:p>
          <a:p>
            <a:pPr indent="-4572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z;</a:t>
            </a:r>
          </a:p>
          <a:p>
            <a:pPr indent="-457200"/>
            <a:r>
              <a:rPr lang="en-US" altLang="zh-CN" b="1" dirty="0">
                <a:effectLst>
                  <a:outerShdw blurRad="38100" dist="38100" dir="2700000" algn="tl">
                    <a:srgbClr val="FFFFFF"/>
                  </a:outerShdw>
                </a:effectLst>
              </a:rPr>
              <a:t>} b;</a:t>
            </a:r>
            <a:r>
              <a:rPr lang="en-US" altLang="zh-CN" dirty="0"/>
              <a:t> </a:t>
            </a:r>
          </a:p>
        </p:txBody>
      </p:sp>
      <p:graphicFrame>
        <p:nvGraphicFramePr>
          <p:cNvPr id="1179910" name="Group 262"/>
          <p:cNvGraphicFramePr>
            <a:graphicFrameLocks noGrp="1"/>
          </p:cNvGraphicFramePr>
          <p:nvPr>
            <p:extLst>
              <p:ext uri="{D42A27DB-BD31-4B8C-83A1-F6EECF244321}">
                <p14:modId xmlns:p14="http://schemas.microsoft.com/office/powerpoint/2010/main" val="193742785"/>
              </p:ext>
            </p:extLst>
          </p:nvPr>
        </p:nvGraphicFramePr>
        <p:xfrm>
          <a:off x="6801420" y="462831"/>
          <a:ext cx="1800225" cy="5968366"/>
        </p:xfrm>
        <a:graphic>
          <a:graphicData uri="http://schemas.openxmlformats.org/drawingml/2006/table">
            <a:tbl>
              <a:tblPr/>
              <a:tblGrid>
                <a:gridCol w="341313">
                  <a:extLst>
                    <a:ext uri="{9D8B030D-6E8A-4147-A177-3AD203B41FA5}">
                      <a16:colId xmlns:a16="http://schemas.microsoft.com/office/drawing/2014/main" val="20000"/>
                    </a:ext>
                  </a:extLst>
                </a:gridCol>
                <a:gridCol w="1458912">
                  <a:extLst>
                    <a:ext uri="{9D8B030D-6E8A-4147-A177-3AD203B41FA5}">
                      <a16:colId xmlns:a16="http://schemas.microsoft.com/office/drawing/2014/main" val="20001"/>
                    </a:ext>
                  </a:extLst>
                </a:gridCol>
              </a:tblGrid>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cap="flat">
                      <a:noFill/>
                    </a:lnL>
                    <a:lnR w="38100" cap="flat" cmpd="sng" algn="ctr">
                      <a:solidFill>
                        <a:srgbClr val="006600"/>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D6368"/>
                        </a:gs>
                        <a:gs pos="50000">
                          <a:srgbClr val="BAA1B9"/>
                        </a:gs>
                        <a:gs pos="100000">
                          <a:srgbClr val="BD6368"/>
                        </a:gs>
                      </a:gsLst>
                      <a:lin ang="5400000" scaled="1"/>
                    </a:gradFill>
                  </a:tcPr>
                </a:tc>
                <a:extLst>
                  <a:ext uri="{0D108BD9-81ED-4DB2-BD59-A6C34878D82A}">
                    <a16:rowId xmlns:a16="http://schemas.microsoft.com/office/drawing/2014/main" val="10000"/>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CFCFD1"/>
                      </a:fgClr>
                      <a:bgClr>
                        <a:schemeClr val="folHlink"/>
                      </a:bgClr>
                    </a:pattFill>
                  </a:tcPr>
                </a:tc>
                <a:extLst>
                  <a:ext uri="{0D108BD9-81ED-4DB2-BD59-A6C34878D82A}">
                    <a16:rowId xmlns:a16="http://schemas.microsoft.com/office/drawing/2014/main" val="10001"/>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CFCFD1"/>
                      </a:fgClr>
                      <a:bgClr>
                        <a:schemeClr val="folHlink"/>
                      </a:bgClr>
                    </a:pattFill>
                  </a:tcPr>
                </a:tc>
                <a:extLst>
                  <a:ext uri="{0D108BD9-81ED-4DB2-BD59-A6C34878D82A}">
                    <a16:rowId xmlns:a16="http://schemas.microsoft.com/office/drawing/2014/main" val="10002"/>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3</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CFCFD1"/>
                      </a:fgClr>
                      <a:bgClr>
                        <a:schemeClr val="folHlink"/>
                      </a:bgClr>
                    </a:pattFill>
                  </a:tcPr>
                </a:tc>
                <a:extLst>
                  <a:ext uri="{0D108BD9-81ED-4DB2-BD59-A6C34878D82A}">
                    <a16:rowId xmlns:a16="http://schemas.microsoft.com/office/drawing/2014/main" val="10003"/>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4</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CFCFD1"/>
                      </a:fgClr>
                      <a:bgClr>
                        <a:schemeClr val="folHlink"/>
                      </a:bgClr>
                    </a:pattFill>
                  </a:tcPr>
                </a:tc>
                <a:extLst>
                  <a:ext uri="{0D108BD9-81ED-4DB2-BD59-A6C34878D82A}">
                    <a16:rowId xmlns:a16="http://schemas.microsoft.com/office/drawing/2014/main" val="10004"/>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5</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CFCFD1"/>
                      </a:fgClr>
                      <a:bgClr>
                        <a:schemeClr val="folHlink"/>
                      </a:bgClr>
                    </a:pattFill>
                  </a:tcPr>
                </a:tc>
                <a:extLst>
                  <a:ext uri="{0D108BD9-81ED-4DB2-BD59-A6C34878D82A}">
                    <a16:rowId xmlns:a16="http://schemas.microsoft.com/office/drawing/2014/main" val="10005"/>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6</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CFCFD1"/>
                      </a:fgClr>
                      <a:bgClr>
                        <a:schemeClr val="folHlink"/>
                      </a:bgClr>
                    </a:pattFill>
                  </a:tcPr>
                </a:tc>
                <a:extLst>
                  <a:ext uri="{0D108BD9-81ED-4DB2-BD59-A6C34878D82A}">
                    <a16:rowId xmlns:a16="http://schemas.microsoft.com/office/drawing/2014/main" val="10006"/>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7</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CFCFD1"/>
                      </a:fgClr>
                      <a:bgClr>
                        <a:schemeClr val="folHlink"/>
                      </a:bgClr>
                    </a:pattFill>
                  </a:tcPr>
                </a:tc>
                <a:extLst>
                  <a:ext uri="{0D108BD9-81ED-4DB2-BD59-A6C34878D82A}">
                    <a16:rowId xmlns:a16="http://schemas.microsoft.com/office/drawing/2014/main" val="10007"/>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8</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8"/>
                  </a:ext>
                </a:extLst>
              </a:tr>
              <a:tr h="261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9</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09"/>
                  </a:ext>
                </a:extLst>
              </a:tr>
              <a:tr h="3063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10</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10"/>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11</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11"/>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12</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12"/>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13</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13"/>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14</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14"/>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15</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50000">
                          <a:srgbClr val="DDFAED"/>
                        </a:gs>
                        <a:gs pos="100000">
                          <a:srgbClr val="BEDFC4"/>
                        </a:gs>
                      </a:gsLst>
                      <a:lin ang="5400000" scaled="1"/>
                    </a:gradFill>
                  </a:tcPr>
                </a:tc>
                <a:extLst>
                  <a:ext uri="{0D108BD9-81ED-4DB2-BD59-A6C34878D82A}">
                    <a16:rowId xmlns:a16="http://schemas.microsoft.com/office/drawing/2014/main" val="10015"/>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16</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21000">
                          <a:srgbClr val="F0E5B7"/>
                        </a:gs>
                        <a:gs pos="50000">
                          <a:schemeClr val="bg1">
                            <a:lumMod val="95000"/>
                          </a:schemeClr>
                        </a:gs>
                        <a:gs pos="80000">
                          <a:srgbClr val="F0E5B7"/>
                        </a:gs>
                      </a:gsLst>
                      <a:lin ang="5400000" scaled="1"/>
                    </a:gradFill>
                  </a:tcPr>
                </a:tc>
                <a:extLst>
                  <a:ext uri="{0D108BD9-81ED-4DB2-BD59-A6C34878D82A}">
                    <a16:rowId xmlns:a16="http://schemas.microsoft.com/office/drawing/2014/main" val="10016"/>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17</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21000">
                          <a:srgbClr val="F0E5B7"/>
                        </a:gs>
                        <a:gs pos="50000">
                          <a:schemeClr val="bg1">
                            <a:lumMod val="95000"/>
                          </a:schemeClr>
                        </a:gs>
                        <a:gs pos="80000">
                          <a:srgbClr val="F0E5B7"/>
                        </a:gs>
                      </a:gsLst>
                      <a:lin ang="5400000" scaled="1"/>
                    </a:gradFill>
                  </a:tcPr>
                </a:tc>
                <a:extLst>
                  <a:ext uri="{0D108BD9-81ED-4DB2-BD59-A6C34878D82A}">
                    <a16:rowId xmlns:a16="http://schemas.microsoft.com/office/drawing/2014/main" val="10017"/>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18</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21000">
                          <a:srgbClr val="F0E5B7"/>
                        </a:gs>
                        <a:gs pos="50000">
                          <a:schemeClr val="bg1">
                            <a:lumMod val="95000"/>
                          </a:schemeClr>
                        </a:gs>
                        <a:gs pos="80000">
                          <a:srgbClr val="F0E5B7"/>
                        </a:gs>
                      </a:gsLst>
                      <a:lin ang="5400000" scaled="1"/>
                    </a:gradFill>
                  </a:tcPr>
                </a:tc>
                <a:extLst>
                  <a:ext uri="{0D108BD9-81ED-4DB2-BD59-A6C34878D82A}">
                    <a16:rowId xmlns:a16="http://schemas.microsoft.com/office/drawing/2014/main" val="10018"/>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19</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21000">
                          <a:srgbClr val="F0E5B7"/>
                        </a:gs>
                        <a:gs pos="50000">
                          <a:schemeClr val="bg1">
                            <a:lumMod val="95000"/>
                          </a:schemeClr>
                        </a:gs>
                        <a:gs pos="80000">
                          <a:srgbClr val="F0E5B7"/>
                        </a:gs>
                      </a:gsLst>
                      <a:lin ang="5400000" scaled="1"/>
                    </a:gradFill>
                  </a:tcPr>
                </a:tc>
                <a:extLst>
                  <a:ext uri="{0D108BD9-81ED-4DB2-BD59-A6C34878D82A}">
                    <a16:rowId xmlns:a16="http://schemas.microsoft.com/office/drawing/2014/main" val="10019"/>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20</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BAA1B9"/>
                      </a:fgClr>
                      <a:bgClr>
                        <a:schemeClr val="folHlink"/>
                      </a:bgClr>
                    </a:pattFill>
                  </a:tcPr>
                </a:tc>
                <a:extLst>
                  <a:ext uri="{0D108BD9-81ED-4DB2-BD59-A6C34878D82A}">
                    <a16:rowId xmlns:a16="http://schemas.microsoft.com/office/drawing/2014/main" val="10020"/>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21</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BAA1B9"/>
                      </a:fgClr>
                      <a:bgClr>
                        <a:schemeClr val="folHlink"/>
                      </a:bgClr>
                    </a:pattFill>
                  </a:tcPr>
                </a:tc>
                <a:extLst>
                  <a:ext uri="{0D108BD9-81ED-4DB2-BD59-A6C34878D82A}">
                    <a16:rowId xmlns:a16="http://schemas.microsoft.com/office/drawing/2014/main" val="10021"/>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22</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BAA1B9"/>
                      </a:fgClr>
                      <a:bgClr>
                        <a:schemeClr val="folHlink"/>
                      </a:bgClr>
                    </a:pattFill>
                  </a:tcPr>
                </a:tc>
                <a:extLst>
                  <a:ext uri="{0D108BD9-81ED-4DB2-BD59-A6C34878D82A}">
                    <a16:rowId xmlns:a16="http://schemas.microsoft.com/office/drawing/2014/main" val="10022"/>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23</a:t>
                      </a:r>
                    </a:p>
                  </a:txBody>
                  <a:tcPr horzOverflow="overflow">
                    <a:lnL cap="flat">
                      <a:noFill/>
                    </a:lnL>
                    <a:lnR w="38100" cap="flat" cmpd="sng" algn="ctr">
                      <a:solidFill>
                        <a:srgbClr val="0066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pattFill prst="dkUpDiag">
                      <a:fgClr>
                        <a:srgbClr val="BAA1B9"/>
                      </a:fgClr>
                      <a:bgClr>
                        <a:schemeClr val="folHlink"/>
                      </a:bgClr>
                    </a:pattFill>
                  </a:tcPr>
                </a:tc>
                <a:extLst>
                  <a:ext uri="{0D108BD9-81ED-4DB2-BD59-A6C34878D82A}">
                    <a16:rowId xmlns:a16="http://schemas.microsoft.com/office/drawing/2014/main" val="10023"/>
                  </a:ext>
                </a:extLst>
              </a:tr>
            </a:tbl>
          </a:graphicData>
        </a:graphic>
      </p:graphicFrame>
      <p:sp>
        <p:nvSpPr>
          <p:cNvPr id="1179765" name="AutoShape 117"/>
          <p:cNvSpPr>
            <a:spLocks noChangeArrowheads="1"/>
          </p:cNvSpPr>
          <p:nvPr/>
        </p:nvSpPr>
        <p:spPr bwMode="auto">
          <a:xfrm>
            <a:off x="7145908" y="6423894"/>
            <a:ext cx="1455737" cy="406400"/>
          </a:xfrm>
          <a:prstGeom prst="foldedCorner">
            <a:avLst>
              <a:gd name="adj" fmla="val 50000"/>
            </a:avLst>
          </a:prstGeom>
          <a:noFill/>
          <a:ln w="38100">
            <a:solidFill>
              <a:srgbClr val="008000"/>
            </a:solidFill>
            <a:round/>
            <a:headEnd/>
            <a:tailEnd/>
          </a:ln>
          <a:effectLst/>
        </p:spPr>
        <p:txBody>
          <a:bodyPr wrap="none" anchor="ctr"/>
          <a:lstStyle/>
          <a:p>
            <a:endParaRPr lang="zh-CN" altLang="en-US"/>
          </a:p>
        </p:txBody>
      </p:sp>
      <p:grpSp>
        <p:nvGrpSpPr>
          <p:cNvPr id="1179924" name="Group 276"/>
          <p:cNvGrpSpPr>
            <a:grpSpLocks/>
          </p:cNvGrpSpPr>
          <p:nvPr/>
        </p:nvGrpSpPr>
        <p:grpSpPr bwMode="auto">
          <a:xfrm>
            <a:off x="8660383" y="2464670"/>
            <a:ext cx="2116137" cy="1971675"/>
            <a:chOff x="4541" y="1471"/>
            <a:chExt cx="1333" cy="1242"/>
          </a:xfrm>
        </p:grpSpPr>
        <p:sp>
          <p:nvSpPr>
            <p:cNvPr id="1179912" name="AutoShape 264"/>
            <p:cNvSpPr>
              <a:spLocks/>
            </p:cNvSpPr>
            <p:nvPr/>
          </p:nvSpPr>
          <p:spPr bwMode="auto">
            <a:xfrm>
              <a:off x="4541" y="1471"/>
              <a:ext cx="163" cy="1242"/>
            </a:xfrm>
            <a:prstGeom prst="rightBrace">
              <a:avLst>
                <a:gd name="adj1" fmla="val 63497"/>
                <a:gd name="adj2" fmla="val 50000"/>
              </a:avLst>
            </a:prstGeom>
            <a:noFill/>
            <a:ln w="31750">
              <a:solidFill>
                <a:srgbClr val="002060"/>
              </a:solidFill>
              <a:round/>
              <a:headEnd/>
              <a:tailEnd/>
            </a:ln>
            <a:effectLst>
              <a:outerShdw dist="35921" dir="2700000" algn="ctr" rotWithShape="0">
                <a:schemeClr val="bg2"/>
              </a:outerShdw>
            </a:effectLst>
          </p:spPr>
          <p:txBody>
            <a:bodyPr wrap="none" anchor="ctr"/>
            <a:lstStyle/>
            <a:p>
              <a:endParaRPr lang="zh-CN" altLang="en-US" dirty="0"/>
            </a:p>
          </p:txBody>
        </p:sp>
        <p:sp>
          <p:nvSpPr>
            <p:cNvPr id="1179913" name="Rectangle 265"/>
            <p:cNvSpPr>
              <a:spLocks noChangeArrowheads="1"/>
            </p:cNvSpPr>
            <p:nvPr/>
          </p:nvSpPr>
          <p:spPr bwMode="auto">
            <a:xfrm>
              <a:off x="4671" y="1933"/>
              <a:ext cx="1203" cy="288"/>
            </a:xfrm>
            <a:prstGeom prst="rect">
              <a:avLst/>
            </a:prstGeom>
            <a:noFill/>
            <a:ln w="9525">
              <a:noFill/>
              <a:miter lim="800000"/>
              <a:headEnd/>
              <a:tailEnd/>
            </a:ln>
            <a:effectLst/>
          </p:spPr>
          <p:txBody>
            <a:bodyPr anchor="ctr">
              <a:spAutoFit/>
            </a:bodyPr>
            <a:lstStyle/>
            <a:p>
              <a:pPr algn="ctr"/>
              <a:r>
                <a:rPr lang="en-US" altLang="zh-CN" b="1" dirty="0" err="1"/>
                <a:t>b.x</a:t>
              </a:r>
              <a:r>
                <a:rPr lang="zh-CN" altLang="en-US" sz="2000" b="1" dirty="0">
                  <a:solidFill>
                    <a:srgbClr val="C00000"/>
                  </a:solidFill>
                </a:rPr>
                <a:t>（</a:t>
              </a:r>
              <a:r>
                <a:rPr lang="en-US" altLang="zh-CN" sz="2000" b="1" dirty="0">
                  <a:solidFill>
                    <a:srgbClr val="C00000"/>
                  </a:solidFill>
                </a:rPr>
                <a:t>8 byte</a:t>
              </a:r>
              <a:r>
                <a:rPr lang="zh-CN" altLang="en-US" sz="2000" b="1" dirty="0">
                  <a:solidFill>
                    <a:srgbClr val="C00000"/>
                  </a:solidFill>
                </a:rPr>
                <a:t>）</a:t>
              </a:r>
            </a:p>
          </p:txBody>
        </p:sp>
      </p:grpSp>
      <p:grpSp>
        <p:nvGrpSpPr>
          <p:cNvPr id="1179923" name="Group 275"/>
          <p:cNvGrpSpPr>
            <a:grpSpLocks/>
          </p:cNvGrpSpPr>
          <p:nvPr/>
        </p:nvGrpSpPr>
        <p:grpSpPr bwMode="auto">
          <a:xfrm>
            <a:off x="8647682" y="735881"/>
            <a:ext cx="1479550" cy="1684338"/>
            <a:chOff x="4533" y="382"/>
            <a:chExt cx="932" cy="1061"/>
          </a:xfrm>
        </p:grpSpPr>
        <p:sp>
          <p:nvSpPr>
            <p:cNvPr id="1179914" name="AutoShape 266"/>
            <p:cNvSpPr>
              <a:spLocks/>
            </p:cNvSpPr>
            <p:nvPr/>
          </p:nvSpPr>
          <p:spPr bwMode="auto">
            <a:xfrm>
              <a:off x="4533" y="382"/>
              <a:ext cx="143" cy="1061"/>
            </a:xfrm>
            <a:prstGeom prst="rightBrace">
              <a:avLst>
                <a:gd name="adj1" fmla="val 61830"/>
                <a:gd name="adj2" fmla="val 50000"/>
              </a:avLst>
            </a:prstGeom>
            <a:noFill/>
            <a:ln w="3175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79915" name="Rectangle 267"/>
            <p:cNvSpPr>
              <a:spLocks noChangeArrowheads="1"/>
            </p:cNvSpPr>
            <p:nvPr/>
          </p:nvSpPr>
          <p:spPr bwMode="auto">
            <a:xfrm>
              <a:off x="4604" y="694"/>
              <a:ext cx="861" cy="423"/>
            </a:xfrm>
            <a:prstGeom prst="rect">
              <a:avLst/>
            </a:prstGeom>
            <a:noFill/>
            <a:ln w="9525">
              <a:noFill/>
              <a:miter lim="800000"/>
              <a:headEnd/>
              <a:tailEnd/>
            </a:ln>
            <a:effectLst/>
          </p:spPr>
          <p:txBody>
            <a:bodyPr anchor="ctr">
              <a:spAutoFit/>
            </a:bodyPr>
            <a:lstStyle/>
            <a:p>
              <a:pPr algn="ctr"/>
              <a:r>
                <a:rPr lang="zh-CN" altLang="en-US" sz="1800" b="1" dirty="0">
                  <a:solidFill>
                    <a:srgbClr val="002060"/>
                  </a:solidFill>
                  <a:latin typeface="+mn-lt"/>
                  <a:ea typeface="楷体" pitchFamily="49" charset="-122"/>
                </a:rPr>
                <a:t>自动填充</a:t>
              </a:r>
            </a:p>
            <a:p>
              <a:pPr algn="ctr"/>
              <a:r>
                <a:rPr lang="zh-CN" altLang="en-US" sz="2000" b="1" dirty="0">
                  <a:solidFill>
                    <a:srgbClr val="C00000"/>
                  </a:solidFill>
                </a:rPr>
                <a:t>（</a:t>
              </a:r>
              <a:r>
                <a:rPr lang="en-US" altLang="zh-CN" sz="2000" b="1" dirty="0">
                  <a:solidFill>
                    <a:srgbClr val="C00000"/>
                  </a:solidFill>
                </a:rPr>
                <a:t>7 byte</a:t>
              </a:r>
              <a:r>
                <a:rPr lang="zh-CN" altLang="en-US" sz="2000" b="1" dirty="0">
                  <a:solidFill>
                    <a:srgbClr val="C00000"/>
                  </a:solidFill>
                </a:rPr>
                <a:t>）</a:t>
              </a:r>
            </a:p>
          </p:txBody>
        </p:sp>
      </p:grpSp>
      <p:grpSp>
        <p:nvGrpSpPr>
          <p:cNvPr id="1179922" name="Group 274"/>
          <p:cNvGrpSpPr>
            <a:grpSpLocks/>
          </p:cNvGrpSpPr>
          <p:nvPr/>
        </p:nvGrpSpPr>
        <p:grpSpPr bwMode="auto">
          <a:xfrm>
            <a:off x="8644506" y="335831"/>
            <a:ext cx="2054224" cy="457200"/>
            <a:chOff x="4531" y="130"/>
            <a:chExt cx="1294" cy="288"/>
          </a:xfrm>
        </p:grpSpPr>
        <p:sp>
          <p:nvSpPr>
            <p:cNvPr id="1179916" name="AutoShape 268"/>
            <p:cNvSpPr>
              <a:spLocks/>
            </p:cNvSpPr>
            <p:nvPr/>
          </p:nvSpPr>
          <p:spPr bwMode="auto">
            <a:xfrm>
              <a:off x="4531" y="220"/>
              <a:ext cx="109" cy="126"/>
            </a:xfrm>
            <a:prstGeom prst="rightBrace">
              <a:avLst>
                <a:gd name="adj1" fmla="val 9633"/>
                <a:gd name="adj2" fmla="val 50000"/>
              </a:avLst>
            </a:prstGeom>
            <a:noFill/>
            <a:ln w="3175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79917" name="Rectangle 269"/>
            <p:cNvSpPr>
              <a:spLocks noChangeArrowheads="1"/>
            </p:cNvSpPr>
            <p:nvPr/>
          </p:nvSpPr>
          <p:spPr bwMode="auto">
            <a:xfrm>
              <a:off x="4622" y="130"/>
              <a:ext cx="1203" cy="288"/>
            </a:xfrm>
            <a:prstGeom prst="rect">
              <a:avLst/>
            </a:prstGeom>
            <a:noFill/>
            <a:ln w="9525">
              <a:noFill/>
              <a:miter lim="800000"/>
              <a:headEnd/>
              <a:tailEnd/>
            </a:ln>
            <a:effectLst/>
          </p:spPr>
          <p:txBody>
            <a:bodyPr anchor="ctr">
              <a:spAutoFit/>
            </a:bodyPr>
            <a:lstStyle/>
            <a:p>
              <a:pPr algn="ctr"/>
              <a:r>
                <a:rPr lang="en-US" altLang="zh-CN" b="1" dirty="0" err="1"/>
                <a:t>b.y</a:t>
              </a:r>
              <a:r>
                <a:rPr lang="zh-CN" altLang="en-US" sz="2000" b="1" dirty="0">
                  <a:solidFill>
                    <a:schemeClr val="bg1"/>
                  </a:solidFill>
                </a:rPr>
                <a:t>（</a:t>
              </a:r>
              <a:r>
                <a:rPr lang="en-US" altLang="zh-CN" sz="2000" b="1" dirty="0">
                  <a:solidFill>
                    <a:schemeClr val="bg1"/>
                  </a:solidFill>
                </a:rPr>
                <a:t>1 byte</a:t>
              </a:r>
              <a:r>
                <a:rPr lang="zh-CN" altLang="en-US" sz="2000" b="1" dirty="0">
                  <a:solidFill>
                    <a:schemeClr val="bg1"/>
                  </a:solidFill>
                </a:rPr>
                <a:t>）</a:t>
              </a:r>
            </a:p>
          </p:txBody>
        </p:sp>
      </p:grpSp>
      <p:grpSp>
        <p:nvGrpSpPr>
          <p:cNvPr id="1179925" name="Group 277"/>
          <p:cNvGrpSpPr>
            <a:grpSpLocks/>
          </p:cNvGrpSpPr>
          <p:nvPr/>
        </p:nvGrpSpPr>
        <p:grpSpPr bwMode="auto">
          <a:xfrm>
            <a:off x="8687370" y="4495081"/>
            <a:ext cx="2054225" cy="935038"/>
            <a:chOff x="4558" y="2750"/>
            <a:chExt cx="1294" cy="589"/>
          </a:xfrm>
        </p:grpSpPr>
        <p:sp>
          <p:nvSpPr>
            <p:cNvPr id="1179918" name="AutoShape 270"/>
            <p:cNvSpPr>
              <a:spLocks/>
            </p:cNvSpPr>
            <p:nvPr/>
          </p:nvSpPr>
          <p:spPr bwMode="auto">
            <a:xfrm>
              <a:off x="4558" y="2750"/>
              <a:ext cx="136" cy="589"/>
            </a:xfrm>
            <a:prstGeom prst="rightBrace">
              <a:avLst>
                <a:gd name="adj1" fmla="val 36091"/>
                <a:gd name="adj2" fmla="val 50000"/>
              </a:avLst>
            </a:prstGeom>
            <a:noFill/>
            <a:ln w="31750">
              <a:solidFill>
                <a:srgbClr val="002060"/>
              </a:solidFill>
              <a:round/>
              <a:headEnd/>
              <a:tailEnd/>
            </a:ln>
            <a:effectLst>
              <a:outerShdw dist="35921" dir="2700000" algn="ctr" rotWithShape="0">
                <a:schemeClr val="bg2"/>
              </a:outerShdw>
            </a:effectLst>
          </p:spPr>
          <p:txBody>
            <a:bodyPr wrap="none" anchor="ctr"/>
            <a:lstStyle/>
            <a:p>
              <a:endParaRPr lang="zh-CN" altLang="en-US" dirty="0"/>
            </a:p>
          </p:txBody>
        </p:sp>
        <p:sp>
          <p:nvSpPr>
            <p:cNvPr id="1179919" name="Rectangle 271"/>
            <p:cNvSpPr>
              <a:spLocks noChangeArrowheads="1"/>
            </p:cNvSpPr>
            <p:nvPr/>
          </p:nvSpPr>
          <p:spPr bwMode="auto">
            <a:xfrm>
              <a:off x="4649" y="2879"/>
              <a:ext cx="1203" cy="288"/>
            </a:xfrm>
            <a:prstGeom prst="rect">
              <a:avLst/>
            </a:prstGeom>
            <a:noFill/>
            <a:ln w="9525">
              <a:noFill/>
              <a:miter lim="800000"/>
              <a:headEnd/>
              <a:tailEnd/>
            </a:ln>
            <a:effectLst/>
          </p:spPr>
          <p:txBody>
            <a:bodyPr anchor="ctr">
              <a:spAutoFit/>
            </a:bodyPr>
            <a:lstStyle/>
            <a:p>
              <a:pPr algn="ctr"/>
              <a:r>
                <a:rPr lang="en-US" altLang="zh-CN" b="1" dirty="0" err="1"/>
                <a:t>b.z</a:t>
              </a:r>
              <a:r>
                <a:rPr lang="zh-CN" altLang="en-US" sz="2000" b="1" dirty="0">
                  <a:solidFill>
                    <a:srgbClr val="C00000"/>
                  </a:solidFill>
                </a:rPr>
                <a:t>（</a:t>
              </a:r>
              <a:r>
                <a:rPr lang="en-US" altLang="zh-CN" sz="2000" b="1" dirty="0">
                  <a:solidFill>
                    <a:srgbClr val="C00000"/>
                  </a:solidFill>
                </a:rPr>
                <a:t>4 byte</a:t>
              </a:r>
              <a:r>
                <a:rPr lang="zh-CN" altLang="en-US" sz="2000" b="1" dirty="0">
                  <a:solidFill>
                    <a:srgbClr val="C00000"/>
                  </a:solidFill>
                </a:rPr>
                <a:t>）</a:t>
              </a:r>
            </a:p>
          </p:txBody>
        </p:sp>
      </p:grpSp>
      <p:grpSp>
        <p:nvGrpSpPr>
          <p:cNvPr id="1179926" name="Group 278"/>
          <p:cNvGrpSpPr>
            <a:grpSpLocks/>
          </p:cNvGrpSpPr>
          <p:nvPr/>
        </p:nvGrpSpPr>
        <p:grpSpPr bwMode="auto">
          <a:xfrm>
            <a:off x="8687370" y="5460281"/>
            <a:ext cx="1439863" cy="935038"/>
            <a:chOff x="4558" y="3358"/>
            <a:chExt cx="907" cy="589"/>
          </a:xfrm>
        </p:grpSpPr>
        <p:sp>
          <p:nvSpPr>
            <p:cNvPr id="1179920" name="AutoShape 272"/>
            <p:cNvSpPr>
              <a:spLocks/>
            </p:cNvSpPr>
            <p:nvPr/>
          </p:nvSpPr>
          <p:spPr bwMode="auto">
            <a:xfrm>
              <a:off x="4558" y="3358"/>
              <a:ext cx="136" cy="589"/>
            </a:xfrm>
            <a:prstGeom prst="rightBrace">
              <a:avLst>
                <a:gd name="adj1" fmla="val 36091"/>
                <a:gd name="adj2" fmla="val 50000"/>
              </a:avLst>
            </a:prstGeom>
            <a:noFill/>
            <a:ln w="3175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79921" name="Rectangle 273"/>
            <p:cNvSpPr>
              <a:spLocks noChangeArrowheads="1"/>
            </p:cNvSpPr>
            <p:nvPr/>
          </p:nvSpPr>
          <p:spPr bwMode="auto">
            <a:xfrm>
              <a:off x="4604" y="3442"/>
              <a:ext cx="861" cy="423"/>
            </a:xfrm>
            <a:prstGeom prst="rect">
              <a:avLst/>
            </a:prstGeom>
            <a:noFill/>
            <a:ln w="9525">
              <a:noFill/>
              <a:miter lim="800000"/>
              <a:headEnd/>
              <a:tailEnd/>
            </a:ln>
            <a:effectLst/>
          </p:spPr>
          <p:txBody>
            <a:bodyPr anchor="ctr">
              <a:spAutoFit/>
            </a:bodyPr>
            <a:lstStyle/>
            <a:p>
              <a:pPr algn="ctr"/>
              <a:r>
                <a:rPr lang="zh-CN" altLang="en-US" sz="1800" b="1" dirty="0">
                  <a:solidFill>
                    <a:srgbClr val="002060"/>
                  </a:solidFill>
                  <a:latin typeface="+mn-lt"/>
                  <a:ea typeface="楷体" pitchFamily="49" charset="-122"/>
                </a:rPr>
                <a:t>自动填充</a:t>
              </a:r>
            </a:p>
            <a:p>
              <a:pPr algn="ctr"/>
              <a:r>
                <a:rPr lang="zh-CN" altLang="en-US" sz="2000" b="1" dirty="0">
                  <a:solidFill>
                    <a:srgbClr val="C00000"/>
                  </a:solidFill>
                </a:rPr>
                <a:t>（</a:t>
              </a:r>
              <a:r>
                <a:rPr lang="en-US" altLang="zh-CN" sz="2000" b="1" dirty="0">
                  <a:solidFill>
                    <a:srgbClr val="C00000"/>
                  </a:solidFill>
                </a:rPr>
                <a:t>4 byte</a:t>
              </a:r>
              <a:r>
                <a:rPr lang="zh-CN" altLang="en-US" sz="2000" b="1" dirty="0">
                  <a:solidFill>
                    <a:srgbClr val="C00000"/>
                  </a:solidFill>
                </a:rPr>
                <a:t>）</a:t>
              </a:r>
            </a:p>
          </p:txBody>
        </p:sp>
      </p:grpSp>
      <p:grpSp>
        <p:nvGrpSpPr>
          <p:cNvPr id="1179930" name="Group 282"/>
          <p:cNvGrpSpPr>
            <a:grpSpLocks/>
          </p:cNvGrpSpPr>
          <p:nvPr/>
        </p:nvGrpSpPr>
        <p:grpSpPr bwMode="auto">
          <a:xfrm>
            <a:off x="4742433" y="534270"/>
            <a:ext cx="2001837" cy="5832475"/>
            <a:chOff x="2073" y="255"/>
            <a:chExt cx="1261" cy="3674"/>
          </a:xfrm>
        </p:grpSpPr>
        <p:sp>
          <p:nvSpPr>
            <p:cNvPr id="1179928" name="AutoShape 280"/>
            <p:cNvSpPr>
              <a:spLocks/>
            </p:cNvSpPr>
            <p:nvPr/>
          </p:nvSpPr>
          <p:spPr bwMode="auto">
            <a:xfrm>
              <a:off x="3086" y="255"/>
              <a:ext cx="248" cy="3674"/>
            </a:xfrm>
            <a:prstGeom prst="leftBrace">
              <a:avLst>
                <a:gd name="adj1" fmla="val 123454"/>
                <a:gd name="adj2" fmla="val 50000"/>
              </a:avLst>
            </a:prstGeom>
            <a:noFill/>
            <a:ln w="31750">
              <a:solidFill>
                <a:srgbClr val="C00000"/>
              </a:solidFill>
              <a:round/>
              <a:headEnd/>
              <a:tailEnd/>
            </a:ln>
            <a:effectLst>
              <a:outerShdw dist="35921" dir="2700000" algn="ctr" rotWithShape="0">
                <a:schemeClr val="bg2"/>
              </a:outerShdw>
            </a:effectLst>
          </p:spPr>
          <p:txBody>
            <a:bodyPr wrap="none" anchor="ctr"/>
            <a:lstStyle/>
            <a:p>
              <a:endParaRPr lang="zh-CN" altLang="en-US"/>
            </a:p>
          </p:txBody>
        </p:sp>
        <p:sp>
          <p:nvSpPr>
            <p:cNvPr id="1179929" name="Rectangle 281"/>
            <p:cNvSpPr>
              <a:spLocks noChangeArrowheads="1"/>
            </p:cNvSpPr>
            <p:nvPr/>
          </p:nvSpPr>
          <p:spPr bwMode="auto">
            <a:xfrm>
              <a:off x="2073" y="1939"/>
              <a:ext cx="1123" cy="288"/>
            </a:xfrm>
            <a:prstGeom prst="rect">
              <a:avLst/>
            </a:prstGeom>
            <a:noFill/>
            <a:ln w="9525">
              <a:noFill/>
              <a:miter lim="800000"/>
              <a:headEnd/>
              <a:tailEnd/>
            </a:ln>
            <a:effectLst/>
          </p:spPr>
          <p:txBody>
            <a:bodyPr anchor="ctr">
              <a:spAutoFit/>
            </a:bodyPr>
            <a:lstStyle/>
            <a:p>
              <a:pPr algn="ctr"/>
              <a:r>
                <a:rPr lang="en-US" altLang="zh-CN" b="1" dirty="0"/>
                <a:t>b</a:t>
              </a:r>
              <a:r>
                <a:rPr lang="zh-CN" altLang="en-US" sz="2000" b="1" dirty="0">
                  <a:solidFill>
                    <a:srgbClr val="C00000"/>
                  </a:solidFill>
                </a:rPr>
                <a:t>（</a:t>
              </a:r>
              <a:r>
                <a:rPr lang="en-US" altLang="zh-CN" sz="2000" b="1" dirty="0">
                  <a:solidFill>
                    <a:srgbClr val="C00000"/>
                  </a:solidFill>
                </a:rPr>
                <a:t>24 byte</a:t>
              </a:r>
              <a:r>
                <a:rPr lang="zh-CN" altLang="en-US" sz="2000" b="1" dirty="0">
                  <a:solidFill>
                    <a:srgbClr val="C00000"/>
                  </a:solidFill>
                </a:rPr>
                <a:t>）</a:t>
              </a:r>
            </a:p>
          </p:txBody>
        </p:sp>
      </p:grpSp>
      <p:grpSp>
        <p:nvGrpSpPr>
          <p:cNvPr id="1179939" name="Group 291"/>
          <p:cNvGrpSpPr>
            <a:grpSpLocks/>
          </p:cNvGrpSpPr>
          <p:nvPr/>
        </p:nvGrpSpPr>
        <p:grpSpPr bwMode="auto">
          <a:xfrm>
            <a:off x="4166170" y="462831"/>
            <a:ext cx="2879725" cy="1468438"/>
            <a:chOff x="1710" y="210"/>
            <a:chExt cx="1814" cy="925"/>
          </a:xfrm>
          <a:effectLst>
            <a:outerShdw blurRad="50800" dist="38100" dir="2700000" algn="tl" rotWithShape="0">
              <a:prstClr val="black">
                <a:alpha val="40000"/>
              </a:prstClr>
            </a:outerShdw>
          </a:effectLst>
        </p:grpSpPr>
        <p:sp>
          <p:nvSpPr>
            <p:cNvPr id="1179932" name="Oval 284"/>
            <p:cNvSpPr>
              <a:spLocks noChangeArrowheads="1"/>
            </p:cNvSpPr>
            <p:nvPr/>
          </p:nvSpPr>
          <p:spPr bwMode="auto">
            <a:xfrm>
              <a:off x="3360" y="210"/>
              <a:ext cx="164" cy="145"/>
            </a:xfrm>
            <a:prstGeom prst="ellipse">
              <a:avLst/>
            </a:prstGeom>
            <a:noFill/>
            <a:ln w="28575">
              <a:solidFill>
                <a:srgbClr val="C00000"/>
              </a:solidFill>
              <a:round/>
              <a:headEnd/>
              <a:tailEnd/>
            </a:ln>
            <a:effectLst/>
          </p:spPr>
          <p:txBody>
            <a:bodyPr wrap="none" anchor="ctr"/>
            <a:lstStyle/>
            <a:p>
              <a:endParaRPr lang="zh-CN" altLang="en-US">
                <a:latin typeface="+mn-lt"/>
                <a:ea typeface="楷体" pitchFamily="49" charset="-122"/>
              </a:endParaRPr>
            </a:p>
          </p:txBody>
        </p:sp>
        <p:sp>
          <p:nvSpPr>
            <p:cNvPr id="1179933" name="AutoShape 285"/>
            <p:cNvSpPr>
              <a:spLocks/>
            </p:cNvSpPr>
            <p:nvPr/>
          </p:nvSpPr>
          <p:spPr bwMode="auto">
            <a:xfrm>
              <a:off x="1710" y="654"/>
              <a:ext cx="1315" cy="481"/>
            </a:xfrm>
            <a:prstGeom prst="borderCallout2">
              <a:avLst>
                <a:gd name="adj1" fmla="val 14968"/>
                <a:gd name="adj2" fmla="val 103648"/>
                <a:gd name="adj3" fmla="val 14968"/>
                <a:gd name="adj4" fmla="val 116046"/>
                <a:gd name="adj5" fmla="val -60292"/>
                <a:gd name="adj6" fmla="val 128440"/>
              </a:avLst>
            </a:prstGeom>
            <a:gradFill rotWithShape="1">
              <a:gsLst>
                <a:gs pos="0">
                  <a:srgbClr val="CFCFD1"/>
                </a:gs>
                <a:gs pos="100000">
                  <a:schemeClr val="bg1"/>
                </a:gs>
              </a:gsLst>
              <a:lin ang="5400000" scaled="1"/>
            </a:gradFill>
            <a:ln w="12700">
              <a:solidFill>
                <a:srgbClr val="C00000"/>
              </a:solidFill>
              <a:miter lim="800000"/>
              <a:headEnd/>
              <a:tailEnd/>
            </a:ln>
            <a:effectLst>
              <a:outerShdw blurRad="50800" dist="106680" dir="2700000" algn="tl" rotWithShape="0">
                <a:prstClr val="black">
                  <a:alpha val="43000"/>
                </a:prstClr>
              </a:outerShdw>
            </a:effectLst>
          </p:spPr>
          <p:txBody>
            <a:bodyPr/>
            <a:lstStyle/>
            <a:p>
              <a:r>
                <a:rPr kumimoji="0" lang="en-US" altLang="zh-CN" sz="2000" b="1" dirty="0" err="1">
                  <a:latin typeface="+mn-lt"/>
                  <a:ea typeface="楷体" pitchFamily="49" charset="-122"/>
                </a:rPr>
                <a:t>si</a:t>
              </a:r>
              <a:r>
                <a:rPr lang="en-US" altLang="zh-CN" sz="2000" b="1" dirty="0" err="1">
                  <a:latin typeface="+mn-lt"/>
                  <a:ea typeface="楷体" pitchFamily="49" charset="-122"/>
                </a:rPr>
                <a:t>zeof</a:t>
              </a:r>
              <a:r>
                <a:rPr lang="en-US" altLang="zh-CN" sz="2000" b="1" dirty="0">
                  <a:latin typeface="+mn-lt"/>
                  <a:ea typeface="楷体" pitchFamily="49" charset="-122"/>
                </a:rPr>
                <a:t>(char)=1</a:t>
              </a:r>
              <a:r>
                <a:rPr lang="zh-CN" altLang="en-US" sz="2000" b="1" dirty="0">
                  <a:latin typeface="+mn-lt"/>
                  <a:ea typeface="楷体" pitchFamily="49" charset="-122"/>
                </a:rPr>
                <a:t>的倍数</a:t>
              </a:r>
            </a:p>
          </p:txBody>
        </p:sp>
      </p:grpSp>
      <p:grpSp>
        <p:nvGrpSpPr>
          <p:cNvPr id="1179940" name="Group 292"/>
          <p:cNvGrpSpPr>
            <a:grpSpLocks/>
          </p:cNvGrpSpPr>
          <p:nvPr/>
        </p:nvGrpSpPr>
        <p:grpSpPr bwMode="auto">
          <a:xfrm>
            <a:off x="3431158" y="2436095"/>
            <a:ext cx="3614737" cy="2390775"/>
            <a:chOff x="1247" y="1453"/>
            <a:chExt cx="2277" cy="1506"/>
          </a:xfrm>
          <a:effectLst>
            <a:outerShdw blurRad="50800" dist="38100" dir="2700000" algn="tl" rotWithShape="0">
              <a:prstClr val="black">
                <a:alpha val="40000"/>
              </a:prstClr>
            </a:outerShdw>
          </a:effectLst>
        </p:grpSpPr>
        <p:sp>
          <p:nvSpPr>
            <p:cNvPr id="1179935" name="Oval 287"/>
            <p:cNvSpPr>
              <a:spLocks noChangeArrowheads="1"/>
            </p:cNvSpPr>
            <p:nvPr/>
          </p:nvSpPr>
          <p:spPr bwMode="auto">
            <a:xfrm>
              <a:off x="3351" y="1453"/>
              <a:ext cx="173" cy="154"/>
            </a:xfrm>
            <a:prstGeom prst="ellipse">
              <a:avLst/>
            </a:prstGeom>
            <a:noFill/>
            <a:ln w="28575">
              <a:solidFill>
                <a:srgbClr val="C00000"/>
              </a:solidFill>
              <a:round/>
              <a:headEnd/>
              <a:tailEnd/>
            </a:ln>
            <a:effectLst/>
          </p:spPr>
          <p:txBody>
            <a:bodyPr wrap="none" anchor="ctr"/>
            <a:lstStyle/>
            <a:p>
              <a:endParaRPr lang="zh-CN" altLang="en-US">
                <a:latin typeface="+mn-lt"/>
                <a:ea typeface="楷体" pitchFamily="49" charset="-122"/>
              </a:endParaRPr>
            </a:p>
          </p:txBody>
        </p:sp>
        <p:sp>
          <p:nvSpPr>
            <p:cNvPr id="1179936" name="AutoShape 288"/>
            <p:cNvSpPr>
              <a:spLocks/>
            </p:cNvSpPr>
            <p:nvPr/>
          </p:nvSpPr>
          <p:spPr bwMode="auto">
            <a:xfrm>
              <a:off x="1247" y="2478"/>
              <a:ext cx="1315" cy="481"/>
            </a:xfrm>
            <a:prstGeom prst="borderCallout2">
              <a:avLst>
                <a:gd name="adj1" fmla="val 14968"/>
                <a:gd name="adj2" fmla="val 103648"/>
                <a:gd name="adj3" fmla="val 14968"/>
                <a:gd name="adj4" fmla="val 133458"/>
                <a:gd name="adj5" fmla="val -183782"/>
                <a:gd name="adj6" fmla="val 163347"/>
              </a:avLst>
            </a:prstGeom>
            <a:gradFill rotWithShape="1">
              <a:gsLst>
                <a:gs pos="0">
                  <a:srgbClr val="CFCFD1"/>
                </a:gs>
                <a:gs pos="100000">
                  <a:schemeClr val="bg1"/>
                </a:gs>
              </a:gsLst>
              <a:lin ang="5400000" scaled="1"/>
            </a:gradFill>
            <a:ln w="12700">
              <a:solidFill>
                <a:srgbClr val="C00000"/>
              </a:solidFill>
              <a:miter lim="800000"/>
              <a:headEnd/>
              <a:tailEnd/>
            </a:ln>
            <a:effectLst>
              <a:outerShdw blurRad="50800" dist="106680" dir="2700000" algn="tl" rotWithShape="0">
                <a:prstClr val="black">
                  <a:alpha val="43000"/>
                </a:prstClr>
              </a:outerShdw>
            </a:effectLst>
          </p:spPr>
          <p:txBody>
            <a:bodyPr/>
            <a:lstStyle/>
            <a:p>
              <a:r>
                <a:rPr kumimoji="0" lang="en-US" altLang="zh-CN" sz="2000" b="1" dirty="0" err="1">
                  <a:latin typeface="+mn-lt"/>
                  <a:ea typeface="楷体" pitchFamily="49" charset="-122"/>
                </a:rPr>
                <a:t>si</a:t>
              </a:r>
              <a:r>
                <a:rPr lang="en-US" altLang="zh-CN" sz="2000" b="1" dirty="0" err="1">
                  <a:latin typeface="+mn-lt"/>
                  <a:ea typeface="楷体" pitchFamily="49" charset="-122"/>
                </a:rPr>
                <a:t>zeof</a:t>
              </a:r>
              <a:r>
                <a:rPr lang="en-US" altLang="zh-CN" sz="2000" b="1" dirty="0">
                  <a:latin typeface="+mn-lt"/>
                  <a:ea typeface="楷体" pitchFamily="49" charset="-122"/>
                </a:rPr>
                <a:t>(double)=8</a:t>
              </a:r>
              <a:r>
                <a:rPr lang="zh-CN" altLang="en-US" sz="2000" b="1" dirty="0">
                  <a:latin typeface="+mn-lt"/>
                  <a:ea typeface="楷体" pitchFamily="49" charset="-122"/>
                </a:rPr>
                <a:t>的倍数</a:t>
              </a:r>
            </a:p>
          </p:txBody>
        </p:sp>
      </p:grpSp>
      <p:grpSp>
        <p:nvGrpSpPr>
          <p:cNvPr id="1179943" name="Group 295"/>
          <p:cNvGrpSpPr>
            <a:grpSpLocks/>
          </p:cNvGrpSpPr>
          <p:nvPr/>
        </p:nvGrpSpPr>
        <p:grpSpPr bwMode="auto">
          <a:xfrm>
            <a:off x="2999358" y="4466507"/>
            <a:ext cx="4090987" cy="1368425"/>
            <a:chOff x="975" y="2732"/>
            <a:chExt cx="2577" cy="862"/>
          </a:xfrm>
          <a:effectLst>
            <a:outerShdw blurRad="50800" dist="38100" dir="2700000" algn="tl" rotWithShape="0">
              <a:prstClr val="black">
                <a:alpha val="40000"/>
              </a:prstClr>
            </a:outerShdw>
          </a:effectLst>
        </p:grpSpPr>
        <p:sp>
          <p:nvSpPr>
            <p:cNvPr id="1179937" name="Oval 289"/>
            <p:cNvSpPr>
              <a:spLocks noChangeArrowheads="1"/>
            </p:cNvSpPr>
            <p:nvPr/>
          </p:nvSpPr>
          <p:spPr bwMode="auto">
            <a:xfrm>
              <a:off x="3379" y="2732"/>
              <a:ext cx="173" cy="154"/>
            </a:xfrm>
            <a:prstGeom prst="ellipse">
              <a:avLst/>
            </a:prstGeom>
            <a:noFill/>
            <a:ln w="28575">
              <a:solidFill>
                <a:srgbClr val="C00000"/>
              </a:solidFill>
              <a:round/>
              <a:headEnd/>
              <a:tailEnd/>
            </a:ln>
            <a:effectLst/>
          </p:spPr>
          <p:txBody>
            <a:bodyPr wrap="none" anchor="ctr"/>
            <a:lstStyle/>
            <a:p>
              <a:endParaRPr lang="zh-CN" altLang="en-US" dirty="0">
                <a:latin typeface="+mn-lt"/>
                <a:ea typeface="楷体" pitchFamily="49" charset="-122"/>
              </a:endParaRPr>
            </a:p>
          </p:txBody>
        </p:sp>
        <p:sp>
          <p:nvSpPr>
            <p:cNvPr id="1179938" name="AutoShape 290"/>
            <p:cNvSpPr>
              <a:spLocks/>
            </p:cNvSpPr>
            <p:nvPr/>
          </p:nvSpPr>
          <p:spPr bwMode="auto">
            <a:xfrm>
              <a:off x="975" y="3113"/>
              <a:ext cx="1315" cy="481"/>
            </a:xfrm>
            <a:prstGeom prst="borderCallout2">
              <a:avLst>
                <a:gd name="adj1" fmla="val 14968"/>
                <a:gd name="adj2" fmla="val 103648"/>
                <a:gd name="adj3" fmla="val 14968"/>
                <a:gd name="adj4" fmla="val 143347"/>
                <a:gd name="adj5" fmla="val -54676"/>
                <a:gd name="adj6" fmla="val 183194"/>
              </a:avLst>
            </a:prstGeom>
            <a:gradFill rotWithShape="1">
              <a:gsLst>
                <a:gs pos="0">
                  <a:srgbClr val="CFCFD1"/>
                </a:gs>
                <a:gs pos="100000">
                  <a:schemeClr val="bg1"/>
                </a:gs>
              </a:gsLst>
              <a:lin ang="5400000" scaled="1"/>
            </a:gradFill>
            <a:ln w="12700">
              <a:solidFill>
                <a:srgbClr val="C00000"/>
              </a:solidFill>
              <a:miter lim="800000"/>
              <a:headEnd/>
              <a:tailEnd/>
            </a:ln>
            <a:effectLst>
              <a:outerShdw blurRad="50800" dist="106680" dir="2700000" algn="tl" rotWithShape="0">
                <a:prstClr val="black">
                  <a:alpha val="43000"/>
                </a:prstClr>
              </a:outerShdw>
            </a:effectLst>
          </p:spPr>
          <p:txBody>
            <a:bodyPr/>
            <a:lstStyle/>
            <a:p>
              <a:r>
                <a:rPr kumimoji="0" lang="en-US" altLang="zh-CN" sz="2000" b="1" dirty="0" err="1">
                  <a:latin typeface="+mn-lt"/>
                  <a:ea typeface="楷体" pitchFamily="49" charset="-122"/>
                </a:rPr>
                <a:t>si</a:t>
              </a:r>
              <a:r>
                <a:rPr lang="en-US" altLang="zh-CN" sz="2000" b="1" dirty="0" err="1">
                  <a:latin typeface="+mn-lt"/>
                  <a:ea typeface="楷体" pitchFamily="49" charset="-122"/>
                </a:rPr>
                <a:t>zeof</a:t>
              </a:r>
              <a:r>
                <a:rPr lang="en-US" altLang="zh-CN" sz="2000" b="1" dirty="0">
                  <a:latin typeface="+mn-lt"/>
                  <a:ea typeface="楷体" pitchFamily="49" charset="-122"/>
                </a:rPr>
                <a:t>(int)=4</a:t>
              </a:r>
              <a:r>
                <a:rPr lang="zh-CN" altLang="en-US" sz="2000" b="1" dirty="0">
                  <a:latin typeface="+mn-lt"/>
                  <a:ea typeface="楷体" pitchFamily="49" charset="-122"/>
                </a:rPr>
                <a:t>的倍数</a:t>
              </a:r>
            </a:p>
          </p:txBody>
        </p:sp>
      </p:grpSp>
      <p:sp>
        <p:nvSpPr>
          <p:cNvPr id="1179942" name="AutoShape 294"/>
          <p:cNvSpPr>
            <a:spLocks/>
          </p:cNvSpPr>
          <p:nvPr/>
        </p:nvSpPr>
        <p:spPr bwMode="auto">
          <a:xfrm>
            <a:off x="2854895" y="6006381"/>
            <a:ext cx="2881313" cy="763588"/>
          </a:xfrm>
          <a:prstGeom prst="borderCallout2">
            <a:avLst>
              <a:gd name="adj1" fmla="val 14968"/>
              <a:gd name="adj2" fmla="val 102644"/>
              <a:gd name="adj3" fmla="val 14968"/>
              <a:gd name="adj4" fmla="val 135208"/>
              <a:gd name="adj5" fmla="val -34097"/>
              <a:gd name="adj6" fmla="val 167935"/>
            </a:avLst>
          </a:prstGeom>
          <a:gradFill rotWithShape="1">
            <a:gsLst>
              <a:gs pos="0">
                <a:srgbClr val="CFCFD1"/>
              </a:gs>
              <a:gs pos="100000">
                <a:schemeClr val="bg1"/>
              </a:gs>
            </a:gsLst>
            <a:lin ang="5400000" scaled="1"/>
          </a:gradFill>
          <a:ln w="12700">
            <a:solidFill>
              <a:srgbClr val="C00000"/>
            </a:solidFill>
            <a:miter lim="800000"/>
            <a:headEnd/>
            <a:tailEnd/>
          </a:ln>
          <a:effectLst>
            <a:outerShdw blurRad="50800" dist="106680" dir="2700000" algn="tl" rotWithShape="0">
              <a:prstClr val="black">
                <a:alpha val="43000"/>
              </a:prstClr>
            </a:outerShdw>
          </a:effectLst>
        </p:spPr>
        <p:txBody>
          <a:bodyPr/>
          <a:lstStyle/>
          <a:p>
            <a:r>
              <a:rPr kumimoji="0" lang="zh-CN" altLang="en-US" sz="2000" b="1">
                <a:latin typeface="+mn-lt"/>
                <a:ea typeface="楷体" pitchFamily="49" charset="-122"/>
              </a:rPr>
              <a:t>使总的字节数为</a:t>
            </a:r>
            <a:r>
              <a:rPr kumimoji="0" lang="en-US" altLang="zh-CN" sz="2000" b="1">
                <a:latin typeface="+mn-lt"/>
                <a:ea typeface="楷体" pitchFamily="49" charset="-122"/>
              </a:rPr>
              <a:t>sizeof(double)=8</a:t>
            </a:r>
            <a:r>
              <a:rPr kumimoji="0" lang="zh-CN" altLang="en-US" sz="2000" b="1">
                <a:latin typeface="+mn-lt"/>
                <a:ea typeface="楷体" pitchFamily="49" charset="-122"/>
              </a:rPr>
              <a:t>的倍数</a:t>
            </a:r>
            <a:endParaRPr lang="zh-CN" altLang="en-US" sz="2000" b="1">
              <a:latin typeface="+mn-lt"/>
              <a:ea typeface="楷体" pitchFamily="49" charset="-122"/>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79681"/>
                                        </p:tgtEl>
                                        <p:attrNameLst>
                                          <p:attrName>style.visibility</p:attrName>
                                        </p:attrNameLst>
                                      </p:cBhvr>
                                      <p:to>
                                        <p:strVal val="visible"/>
                                      </p:to>
                                    </p:set>
                                    <p:animEffect transition="in" filter="box(in)">
                                      <p:cBhvr>
                                        <p:cTn id="7" dur="500"/>
                                        <p:tgtEl>
                                          <p:spTgt spid="117968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79910"/>
                                        </p:tgtEl>
                                        <p:attrNameLst>
                                          <p:attrName>style.visibility</p:attrName>
                                        </p:attrNameLst>
                                      </p:cBhvr>
                                      <p:to>
                                        <p:strVal val="visible"/>
                                      </p:to>
                                    </p:set>
                                    <p:animEffect transition="in" filter="box(in)">
                                      <p:cBhvr>
                                        <p:cTn id="12" dur="500"/>
                                        <p:tgtEl>
                                          <p:spTgt spid="117991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4" presetClass="entr" presetSubtype="16" fill="hold" grpId="0" nodeType="afterEffect">
                                  <p:stCondLst>
                                    <p:cond delay="0"/>
                                  </p:stCondLst>
                                  <p:childTnLst>
                                    <p:set>
                                      <p:cBhvr>
                                        <p:cTn id="15" dur="1" fill="hold">
                                          <p:stCondLst>
                                            <p:cond delay="0"/>
                                          </p:stCondLst>
                                        </p:cTn>
                                        <p:tgtEl>
                                          <p:spTgt spid="1179765"/>
                                        </p:tgtEl>
                                        <p:attrNameLst>
                                          <p:attrName>style.visibility</p:attrName>
                                        </p:attrNameLst>
                                      </p:cBhvr>
                                      <p:to>
                                        <p:strVal val="visible"/>
                                      </p:to>
                                    </p:set>
                                    <p:animEffect transition="in" filter="box(in)">
                                      <p:cBhvr>
                                        <p:cTn id="16" dur="500"/>
                                        <p:tgtEl>
                                          <p:spTgt spid="1179765"/>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childTnLst>
                    </p:cTn>
                  </p:par>
                  <p:par>
                    <p:cTn id="17" fill="hold">
                      <p:stCondLst>
                        <p:cond delay="indefinite"/>
                      </p:stCondLst>
                      <p:childTnLst>
                        <p:par>
                          <p:cTn id="18" fill="hold">
                            <p:stCondLst>
                              <p:cond delay="0"/>
                            </p:stCondLst>
                            <p:childTnLst>
                              <p:par>
                                <p:cTn id="19" presetID="18" presetClass="entr" presetSubtype="6" fill="hold" nodeType="clickEffect">
                                  <p:stCondLst>
                                    <p:cond delay="0"/>
                                  </p:stCondLst>
                                  <p:childTnLst>
                                    <p:set>
                                      <p:cBhvr>
                                        <p:cTn id="20" dur="1" fill="hold">
                                          <p:stCondLst>
                                            <p:cond delay="0"/>
                                          </p:stCondLst>
                                        </p:cTn>
                                        <p:tgtEl>
                                          <p:spTgt spid="1179922"/>
                                        </p:tgtEl>
                                        <p:attrNameLst>
                                          <p:attrName>style.visibility</p:attrName>
                                        </p:attrNameLst>
                                      </p:cBhvr>
                                      <p:to>
                                        <p:strVal val="visible"/>
                                      </p:to>
                                    </p:set>
                                    <p:animEffect transition="in" filter="strips(downRight)">
                                      <p:cBhvr>
                                        <p:cTn id="21" dur="500"/>
                                        <p:tgtEl>
                                          <p:spTgt spid="1179922"/>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1179923"/>
                                        </p:tgtEl>
                                        <p:attrNameLst>
                                          <p:attrName>style.visibility</p:attrName>
                                        </p:attrNameLst>
                                      </p:cBhvr>
                                      <p:to>
                                        <p:strVal val="visible"/>
                                      </p:to>
                                    </p:set>
                                    <p:animEffect transition="in" filter="strips(downRight)">
                                      <p:cBhvr>
                                        <p:cTn id="26" dur="500"/>
                                        <p:tgtEl>
                                          <p:spTgt spid="1179923"/>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1179924"/>
                                        </p:tgtEl>
                                        <p:attrNameLst>
                                          <p:attrName>style.visibility</p:attrName>
                                        </p:attrNameLst>
                                      </p:cBhvr>
                                      <p:to>
                                        <p:strVal val="visible"/>
                                      </p:to>
                                    </p:set>
                                    <p:animEffect transition="in" filter="strips(downRight)">
                                      <p:cBhvr>
                                        <p:cTn id="31" dur="500"/>
                                        <p:tgtEl>
                                          <p:spTgt spid="1179924"/>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18" presetClass="entr" presetSubtype="6" fill="hold" nodeType="clickEffect">
                                  <p:stCondLst>
                                    <p:cond delay="0"/>
                                  </p:stCondLst>
                                  <p:childTnLst>
                                    <p:set>
                                      <p:cBhvr>
                                        <p:cTn id="35" dur="1" fill="hold">
                                          <p:stCondLst>
                                            <p:cond delay="0"/>
                                          </p:stCondLst>
                                        </p:cTn>
                                        <p:tgtEl>
                                          <p:spTgt spid="1179925"/>
                                        </p:tgtEl>
                                        <p:attrNameLst>
                                          <p:attrName>style.visibility</p:attrName>
                                        </p:attrNameLst>
                                      </p:cBhvr>
                                      <p:to>
                                        <p:strVal val="visible"/>
                                      </p:to>
                                    </p:set>
                                    <p:animEffect transition="in" filter="strips(downRight)">
                                      <p:cBhvr>
                                        <p:cTn id="36" dur="500"/>
                                        <p:tgtEl>
                                          <p:spTgt spid="1179925"/>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6" fill="hold" nodeType="clickEffect">
                                  <p:stCondLst>
                                    <p:cond delay="0"/>
                                  </p:stCondLst>
                                  <p:childTnLst>
                                    <p:set>
                                      <p:cBhvr>
                                        <p:cTn id="40" dur="1" fill="hold">
                                          <p:stCondLst>
                                            <p:cond delay="0"/>
                                          </p:stCondLst>
                                        </p:cTn>
                                        <p:tgtEl>
                                          <p:spTgt spid="1179926"/>
                                        </p:tgtEl>
                                        <p:attrNameLst>
                                          <p:attrName>style.visibility</p:attrName>
                                        </p:attrNameLst>
                                      </p:cBhvr>
                                      <p:to>
                                        <p:strVal val="visible"/>
                                      </p:to>
                                    </p:set>
                                    <p:animEffect transition="in" filter="strips(downRight)">
                                      <p:cBhvr>
                                        <p:cTn id="41" dur="500"/>
                                        <p:tgtEl>
                                          <p:spTgt spid="1179926"/>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12" fill="hold" nodeType="clickEffect">
                                  <p:stCondLst>
                                    <p:cond delay="0"/>
                                  </p:stCondLst>
                                  <p:childTnLst>
                                    <p:set>
                                      <p:cBhvr>
                                        <p:cTn id="45" dur="1" fill="hold">
                                          <p:stCondLst>
                                            <p:cond delay="0"/>
                                          </p:stCondLst>
                                        </p:cTn>
                                        <p:tgtEl>
                                          <p:spTgt spid="1179930"/>
                                        </p:tgtEl>
                                        <p:attrNameLst>
                                          <p:attrName>style.visibility</p:attrName>
                                        </p:attrNameLst>
                                      </p:cBhvr>
                                      <p:to>
                                        <p:strVal val="visible"/>
                                      </p:to>
                                    </p:set>
                                    <p:animEffect transition="in" filter="strips(downLeft)">
                                      <p:cBhvr>
                                        <p:cTn id="46" dur="500"/>
                                        <p:tgtEl>
                                          <p:spTgt spid="1179930"/>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1179939"/>
                                        </p:tgtEl>
                                        <p:attrNameLst>
                                          <p:attrName>style.visibility</p:attrName>
                                        </p:attrNameLst>
                                      </p:cBhvr>
                                      <p:to>
                                        <p:strVal val="visible"/>
                                      </p:to>
                                    </p:set>
                                    <p:animEffect transition="in" filter="strips(downLeft)">
                                      <p:cBhvr>
                                        <p:cTn id="51" dur="500"/>
                                        <p:tgtEl>
                                          <p:spTgt spid="1179939"/>
                                        </p:tgtEl>
                                      </p:cBhvr>
                                    </p:animEffect>
                                  </p:childTnLst>
                                  <p:subTnLst>
                                    <p:audio>
                                      <p:cMediaNode>
                                        <p:cTn display="0" masterRel="sameClick">
                                          <p:stCondLst>
                                            <p:cond evt="begin" delay="0">
                                              <p:tn val="49"/>
                                            </p:cond>
                                          </p:stCondLst>
                                          <p:endCondLst>
                                            <p:cond evt="onStopAudio" delay="0">
                                              <p:tgtEl>
                                                <p:sldTgt/>
                                              </p:tgtEl>
                                            </p:cond>
                                          </p:endCondLst>
                                        </p:cTn>
                                        <p:tgtEl>
                                          <p:sndTgt r:embed="rId4" name="chimes.wav"/>
                                        </p:tgtEl>
                                      </p:cMediaNode>
                                    </p:audio>
                                  </p:subTnLst>
                                </p:cTn>
                              </p:par>
                            </p:childTnLst>
                          </p:cTn>
                        </p:par>
                      </p:childTnLst>
                    </p:cTn>
                  </p:par>
                  <p:par>
                    <p:cTn id="52" fill="hold">
                      <p:stCondLst>
                        <p:cond delay="indefinite"/>
                      </p:stCondLst>
                      <p:childTnLst>
                        <p:par>
                          <p:cTn id="53" fill="hold">
                            <p:stCondLst>
                              <p:cond delay="0"/>
                            </p:stCondLst>
                            <p:childTnLst>
                              <p:par>
                                <p:cTn id="54" presetID="18" presetClass="entr" presetSubtype="12" fill="hold" nodeType="clickEffect">
                                  <p:stCondLst>
                                    <p:cond delay="0"/>
                                  </p:stCondLst>
                                  <p:childTnLst>
                                    <p:set>
                                      <p:cBhvr>
                                        <p:cTn id="55" dur="1" fill="hold">
                                          <p:stCondLst>
                                            <p:cond delay="0"/>
                                          </p:stCondLst>
                                        </p:cTn>
                                        <p:tgtEl>
                                          <p:spTgt spid="1179940"/>
                                        </p:tgtEl>
                                        <p:attrNameLst>
                                          <p:attrName>style.visibility</p:attrName>
                                        </p:attrNameLst>
                                      </p:cBhvr>
                                      <p:to>
                                        <p:strVal val="visible"/>
                                      </p:to>
                                    </p:set>
                                    <p:animEffect transition="in" filter="strips(downLeft)">
                                      <p:cBhvr>
                                        <p:cTn id="56" dur="500"/>
                                        <p:tgtEl>
                                          <p:spTgt spid="1179940"/>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childTnLst>
                    </p:cTn>
                  </p:par>
                  <p:par>
                    <p:cTn id="57" fill="hold">
                      <p:stCondLst>
                        <p:cond delay="indefinite"/>
                      </p:stCondLst>
                      <p:childTnLst>
                        <p:par>
                          <p:cTn id="58" fill="hold">
                            <p:stCondLst>
                              <p:cond delay="0"/>
                            </p:stCondLst>
                            <p:childTnLst>
                              <p:par>
                                <p:cTn id="59" presetID="18" presetClass="entr" presetSubtype="12" fill="hold" nodeType="clickEffect">
                                  <p:stCondLst>
                                    <p:cond delay="0"/>
                                  </p:stCondLst>
                                  <p:childTnLst>
                                    <p:set>
                                      <p:cBhvr>
                                        <p:cTn id="60" dur="1" fill="hold">
                                          <p:stCondLst>
                                            <p:cond delay="0"/>
                                          </p:stCondLst>
                                        </p:cTn>
                                        <p:tgtEl>
                                          <p:spTgt spid="1179943"/>
                                        </p:tgtEl>
                                        <p:attrNameLst>
                                          <p:attrName>style.visibility</p:attrName>
                                        </p:attrNameLst>
                                      </p:cBhvr>
                                      <p:to>
                                        <p:strVal val="visible"/>
                                      </p:to>
                                    </p:set>
                                    <p:animEffect transition="in" filter="strips(downLeft)">
                                      <p:cBhvr>
                                        <p:cTn id="61" dur="500"/>
                                        <p:tgtEl>
                                          <p:spTgt spid="1179943"/>
                                        </p:tgtEl>
                                      </p:cBhvr>
                                    </p:animEffect>
                                  </p:childTnLst>
                                  <p:subTnLst>
                                    <p:audio>
                                      <p:cMediaNode>
                                        <p:cTn display="0" masterRel="sameClick">
                                          <p:stCondLst>
                                            <p:cond evt="begin" delay="0">
                                              <p:tn val="59"/>
                                            </p:cond>
                                          </p:stCondLst>
                                          <p:endCondLst>
                                            <p:cond evt="onStopAudio" delay="0">
                                              <p:tgtEl>
                                                <p:sldTgt/>
                                              </p:tgtEl>
                                            </p:cond>
                                          </p:endCondLst>
                                        </p:cTn>
                                        <p:tgtEl>
                                          <p:sndTgt r:embed="rId4" name="chimes.wav"/>
                                        </p:tgtEl>
                                      </p:cMediaNode>
                                    </p:audio>
                                  </p:subTnLst>
                                </p:cTn>
                              </p:par>
                            </p:childTnLst>
                          </p:cTn>
                        </p:par>
                      </p:childTnLst>
                    </p:cTn>
                  </p:par>
                  <p:par>
                    <p:cTn id="62" fill="hold">
                      <p:stCondLst>
                        <p:cond delay="indefinite"/>
                      </p:stCondLst>
                      <p:childTnLst>
                        <p:par>
                          <p:cTn id="63" fill="hold">
                            <p:stCondLst>
                              <p:cond delay="0"/>
                            </p:stCondLst>
                            <p:childTnLst>
                              <p:par>
                                <p:cTn id="64" presetID="18" presetClass="entr" presetSubtype="12" fill="hold" grpId="0" nodeType="clickEffect">
                                  <p:stCondLst>
                                    <p:cond delay="0"/>
                                  </p:stCondLst>
                                  <p:childTnLst>
                                    <p:set>
                                      <p:cBhvr>
                                        <p:cTn id="65" dur="1" fill="hold">
                                          <p:stCondLst>
                                            <p:cond delay="0"/>
                                          </p:stCondLst>
                                        </p:cTn>
                                        <p:tgtEl>
                                          <p:spTgt spid="1179942"/>
                                        </p:tgtEl>
                                        <p:attrNameLst>
                                          <p:attrName>style.visibility</p:attrName>
                                        </p:attrNameLst>
                                      </p:cBhvr>
                                      <p:to>
                                        <p:strVal val="visible"/>
                                      </p:to>
                                    </p:set>
                                    <p:animEffect transition="in" filter="strips(downLeft)">
                                      <p:cBhvr>
                                        <p:cTn id="66" dur="500"/>
                                        <p:tgtEl>
                                          <p:spTgt spid="1179942"/>
                                        </p:tgtEl>
                                      </p:cBhvr>
                                    </p:animEffect>
                                  </p:childTnLst>
                                  <p:subTnLst>
                                    <p:audio>
                                      <p:cMediaNode>
                                        <p:cTn display="0" masterRel="sameClick">
                                          <p:stCondLst>
                                            <p:cond evt="begin" delay="0">
                                              <p:tn val="6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9681" grpId="0" animBg="1"/>
      <p:bldP spid="1179765" grpId="0" animBg="1"/>
      <p:bldP spid="1179942"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07" name="Rectangle 7"/>
          <p:cNvSpPr>
            <a:spLocks noChangeArrowheads="1"/>
          </p:cNvSpPr>
          <p:nvPr/>
        </p:nvSpPr>
        <p:spPr bwMode="auto">
          <a:xfrm>
            <a:off x="601367" y="875983"/>
            <a:ext cx="3685624" cy="523220"/>
          </a:xfrm>
          <a:prstGeom prst="rect">
            <a:avLst/>
          </a:prstGeom>
          <a:noFill/>
          <a:ln w="9525">
            <a:noFill/>
            <a:miter lim="800000"/>
            <a:headEnd/>
            <a:tailEnd/>
          </a:ln>
          <a:effectLst/>
        </p:spPr>
        <p:txBody>
          <a:bodyPr wrap="none" anchor="ctr">
            <a:spAutoFit/>
          </a:bodyPr>
          <a:lstStyle/>
          <a:p>
            <a:r>
              <a:rPr lang="en-US" altLang="zh-CN" sz="2800" dirty="0">
                <a:solidFill>
                  <a:srgbClr val="C00000"/>
                </a:solidFill>
                <a:latin typeface="+mn-lt"/>
                <a:ea typeface="隶书" pitchFamily="49" charset="-122"/>
              </a:rPr>
              <a:t>5</a:t>
            </a:r>
            <a:r>
              <a:rPr lang="zh-CN" altLang="en-US" sz="2800" dirty="0">
                <a:solidFill>
                  <a:srgbClr val="C00000"/>
                </a:solidFill>
                <a:latin typeface="+mn-lt"/>
                <a:ea typeface="隶书" pitchFamily="49" charset="-122"/>
              </a:rPr>
              <a:t>、简化结构体类型名 </a:t>
            </a:r>
          </a:p>
        </p:txBody>
      </p:sp>
      <p:sp>
        <p:nvSpPr>
          <p:cNvPr id="1075219" name="Rectangle 19"/>
          <p:cNvSpPr>
            <a:spLocks noChangeArrowheads="1"/>
          </p:cNvSpPr>
          <p:nvPr/>
        </p:nvSpPr>
        <p:spPr bwMode="auto">
          <a:xfrm>
            <a:off x="487067" y="1376145"/>
            <a:ext cx="11297565"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利用</a:t>
            </a:r>
            <a:r>
              <a:rPr lang="en-US" altLang="zh-CN" b="1" dirty="0" err="1">
                <a:effectLst>
                  <a:outerShdw blurRad="38100" dist="38100" dir="2700000" algn="tl">
                    <a:srgbClr val="FFFFFF"/>
                  </a:outerShdw>
                </a:effectLst>
                <a:latin typeface="+mn-lt"/>
                <a:ea typeface="楷体" pitchFamily="49" charset="-122"/>
              </a:rPr>
              <a:t>typedef</a:t>
            </a:r>
            <a:r>
              <a:rPr lang="zh-CN" altLang="en-US" b="1" dirty="0">
                <a:effectLst>
                  <a:outerShdw blurRad="38100" dist="38100" dir="2700000" algn="tl">
                    <a:srgbClr val="FFFFFF"/>
                  </a:outerShdw>
                </a:effectLst>
                <a:latin typeface="+mn-lt"/>
                <a:ea typeface="楷体" pitchFamily="49" charset="-122"/>
              </a:rPr>
              <a:t>语句为结构体类型起别名，这样可使定义结构体类型的变量显得更为简洁，同时也增加程序的易读性。 </a:t>
            </a:r>
          </a:p>
        </p:txBody>
      </p:sp>
      <p:sp>
        <p:nvSpPr>
          <p:cNvPr id="1075220" name="Rectangle 20"/>
          <p:cNvSpPr>
            <a:spLocks noChangeArrowheads="1"/>
          </p:cNvSpPr>
          <p:nvPr/>
        </p:nvSpPr>
        <p:spPr bwMode="auto">
          <a:xfrm>
            <a:off x="1127448" y="2146599"/>
            <a:ext cx="3324949" cy="461665"/>
          </a:xfrm>
          <a:prstGeom prst="rect">
            <a:avLst/>
          </a:prstGeom>
          <a:noFill/>
          <a:ln w="9525">
            <a:noFill/>
            <a:miter lim="800000"/>
            <a:headEnd/>
            <a:tailEnd/>
          </a:ln>
          <a:effectLst/>
        </p:spPr>
        <p:txBody>
          <a:bodyPr wrap="none" anchor="ctr">
            <a:spAutoFit/>
          </a:bodyPr>
          <a:lstStyle/>
          <a:p>
            <a:r>
              <a:rPr lang="en-US" altLang="zh-CN" b="1" dirty="0">
                <a:effectLst>
                  <a:outerShdw blurRad="38100" dist="38100" dir="2700000" algn="tl">
                    <a:srgbClr val="FFFFFF"/>
                  </a:outerShdw>
                </a:effectLst>
                <a:latin typeface="+mn-lt"/>
                <a:ea typeface="楷体" pitchFamily="49" charset="-122"/>
              </a:rPr>
              <a:t>typedef</a:t>
            </a:r>
            <a:r>
              <a:rPr lang="zh-CN" altLang="en-US" b="1" dirty="0">
                <a:effectLst>
                  <a:outerShdw blurRad="38100" dist="38100" dir="2700000" algn="tl">
                    <a:srgbClr val="FFFFFF"/>
                  </a:outerShdw>
                </a:effectLst>
                <a:latin typeface="+mn-lt"/>
                <a:ea typeface="楷体" pitchFamily="49" charset="-122"/>
              </a:rPr>
              <a:t>语句的格式为：</a:t>
            </a:r>
          </a:p>
        </p:txBody>
      </p:sp>
      <p:sp>
        <p:nvSpPr>
          <p:cNvPr id="1075221" name="Text Box 21"/>
          <p:cNvSpPr txBox="1">
            <a:spLocks noChangeArrowheads="1"/>
          </p:cNvSpPr>
          <p:nvPr/>
        </p:nvSpPr>
        <p:spPr bwMode="auto">
          <a:xfrm>
            <a:off x="4488207" y="2199883"/>
            <a:ext cx="6502796" cy="43180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sz="2000" b="1" dirty="0">
                <a:solidFill>
                  <a:srgbClr val="C00000"/>
                </a:solidFill>
                <a:latin typeface="+mn-lt"/>
                <a:ea typeface="楷体" pitchFamily="49" charset="-122"/>
              </a:rPr>
              <a:t>typedef </a:t>
            </a:r>
            <a:r>
              <a:rPr lang="en-US" altLang="zh-CN" sz="2000" b="1" dirty="0">
                <a:latin typeface="+mn-lt"/>
                <a:ea typeface="楷体" pitchFamily="49" charset="-122"/>
              </a:rPr>
              <a:t>      </a:t>
            </a:r>
            <a:r>
              <a:rPr lang="zh-CN" altLang="en-US" sz="2000" b="1" dirty="0">
                <a:latin typeface="+mn-lt"/>
                <a:ea typeface="楷体" pitchFamily="49" charset="-122"/>
              </a:rPr>
              <a:t>类型名       类型名的别名；</a:t>
            </a:r>
          </a:p>
        </p:txBody>
      </p:sp>
      <p:sp>
        <p:nvSpPr>
          <p:cNvPr id="1075222" name="AutoShape 22"/>
          <p:cNvSpPr>
            <a:spLocks noChangeArrowheads="1"/>
          </p:cNvSpPr>
          <p:nvPr/>
        </p:nvSpPr>
        <p:spPr bwMode="auto">
          <a:xfrm>
            <a:off x="5303912" y="2771142"/>
            <a:ext cx="2592387" cy="1079500"/>
          </a:xfrm>
          <a:prstGeom prst="wedgeRoundRectCallout">
            <a:avLst>
              <a:gd name="adj1" fmla="val 18411"/>
              <a:gd name="adj2" fmla="val -72299"/>
              <a:gd name="adj3" fmla="val 16667"/>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latin typeface="+mn-lt"/>
                <a:ea typeface="楷体" pitchFamily="49" charset="-122"/>
              </a:rPr>
              <a:t>必须是已经定义的数据类型名或</a:t>
            </a:r>
            <a:r>
              <a:rPr lang="en-US" altLang="zh-CN" sz="2000" b="1">
                <a:latin typeface="+mn-lt"/>
                <a:ea typeface="楷体" pitchFamily="49" charset="-122"/>
              </a:rPr>
              <a:t>C</a:t>
            </a:r>
            <a:r>
              <a:rPr lang="zh-CN" altLang="en-US" sz="2000" b="1">
                <a:latin typeface="+mn-lt"/>
                <a:ea typeface="楷体" pitchFamily="49" charset="-122"/>
              </a:rPr>
              <a:t>语言提供的基本类型名</a:t>
            </a:r>
            <a:r>
              <a:rPr lang="zh-CN" altLang="en-US" sz="2000">
                <a:latin typeface="+mn-lt"/>
                <a:ea typeface="楷体" pitchFamily="49" charset="-122"/>
              </a:rPr>
              <a:t> </a:t>
            </a:r>
          </a:p>
        </p:txBody>
      </p:sp>
      <p:sp>
        <p:nvSpPr>
          <p:cNvPr id="1075223" name="AutoShape 23"/>
          <p:cNvSpPr>
            <a:spLocks noChangeArrowheads="1"/>
          </p:cNvSpPr>
          <p:nvPr/>
        </p:nvSpPr>
        <p:spPr bwMode="auto">
          <a:xfrm>
            <a:off x="8184579" y="2860534"/>
            <a:ext cx="2447925" cy="1079500"/>
          </a:xfrm>
          <a:prstGeom prst="wedgeRoundRectCallout">
            <a:avLst>
              <a:gd name="adj1" fmla="val -29818"/>
              <a:gd name="adj2" fmla="val -88851"/>
              <a:gd name="adj3" fmla="val 16667"/>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latin typeface="+mn-lt"/>
                <a:ea typeface="楷体" pitchFamily="49" charset="-122"/>
              </a:rPr>
              <a:t>必须是合法的标识符，通常用</a:t>
            </a:r>
            <a:r>
              <a:rPr lang="zh-CN" altLang="en-US" sz="2000" b="1" dirty="0">
                <a:solidFill>
                  <a:srgbClr val="C00000"/>
                </a:solidFill>
                <a:latin typeface="+mn-lt"/>
                <a:ea typeface="楷体" pitchFamily="49" charset="-122"/>
              </a:rPr>
              <a:t>大写字母</a:t>
            </a:r>
            <a:r>
              <a:rPr lang="zh-CN" altLang="en-US" sz="2000" b="1" dirty="0">
                <a:latin typeface="+mn-lt"/>
                <a:ea typeface="楷体" pitchFamily="49" charset="-122"/>
              </a:rPr>
              <a:t>来表示 </a:t>
            </a:r>
          </a:p>
        </p:txBody>
      </p:sp>
      <p:sp>
        <p:nvSpPr>
          <p:cNvPr id="1075224" name="AutoShape 24"/>
          <p:cNvSpPr>
            <a:spLocks noChangeArrowheads="1"/>
          </p:cNvSpPr>
          <p:nvPr/>
        </p:nvSpPr>
        <p:spPr bwMode="auto">
          <a:xfrm>
            <a:off x="9744075" y="1645050"/>
            <a:ext cx="2447925" cy="503238"/>
          </a:xfrm>
          <a:prstGeom prst="wedgeRoundRectCallout">
            <a:avLst>
              <a:gd name="adj1" fmla="val -50623"/>
              <a:gd name="adj2" fmla="val 103567"/>
              <a:gd name="adj3" fmla="val 16667"/>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latin typeface="+mn-lt"/>
                <a:ea typeface="楷体" pitchFamily="49" charset="-122"/>
              </a:rPr>
              <a:t>必须以</a:t>
            </a:r>
            <a:r>
              <a:rPr lang="zh-CN" altLang="en-US" sz="2000" b="1" dirty="0">
                <a:solidFill>
                  <a:srgbClr val="C00000"/>
                </a:solidFill>
                <a:latin typeface="+mn-lt"/>
                <a:ea typeface="楷体" pitchFamily="49" charset="-122"/>
              </a:rPr>
              <a:t>分号</a:t>
            </a:r>
            <a:r>
              <a:rPr lang="zh-CN" altLang="en-US" sz="2000" b="1" dirty="0">
                <a:latin typeface="+mn-lt"/>
                <a:ea typeface="楷体" pitchFamily="49" charset="-122"/>
              </a:rPr>
              <a:t>结尾</a:t>
            </a:r>
            <a:r>
              <a:rPr lang="zh-CN" altLang="en-US" dirty="0">
                <a:latin typeface="+mn-lt"/>
                <a:ea typeface="楷体" pitchFamily="49" charset="-122"/>
              </a:rPr>
              <a:t> </a:t>
            </a:r>
          </a:p>
        </p:txBody>
      </p:sp>
      <p:sp>
        <p:nvSpPr>
          <p:cNvPr id="14" name="Rectangle 4">
            <a:extLst>
              <a:ext uri="{FF2B5EF4-FFF2-40B4-BE49-F238E27FC236}">
                <a16:creationId xmlns:a16="http://schemas.microsoft.com/office/drawing/2014/main" id="{8C64A594-9377-4CA7-AB43-35D43ED87E1E}"/>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a:t>
            </a:r>
          </a:p>
        </p:txBody>
      </p:sp>
      <p:sp>
        <p:nvSpPr>
          <p:cNvPr id="1075228" name="Rectangle 28" descr="信纸"/>
          <p:cNvSpPr>
            <a:spLocks noChangeArrowheads="1"/>
          </p:cNvSpPr>
          <p:nvPr/>
        </p:nvSpPr>
        <p:spPr bwMode="auto">
          <a:xfrm>
            <a:off x="1526136" y="2793032"/>
            <a:ext cx="9038718" cy="37877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C0000"/>
                </a:solidFill>
                <a:ea typeface="楷体_GB2312" pitchFamily="49" charset="-122"/>
              </a:rPr>
              <a:t>typedef</a:t>
            </a:r>
            <a:r>
              <a:rPr lang="en-US" altLang="zh-CN" sz="2000" b="1" dirty="0">
                <a:solidFill>
                  <a:srgbClr val="CC0000"/>
                </a:solidFill>
                <a:ea typeface="楷体_GB2312" pitchFamily="49" charset="-122"/>
              </a:rPr>
              <a:t>  </a:t>
            </a:r>
            <a:r>
              <a:rPr lang="en-US" altLang="zh-CN" sz="2000" b="1" dirty="0" err="1">
                <a:solidFill>
                  <a:srgbClr val="CC0000"/>
                </a:solidFill>
                <a:ea typeface="楷体_GB2312" pitchFamily="49" charset="-122"/>
              </a:rPr>
              <a:t>int</a:t>
            </a:r>
            <a:r>
              <a:rPr lang="en-US" altLang="zh-CN" sz="2000" b="1" dirty="0">
                <a:solidFill>
                  <a:srgbClr val="CC0000"/>
                </a:solidFill>
                <a:ea typeface="楷体_GB2312" pitchFamily="49" charset="-122"/>
              </a:rPr>
              <a:t>  INTEGER;</a:t>
            </a:r>
            <a:r>
              <a:rPr lang="en-US" altLang="zh-CN" sz="2000" b="1" dirty="0">
                <a:ea typeface="楷体_GB2312" pitchFamily="49" charset="-122"/>
              </a:rPr>
              <a:t>    </a:t>
            </a:r>
            <a:r>
              <a:rPr lang="en-US" altLang="zh-CN" sz="2000" b="1" dirty="0">
                <a:solidFill>
                  <a:srgbClr val="002060"/>
                </a:solidFill>
                <a:latin typeface="+mn-lt"/>
                <a:ea typeface="楷体" pitchFamily="49" charset="-122"/>
              </a:rPr>
              <a:t>//INTEGER</a:t>
            </a:r>
            <a:r>
              <a:rPr lang="zh-CN" altLang="en-US" sz="2000" b="1" dirty="0">
                <a:solidFill>
                  <a:srgbClr val="002060"/>
                </a:solidFill>
                <a:latin typeface="+mn-lt"/>
                <a:ea typeface="楷体" pitchFamily="49" charset="-122"/>
              </a:rPr>
              <a:t>是别名</a:t>
            </a:r>
          </a:p>
          <a:p>
            <a:r>
              <a:rPr lang="en-US" altLang="zh-CN" sz="2000" b="1" dirty="0" err="1">
                <a:solidFill>
                  <a:srgbClr val="CC0000"/>
                </a:solidFill>
                <a:ea typeface="楷体_GB2312" pitchFamily="49" charset="-122"/>
              </a:rPr>
              <a:t>typedef</a:t>
            </a:r>
            <a:r>
              <a:rPr lang="en-US" altLang="zh-CN" sz="2000" b="1" dirty="0">
                <a:solidFill>
                  <a:srgbClr val="CC0000"/>
                </a:solidFill>
                <a:ea typeface="楷体_GB2312" pitchFamily="49" charset="-122"/>
              </a:rPr>
              <a:t>  char *  STRING</a:t>
            </a:r>
            <a:r>
              <a:rPr lang="en-US" altLang="zh-CN" sz="2000" b="1" dirty="0">
                <a:ea typeface="楷体_GB2312" pitchFamily="49" charset="-122"/>
              </a:rPr>
              <a:t>  </a:t>
            </a:r>
            <a:r>
              <a:rPr lang="en-US" altLang="zh-CN" sz="2000" b="1" dirty="0">
                <a:solidFill>
                  <a:srgbClr val="002060"/>
                </a:solidFill>
                <a:latin typeface="+mn-lt"/>
                <a:ea typeface="楷体" pitchFamily="49" charset="-122"/>
              </a:rPr>
              <a:t>//STRING</a:t>
            </a:r>
            <a:r>
              <a:rPr lang="zh-CN" altLang="en-US" sz="2000" b="1" dirty="0">
                <a:solidFill>
                  <a:srgbClr val="002060"/>
                </a:solidFill>
                <a:latin typeface="+mn-lt"/>
                <a:ea typeface="楷体" pitchFamily="49" charset="-122"/>
              </a:rPr>
              <a:t>是别名</a:t>
            </a:r>
          </a:p>
          <a:p>
            <a:r>
              <a:rPr lang="en-US" altLang="zh-CN" sz="2000" b="1" dirty="0" err="1">
                <a:ea typeface="楷体_GB2312" pitchFamily="49" charset="-122"/>
              </a:rPr>
              <a:t>struct</a:t>
            </a:r>
            <a:r>
              <a:rPr lang="en-US" altLang="zh-CN" sz="2000" b="1" dirty="0">
                <a:ea typeface="楷体_GB2312" pitchFamily="49" charset="-122"/>
              </a:rPr>
              <a:t> </a:t>
            </a:r>
            <a:r>
              <a:rPr lang="en-US" altLang="zh-CN" sz="2000" b="1" dirty="0" err="1">
                <a:ea typeface="楷体_GB2312" pitchFamily="49" charset="-122"/>
              </a:rPr>
              <a:t>teacher_info</a:t>
            </a:r>
            <a:endParaRPr lang="en-US" altLang="zh-CN" sz="2000" b="1" dirty="0">
              <a:ea typeface="楷体_GB2312" pitchFamily="49" charset="-122"/>
            </a:endParaRPr>
          </a:p>
          <a:p>
            <a:r>
              <a:rPr lang="en-US" altLang="zh-CN" sz="2000" b="1" dirty="0">
                <a:ea typeface="楷体_GB2312" pitchFamily="49" charset="-122"/>
              </a:rPr>
              <a:t>{</a:t>
            </a:r>
          </a:p>
          <a:p>
            <a:r>
              <a:rPr lang="en-US" altLang="zh-CN" sz="2000" b="1" dirty="0">
                <a:ea typeface="楷体_GB2312" pitchFamily="49" charset="-122"/>
              </a:rPr>
              <a:t>  char name[20], char sex, unit[30];</a:t>
            </a:r>
          </a:p>
          <a:p>
            <a:r>
              <a:rPr lang="en-US" altLang="zh-CN" sz="2000" b="1" dirty="0">
                <a:ea typeface="楷体_GB2312" pitchFamily="49" charset="-122"/>
              </a:rPr>
              <a:t>  unsigned </a:t>
            </a:r>
            <a:r>
              <a:rPr lang="en-US" altLang="zh-CN" sz="2000" b="1" dirty="0" err="1">
                <a:ea typeface="楷体_GB2312" pitchFamily="49" charset="-122"/>
              </a:rPr>
              <a:t>int</a:t>
            </a:r>
            <a:r>
              <a:rPr lang="en-US" altLang="zh-CN" sz="2000" b="1" dirty="0">
                <a:ea typeface="楷体_GB2312" pitchFamily="49" charset="-122"/>
              </a:rPr>
              <a:t> age, </a:t>
            </a:r>
            <a:r>
              <a:rPr lang="en-US" altLang="zh-CN" sz="2000" b="1" dirty="0" err="1">
                <a:ea typeface="楷体_GB2312" pitchFamily="49" charset="-122"/>
              </a:rPr>
              <a:t>workyears</a:t>
            </a:r>
            <a:r>
              <a:rPr lang="en-US" altLang="zh-CN" sz="2000" b="1" dirty="0">
                <a:ea typeface="楷体_GB2312" pitchFamily="49" charset="-122"/>
              </a:rPr>
              <a:t>;</a:t>
            </a:r>
          </a:p>
          <a:p>
            <a:r>
              <a:rPr lang="en-US" altLang="zh-CN" sz="2000" b="1" dirty="0">
                <a:ea typeface="楷体_GB2312" pitchFamily="49" charset="-122"/>
              </a:rPr>
              <a:t>  float salary;</a:t>
            </a:r>
          </a:p>
          <a:p>
            <a:r>
              <a:rPr lang="en-US" altLang="zh-CN" sz="2000" b="1" dirty="0">
                <a:ea typeface="楷体_GB2312" pitchFamily="49" charset="-122"/>
              </a:rPr>
              <a:t>};</a:t>
            </a:r>
          </a:p>
          <a:p>
            <a:r>
              <a:rPr lang="en-US" altLang="zh-CN" sz="2000" b="1" dirty="0" err="1">
                <a:solidFill>
                  <a:srgbClr val="CC0000"/>
                </a:solidFill>
                <a:ea typeface="楷体_GB2312" pitchFamily="49" charset="-122"/>
              </a:rPr>
              <a:t>typedef</a:t>
            </a:r>
            <a:r>
              <a:rPr lang="en-US" altLang="zh-CN" sz="2000" b="1" dirty="0">
                <a:solidFill>
                  <a:srgbClr val="CC0000"/>
                </a:solidFill>
                <a:ea typeface="楷体_GB2312" pitchFamily="49" charset="-122"/>
              </a:rPr>
              <a:t>  </a:t>
            </a:r>
            <a:r>
              <a:rPr lang="en-US" altLang="zh-CN" sz="2000" b="1" dirty="0" err="1">
                <a:solidFill>
                  <a:srgbClr val="CC0000"/>
                </a:solidFill>
                <a:ea typeface="楷体_GB2312" pitchFamily="49" charset="-122"/>
              </a:rPr>
              <a:t>struct</a:t>
            </a:r>
            <a:r>
              <a:rPr lang="en-US" altLang="zh-CN" sz="2000" b="1" dirty="0">
                <a:solidFill>
                  <a:srgbClr val="CC0000"/>
                </a:solidFill>
                <a:ea typeface="楷体_GB2312" pitchFamily="49" charset="-122"/>
              </a:rPr>
              <a:t> </a:t>
            </a:r>
            <a:r>
              <a:rPr lang="en-US" altLang="zh-CN" sz="2000" b="1" dirty="0" err="1">
                <a:solidFill>
                  <a:srgbClr val="CC0000"/>
                </a:solidFill>
                <a:ea typeface="楷体_GB2312" pitchFamily="49" charset="-122"/>
              </a:rPr>
              <a:t>teacher_info</a:t>
            </a:r>
            <a:r>
              <a:rPr lang="en-US" altLang="zh-CN" sz="2000" b="1" dirty="0">
                <a:solidFill>
                  <a:srgbClr val="CC0000"/>
                </a:solidFill>
                <a:ea typeface="楷体_GB2312" pitchFamily="49" charset="-122"/>
              </a:rPr>
              <a:t>  TEACHER;</a:t>
            </a:r>
            <a:r>
              <a:rPr lang="en-US" altLang="zh-CN" sz="2000" b="1" dirty="0">
                <a:ea typeface="楷体_GB2312" pitchFamily="49" charset="-122"/>
              </a:rPr>
              <a:t>  </a:t>
            </a:r>
            <a:r>
              <a:rPr lang="en-US" altLang="zh-CN" sz="2000" b="1" dirty="0">
                <a:solidFill>
                  <a:srgbClr val="002060"/>
                </a:solidFill>
                <a:latin typeface="+mn-lt"/>
                <a:ea typeface="楷体" pitchFamily="49" charset="-122"/>
              </a:rPr>
              <a:t>//TEACHER</a:t>
            </a:r>
            <a:r>
              <a:rPr lang="zh-CN" altLang="en-US" sz="2000" b="1" dirty="0">
                <a:solidFill>
                  <a:srgbClr val="002060"/>
                </a:solidFill>
                <a:latin typeface="+mn-lt"/>
                <a:ea typeface="楷体" pitchFamily="49" charset="-122"/>
              </a:rPr>
              <a:t>是别名</a:t>
            </a:r>
          </a:p>
          <a:p>
            <a:r>
              <a:rPr lang="en-US" altLang="zh-CN" sz="2000" b="1" dirty="0">
                <a:ea typeface="楷体_GB2312" pitchFamily="49" charset="-122"/>
              </a:rPr>
              <a:t>INTEGER  a;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相当于</a:t>
            </a:r>
            <a:r>
              <a:rPr lang="en-US" altLang="zh-CN" sz="2000" b="1" dirty="0" err="1">
                <a:solidFill>
                  <a:srgbClr val="002060"/>
                </a:solidFill>
                <a:latin typeface="+mn-lt"/>
                <a:ea typeface="楷体" pitchFamily="49" charset="-122"/>
              </a:rPr>
              <a:t>int</a:t>
            </a:r>
            <a:r>
              <a:rPr lang="en-US" altLang="zh-CN" sz="2000" b="1" dirty="0">
                <a:solidFill>
                  <a:srgbClr val="002060"/>
                </a:solidFill>
                <a:latin typeface="+mn-lt"/>
                <a:ea typeface="楷体" pitchFamily="49" charset="-122"/>
              </a:rPr>
              <a:t> a;</a:t>
            </a:r>
          </a:p>
          <a:p>
            <a:r>
              <a:rPr lang="en-US" altLang="zh-CN" sz="2000" b="1" dirty="0">
                <a:ea typeface="楷体_GB2312" pitchFamily="49" charset="-122"/>
              </a:rPr>
              <a:t>STRING str;                 </a:t>
            </a:r>
            <a:r>
              <a:rPr lang="en-US" altLang="zh-CN" sz="2000" b="1" dirty="0">
                <a:solidFill>
                  <a:srgbClr val="002060"/>
                </a:solidFill>
                <a:latin typeface="+mn-lt"/>
                <a:ea typeface="楷体" pitchFamily="49" charset="-122"/>
              </a:rPr>
              <a:t>//char *str;</a:t>
            </a:r>
          </a:p>
          <a:p>
            <a:r>
              <a:rPr lang="en-US" altLang="zh-CN" sz="2000" b="1" dirty="0">
                <a:ea typeface="楷体_GB2312" pitchFamily="49" charset="-122"/>
              </a:rPr>
              <a:t>TEACHER t;                </a:t>
            </a:r>
            <a:r>
              <a:rPr lang="en-US" altLang="zh-CN" sz="2000" b="1" dirty="0">
                <a:solidFill>
                  <a:srgbClr val="002060"/>
                </a:solidFill>
                <a:ea typeface="楷体_GB2312" pitchFamily="49" charset="-122"/>
              </a:rPr>
              <a:t>//</a:t>
            </a:r>
            <a:r>
              <a:rPr lang="zh-CN" altLang="en-US" sz="2000" b="1" dirty="0">
                <a:solidFill>
                  <a:srgbClr val="002060"/>
                </a:solidFill>
                <a:latin typeface="+mn-lt"/>
                <a:ea typeface="楷体" pitchFamily="49" charset="-122"/>
              </a:rPr>
              <a:t>相当于</a:t>
            </a:r>
            <a:r>
              <a:rPr lang="en-US" altLang="zh-CN" sz="2000" b="1" dirty="0">
                <a:solidFill>
                  <a:srgbClr val="002060"/>
                </a:solidFill>
                <a:ea typeface="楷体_GB2312" pitchFamily="49" charset="-122"/>
              </a:rPr>
              <a:t>struct </a:t>
            </a:r>
            <a:r>
              <a:rPr lang="en-US" altLang="zh-CN" sz="2000" b="1" dirty="0" err="1">
                <a:solidFill>
                  <a:srgbClr val="002060"/>
                </a:solidFill>
                <a:ea typeface="楷体_GB2312" pitchFamily="49" charset="-122"/>
              </a:rPr>
              <a:t>teacher_info</a:t>
            </a:r>
            <a:r>
              <a:rPr lang="en-US" altLang="zh-CN" sz="2000" b="1" dirty="0">
                <a:solidFill>
                  <a:srgbClr val="002060"/>
                </a:solidFill>
                <a:ea typeface="楷体_GB2312" pitchFamily="49" charset="-122"/>
              </a:rPr>
              <a:t> t;</a:t>
            </a:r>
          </a:p>
        </p:txBody>
      </p:sp>
      <p:sp>
        <p:nvSpPr>
          <p:cNvPr id="1075227" name="Rectangle 27" descr="信纸"/>
          <p:cNvSpPr>
            <a:spLocks noChangeArrowheads="1"/>
          </p:cNvSpPr>
          <p:nvPr/>
        </p:nvSpPr>
        <p:spPr bwMode="auto">
          <a:xfrm>
            <a:off x="5663952" y="4285601"/>
            <a:ext cx="5886450" cy="707886"/>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dirty="0" err="1">
                <a:solidFill>
                  <a:srgbClr val="CC0000"/>
                </a:solidFill>
                <a:ea typeface="楷体_GB2312" pitchFamily="49" charset="-122"/>
              </a:rPr>
              <a:t>typedef</a:t>
            </a:r>
            <a:r>
              <a:rPr lang="en-US" altLang="zh-CN" sz="2000" b="1" dirty="0">
                <a:solidFill>
                  <a:srgbClr val="CC0000"/>
                </a:solidFill>
                <a:ea typeface="楷体_GB2312" pitchFamily="49" charset="-122"/>
              </a:rPr>
              <a:t>  char  ARRAY[81];</a:t>
            </a:r>
            <a:r>
              <a:rPr lang="en-US" altLang="zh-CN" sz="2000" b="1" dirty="0">
                <a:ea typeface="楷体_GB2312" pitchFamily="49" charset="-122"/>
              </a:rPr>
              <a:t>   </a:t>
            </a:r>
            <a:r>
              <a:rPr lang="en-US" altLang="zh-CN" sz="2000" b="1" dirty="0">
                <a:solidFill>
                  <a:srgbClr val="002060"/>
                </a:solidFill>
                <a:latin typeface="+mn-lt"/>
                <a:ea typeface="楷体" pitchFamily="49" charset="-122"/>
              </a:rPr>
              <a:t>//ARRAY</a:t>
            </a:r>
            <a:r>
              <a:rPr lang="zh-CN" altLang="en-US" sz="2000" b="1" dirty="0">
                <a:solidFill>
                  <a:srgbClr val="002060"/>
                </a:solidFill>
                <a:latin typeface="+mn-lt"/>
                <a:ea typeface="楷体" pitchFamily="49" charset="-122"/>
              </a:rPr>
              <a:t>是别名</a:t>
            </a:r>
          </a:p>
          <a:p>
            <a:r>
              <a:rPr lang="en-US" altLang="zh-CN" sz="2000" b="1" dirty="0">
                <a:ea typeface="楷体_GB2312" pitchFamily="49" charset="-122"/>
              </a:rPr>
              <a:t>ARRAY </a:t>
            </a:r>
            <a:r>
              <a:rPr lang="en-US" altLang="zh-CN" sz="2000" b="1" dirty="0" err="1">
                <a:ea typeface="楷体_GB2312" pitchFamily="49" charset="-122"/>
              </a:rPr>
              <a:t>str</a:t>
            </a:r>
            <a:r>
              <a:rPr lang="en-US" altLang="zh-CN" sz="2000" b="1" dirty="0">
                <a:ea typeface="楷体_GB2312"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相当于</a:t>
            </a:r>
            <a:r>
              <a:rPr lang="en-US" altLang="zh-CN" sz="2000" b="1" dirty="0">
                <a:solidFill>
                  <a:srgbClr val="002060"/>
                </a:solidFill>
                <a:latin typeface="+mn-lt"/>
                <a:ea typeface="楷体" pitchFamily="49" charset="-122"/>
              </a:rPr>
              <a:t>char </a:t>
            </a:r>
            <a:r>
              <a:rPr lang="en-US" altLang="zh-CN" sz="2000" b="1" dirty="0" err="1">
                <a:solidFill>
                  <a:srgbClr val="002060"/>
                </a:solidFill>
                <a:latin typeface="+mn-lt"/>
                <a:ea typeface="楷体" pitchFamily="49" charset="-122"/>
              </a:rPr>
              <a:t>str</a:t>
            </a:r>
            <a:r>
              <a:rPr lang="en-US" altLang="zh-CN" sz="2000" b="1" dirty="0">
                <a:solidFill>
                  <a:srgbClr val="002060"/>
                </a:solidFill>
                <a:latin typeface="+mn-lt"/>
                <a:ea typeface="楷体" pitchFamily="49" charset="-122"/>
              </a:rPr>
              <a:t>[81];</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75219"/>
                                        </p:tgtEl>
                                        <p:attrNameLst>
                                          <p:attrName>style.visibility</p:attrName>
                                        </p:attrNameLst>
                                      </p:cBhvr>
                                      <p:to>
                                        <p:strVal val="visible"/>
                                      </p:to>
                                    </p:set>
                                    <p:animEffect transition="in" filter="box(out)">
                                      <p:cBhvr>
                                        <p:cTn id="7" dur="500"/>
                                        <p:tgtEl>
                                          <p:spTgt spid="107521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75220"/>
                                        </p:tgtEl>
                                        <p:attrNameLst>
                                          <p:attrName>style.visibility</p:attrName>
                                        </p:attrNameLst>
                                      </p:cBhvr>
                                      <p:to>
                                        <p:strVal val="visible"/>
                                      </p:to>
                                    </p:set>
                                    <p:animEffect transition="in" filter="box(out)">
                                      <p:cBhvr>
                                        <p:cTn id="12" dur="500"/>
                                        <p:tgtEl>
                                          <p:spTgt spid="107522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75221"/>
                                        </p:tgtEl>
                                        <p:attrNameLst>
                                          <p:attrName>style.visibility</p:attrName>
                                        </p:attrNameLst>
                                      </p:cBhvr>
                                      <p:to>
                                        <p:strVal val="visible"/>
                                      </p:to>
                                    </p:set>
                                    <p:animEffect transition="in" filter="box(out)">
                                      <p:cBhvr>
                                        <p:cTn id="17" dur="500"/>
                                        <p:tgtEl>
                                          <p:spTgt spid="107522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1075222"/>
                                        </p:tgtEl>
                                        <p:attrNameLst>
                                          <p:attrName>style.visibility</p:attrName>
                                        </p:attrNameLst>
                                      </p:cBhvr>
                                      <p:to>
                                        <p:strVal val="visible"/>
                                      </p:to>
                                    </p:set>
                                    <p:animEffect transition="in" filter="strips(upRight)">
                                      <p:cBhvr>
                                        <p:cTn id="22" dur="500"/>
                                        <p:tgtEl>
                                          <p:spTgt spid="1075222"/>
                                        </p:tgtEl>
                                      </p:cBhvr>
                                    </p:animEffect>
                                  </p:childTnLst>
                                  <p:subTnLst>
                                    <p:set>
                                      <p:cBhvr override="childStyle">
                                        <p:cTn dur="1" fill="hold" display="0" masterRel="nextClick" afterEffect="1"/>
                                        <p:tgtEl>
                                          <p:spTgt spid="1075222"/>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4" name="laser.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1075223"/>
                                        </p:tgtEl>
                                        <p:attrNameLst>
                                          <p:attrName>style.visibility</p:attrName>
                                        </p:attrNameLst>
                                      </p:cBhvr>
                                      <p:to>
                                        <p:strVal val="visible"/>
                                      </p:to>
                                    </p:set>
                                    <p:animEffect transition="in" filter="strips(upRight)">
                                      <p:cBhvr>
                                        <p:cTn id="27" dur="500"/>
                                        <p:tgtEl>
                                          <p:spTgt spid="1075223"/>
                                        </p:tgtEl>
                                      </p:cBhvr>
                                    </p:animEffect>
                                  </p:childTnLst>
                                  <p:subTnLst>
                                    <p:set>
                                      <p:cBhvr override="childStyle">
                                        <p:cTn dur="1" fill="hold" display="0" masterRel="nextClick" afterEffect="1"/>
                                        <p:tgtEl>
                                          <p:spTgt spid="1075223"/>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4" name="laser.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3" fill="hold" grpId="0" nodeType="clickEffect">
                                  <p:stCondLst>
                                    <p:cond delay="0"/>
                                  </p:stCondLst>
                                  <p:childTnLst>
                                    <p:set>
                                      <p:cBhvr>
                                        <p:cTn id="31" dur="1" fill="hold">
                                          <p:stCondLst>
                                            <p:cond delay="0"/>
                                          </p:stCondLst>
                                        </p:cTn>
                                        <p:tgtEl>
                                          <p:spTgt spid="1075224"/>
                                        </p:tgtEl>
                                        <p:attrNameLst>
                                          <p:attrName>style.visibility</p:attrName>
                                        </p:attrNameLst>
                                      </p:cBhvr>
                                      <p:to>
                                        <p:strVal val="visible"/>
                                      </p:to>
                                    </p:set>
                                    <p:animEffect transition="in" filter="strips(upRight)">
                                      <p:cBhvr>
                                        <p:cTn id="32" dur="500"/>
                                        <p:tgtEl>
                                          <p:spTgt spid="1075224"/>
                                        </p:tgtEl>
                                      </p:cBhvr>
                                    </p:animEffect>
                                  </p:childTnLst>
                                  <p:subTnLst>
                                    <p:set>
                                      <p:cBhvr override="childStyle">
                                        <p:cTn dur="1" fill="hold" display="0" masterRel="nextClick" afterEffect="1"/>
                                        <p:tgtEl>
                                          <p:spTgt spid="1075224"/>
                                        </p:tgtEl>
                                        <p:attrNameLst>
                                          <p:attrName>style.visibility</p:attrName>
                                        </p:attrNameLst>
                                      </p:cBhvr>
                                      <p:to>
                                        <p:strVal val="hidden"/>
                                      </p:to>
                                    </p:set>
                                    <p:audio>
                                      <p:cMediaNode>
                                        <p:cTn display="0" masterRel="sameClick">
                                          <p:stCondLst>
                                            <p:cond evt="begin" delay="0">
                                              <p:tn val="30"/>
                                            </p:cond>
                                          </p:stCondLst>
                                          <p:endCondLst>
                                            <p:cond evt="onStopAudio" delay="0">
                                              <p:tgtEl>
                                                <p:sldTgt/>
                                              </p:tgtEl>
                                            </p:cond>
                                          </p:endCondLst>
                                        </p:cTn>
                                        <p:tgtEl>
                                          <p:sndTgt r:embed="rId4" name="laser.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075228"/>
                                        </p:tgtEl>
                                        <p:attrNameLst>
                                          <p:attrName>style.visibility</p:attrName>
                                        </p:attrNameLst>
                                      </p:cBhvr>
                                      <p:to>
                                        <p:strVal val="visible"/>
                                      </p:to>
                                    </p:set>
                                    <p:animEffect transition="in" filter="box(out)">
                                      <p:cBhvr>
                                        <p:cTn id="37" dur="500"/>
                                        <p:tgtEl>
                                          <p:spTgt spid="1075228"/>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075227"/>
                                        </p:tgtEl>
                                        <p:attrNameLst>
                                          <p:attrName>style.visibility</p:attrName>
                                        </p:attrNameLst>
                                      </p:cBhvr>
                                      <p:to>
                                        <p:strVal val="visible"/>
                                      </p:to>
                                    </p:set>
                                    <p:animEffect transition="in" filter="box(out)">
                                      <p:cBhvr>
                                        <p:cTn id="42" dur="500"/>
                                        <p:tgtEl>
                                          <p:spTgt spid="1075227"/>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19" grpId="0"/>
      <p:bldP spid="1075220" grpId="0"/>
      <p:bldP spid="1075221" grpId="0" animBg="1"/>
      <p:bldP spid="1075222" grpId="0" animBg="1"/>
      <p:bldP spid="1075223" grpId="0" animBg="1"/>
      <p:bldP spid="1075224" grpId="0" animBg="1"/>
      <p:bldP spid="1075228" grpId="0" animBg="1"/>
      <p:bldP spid="1075227"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7262" name="Rectangle 14"/>
          <p:cNvSpPr>
            <a:spLocks noChangeArrowheads="1"/>
          </p:cNvSpPr>
          <p:nvPr/>
        </p:nvSpPr>
        <p:spPr bwMode="auto">
          <a:xfrm>
            <a:off x="362400" y="1041608"/>
            <a:ext cx="10242845" cy="461665"/>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结构体数组的每一个元素都是具有相同结构体类型的下标结构变量。 </a:t>
            </a:r>
          </a:p>
        </p:txBody>
      </p:sp>
      <p:sp>
        <p:nvSpPr>
          <p:cNvPr id="1077263" name="Rectangle 15"/>
          <p:cNvSpPr>
            <a:spLocks noChangeArrowheads="1"/>
          </p:cNvSpPr>
          <p:nvPr/>
        </p:nvSpPr>
        <p:spPr bwMode="auto">
          <a:xfrm>
            <a:off x="705669" y="1907845"/>
            <a:ext cx="3445174" cy="523220"/>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sz="2800" b="1" dirty="0">
                <a:solidFill>
                  <a:srgbClr val="C00000"/>
                </a:solidFill>
                <a:latin typeface="+mn-lt"/>
                <a:ea typeface="楷体" pitchFamily="49" charset="-122"/>
              </a:rPr>
              <a:t> </a:t>
            </a:r>
            <a:r>
              <a:rPr lang="zh-CN" altLang="en-US" sz="2800" b="1" dirty="0">
                <a:solidFill>
                  <a:srgbClr val="C00000"/>
                </a:solidFill>
                <a:latin typeface="+mn-lt"/>
                <a:ea typeface="楷体" pitchFamily="49" charset="-122"/>
              </a:rPr>
              <a:t>结构体数组的定义</a:t>
            </a:r>
          </a:p>
        </p:txBody>
      </p:sp>
      <p:sp>
        <p:nvSpPr>
          <p:cNvPr id="1077264" name="Text Box 16"/>
          <p:cNvSpPr txBox="1">
            <a:spLocks noChangeArrowheads="1"/>
          </p:cNvSpPr>
          <p:nvPr/>
        </p:nvSpPr>
        <p:spPr bwMode="auto">
          <a:xfrm>
            <a:off x="1211674" y="2710969"/>
            <a:ext cx="1944688" cy="457200"/>
          </a:xfrm>
          <a:prstGeom prst="rect">
            <a:avLst/>
          </a:prstGeom>
          <a:noFill/>
          <a:ln w="9525">
            <a:noFill/>
            <a:miter lim="800000"/>
            <a:headEnd/>
            <a:tailEnd/>
          </a:ln>
          <a:effectLst/>
        </p:spPr>
        <p:txBody>
          <a:bodyPr>
            <a:spAutoFit/>
          </a:bodyPr>
          <a:lstStyle/>
          <a:p>
            <a:pPr>
              <a:spcBef>
                <a:spcPct val="50000"/>
              </a:spcBef>
            </a:pPr>
            <a:r>
              <a:rPr lang="zh-CN" altLang="en-US"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三种形式：</a:t>
            </a:r>
          </a:p>
        </p:txBody>
      </p:sp>
      <p:grpSp>
        <p:nvGrpSpPr>
          <p:cNvPr id="1077352" name="Group 104"/>
          <p:cNvGrpSpPr>
            <a:grpSpLocks/>
          </p:cNvGrpSpPr>
          <p:nvPr/>
        </p:nvGrpSpPr>
        <p:grpSpPr bwMode="auto">
          <a:xfrm>
            <a:off x="9427319" y="1412453"/>
            <a:ext cx="2573337" cy="4968875"/>
            <a:chOff x="3891" y="873"/>
            <a:chExt cx="1621" cy="3130"/>
          </a:xfrm>
        </p:grpSpPr>
        <p:grpSp>
          <p:nvGrpSpPr>
            <p:cNvPr id="1077344" name="Group 96"/>
            <p:cNvGrpSpPr>
              <a:grpSpLocks/>
            </p:cNvGrpSpPr>
            <p:nvPr/>
          </p:nvGrpSpPr>
          <p:grpSpPr bwMode="auto">
            <a:xfrm>
              <a:off x="3891" y="873"/>
              <a:ext cx="904" cy="3130"/>
              <a:chOff x="3873" y="1026"/>
              <a:chExt cx="904" cy="3130"/>
            </a:xfrm>
          </p:grpSpPr>
          <p:sp>
            <p:nvSpPr>
              <p:cNvPr id="1077271" name="Rectangle 23"/>
              <p:cNvSpPr>
                <a:spLocks noChangeArrowheads="1"/>
              </p:cNvSpPr>
              <p:nvPr/>
            </p:nvSpPr>
            <p:spPr bwMode="auto">
              <a:xfrm>
                <a:off x="3878" y="1071"/>
                <a:ext cx="898" cy="2495"/>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endParaRPr lang="zh-CN" altLang="zh-CN" sz="2000"/>
              </a:p>
            </p:txBody>
          </p:sp>
          <p:sp>
            <p:nvSpPr>
              <p:cNvPr id="1077275" name="AutoShape 27"/>
              <p:cNvSpPr>
                <a:spLocks noChangeArrowheads="1"/>
              </p:cNvSpPr>
              <p:nvPr/>
            </p:nvSpPr>
            <p:spPr bwMode="auto">
              <a:xfrm>
                <a:off x="3878" y="3566"/>
                <a:ext cx="898" cy="590"/>
              </a:xfrm>
              <a:prstGeom prst="foldedCorner">
                <a:avLst>
                  <a:gd name="adj" fmla="val 50000"/>
                </a:avLst>
              </a:prstGeom>
              <a:solidFill>
                <a:srgbClr val="DDFAED"/>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nvGrpSpPr>
              <p:cNvPr id="1077324" name="Group 76"/>
              <p:cNvGrpSpPr>
                <a:grpSpLocks/>
              </p:cNvGrpSpPr>
              <p:nvPr/>
            </p:nvGrpSpPr>
            <p:grpSpPr bwMode="auto">
              <a:xfrm>
                <a:off x="3873" y="1026"/>
                <a:ext cx="903" cy="1037"/>
                <a:chOff x="3873" y="1026"/>
                <a:chExt cx="903" cy="1037"/>
              </a:xfrm>
            </p:grpSpPr>
            <p:grpSp>
              <p:nvGrpSpPr>
                <p:cNvPr id="1077321" name="Group 73"/>
                <p:cNvGrpSpPr>
                  <a:grpSpLocks/>
                </p:cNvGrpSpPr>
                <p:nvPr/>
              </p:nvGrpSpPr>
              <p:grpSpPr bwMode="auto">
                <a:xfrm>
                  <a:off x="3873" y="1244"/>
                  <a:ext cx="903" cy="813"/>
                  <a:chOff x="3873" y="1244"/>
                  <a:chExt cx="903" cy="813"/>
                </a:xfrm>
              </p:grpSpPr>
              <p:sp>
                <p:nvSpPr>
                  <p:cNvPr id="1077272" name="Line 24"/>
                  <p:cNvSpPr>
                    <a:spLocks noChangeShapeType="1"/>
                  </p:cNvSpPr>
                  <p:nvPr/>
                </p:nvSpPr>
                <p:spPr bwMode="auto">
                  <a:xfrm>
                    <a:off x="3873" y="1244"/>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273" name="Line 25"/>
                  <p:cNvSpPr>
                    <a:spLocks noChangeShapeType="1"/>
                  </p:cNvSpPr>
                  <p:nvPr/>
                </p:nvSpPr>
                <p:spPr bwMode="auto">
                  <a:xfrm>
                    <a:off x="3873" y="1413"/>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274" name="Line 26"/>
                  <p:cNvSpPr>
                    <a:spLocks noChangeShapeType="1"/>
                  </p:cNvSpPr>
                  <p:nvPr/>
                </p:nvSpPr>
                <p:spPr bwMode="auto">
                  <a:xfrm>
                    <a:off x="3873" y="1724"/>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276" name="Line 28"/>
                  <p:cNvSpPr>
                    <a:spLocks noChangeShapeType="1"/>
                  </p:cNvSpPr>
                  <p:nvPr/>
                </p:nvSpPr>
                <p:spPr bwMode="auto">
                  <a:xfrm>
                    <a:off x="3873" y="1573"/>
                    <a:ext cx="898" cy="0"/>
                  </a:xfrm>
                  <a:prstGeom prst="line">
                    <a:avLst/>
                  </a:prstGeom>
                  <a:noFill/>
                  <a:ln w="12700">
                    <a:solidFill>
                      <a:srgbClr val="000000"/>
                    </a:solidFill>
                    <a:round/>
                    <a:headEnd/>
                    <a:tailEnd/>
                  </a:ln>
                  <a:effectLst/>
                </p:spPr>
                <p:txBody>
                  <a:bodyPr wrap="none" anchor="ctr"/>
                  <a:lstStyle/>
                  <a:p>
                    <a:endParaRPr lang="zh-CN" altLang="en-US"/>
                  </a:p>
                </p:txBody>
              </p:sp>
              <p:sp>
                <p:nvSpPr>
                  <p:cNvPr id="1077279" name="Line 31"/>
                  <p:cNvSpPr>
                    <a:spLocks noChangeShapeType="1"/>
                  </p:cNvSpPr>
                  <p:nvPr/>
                </p:nvSpPr>
                <p:spPr bwMode="auto">
                  <a:xfrm>
                    <a:off x="3873" y="2057"/>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281" name="Line 33"/>
                  <p:cNvSpPr>
                    <a:spLocks noChangeShapeType="1"/>
                  </p:cNvSpPr>
                  <p:nvPr/>
                </p:nvSpPr>
                <p:spPr bwMode="auto">
                  <a:xfrm>
                    <a:off x="3878" y="1888"/>
                    <a:ext cx="898" cy="0"/>
                  </a:xfrm>
                  <a:prstGeom prst="line">
                    <a:avLst/>
                  </a:prstGeom>
                  <a:noFill/>
                  <a:ln w="12700">
                    <a:solidFill>
                      <a:srgbClr val="000000"/>
                    </a:solidFill>
                    <a:round/>
                    <a:headEnd/>
                    <a:tailEnd/>
                  </a:ln>
                  <a:effectLst/>
                </p:spPr>
                <p:txBody>
                  <a:bodyPr wrap="none" anchor="ctr"/>
                  <a:lstStyle/>
                  <a:p>
                    <a:endParaRPr lang="zh-CN" altLang="en-US"/>
                  </a:p>
                </p:txBody>
              </p:sp>
            </p:grpSp>
            <p:grpSp>
              <p:nvGrpSpPr>
                <p:cNvPr id="1077323" name="Group 75"/>
                <p:cNvGrpSpPr>
                  <a:grpSpLocks/>
                </p:cNvGrpSpPr>
                <p:nvPr/>
              </p:nvGrpSpPr>
              <p:grpSpPr bwMode="auto">
                <a:xfrm>
                  <a:off x="4041" y="1026"/>
                  <a:ext cx="686" cy="1037"/>
                  <a:chOff x="4059" y="1026"/>
                  <a:chExt cx="686" cy="1037"/>
                </a:xfrm>
              </p:grpSpPr>
              <p:sp>
                <p:nvSpPr>
                  <p:cNvPr id="1077318" name="Text Box 70"/>
                  <p:cNvSpPr txBox="1">
                    <a:spLocks noChangeArrowheads="1"/>
                  </p:cNvSpPr>
                  <p:nvPr/>
                </p:nvSpPr>
                <p:spPr bwMode="auto">
                  <a:xfrm>
                    <a:off x="4144" y="1506"/>
                    <a:ext cx="48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age</a:t>
                    </a:r>
                  </a:p>
                </p:txBody>
              </p:sp>
              <p:grpSp>
                <p:nvGrpSpPr>
                  <p:cNvPr id="1077322" name="Group 74"/>
                  <p:cNvGrpSpPr>
                    <a:grpSpLocks/>
                  </p:cNvGrpSpPr>
                  <p:nvPr/>
                </p:nvGrpSpPr>
                <p:grpSpPr bwMode="auto">
                  <a:xfrm>
                    <a:off x="4059" y="1026"/>
                    <a:ext cx="686" cy="1037"/>
                    <a:chOff x="4037" y="1035"/>
                    <a:chExt cx="686" cy="1037"/>
                  </a:xfrm>
                </p:grpSpPr>
                <p:sp>
                  <p:nvSpPr>
                    <p:cNvPr id="1077315" name="Text Box 67"/>
                    <p:cNvSpPr txBox="1">
                      <a:spLocks noChangeArrowheads="1"/>
                    </p:cNvSpPr>
                    <p:nvPr/>
                  </p:nvSpPr>
                  <p:spPr bwMode="auto">
                    <a:xfrm>
                      <a:off x="4150" y="1035"/>
                      <a:ext cx="408"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no</a:t>
                      </a:r>
                    </a:p>
                  </p:txBody>
                </p:sp>
                <p:sp>
                  <p:nvSpPr>
                    <p:cNvPr id="1077316" name="Text Box 68"/>
                    <p:cNvSpPr txBox="1">
                      <a:spLocks noChangeArrowheads="1"/>
                    </p:cNvSpPr>
                    <p:nvPr/>
                  </p:nvSpPr>
                  <p:spPr bwMode="auto">
                    <a:xfrm>
                      <a:off x="4088" y="1216"/>
                      <a:ext cx="48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name</a:t>
                      </a:r>
                    </a:p>
                  </p:txBody>
                </p:sp>
                <p:sp>
                  <p:nvSpPr>
                    <p:cNvPr id="1077317" name="Text Box 69"/>
                    <p:cNvSpPr txBox="1">
                      <a:spLocks noChangeArrowheads="1"/>
                    </p:cNvSpPr>
                    <p:nvPr/>
                  </p:nvSpPr>
                  <p:spPr bwMode="auto">
                    <a:xfrm>
                      <a:off x="4161" y="1370"/>
                      <a:ext cx="48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sex</a:t>
                      </a:r>
                    </a:p>
                  </p:txBody>
                </p:sp>
                <p:sp>
                  <p:nvSpPr>
                    <p:cNvPr id="1077319" name="Text Box 71"/>
                    <p:cNvSpPr txBox="1">
                      <a:spLocks noChangeArrowheads="1"/>
                    </p:cNvSpPr>
                    <p:nvPr/>
                  </p:nvSpPr>
                  <p:spPr bwMode="auto">
                    <a:xfrm>
                      <a:off x="4037" y="1687"/>
                      <a:ext cx="604"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classno</a:t>
                      </a:r>
                    </a:p>
                  </p:txBody>
                </p:sp>
                <p:sp>
                  <p:nvSpPr>
                    <p:cNvPr id="1077320" name="Text Box 72"/>
                    <p:cNvSpPr txBox="1">
                      <a:spLocks noChangeArrowheads="1"/>
                    </p:cNvSpPr>
                    <p:nvPr/>
                  </p:nvSpPr>
                  <p:spPr bwMode="auto">
                    <a:xfrm>
                      <a:off x="4119" y="1841"/>
                      <a:ext cx="604"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grade</a:t>
                      </a:r>
                    </a:p>
                  </p:txBody>
                </p:sp>
              </p:grpSp>
            </p:grpSp>
          </p:grpSp>
          <p:grpSp>
            <p:nvGrpSpPr>
              <p:cNvPr id="1077342" name="Group 94"/>
              <p:cNvGrpSpPr>
                <a:grpSpLocks/>
              </p:cNvGrpSpPr>
              <p:nvPr/>
            </p:nvGrpSpPr>
            <p:grpSpPr bwMode="auto">
              <a:xfrm>
                <a:off x="3874" y="2377"/>
                <a:ext cx="903" cy="1037"/>
                <a:chOff x="3874" y="2377"/>
                <a:chExt cx="903" cy="1037"/>
              </a:xfrm>
            </p:grpSpPr>
            <p:grpSp>
              <p:nvGrpSpPr>
                <p:cNvPr id="1077325" name="Group 77"/>
                <p:cNvGrpSpPr>
                  <a:grpSpLocks/>
                </p:cNvGrpSpPr>
                <p:nvPr/>
              </p:nvGrpSpPr>
              <p:grpSpPr bwMode="auto">
                <a:xfrm>
                  <a:off x="3874" y="2377"/>
                  <a:ext cx="903" cy="1037"/>
                  <a:chOff x="3873" y="1026"/>
                  <a:chExt cx="903" cy="1037"/>
                </a:xfrm>
              </p:grpSpPr>
              <p:grpSp>
                <p:nvGrpSpPr>
                  <p:cNvPr id="1077326" name="Group 78"/>
                  <p:cNvGrpSpPr>
                    <a:grpSpLocks/>
                  </p:cNvGrpSpPr>
                  <p:nvPr/>
                </p:nvGrpSpPr>
                <p:grpSpPr bwMode="auto">
                  <a:xfrm>
                    <a:off x="3873" y="1244"/>
                    <a:ext cx="903" cy="813"/>
                    <a:chOff x="3873" y="1244"/>
                    <a:chExt cx="903" cy="813"/>
                  </a:xfrm>
                </p:grpSpPr>
                <p:sp>
                  <p:nvSpPr>
                    <p:cNvPr id="1077327" name="Line 79"/>
                    <p:cNvSpPr>
                      <a:spLocks noChangeShapeType="1"/>
                    </p:cNvSpPr>
                    <p:nvPr/>
                  </p:nvSpPr>
                  <p:spPr bwMode="auto">
                    <a:xfrm>
                      <a:off x="3873" y="1244"/>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328" name="Line 80"/>
                    <p:cNvSpPr>
                      <a:spLocks noChangeShapeType="1"/>
                    </p:cNvSpPr>
                    <p:nvPr/>
                  </p:nvSpPr>
                  <p:spPr bwMode="auto">
                    <a:xfrm>
                      <a:off x="3873" y="1413"/>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329" name="Line 81"/>
                    <p:cNvSpPr>
                      <a:spLocks noChangeShapeType="1"/>
                    </p:cNvSpPr>
                    <p:nvPr/>
                  </p:nvSpPr>
                  <p:spPr bwMode="auto">
                    <a:xfrm>
                      <a:off x="3873" y="1724"/>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330" name="Line 82"/>
                    <p:cNvSpPr>
                      <a:spLocks noChangeShapeType="1"/>
                    </p:cNvSpPr>
                    <p:nvPr/>
                  </p:nvSpPr>
                  <p:spPr bwMode="auto">
                    <a:xfrm>
                      <a:off x="3873" y="1573"/>
                      <a:ext cx="898" cy="0"/>
                    </a:xfrm>
                    <a:prstGeom prst="line">
                      <a:avLst/>
                    </a:prstGeom>
                    <a:noFill/>
                    <a:ln w="12700">
                      <a:solidFill>
                        <a:srgbClr val="000000"/>
                      </a:solidFill>
                      <a:round/>
                      <a:headEnd/>
                      <a:tailEnd/>
                    </a:ln>
                    <a:effectLst/>
                  </p:spPr>
                  <p:txBody>
                    <a:bodyPr wrap="none" anchor="ctr"/>
                    <a:lstStyle/>
                    <a:p>
                      <a:endParaRPr lang="zh-CN" altLang="en-US"/>
                    </a:p>
                  </p:txBody>
                </p:sp>
                <p:sp>
                  <p:nvSpPr>
                    <p:cNvPr id="1077331" name="Line 83"/>
                    <p:cNvSpPr>
                      <a:spLocks noChangeShapeType="1"/>
                    </p:cNvSpPr>
                    <p:nvPr/>
                  </p:nvSpPr>
                  <p:spPr bwMode="auto">
                    <a:xfrm>
                      <a:off x="3873" y="2057"/>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332" name="Line 84"/>
                    <p:cNvSpPr>
                      <a:spLocks noChangeShapeType="1"/>
                    </p:cNvSpPr>
                    <p:nvPr/>
                  </p:nvSpPr>
                  <p:spPr bwMode="auto">
                    <a:xfrm>
                      <a:off x="3878" y="1888"/>
                      <a:ext cx="898" cy="0"/>
                    </a:xfrm>
                    <a:prstGeom prst="line">
                      <a:avLst/>
                    </a:prstGeom>
                    <a:noFill/>
                    <a:ln w="12700">
                      <a:solidFill>
                        <a:srgbClr val="000000"/>
                      </a:solidFill>
                      <a:round/>
                      <a:headEnd/>
                      <a:tailEnd/>
                    </a:ln>
                    <a:effectLst/>
                  </p:spPr>
                  <p:txBody>
                    <a:bodyPr wrap="none" anchor="ctr"/>
                    <a:lstStyle/>
                    <a:p>
                      <a:endParaRPr lang="zh-CN" altLang="en-US"/>
                    </a:p>
                  </p:txBody>
                </p:sp>
              </p:grpSp>
              <p:grpSp>
                <p:nvGrpSpPr>
                  <p:cNvPr id="1077333" name="Group 85"/>
                  <p:cNvGrpSpPr>
                    <a:grpSpLocks/>
                  </p:cNvGrpSpPr>
                  <p:nvPr/>
                </p:nvGrpSpPr>
                <p:grpSpPr bwMode="auto">
                  <a:xfrm>
                    <a:off x="4041" y="1026"/>
                    <a:ext cx="686" cy="1037"/>
                    <a:chOff x="4059" y="1026"/>
                    <a:chExt cx="686" cy="1037"/>
                  </a:xfrm>
                </p:grpSpPr>
                <p:sp>
                  <p:nvSpPr>
                    <p:cNvPr id="1077334" name="Text Box 86"/>
                    <p:cNvSpPr txBox="1">
                      <a:spLocks noChangeArrowheads="1"/>
                    </p:cNvSpPr>
                    <p:nvPr/>
                  </p:nvSpPr>
                  <p:spPr bwMode="auto">
                    <a:xfrm>
                      <a:off x="4144" y="1506"/>
                      <a:ext cx="48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age</a:t>
                      </a:r>
                    </a:p>
                  </p:txBody>
                </p:sp>
                <p:grpSp>
                  <p:nvGrpSpPr>
                    <p:cNvPr id="1077335" name="Group 87"/>
                    <p:cNvGrpSpPr>
                      <a:grpSpLocks/>
                    </p:cNvGrpSpPr>
                    <p:nvPr/>
                  </p:nvGrpSpPr>
                  <p:grpSpPr bwMode="auto">
                    <a:xfrm>
                      <a:off x="4059" y="1026"/>
                      <a:ext cx="686" cy="1037"/>
                      <a:chOff x="4037" y="1035"/>
                      <a:chExt cx="686" cy="1037"/>
                    </a:xfrm>
                  </p:grpSpPr>
                  <p:sp>
                    <p:nvSpPr>
                      <p:cNvPr id="1077336" name="Text Box 88"/>
                      <p:cNvSpPr txBox="1">
                        <a:spLocks noChangeArrowheads="1"/>
                      </p:cNvSpPr>
                      <p:nvPr/>
                    </p:nvSpPr>
                    <p:spPr bwMode="auto">
                      <a:xfrm>
                        <a:off x="4150" y="1035"/>
                        <a:ext cx="408"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no</a:t>
                        </a:r>
                      </a:p>
                    </p:txBody>
                  </p:sp>
                  <p:sp>
                    <p:nvSpPr>
                      <p:cNvPr id="1077337" name="Text Box 89"/>
                      <p:cNvSpPr txBox="1">
                        <a:spLocks noChangeArrowheads="1"/>
                      </p:cNvSpPr>
                      <p:nvPr/>
                    </p:nvSpPr>
                    <p:spPr bwMode="auto">
                      <a:xfrm>
                        <a:off x="4088" y="1216"/>
                        <a:ext cx="48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name</a:t>
                        </a:r>
                      </a:p>
                    </p:txBody>
                  </p:sp>
                  <p:sp>
                    <p:nvSpPr>
                      <p:cNvPr id="1077338" name="Text Box 90"/>
                      <p:cNvSpPr txBox="1">
                        <a:spLocks noChangeArrowheads="1"/>
                      </p:cNvSpPr>
                      <p:nvPr/>
                    </p:nvSpPr>
                    <p:spPr bwMode="auto">
                      <a:xfrm>
                        <a:off x="4161" y="1370"/>
                        <a:ext cx="48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sex</a:t>
                        </a:r>
                      </a:p>
                    </p:txBody>
                  </p:sp>
                  <p:sp>
                    <p:nvSpPr>
                      <p:cNvPr id="1077339" name="Text Box 91"/>
                      <p:cNvSpPr txBox="1">
                        <a:spLocks noChangeArrowheads="1"/>
                      </p:cNvSpPr>
                      <p:nvPr/>
                    </p:nvSpPr>
                    <p:spPr bwMode="auto">
                      <a:xfrm>
                        <a:off x="4037" y="1687"/>
                        <a:ext cx="604"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classno</a:t>
                        </a:r>
                      </a:p>
                    </p:txBody>
                  </p:sp>
                  <p:sp>
                    <p:nvSpPr>
                      <p:cNvPr id="1077340" name="Text Box 92"/>
                      <p:cNvSpPr txBox="1">
                        <a:spLocks noChangeArrowheads="1"/>
                      </p:cNvSpPr>
                      <p:nvPr/>
                    </p:nvSpPr>
                    <p:spPr bwMode="auto">
                      <a:xfrm>
                        <a:off x="4119" y="1841"/>
                        <a:ext cx="604"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grade</a:t>
                        </a:r>
                      </a:p>
                    </p:txBody>
                  </p:sp>
                </p:grpSp>
              </p:grpSp>
            </p:grpSp>
            <p:sp>
              <p:nvSpPr>
                <p:cNvPr id="1077341" name="Line 93"/>
                <p:cNvSpPr>
                  <a:spLocks noChangeShapeType="1"/>
                </p:cNvSpPr>
                <p:nvPr/>
              </p:nvSpPr>
              <p:spPr bwMode="auto">
                <a:xfrm>
                  <a:off x="3878" y="2432"/>
                  <a:ext cx="884" cy="0"/>
                </a:xfrm>
                <a:prstGeom prst="line">
                  <a:avLst/>
                </a:prstGeom>
                <a:noFill/>
                <a:ln w="9525">
                  <a:solidFill>
                    <a:schemeClr val="tx1"/>
                  </a:solidFill>
                  <a:round/>
                  <a:headEnd/>
                  <a:tailEnd/>
                </a:ln>
                <a:effectLst/>
              </p:spPr>
              <p:txBody>
                <a:bodyPr/>
                <a:lstStyle/>
                <a:p>
                  <a:endParaRPr lang="zh-CN" altLang="en-US"/>
                </a:p>
              </p:txBody>
            </p:sp>
          </p:grpSp>
          <p:sp>
            <p:nvSpPr>
              <p:cNvPr id="1077343" name="Text Box 95"/>
              <p:cNvSpPr txBox="1">
                <a:spLocks noChangeArrowheads="1"/>
              </p:cNvSpPr>
              <p:nvPr/>
            </p:nvSpPr>
            <p:spPr bwMode="auto">
              <a:xfrm>
                <a:off x="4199" y="2133"/>
                <a:ext cx="349" cy="317"/>
              </a:xfrm>
              <a:prstGeom prst="rect">
                <a:avLst/>
              </a:prstGeom>
              <a:noFill/>
              <a:ln w="9525">
                <a:noFill/>
                <a:miter lim="800000"/>
                <a:headEnd/>
                <a:tailEnd/>
              </a:ln>
              <a:effectLst/>
            </p:spPr>
            <p:txBody>
              <a:bodyPr vert="eaVert">
                <a:spAutoFit/>
              </a:bodyPr>
              <a:lstStyle/>
              <a:p>
                <a:pPr>
                  <a:spcBef>
                    <a:spcPct val="50000"/>
                  </a:spcBef>
                </a:pPr>
                <a:r>
                  <a:rPr lang="en-US" altLang="zh-CN" b="1">
                    <a:effectLst>
                      <a:outerShdw blurRad="38100" dist="38100" dir="2700000" algn="tl">
                        <a:srgbClr val="FFFFFF"/>
                      </a:outerShdw>
                    </a:effectLst>
                  </a:rPr>
                  <a:t>…</a:t>
                </a:r>
              </a:p>
            </p:txBody>
          </p:sp>
        </p:grpSp>
        <p:grpSp>
          <p:nvGrpSpPr>
            <p:cNvPr id="1077347" name="Group 99"/>
            <p:cNvGrpSpPr>
              <a:grpSpLocks/>
            </p:cNvGrpSpPr>
            <p:nvPr/>
          </p:nvGrpSpPr>
          <p:grpSpPr bwMode="auto">
            <a:xfrm>
              <a:off x="4830" y="935"/>
              <a:ext cx="682" cy="953"/>
              <a:chOff x="4830" y="935"/>
              <a:chExt cx="682" cy="953"/>
            </a:xfrm>
          </p:grpSpPr>
          <p:sp>
            <p:nvSpPr>
              <p:cNvPr id="1077345" name="AutoShape 97"/>
              <p:cNvSpPr>
                <a:spLocks/>
              </p:cNvSpPr>
              <p:nvPr/>
            </p:nvSpPr>
            <p:spPr bwMode="auto">
              <a:xfrm>
                <a:off x="4830" y="935"/>
                <a:ext cx="137" cy="953"/>
              </a:xfrm>
              <a:prstGeom prst="rightBrace">
                <a:avLst>
                  <a:gd name="adj1" fmla="val 57968"/>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077346" name="Text Box 98"/>
              <p:cNvSpPr txBox="1">
                <a:spLocks noChangeArrowheads="1"/>
              </p:cNvSpPr>
              <p:nvPr/>
            </p:nvSpPr>
            <p:spPr bwMode="auto">
              <a:xfrm>
                <a:off x="4968" y="1272"/>
                <a:ext cx="544"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stu[0]</a:t>
                </a:r>
              </a:p>
            </p:txBody>
          </p:sp>
        </p:grpSp>
        <p:grpSp>
          <p:nvGrpSpPr>
            <p:cNvPr id="1077348" name="Group 100"/>
            <p:cNvGrpSpPr>
              <a:grpSpLocks/>
            </p:cNvGrpSpPr>
            <p:nvPr/>
          </p:nvGrpSpPr>
          <p:grpSpPr bwMode="auto">
            <a:xfrm>
              <a:off x="4821" y="2287"/>
              <a:ext cx="682" cy="953"/>
              <a:chOff x="4830" y="935"/>
              <a:chExt cx="682" cy="953"/>
            </a:xfrm>
          </p:grpSpPr>
          <p:sp>
            <p:nvSpPr>
              <p:cNvPr id="1077349" name="AutoShape 101"/>
              <p:cNvSpPr>
                <a:spLocks/>
              </p:cNvSpPr>
              <p:nvPr/>
            </p:nvSpPr>
            <p:spPr bwMode="auto">
              <a:xfrm>
                <a:off x="4830" y="935"/>
                <a:ext cx="137" cy="953"/>
              </a:xfrm>
              <a:prstGeom prst="rightBrace">
                <a:avLst>
                  <a:gd name="adj1" fmla="val 57968"/>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077350" name="Text Box 102"/>
              <p:cNvSpPr txBox="1">
                <a:spLocks noChangeArrowheads="1"/>
              </p:cNvSpPr>
              <p:nvPr/>
            </p:nvSpPr>
            <p:spPr bwMode="auto">
              <a:xfrm>
                <a:off x="4968" y="1272"/>
                <a:ext cx="544" cy="250"/>
              </a:xfrm>
              <a:prstGeom prst="rect">
                <a:avLst/>
              </a:prstGeom>
              <a:noFill/>
              <a:ln w="9525">
                <a:noFill/>
                <a:miter lim="800000"/>
                <a:headEnd/>
                <a:tailEnd/>
              </a:ln>
              <a:effectLst/>
            </p:spPr>
            <p:txBody>
              <a:bodyPr>
                <a:spAutoFit/>
              </a:bodyPr>
              <a:lstStyle/>
              <a:p>
                <a:pPr>
                  <a:spcBef>
                    <a:spcPct val="50000"/>
                  </a:spcBef>
                </a:pPr>
                <a:r>
                  <a:rPr lang="en-US" altLang="zh-CN" sz="2000" b="1" dirty="0" err="1">
                    <a:solidFill>
                      <a:srgbClr val="002060"/>
                    </a:solidFill>
                  </a:rPr>
                  <a:t>stu</a:t>
                </a:r>
                <a:r>
                  <a:rPr lang="en-US" altLang="zh-CN" sz="2000" b="1" dirty="0">
                    <a:solidFill>
                      <a:srgbClr val="002060"/>
                    </a:solidFill>
                  </a:rPr>
                  <a:t>[9]</a:t>
                </a:r>
              </a:p>
            </p:txBody>
          </p:sp>
        </p:grpSp>
        <p:sp>
          <p:nvSpPr>
            <p:cNvPr id="1077351" name="Text Box 103"/>
            <p:cNvSpPr txBox="1">
              <a:spLocks noChangeArrowheads="1"/>
            </p:cNvSpPr>
            <p:nvPr/>
          </p:nvSpPr>
          <p:spPr bwMode="auto">
            <a:xfrm>
              <a:off x="5053" y="1859"/>
              <a:ext cx="349" cy="454"/>
            </a:xfrm>
            <a:prstGeom prst="rect">
              <a:avLst/>
            </a:prstGeom>
            <a:noFill/>
            <a:ln w="9525">
              <a:noFill/>
              <a:miter lim="800000"/>
              <a:headEnd/>
              <a:tailEnd/>
            </a:ln>
            <a:effectLst/>
          </p:spPr>
          <p:txBody>
            <a:bodyPr vert="eaVert">
              <a:spAutoFit/>
            </a:bodyPr>
            <a:lstStyle/>
            <a:p>
              <a:pPr>
                <a:spcBef>
                  <a:spcPct val="50000"/>
                </a:spcBef>
              </a:pPr>
              <a:r>
                <a:rPr lang="en-US" altLang="zh-CN" b="1">
                  <a:solidFill>
                    <a:srgbClr val="002060"/>
                  </a:solidFill>
                </a:rPr>
                <a:t>……</a:t>
              </a:r>
            </a:p>
          </p:txBody>
        </p:sp>
      </p:grpSp>
      <p:sp>
        <p:nvSpPr>
          <p:cNvPr id="1077353" name="Rectangle 105" descr="信纸"/>
          <p:cNvSpPr>
            <a:spLocks noChangeArrowheads="1"/>
          </p:cNvSpPr>
          <p:nvPr/>
        </p:nvSpPr>
        <p:spPr bwMode="auto">
          <a:xfrm>
            <a:off x="1139220" y="3557166"/>
            <a:ext cx="3725863" cy="2568575"/>
          </a:xfrm>
          <a:prstGeom prst="rect">
            <a:avLst/>
          </a:prstGeom>
          <a:gradFill>
            <a:gsLst>
              <a:gs pos="0">
                <a:srgbClr val="CFCFD1"/>
              </a:gs>
              <a:gs pos="100000">
                <a:schemeClr val="bg1"/>
              </a:gs>
            </a:gsLst>
            <a:lin ang="5400000" scaled="1"/>
          </a:gradFill>
          <a:ln w="3810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sz="2000" b="1" dirty="0">
                <a:solidFill>
                  <a:srgbClr val="990000"/>
                </a:solidFill>
                <a:latin typeface="隶书" pitchFamily="49" charset="-122"/>
                <a:ea typeface="隶书" pitchFamily="49" charset="-122"/>
              </a:rPr>
              <a:t>形式一：</a:t>
            </a:r>
          </a:p>
          <a:p>
            <a:r>
              <a:rPr lang="en-US" altLang="zh-CN" sz="2000" b="1" dirty="0" err="1">
                <a:ea typeface="楷体_GB2312" pitchFamily="49" charset="-122"/>
              </a:rPr>
              <a:t>struct</a:t>
            </a:r>
            <a:r>
              <a:rPr lang="en-US" altLang="zh-CN" sz="2000" b="1" dirty="0">
                <a:ea typeface="楷体_GB2312" pitchFamily="49" charset="-122"/>
              </a:rPr>
              <a:t>  </a:t>
            </a:r>
            <a:r>
              <a:rPr lang="en-US" altLang="zh-CN" sz="2000" b="1" dirty="0" err="1">
                <a:ea typeface="楷体_GB2312" pitchFamily="49" charset="-122"/>
              </a:rPr>
              <a:t>Student_Info</a:t>
            </a:r>
            <a:endParaRPr lang="en-US" altLang="zh-CN" sz="2000" b="1" dirty="0">
              <a:ea typeface="楷体_GB2312" pitchFamily="49" charset="-122"/>
            </a:endParaRPr>
          </a:p>
          <a:p>
            <a:r>
              <a:rPr lang="en-US" altLang="zh-CN" sz="2000" b="1" dirty="0">
                <a:ea typeface="楷体_GB2312" pitchFamily="49" charset="-122"/>
              </a:rPr>
              <a:t>{</a:t>
            </a:r>
          </a:p>
          <a:p>
            <a:r>
              <a:rPr lang="en-US" altLang="zh-CN" sz="2000" b="1" dirty="0">
                <a:ea typeface="楷体_GB2312" pitchFamily="49" charset="-122"/>
              </a:rPr>
              <a:t>   char        no[9], name[20], sex;   </a:t>
            </a:r>
          </a:p>
          <a:p>
            <a:r>
              <a:rPr lang="en-US" altLang="zh-CN" sz="2000" b="1" dirty="0">
                <a:ea typeface="楷体_GB2312" pitchFamily="49" charset="-122"/>
              </a:rPr>
              <a:t>   unsigned </a:t>
            </a:r>
            <a:r>
              <a:rPr lang="en-US" altLang="zh-CN" sz="2000" b="1" dirty="0" err="1">
                <a:ea typeface="楷体_GB2312" pitchFamily="49" charset="-122"/>
              </a:rPr>
              <a:t>int</a:t>
            </a:r>
            <a:r>
              <a:rPr lang="en-US" altLang="zh-CN" sz="2000" b="1" dirty="0">
                <a:ea typeface="楷体_GB2312" pitchFamily="49" charset="-122"/>
              </a:rPr>
              <a:t>  age, </a:t>
            </a:r>
            <a:r>
              <a:rPr lang="en-US" altLang="zh-CN" sz="2000" b="1" dirty="0" err="1">
                <a:ea typeface="楷体_GB2312" pitchFamily="49" charset="-122"/>
              </a:rPr>
              <a:t>classno</a:t>
            </a:r>
            <a:r>
              <a:rPr lang="en-US" altLang="zh-CN" sz="2000" b="1" dirty="0">
                <a:ea typeface="楷体_GB2312" pitchFamily="49" charset="-122"/>
              </a:rPr>
              <a:t>;          </a:t>
            </a:r>
          </a:p>
          <a:p>
            <a:r>
              <a:rPr lang="en-US" altLang="zh-CN" sz="2000" b="1" dirty="0">
                <a:ea typeface="楷体_GB2312" pitchFamily="49" charset="-122"/>
              </a:rPr>
              <a:t>   float        grade;</a:t>
            </a:r>
          </a:p>
          <a:p>
            <a:r>
              <a:rPr lang="en-US" altLang="zh-CN" sz="2000" b="1" dirty="0">
                <a:ea typeface="楷体_GB2312" pitchFamily="49" charset="-122"/>
              </a:rPr>
              <a:t>} ;</a:t>
            </a:r>
          </a:p>
          <a:p>
            <a:r>
              <a:rPr lang="en-US" altLang="zh-CN" sz="2000" b="1" dirty="0" err="1">
                <a:solidFill>
                  <a:srgbClr val="CC0000"/>
                </a:solidFill>
                <a:ea typeface="楷体_GB2312" pitchFamily="49" charset="-122"/>
              </a:rPr>
              <a:t>struct</a:t>
            </a:r>
            <a:r>
              <a:rPr lang="en-US" altLang="zh-CN" sz="2000" b="1" dirty="0">
                <a:solidFill>
                  <a:srgbClr val="CC0000"/>
                </a:solidFill>
                <a:ea typeface="楷体_GB2312" pitchFamily="49" charset="-122"/>
              </a:rPr>
              <a:t> </a:t>
            </a:r>
            <a:r>
              <a:rPr lang="en-US" altLang="zh-CN" sz="2000" b="1" dirty="0" err="1">
                <a:solidFill>
                  <a:srgbClr val="CC0000"/>
                </a:solidFill>
                <a:ea typeface="楷体_GB2312" pitchFamily="49" charset="-122"/>
              </a:rPr>
              <a:t>Student_Info</a:t>
            </a:r>
            <a:r>
              <a:rPr lang="en-US" altLang="zh-CN" sz="2000" b="1" dirty="0">
                <a:solidFill>
                  <a:srgbClr val="CC0000"/>
                </a:solidFill>
                <a:ea typeface="楷体_GB2312" pitchFamily="49" charset="-122"/>
              </a:rPr>
              <a:t> </a:t>
            </a:r>
            <a:r>
              <a:rPr lang="en-US" altLang="zh-CN" sz="2000" b="1" dirty="0" err="1">
                <a:solidFill>
                  <a:srgbClr val="CC0000"/>
                </a:solidFill>
                <a:ea typeface="楷体_GB2312" pitchFamily="49" charset="-122"/>
              </a:rPr>
              <a:t>stu</a:t>
            </a:r>
            <a:r>
              <a:rPr lang="en-US" altLang="zh-CN" sz="2000" b="1" dirty="0">
                <a:solidFill>
                  <a:srgbClr val="CC0000"/>
                </a:solidFill>
                <a:ea typeface="楷体_GB2312" pitchFamily="49" charset="-122"/>
              </a:rPr>
              <a:t>[10];</a:t>
            </a:r>
          </a:p>
        </p:txBody>
      </p:sp>
      <p:sp>
        <p:nvSpPr>
          <p:cNvPr id="1077354" name="Rectangle 106" descr="信纸"/>
          <p:cNvSpPr>
            <a:spLocks noChangeArrowheads="1"/>
          </p:cNvSpPr>
          <p:nvPr/>
        </p:nvSpPr>
        <p:spPr bwMode="auto">
          <a:xfrm>
            <a:off x="5189163" y="1905025"/>
            <a:ext cx="3725862" cy="2263775"/>
          </a:xfrm>
          <a:prstGeom prst="rect">
            <a:avLst/>
          </a:prstGeom>
          <a:gradFill>
            <a:gsLst>
              <a:gs pos="0">
                <a:srgbClr val="CFCFD1"/>
              </a:gs>
              <a:gs pos="100000">
                <a:schemeClr val="bg1"/>
              </a:gs>
            </a:gsLst>
            <a:lin ang="5400000" scaled="1"/>
          </a:gradFill>
          <a:ln w="3810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sz="2000" b="1" dirty="0">
                <a:solidFill>
                  <a:srgbClr val="990000"/>
                </a:solidFill>
                <a:latin typeface="隶书" pitchFamily="49" charset="-122"/>
                <a:ea typeface="隶书" pitchFamily="49" charset="-122"/>
              </a:rPr>
              <a:t>形式二：</a:t>
            </a:r>
          </a:p>
          <a:p>
            <a:r>
              <a:rPr lang="en-US" altLang="zh-CN" sz="2000" b="1" dirty="0" err="1">
                <a:ea typeface="楷体_GB2312" pitchFamily="49" charset="-122"/>
              </a:rPr>
              <a:t>struct</a:t>
            </a:r>
            <a:r>
              <a:rPr lang="en-US" altLang="zh-CN" sz="2000" b="1" dirty="0">
                <a:ea typeface="楷体_GB2312" pitchFamily="49" charset="-122"/>
              </a:rPr>
              <a:t>  </a:t>
            </a:r>
            <a:r>
              <a:rPr lang="en-US" altLang="zh-CN" sz="2000" b="1" dirty="0" err="1">
                <a:ea typeface="楷体_GB2312" pitchFamily="49" charset="-122"/>
              </a:rPr>
              <a:t>Student_Info</a:t>
            </a:r>
            <a:endParaRPr lang="en-US" altLang="zh-CN" sz="2000" b="1" dirty="0">
              <a:ea typeface="楷体_GB2312" pitchFamily="49" charset="-122"/>
            </a:endParaRPr>
          </a:p>
          <a:p>
            <a:r>
              <a:rPr lang="en-US" altLang="zh-CN" sz="2000" b="1" dirty="0">
                <a:ea typeface="楷体_GB2312" pitchFamily="49" charset="-122"/>
              </a:rPr>
              <a:t>{</a:t>
            </a:r>
          </a:p>
          <a:p>
            <a:r>
              <a:rPr lang="en-US" altLang="zh-CN" sz="2000" b="1" dirty="0">
                <a:ea typeface="楷体_GB2312" pitchFamily="49" charset="-122"/>
              </a:rPr>
              <a:t>   char        no[9], name[20], sex;   </a:t>
            </a:r>
          </a:p>
          <a:p>
            <a:r>
              <a:rPr lang="en-US" altLang="zh-CN" sz="2000" b="1" dirty="0">
                <a:ea typeface="楷体_GB2312" pitchFamily="49" charset="-122"/>
              </a:rPr>
              <a:t>   unsigned </a:t>
            </a:r>
            <a:r>
              <a:rPr lang="en-US" altLang="zh-CN" sz="2000" b="1" dirty="0" err="1">
                <a:ea typeface="楷体_GB2312" pitchFamily="49" charset="-122"/>
              </a:rPr>
              <a:t>int</a:t>
            </a:r>
            <a:r>
              <a:rPr lang="en-US" altLang="zh-CN" sz="2000" b="1" dirty="0">
                <a:ea typeface="楷体_GB2312" pitchFamily="49" charset="-122"/>
              </a:rPr>
              <a:t>  age, </a:t>
            </a:r>
            <a:r>
              <a:rPr lang="en-US" altLang="zh-CN" sz="2000" b="1" dirty="0" err="1">
                <a:ea typeface="楷体_GB2312" pitchFamily="49" charset="-122"/>
              </a:rPr>
              <a:t>classno</a:t>
            </a:r>
            <a:r>
              <a:rPr lang="en-US" altLang="zh-CN" sz="2000" b="1" dirty="0">
                <a:ea typeface="楷体_GB2312" pitchFamily="49" charset="-122"/>
              </a:rPr>
              <a:t>;          </a:t>
            </a:r>
          </a:p>
          <a:p>
            <a:r>
              <a:rPr lang="en-US" altLang="zh-CN" sz="2000" b="1" dirty="0">
                <a:ea typeface="楷体_GB2312" pitchFamily="49" charset="-122"/>
              </a:rPr>
              <a:t>   float        grade;</a:t>
            </a:r>
          </a:p>
          <a:p>
            <a:r>
              <a:rPr lang="en-US" altLang="zh-CN" sz="2000" b="1" dirty="0">
                <a:ea typeface="楷体_GB2312" pitchFamily="49" charset="-122"/>
              </a:rPr>
              <a:t>} </a:t>
            </a:r>
            <a:r>
              <a:rPr lang="en-US" altLang="zh-CN" sz="2000" b="1" dirty="0" err="1">
                <a:solidFill>
                  <a:srgbClr val="990000"/>
                </a:solidFill>
                <a:ea typeface="楷体_GB2312" pitchFamily="49" charset="-122"/>
              </a:rPr>
              <a:t>stu</a:t>
            </a:r>
            <a:r>
              <a:rPr lang="en-US" altLang="zh-CN" sz="2000" b="1" dirty="0">
                <a:solidFill>
                  <a:srgbClr val="990000"/>
                </a:solidFill>
                <a:ea typeface="楷体_GB2312" pitchFamily="49" charset="-122"/>
              </a:rPr>
              <a:t>[10];</a:t>
            </a:r>
          </a:p>
        </p:txBody>
      </p:sp>
      <p:sp>
        <p:nvSpPr>
          <p:cNvPr id="1077355" name="Rectangle 107" descr="信纸"/>
          <p:cNvSpPr>
            <a:spLocks noChangeArrowheads="1"/>
          </p:cNvSpPr>
          <p:nvPr/>
        </p:nvSpPr>
        <p:spPr bwMode="auto">
          <a:xfrm>
            <a:off x="5201309" y="4333577"/>
            <a:ext cx="3725863" cy="2263775"/>
          </a:xfrm>
          <a:prstGeom prst="rect">
            <a:avLst/>
          </a:prstGeom>
          <a:gradFill>
            <a:gsLst>
              <a:gs pos="0">
                <a:srgbClr val="CFCFD1"/>
              </a:gs>
              <a:gs pos="100000">
                <a:schemeClr val="bg1"/>
              </a:gs>
            </a:gsLst>
            <a:lin ang="5400000" scaled="1"/>
          </a:gradFill>
          <a:ln w="3810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sz="2000" b="1" dirty="0">
                <a:solidFill>
                  <a:srgbClr val="990000"/>
                </a:solidFill>
                <a:latin typeface="隶书" pitchFamily="49" charset="-122"/>
                <a:ea typeface="隶书" pitchFamily="49" charset="-122"/>
              </a:rPr>
              <a:t>形式三：</a:t>
            </a:r>
          </a:p>
          <a:p>
            <a:r>
              <a:rPr lang="en-US" altLang="zh-CN" sz="2000" b="1" dirty="0" err="1">
                <a:ea typeface="楷体_GB2312" pitchFamily="49" charset="-122"/>
              </a:rPr>
              <a:t>struct</a:t>
            </a:r>
            <a:endParaRPr lang="en-US" altLang="zh-CN" sz="2000" b="1" dirty="0">
              <a:ea typeface="楷体_GB2312" pitchFamily="49" charset="-122"/>
            </a:endParaRPr>
          </a:p>
          <a:p>
            <a:r>
              <a:rPr lang="en-US" altLang="zh-CN" sz="2000" b="1" dirty="0">
                <a:ea typeface="楷体_GB2312" pitchFamily="49" charset="-122"/>
              </a:rPr>
              <a:t>{</a:t>
            </a:r>
          </a:p>
          <a:p>
            <a:r>
              <a:rPr lang="en-US" altLang="zh-CN" sz="2000" b="1" dirty="0">
                <a:ea typeface="楷体_GB2312" pitchFamily="49" charset="-122"/>
              </a:rPr>
              <a:t>   char        no[9], name[20], sex;   </a:t>
            </a:r>
          </a:p>
          <a:p>
            <a:r>
              <a:rPr lang="en-US" altLang="zh-CN" sz="2000" b="1" dirty="0">
                <a:ea typeface="楷体_GB2312" pitchFamily="49" charset="-122"/>
              </a:rPr>
              <a:t>   unsigned </a:t>
            </a:r>
            <a:r>
              <a:rPr lang="en-US" altLang="zh-CN" sz="2000" b="1" dirty="0" err="1">
                <a:ea typeface="楷体_GB2312" pitchFamily="49" charset="-122"/>
              </a:rPr>
              <a:t>int</a:t>
            </a:r>
            <a:r>
              <a:rPr lang="en-US" altLang="zh-CN" sz="2000" b="1" dirty="0">
                <a:ea typeface="楷体_GB2312" pitchFamily="49" charset="-122"/>
              </a:rPr>
              <a:t>  age, </a:t>
            </a:r>
            <a:r>
              <a:rPr lang="en-US" altLang="zh-CN" sz="2000" b="1" dirty="0" err="1">
                <a:ea typeface="楷体_GB2312" pitchFamily="49" charset="-122"/>
              </a:rPr>
              <a:t>classno</a:t>
            </a:r>
            <a:r>
              <a:rPr lang="en-US" altLang="zh-CN" sz="2000" b="1" dirty="0">
                <a:ea typeface="楷体_GB2312" pitchFamily="49" charset="-122"/>
              </a:rPr>
              <a:t>;          </a:t>
            </a:r>
          </a:p>
          <a:p>
            <a:r>
              <a:rPr lang="en-US" altLang="zh-CN" sz="2000" b="1" dirty="0">
                <a:ea typeface="楷体_GB2312" pitchFamily="49" charset="-122"/>
              </a:rPr>
              <a:t>   float        grade;</a:t>
            </a:r>
          </a:p>
          <a:p>
            <a:r>
              <a:rPr lang="en-US" altLang="zh-CN" sz="2000" b="1" dirty="0">
                <a:ea typeface="楷体_GB2312" pitchFamily="49" charset="-122"/>
              </a:rPr>
              <a:t>} </a:t>
            </a:r>
            <a:r>
              <a:rPr lang="en-US" altLang="zh-CN" sz="2000" b="1" dirty="0" err="1">
                <a:solidFill>
                  <a:srgbClr val="990000"/>
                </a:solidFill>
                <a:ea typeface="楷体_GB2312" pitchFamily="49" charset="-122"/>
              </a:rPr>
              <a:t>stu</a:t>
            </a:r>
            <a:r>
              <a:rPr lang="en-US" altLang="zh-CN" sz="2000" b="1" dirty="0">
                <a:solidFill>
                  <a:srgbClr val="990000"/>
                </a:solidFill>
                <a:ea typeface="楷体_GB2312" pitchFamily="49" charset="-122"/>
              </a:rPr>
              <a:t>[10];</a:t>
            </a:r>
          </a:p>
        </p:txBody>
      </p:sp>
      <p:sp>
        <p:nvSpPr>
          <p:cNvPr id="58" name="Rectangle 4">
            <a:extLst>
              <a:ext uri="{FF2B5EF4-FFF2-40B4-BE49-F238E27FC236}">
                <a16:creationId xmlns:a16="http://schemas.microsoft.com/office/drawing/2014/main" id="{BDB8A15D-8C70-47B6-8AD9-DD27175B3A1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结构体数组</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77262"/>
                                        </p:tgtEl>
                                        <p:attrNameLst>
                                          <p:attrName>style.visibility</p:attrName>
                                        </p:attrNameLst>
                                      </p:cBhvr>
                                      <p:to>
                                        <p:strVal val="visible"/>
                                      </p:to>
                                    </p:set>
                                    <p:animEffect transition="in" filter="box(out)">
                                      <p:cBhvr>
                                        <p:cTn id="7" dur="500"/>
                                        <p:tgtEl>
                                          <p:spTgt spid="107726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77263"/>
                                        </p:tgtEl>
                                        <p:attrNameLst>
                                          <p:attrName>style.visibility</p:attrName>
                                        </p:attrNameLst>
                                      </p:cBhvr>
                                      <p:to>
                                        <p:strVal val="visible"/>
                                      </p:to>
                                    </p:set>
                                    <p:anim calcmode="lin" valueType="num">
                                      <p:cBhvr additive="base">
                                        <p:cTn id="12" dur="500" fill="hold"/>
                                        <p:tgtEl>
                                          <p:spTgt spid="1077263"/>
                                        </p:tgtEl>
                                        <p:attrNameLst>
                                          <p:attrName>ppt_x</p:attrName>
                                        </p:attrNameLst>
                                      </p:cBhvr>
                                      <p:tavLst>
                                        <p:tav tm="0">
                                          <p:val>
                                            <p:strVal val="0-#ppt_w/2"/>
                                          </p:val>
                                        </p:tav>
                                        <p:tav tm="100000">
                                          <p:val>
                                            <p:strVal val="#ppt_x"/>
                                          </p:val>
                                        </p:tav>
                                      </p:tavLst>
                                    </p:anim>
                                    <p:anim calcmode="lin" valueType="num">
                                      <p:cBhvr additive="base">
                                        <p:cTn id="13" dur="500" fill="hold"/>
                                        <p:tgtEl>
                                          <p:spTgt spid="107726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77264"/>
                                        </p:tgtEl>
                                        <p:attrNameLst>
                                          <p:attrName>style.visibility</p:attrName>
                                        </p:attrNameLst>
                                      </p:cBhvr>
                                      <p:to>
                                        <p:strVal val="visible"/>
                                      </p:to>
                                    </p:set>
                                    <p:animEffect transition="in" filter="box(out)">
                                      <p:cBhvr>
                                        <p:cTn id="18" dur="500"/>
                                        <p:tgtEl>
                                          <p:spTgt spid="1077264"/>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077353"/>
                                        </p:tgtEl>
                                        <p:attrNameLst>
                                          <p:attrName>style.visibility</p:attrName>
                                        </p:attrNameLst>
                                      </p:cBhvr>
                                      <p:to>
                                        <p:strVal val="visible"/>
                                      </p:to>
                                    </p:set>
                                    <p:animEffect transition="in" filter="box(out)">
                                      <p:cBhvr>
                                        <p:cTn id="23" dur="500"/>
                                        <p:tgtEl>
                                          <p:spTgt spid="1077353"/>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077352"/>
                                        </p:tgtEl>
                                        <p:attrNameLst>
                                          <p:attrName>style.visibility</p:attrName>
                                        </p:attrNameLst>
                                      </p:cBhvr>
                                      <p:to>
                                        <p:strVal val="visible"/>
                                      </p:to>
                                    </p:set>
                                    <p:animEffect transition="in" filter="box(out)">
                                      <p:cBhvr>
                                        <p:cTn id="28" dur="500"/>
                                        <p:tgtEl>
                                          <p:spTgt spid="1077352"/>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077354"/>
                                        </p:tgtEl>
                                        <p:attrNameLst>
                                          <p:attrName>style.visibility</p:attrName>
                                        </p:attrNameLst>
                                      </p:cBhvr>
                                      <p:to>
                                        <p:strVal val="visible"/>
                                      </p:to>
                                    </p:set>
                                    <p:animEffect transition="in" filter="box(out)">
                                      <p:cBhvr>
                                        <p:cTn id="33" dur="500"/>
                                        <p:tgtEl>
                                          <p:spTgt spid="1077354"/>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077355"/>
                                        </p:tgtEl>
                                        <p:attrNameLst>
                                          <p:attrName>style.visibility</p:attrName>
                                        </p:attrNameLst>
                                      </p:cBhvr>
                                      <p:to>
                                        <p:strVal val="visible"/>
                                      </p:to>
                                    </p:set>
                                    <p:animEffect transition="in" filter="box(out)">
                                      <p:cBhvr>
                                        <p:cTn id="38" dur="500"/>
                                        <p:tgtEl>
                                          <p:spTgt spid="1077355"/>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7262" grpId="0"/>
      <p:bldP spid="1077263" grpId="0"/>
      <p:bldP spid="1077264" grpId="0"/>
      <p:bldP spid="1077353" grpId="0" animBg="1"/>
      <p:bldP spid="1077354" grpId="0" animBg="1"/>
      <p:bldP spid="1077355"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9303" name="Rectangle 7"/>
          <p:cNvSpPr>
            <a:spLocks noChangeArrowheads="1"/>
          </p:cNvSpPr>
          <p:nvPr/>
        </p:nvSpPr>
        <p:spPr bwMode="auto">
          <a:xfrm>
            <a:off x="675408" y="1021959"/>
            <a:ext cx="5609228" cy="523220"/>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sz="2800" b="1" dirty="0">
                <a:solidFill>
                  <a:srgbClr val="C00000"/>
                </a:solidFill>
                <a:latin typeface="+mn-lt"/>
                <a:ea typeface="楷体" pitchFamily="49" charset="-122"/>
              </a:rPr>
              <a:t> </a:t>
            </a:r>
            <a:r>
              <a:rPr lang="zh-CN" altLang="en-US" sz="2800" b="1" dirty="0">
                <a:solidFill>
                  <a:srgbClr val="C00000"/>
                </a:solidFill>
                <a:latin typeface="+mn-lt"/>
                <a:ea typeface="楷体" pitchFamily="49" charset="-122"/>
              </a:rPr>
              <a:t>结构体数组与二维表的对应关系</a:t>
            </a:r>
          </a:p>
        </p:txBody>
      </p:sp>
      <p:sp>
        <p:nvSpPr>
          <p:cNvPr id="1079354" name="Rectangle 58"/>
          <p:cNvSpPr>
            <a:spLocks noChangeArrowheads="1"/>
          </p:cNvSpPr>
          <p:nvPr/>
        </p:nvSpPr>
        <p:spPr bwMode="auto">
          <a:xfrm>
            <a:off x="638894" y="1506488"/>
            <a:ext cx="10641682" cy="1200329"/>
          </a:xfrm>
          <a:prstGeom prst="rect">
            <a:avLst/>
          </a:prstGeom>
          <a:noFill/>
          <a:ln w="9525">
            <a:noFill/>
            <a:miter lim="800000"/>
            <a:headEnd/>
            <a:tailEnd/>
          </a:ln>
          <a:effectLst/>
        </p:spPr>
        <p:txBody>
          <a:bodyPr wrap="square" anchor="ctr">
            <a:spAutoFit/>
          </a:bodyPr>
          <a:lstStyle/>
          <a:p>
            <a:r>
              <a:rPr lang="en-US" altLang="zh-CN" dirty="0">
                <a:latin typeface="+mn-lt"/>
                <a:ea typeface="楷体" pitchFamily="49" charset="-122"/>
              </a:rPr>
              <a:t>        </a:t>
            </a:r>
            <a:r>
              <a:rPr lang="zh-CN" altLang="en-US" b="1" dirty="0">
                <a:latin typeface="+mn-lt"/>
                <a:ea typeface="楷体" pitchFamily="49" charset="-122"/>
              </a:rPr>
              <a:t>结构体数组就相当于一张二维表，一个表的框架对应的就是某种结构体类型，表中的每一列对应该结构体的成员，表中每一行信息对应该结构体数组元素各成员的具体值，表中的行数对应结构体数组的大小。 </a:t>
            </a:r>
          </a:p>
        </p:txBody>
      </p:sp>
      <p:graphicFrame>
        <p:nvGraphicFramePr>
          <p:cNvPr id="1079452" name="Group 156"/>
          <p:cNvGraphicFramePr>
            <a:graphicFrameLocks noGrp="1"/>
          </p:cNvGraphicFramePr>
          <p:nvPr>
            <p:extLst>
              <p:ext uri="{D42A27DB-BD31-4B8C-83A1-F6EECF244321}">
                <p14:modId xmlns:p14="http://schemas.microsoft.com/office/powerpoint/2010/main" val="2249370969"/>
              </p:ext>
            </p:extLst>
          </p:nvPr>
        </p:nvGraphicFramePr>
        <p:xfrm>
          <a:off x="5016896" y="3170450"/>
          <a:ext cx="4535487" cy="3210878"/>
        </p:xfrm>
        <a:graphic>
          <a:graphicData uri="http://schemas.openxmlformats.org/drawingml/2006/table">
            <a:tbl>
              <a:tblPr/>
              <a:tblGrid>
                <a:gridCol w="647700">
                  <a:extLst>
                    <a:ext uri="{9D8B030D-6E8A-4147-A177-3AD203B41FA5}">
                      <a16:colId xmlns:a16="http://schemas.microsoft.com/office/drawing/2014/main" val="20000"/>
                    </a:ext>
                  </a:extLst>
                </a:gridCol>
                <a:gridCol w="792162">
                  <a:extLst>
                    <a:ext uri="{9D8B030D-6E8A-4147-A177-3AD203B41FA5}">
                      <a16:colId xmlns:a16="http://schemas.microsoft.com/office/drawing/2014/main" val="20001"/>
                    </a:ext>
                  </a:extLst>
                </a:gridCol>
                <a:gridCol w="576263">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863600">
                  <a:extLst>
                    <a:ext uri="{9D8B030D-6E8A-4147-A177-3AD203B41FA5}">
                      <a16:colId xmlns:a16="http://schemas.microsoft.com/office/drawing/2014/main" val="20005"/>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no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sex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age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Times New Roman" pitchFamily="18" charset="0"/>
                          <a:ea typeface="宋体" pitchFamily="2" charset="-122"/>
                        </a:rPr>
                        <a:t>classno</a:t>
                      </a:r>
                      <a:endPar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grade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extLst>
                  <a:ext uri="{0D108BD9-81ED-4DB2-BD59-A6C34878D82A}">
                    <a16:rowId xmlns:a16="http://schemas.microsoft.com/office/drawing/2014/main" val="10000"/>
                  </a:ext>
                </a:extLst>
              </a:tr>
              <a:tr h="311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82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19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1079451" name="Group 155"/>
          <p:cNvGrpSpPr>
            <a:grpSpLocks/>
          </p:cNvGrpSpPr>
          <p:nvPr/>
        </p:nvGrpSpPr>
        <p:grpSpPr bwMode="auto">
          <a:xfrm>
            <a:off x="5151834" y="4867488"/>
            <a:ext cx="4348163" cy="812800"/>
            <a:chOff x="652" y="2821"/>
            <a:chExt cx="2739" cy="512"/>
          </a:xfrm>
        </p:grpSpPr>
        <p:sp>
          <p:nvSpPr>
            <p:cNvPr id="1079444" name="Text Box 148"/>
            <p:cNvSpPr txBox="1">
              <a:spLocks noChangeArrowheads="1"/>
            </p:cNvSpPr>
            <p:nvPr/>
          </p:nvSpPr>
          <p:spPr bwMode="auto">
            <a:xfrm>
              <a:off x="652" y="2821"/>
              <a:ext cx="349" cy="499"/>
            </a:xfrm>
            <a:prstGeom prst="rect">
              <a:avLst/>
            </a:prstGeom>
            <a:noFill/>
            <a:ln w="9525">
              <a:noFill/>
              <a:miter lim="800000"/>
              <a:headEnd/>
              <a:tailEnd/>
            </a:ln>
            <a:effectLst/>
          </p:spPr>
          <p:txBody>
            <a:bodyPr vert="eaVert">
              <a:spAutoFit/>
            </a:bodyPr>
            <a:lstStyle/>
            <a:p>
              <a:pPr>
                <a:spcBef>
                  <a:spcPct val="50000"/>
                </a:spcBef>
              </a:pPr>
              <a:r>
                <a:rPr lang="en-US" altLang="zh-CN" b="1"/>
                <a:t>……</a:t>
              </a:r>
            </a:p>
          </p:txBody>
        </p:sp>
        <p:sp>
          <p:nvSpPr>
            <p:cNvPr id="1079445" name="Text Box 149"/>
            <p:cNvSpPr txBox="1">
              <a:spLocks noChangeArrowheads="1"/>
            </p:cNvSpPr>
            <p:nvPr/>
          </p:nvSpPr>
          <p:spPr bwMode="auto">
            <a:xfrm>
              <a:off x="1103" y="2831"/>
              <a:ext cx="349" cy="499"/>
            </a:xfrm>
            <a:prstGeom prst="rect">
              <a:avLst/>
            </a:prstGeom>
            <a:noFill/>
            <a:ln w="9525">
              <a:noFill/>
              <a:miter lim="800000"/>
              <a:headEnd/>
              <a:tailEnd/>
            </a:ln>
            <a:effectLst/>
          </p:spPr>
          <p:txBody>
            <a:bodyPr vert="eaVert">
              <a:spAutoFit/>
            </a:bodyPr>
            <a:lstStyle/>
            <a:p>
              <a:pPr>
                <a:spcBef>
                  <a:spcPct val="50000"/>
                </a:spcBef>
              </a:pPr>
              <a:r>
                <a:rPr lang="en-US" altLang="zh-CN" b="1"/>
                <a:t>……</a:t>
              </a:r>
            </a:p>
          </p:txBody>
        </p:sp>
        <p:sp>
          <p:nvSpPr>
            <p:cNvPr id="1079446" name="Text Box 150"/>
            <p:cNvSpPr txBox="1">
              <a:spLocks noChangeArrowheads="1"/>
            </p:cNvSpPr>
            <p:nvPr/>
          </p:nvSpPr>
          <p:spPr bwMode="auto">
            <a:xfrm>
              <a:off x="1536" y="2823"/>
              <a:ext cx="349" cy="499"/>
            </a:xfrm>
            <a:prstGeom prst="rect">
              <a:avLst/>
            </a:prstGeom>
            <a:noFill/>
            <a:ln w="9525">
              <a:noFill/>
              <a:miter lim="800000"/>
              <a:headEnd/>
              <a:tailEnd/>
            </a:ln>
            <a:effectLst/>
          </p:spPr>
          <p:txBody>
            <a:bodyPr vert="eaVert">
              <a:spAutoFit/>
            </a:bodyPr>
            <a:lstStyle/>
            <a:p>
              <a:pPr>
                <a:spcBef>
                  <a:spcPct val="50000"/>
                </a:spcBef>
              </a:pPr>
              <a:r>
                <a:rPr lang="en-US" altLang="zh-CN" b="1"/>
                <a:t>……</a:t>
              </a:r>
            </a:p>
          </p:txBody>
        </p:sp>
        <p:sp>
          <p:nvSpPr>
            <p:cNvPr id="1079447" name="Text Box 151"/>
            <p:cNvSpPr txBox="1">
              <a:spLocks noChangeArrowheads="1"/>
            </p:cNvSpPr>
            <p:nvPr/>
          </p:nvSpPr>
          <p:spPr bwMode="auto">
            <a:xfrm>
              <a:off x="1924" y="2833"/>
              <a:ext cx="349" cy="499"/>
            </a:xfrm>
            <a:prstGeom prst="rect">
              <a:avLst/>
            </a:prstGeom>
            <a:noFill/>
            <a:ln w="9525">
              <a:noFill/>
              <a:miter lim="800000"/>
              <a:headEnd/>
              <a:tailEnd/>
            </a:ln>
            <a:effectLst/>
          </p:spPr>
          <p:txBody>
            <a:bodyPr vert="eaVert">
              <a:spAutoFit/>
            </a:bodyPr>
            <a:lstStyle/>
            <a:p>
              <a:pPr>
                <a:spcBef>
                  <a:spcPct val="50000"/>
                </a:spcBef>
              </a:pPr>
              <a:r>
                <a:rPr lang="en-US" altLang="zh-CN" b="1"/>
                <a:t>……</a:t>
              </a:r>
            </a:p>
          </p:txBody>
        </p:sp>
        <p:sp>
          <p:nvSpPr>
            <p:cNvPr id="1079448" name="Text Box 152"/>
            <p:cNvSpPr txBox="1">
              <a:spLocks noChangeArrowheads="1"/>
            </p:cNvSpPr>
            <p:nvPr/>
          </p:nvSpPr>
          <p:spPr bwMode="auto">
            <a:xfrm>
              <a:off x="2447" y="2834"/>
              <a:ext cx="349" cy="499"/>
            </a:xfrm>
            <a:prstGeom prst="rect">
              <a:avLst/>
            </a:prstGeom>
            <a:noFill/>
            <a:ln w="9525">
              <a:noFill/>
              <a:miter lim="800000"/>
              <a:headEnd/>
              <a:tailEnd/>
            </a:ln>
            <a:effectLst/>
          </p:spPr>
          <p:txBody>
            <a:bodyPr vert="eaVert">
              <a:spAutoFit/>
            </a:bodyPr>
            <a:lstStyle/>
            <a:p>
              <a:pPr>
                <a:spcBef>
                  <a:spcPct val="50000"/>
                </a:spcBef>
              </a:pPr>
              <a:r>
                <a:rPr lang="en-US" altLang="zh-CN" b="1"/>
                <a:t>……</a:t>
              </a:r>
            </a:p>
          </p:txBody>
        </p:sp>
        <p:sp>
          <p:nvSpPr>
            <p:cNvPr id="1079449" name="Text Box 153"/>
            <p:cNvSpPr txBox="1">
              <a:spLocks noChangeArrowheads="1"/>
            </p:cNvSpPr>
            <p:nvPr/>
          </p:nvSpPr>
          <p:spPr bwMode="auto">
            <a:xfrm>
              <a:off x="3042" y="2826"/>
              <a:ext cx="349" cy="499"/>
            </a:xfrm>
            <a:prstGeom prst="rect">
              <a:avLst/>
            </a:prstGeom>
            <a:noFill/>
            <a:ln w="9525">
              <a:noFill/>
              <a:miter lim="800000"/>
              <a:headEnd/>
              <a:tailEnd/>
            </a:ln>
            <a:effectLst/>
          </p:spPr>
          <p:txBody>
            <a:bodyPr vert="eaVert">
              <a:spAutoFit/>
            </a:bodyPr>
            <a:lstStyle/>
            <a:p>
              <a:pPr>
                <a:spcBef>
                  <a:spcPct val="50000"/>
                </a:spcBef>
              </a:pPr>
              <a:r>
                <a:rPr lang="en-US" altLang="zh-CN" b="1"/>
                <a:t>……</a:t>
              </a:r>
            </a:p>
          </p:txBody>
        </p:sp>
      </p:grpSp>
      <p:sp>
        <p:nvSpPr>
          <p:cNvPr id="1079453" name="Oval 157"/>
          <p:cNvSpPr>
            <a:spLocks noChangeArrowheads="1"/>
          </p:cNvSpPr>
          <p:nvPr/>
        </p:nvSpPr>
        <p:spPr bwMode="auto">
          <a:xfrm>
            <a:off x="4916882" y="3040275"/>
            <a:ext cx="4895850" cy="647700"/>
          </a:xfrm>
          <a:prstGeom prst="ellipse">
            <a:avLst/>
          </a:prstGeom>
          <a:noFill/>
          <a:ln w="28575">
            <a:solidFill>
              <a:srgbClr val="C0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079454" name="AutoShape 158"/>
          <p:cNvSpPr>
            <a:spLocks noChangeArrowheads="1"/>
          </p:cNvSpPr>
          <p:nvPr/>
        </p:nvSpPr>
        <p:spPr bwMode="auto">
          <a:xfrm>
            <a:off x="9732563" y="2287716"/>
            <a:ext cx="1800225" cy="863600"/>
          </a:xfrm>
          <a:prstGeom prst="wedgeRoundRectCallout">
            <a:avLst>
              <a:gd name="adj1" fmla="val -96367"/>
              <a:gd name="adj2" fmla="val 49553"/>
              <a:gd name="adj3" fmla="val 16667"/>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latin typeface="+mn-lt"/>
                <a:ea typeface="楷体" pitchFamily="49" charset="-122"/>
              </a:rPr>
              <a:t>结构体类型</a:t>
            </a:r>
            <a:r>
              <a:rPr lang="en-US" altLang="zh-CN" sz="2000" b="1">
                <a:latin typeface="+mn-lt"/>
                <a:ea typeface="楷体" pitchFamily="49" charset="-122"/>
              </a:rPr>
              <a:t>Student_Info</a:t>
            </a:r>
          </a:p>
        </p:txBody>
      </p:sp>
      <p:grpSp>
        <p:nvGrpSpPr>
          <p:cNvPr id="1079457" name="Group 161"/>
          <p:cNvGrpSpPr>
            <a:grpSpLocks/>
          </p:cNvGrpSpPr>
          <p:nvPr/>
        </p:nvGrpSpPr>
        <p:grpSpPr bwMode="auto">
          <a:xfrm>
            <a:off x="9552382" y="3545101"/>
            <a:ext cx="1123950" cy="396875"/>
            <a:chOff x="3424" y="1988"/>
            <a:chExt cx="708" cy="250"/>
          </a:xfrm>
        </p:grpSpPr>
        <p:sp>
          <p:nvSpPr>
            <p:cNvPr id="1079455" name="Line 159"/>
            <p:cNvSpPr>
              <a:spLocks noChangeShapeType="1"/>
            </p:cNvSpPr>
            <p:nvPr/>
          </p:nvSpPr>
          <p:spPr bwMode="auto">
            <a:xfrm flipH="1">
              <a:off x="3424" y="2133"/>
              <a:ext cx="227" cy="0"/>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solidFill>
                  <a:srgbClr val="002060"/>
                </a:solidFill>
              </a:endParaRPr>
            </a:p>
          </p:txBody>
        </p:sp>
        <p:sp>
          <p:nvSpPr>
            <p:cNvPr id="1079456" name="Text Box 160"/>
            <p:cNvSpPr txBox="1">
              <a:spLocks noChangeArrowheads="1"/>
            </p:cNvSpPr>
            <p:nvPr/>
          </p:nvSpPr>
          <p:spPr bwMode="auto">
            <a:xfrm>
              <a:off x="3633" y="1988"/>
              <a:ext cx="499" cy="250"/>
            </a:xfrm>
            <a:prstGeom prst="rect">
              <a:avLst/>
            </a:prstGeom>
            <a:noFill/>
            <a:ln w="9525">
              <a:noFill/>
              <a:miter lim="800000"/>
              <a:headEnd/>
              <a:tailEnd/>
            </a:ln>
            <a:effectLst/>
          </p:spPr>
          <p:txBody>
            <a:bodyPr>
              <a:spAutoFit/>
            </a:bodyPr>
            <a:lstStyle/>
            <a:p>
              <a:pPr>
                <a:spcBef>
                  <a:spcPct val="50000"/>
                </a:spcBef>
              </a:pPr>
              <a:r>
                <a:rPr lang="en-US" altLang="zh-CN" sz="2000" b="1" dirty="0" err="1">
                  <a:solidFill>
                    <a:srgbClr val="002060"/>
                  </a:solidFill>
                </a:rPr>
                <a:t>stu</a:t>
              </a:r>
              <a:r>
                <a:rPr lang="en-US" altLang="zh-CN" sz="2000" b="1" dirty="0">
                  <a:solidFill>
                    <a:srgbClr val="002060"/>
                  </a:solidFill>
                </a:rPr>
                <a:t>[0]</a:t>
              </a:r>
            </a:p>
          </p:txBody>
        </p:sp>
      </p:grpSp>
      <p:grpSp>
        <p:nvGrpSpPr>
          <p:cNvPr id="1079458" name="Group 162"/>
          <p:cNvGrpSpPr>
            <a:grpSpLocks/>
          </p:cNvGrpSpPr>
          <p:nvPr/>
        </p:nvGrpSpPr>
        <p:grpSpPr bwMode="auto">
          <a:xfrm>
            <a:off x="9553970" y="3989601"/>
            <a:ext cx="1123950" cy="396875"/>
            <a:chOff x="3424" y="1988"/>
            <a:chExt cx="708" cy="250"/>
          </a:xfrm>
        </p:grpSpPr>
        <p:sp>
          <p:nvSpPr>
            <p:cNvPr id="1079459" name="Line 163"/>
            <p:cNvSpPr>
              <a:spLocks noChangeShapeType="1"/>
            </p:cNvSpPr>
            <p:nvPr/>
          </p:nvSpPr>
          <p:spPr bwMode="auto">
            <a:xfrm flipH="1">
              <a:off x="3424" y="2133"/>
              <a:ext cx="227" cy="0"/>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dirty="0">
                <a:solidFill>
                  <a:srgbClr val="002060"/>
                </a:solidFill>
              </a:endParaRPr>
            </a:p>
          </p:txBody>
        </p:sp>
        <p:sp>
          <p:nvSpPr>
            <p:cNvPr id="1079460" name="Text Box 164"/>
            <p:cNvSpPr txBox="1">
              <a:spLocks noChangeArrowheads="1"/>
            </p:cNvSpPr>
            <p:nvPr/>
          </p:nvSpPr>
          <p:spPr bwMode="auto">
            <a:xfrm>
              <a:off x="3633" y="1988"/>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stu[1]</a:t>
              </a:r>
            </a:p>
          </p:txBody>
        </p:sp>
      </p:grpSp>
      <p:grpSp>
        <p:nvGrpSpPr>
          <p:cNvPr id="1079461" name="Group 165"/>
          <p:cNvGrpSpPr>
            <a:grpSpLocks/>
          </p:cNvGrpSpPr>
          <p:nvPr/>
        </p:nvGrpSpPr>
        <p:grpSpPr bwMode="auto">
          <a:xfrm>
            <a:off x="9582545" y="5907301"/>
            <a:ext cx="1123950" cy="396875"/>
            <a:chOff x="3424" y="1988"/>
            <a:chExt cx="708" cy="250"/>
          </a:xfrm>
        </p:grpSpPr>
        <p:sp>
          <p:nvSpPr>
            <p:cNvPr id="1079462" name="Line 166"/>
            <p:cNvSpPr>
              <a:spLocks noChangeShapeType="1"/>
            </p:cNvSpPr>
            <p:nvPr/>
          </p:nvSpPr>
          <p:spPr bwMode="auto">
            <a:xfrm flipH="1">
              <a:off x="3424" y="2133"/>
              <a:ext cx="227" cy="0"/>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solidFill>
                  <a:srgbClr val="002060"/>
                </a:solidFill>
              </a:endParaRPr>
            </a:p>
          </p:txBody>
        </p:sp>
        <p:sp>
          <p:nvSpPr>
            <p:cNvPr id="1079463" name="Text Box 167"/>
            <p:cNvSpPr txBox="1">
              <a:spLocks noChangeArrowheads="1"/>
            </p:cNvSpPr>
            <p:nvPr/>
          </p:nvSpPr>
          <p:spPr bwMode="auto">
            <a:xfrm>
              <a:off x="3633" y="1988"/>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stu[9]</a:t>
              </a:r>
            </a:p>
          </p:txBody>
        </p:sp>
      </p:grpSp>
      <p:sp>
        <p:nvSpPr>
          <p:cNvPr id="1079464" name="Text Box 168"/>
          <p:cNvSpPr txBox="1">
            <a:spLocks noChangeArrowheads="1"/>
          </p:cNvSpPr>
          <p:nvPr/>
        </p:nvSpPr>
        <p:spPr bwMode="auto">
          <a:xfrm>
            <a:off x="9876272" y="4854789"/>
            <a:ext cx="553998" cy="865187"/>
          </a:xfrm>
          <a:prstGeom prst="rect">
            <a:avLst/>
          </a:prstGeom>
          <a:noFill/>
          <a:ln w="9525">
            <a:noFill/>
            <a:miter lim="800000"/>
            <a:headEnd/>
            <a:tailEnd/>
          </a:ln>
          <a:effectLst/>
        </p:spPr>
        <p:txBody>
          <a:bodyPr vert="eaVert">
            <a:spAutoFit/>
          </a:bodyPr>
          <a:lstStyle/>
          <a:p>
            <a:pPr>
              <a:spcBef>
                <a:spcPct val="50000"/>
              </a:spcBef>
            </a:pPr>
            <a:r>
              <a:rPr lang="en-US" altLang="zh-CN" b="1" dirty="0">
                <a:solidFill>
                  <a:srgbClr val="002060"/>
                </a:solidFill>
              </a:rPr>
              <a:t>……</a:t>
            </a:r>
          </a:p>
        </p:txBody>
      </p:sp>
      <p:sp>
        <p:nvSpPr>
          <p:cNvPr id="1079466" name="Rectangle 170" descr="信纸"/>
          <p:cNvSpPr>
            <a:spLocks noChangeArrowheads="1"/>
          </p:cNvSpPr>
          <p:nvPr/>
        </p:nvSpPr>
        <p:spPr bwMode="auto">
          <a:xfrm>
            <a:off x="1119644" y="3298270"/>
            <a:ext cx="3243260" cy="28733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00000"/>
                </a:solidFill>
                <a:ea typeface="楷体_GB2312" pitchFamily="49" charset="-122"/>
              </a:rPr>
              <a:t>struct  </a:t>
            </a:r>
            <a:r>
              <a:rPr lang="en-US" altLang="zh-CN" sz="2000" b="1" dirty="0" err="1">
                <a:solidFill>
                  <a:srgbClr val="C00000"/>
                </a:solidFill>
                <a:ea typeface="楷体_GB2312" pitchFamily="49" charset="-122"/>
              </a:rPr>
              <a:t>Student_Info</a:t>
            </a:r>
            <a:endParaRPr lang="en-US" altLang="zh-CN" sz="2000" b="1" dirty="0">
              <a:solidFill>
                <a:srgbClr val="C00000"/>
              </a:solidFill>
              <a:ea typeface="楷体_GB2312" pitchFamily="49" charset="-122"/>
            </a:endParaRPr>
          </a:p>
          <a:p>
            <a:r>
              <a:rPr lang="en-US" altLang="zh-CN" sz="2000" b="1" dirty="0">
                <a:ea typeface="楷体_GB2312" pitchFamily="49" charset="-122"/>
              </a:rPr>
              <a:t>{</a:t>
            </a:r>
          </a:p>
          <a:p>
            <a:r>
              <a:rPr lang="en-US" altLang="zh-CN" sz="2000" b="1" dirty="0">
                <a:ea typeface="楷体_GB2312" pitchFamily="49" charset="-122"/>
              </a:rPr>
              <a:t>   char no[9]; </a:t>
            </a:r>
          </a:p>
          <a:p>
            <a:r>
              <a:rPr lang="en-US" altLang="zh-CN" sz="2000" b="1" dirty="0">
                <a:ea typeface="楷体_GB2312" pitchFamily="49" charset="-122"/>
              </a:rPr>
              <a:t>   char name[20];</a:t>
            </a:r>
          </a:p>
          <a:p>
            <a:r>
              <a:rPr lang="en-US" altLang="zh-CN" sz="2000" b="1" dirty="0">
                <a:ea typeface="楷体_GB2312" pitchFamily="49" charset="-122"/>
              </a:rPr>
              <a:t>   char sex;   </a:t>
            </a:r>
          </a:p>
          <a:p>
            <a:r>
              <a:rPr lang="en-US" altLang="zh-CN" sz="2000" b="1" dirty="0">
                <a:ea typeface="楷体_GB2312" pitchFamily="49" charset="-122"/>
              </a:rPr>
              <a:t>   unsigned int  age;</a:t>
            </a:r>
          </a:p>
          <a:p>
            <a:r>
              <a:rPr lang="en-US" altLang="zh-CN" sz="2000" b="1" dirty="0">
                <a:ea typeface="楷体_GB2312" pitchFamily="49" charset="-122"/>
              </a:rPr>
              <a:t>   unsigned int  </a:t>
            </a:r>
            <a:r>
              <a:rPr lang="en-US" altLang="zh-CN" sz="2000" b="1" dirty="0" err="1">
                <a:ea typeface="楷体_GB2312" pitchFamily="49" charset="-122"/>
              </a:rPr>
              <a:t>classno</a:t>
            </a:r>
            <a:r>
              <a:rPr lang="en-US" altLang="zh-CN" sz="2000" b="1" dirty="0">
                <a:ea typeface="楷体_GB2312" pitchFamily="49" charset="-122"/>
              </a:rPr>
              <a:t>;          </a:t>
            </a:r>
          </a:p>
          <a:p>
            <a:r>
              <a:rPr lang="en-US" altLang="zh-CN" sz="2000" b="1" dirty="0">
                <a:ea typeface="楷体_GB2312" pitchFamily="49" charset="-122"/>
              </a:rPr>
              <a:t>   float  grade;</a:t>
            </a:r>
          </a:p>
          <a:p>
            <a:r>
              <a:rPr lang="en-US" altLang="zh-CN" sz="2000" b="1" dirty="0">
                <a:ea typeface="楷体_GB2312" pitchFamily="49" charset="-122"/>
              </a:rPr>
              <a:t>} </a:t>
            </a:r>
            <a:r>
              <a:rPr lang="en-US" altLang="zh-CN" sz="2000" b="1" dirty="0" err="1">
                <a:solidFill>
                  <a:srgbClr val="990000"/>
                </a:solidFill>
                <a:ea typeface="楷体_GB2312" pitchFamily="49" charset="-122"/>
              </a:rPr>
              <a:t>stu</a:t>
            </a:r>
            <a:r>
              <a:rPr lang="en-US" altLang="zh-CN" sz="2000" b="1" dirty="0">
                <a:solidFill>
                  <a:srgbClr val="990000"/>
                </a:solidFill>
                <a:ea typeface="楷体_GB2312" pitchFamily="49" charset="-122"/>
              </a:rPr>
              <a:t>[10];</a:t>
            </a:r>
          </a:p>
        </p:txBody>
      </p:sp>
      <p:sp>
        <p:nvSpPr>
          <p:cNvPr id="30" name="Rectangle 4">
            <a:extLst>
              <a:ext uri="{FF2B5EF4-FFF2-40B4-BE49-F238E27FC236}">
                <a16:creationId xmlns:a16="http://schemas.microsoft.com/office/drawing/2014/main" id="{9ABB6232-85C1-4714-BF8D-FEFF6B8EDBC5}"/>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结构体数组</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79303"/>
                                        </p:tgtEl>
                                        <p:attrNameLst>
                                          <p:attrName>style.visibility</p:attrName>
                                        </p:attrNameLst>
                                      </p:cBhvr>
                                      <p:to>
                                        <p:strVal val="visible"/>
                                      </p:to>
                                    </p:set>
                                    <p:anim calcmode="lin" valueType="num">
                                      <p:cBhvr additive="base">
                                        <p:cTn id="7" dur="500" fill="hold"/>
                                        <p:tgtEl>
                                          <p:spTgt spid="1079303"/>
                                        </p:tgtEl>
                                        <p:attrNameLst>
                                          <p:attrName>ppt_x</p:attrName>
                                        </p:attrNameLst>
                                      </p:cBhvr>
                                      <p:tavLst>
                                        <p:tav tm="0">
                                          <p:val>
                                            <p:strVal val="0-#ppt_w/2"/>
                                          </p:val>
                                        </p:tav>
                                        <p:tav tm="100000">
                                          <p:val>
                                            <p:strVal val="#ppt_x"/>
                                          </p:val>
                                        </p:tav>
                                      </p:tavLst>
                                    </p:anim>
                                    <p:anim calcmode="lin" valueType="num">
                                      <p:cBhvr additive="base">
                                        <p:cTn id="8" dur="500" fill="hold"/>
                                        <p:tgtEl>
                                          <p:spTgt spid="107930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79354"/>
                                        </p:tgtEl>
                                        <p:attrNameLst>
                                          <p:attrName>style.visibility</p:attrName>
                                        </p:attrNameLst>
                                      </p:cBhvr>
                                      <p:to>
                                        <p:strVal val="visible"/>
                                      </p:to>
                                    </p:set>
                                    <p:animEffect transition="in" filter="box(out)">
                                      <p:cBhvr>
                                        <p:cTn id="13" dur="500"/>
                                        <p:tgtEl>
                                          <p:spTgt spid="107935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79466"/>
                                        </p:tgtEl>
                                        <p:attrNameLst>
                                          <p:attrName>style.visibility</p:attrName>
                                        </p:attrNameLst>
                                      </p:cBhvr>
                                      <p:to>
                                        <p:strVal val="visible"/>
                                      </p:to>
                                    </p:set>
                                    <p:animEffect transition="in" filter="box(out)">
                                      <p:cBhvr>
                                        <p:cTn id="18" dur="500"/>
                                        <p:tgtEl>
                                          <p:spTgt spid="107946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079452"/>
                                        </p:tgtEl>
                                        <p:attrNameLst>
                                          <p:attrName>style.visibility</p:attrName>
                                        </p:attrNameLst>
                                      </p:cBhvr>
                                      <p:to>
                                        <p:strVal val="visible"/>
                                      </p:to>
                                    </p:set>
                                    <p:animEffect transition="in" filter="box(out)">
                                      <p:cBhvr>
                                        <p:cTn id="23" dur="500"/>
                                        <p:tgtEl>
                                          <p:spTgt spid="1079452"/>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18" presetClass="entr" presetSubtype="6" fill="hold" nodeType="afterEffect">
                                  <p:stCondLst>
                                    <p:cond delay="0"/>
                                  </p:stCondLst>
                                  <p:childTnLst>
                                    <p:set>
                                      <p:cBhvr>
                                        <p:cTn id="26" dur="1" fill="hold">
                                          <p:stCondLst>
                                            <p:cond delay="0"/>
                                          </p:stCondLst>
                                        </p:cTn>
                                        <p:tgtEl>
                                          <p:spTgt spid="1079451"/>
                                        </p:tgtEl>
                                        <p:attrNameLst>
                                          <p:attrName>style.visibility</p:attrName>
                                        </p:attrNameLst>
                                      </p:cBhvr>
                                      <p:to>
                                        <p:strVal val="visible"/>
                                      </p:to>
                                    </p:set>
                                    <p:animEffect transition="in" filter="strips(downRight)">
                                      <p:cBhvr>
                                        <p:cTn id="27" dur="500"/>
                                        <p:tgtEl>
                                          <p:spTgt spid="1079451"/>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3" fill="hold" grpId="0" nodeType="clickEffect">
                                  <p:stCondLst>
                                    <p:cond delay="0"/>
                                  </p:stCondLst>
                                  <p:childTnLst>
                                    <p:set>
                                      <p:cBhvr>
                                        <p:cTn id="31" dur="1" fill="hold">
                                          <p:stCondLst>
                                            <p:cond delay="0"/>
                                          </p:stCondLst>
                                        </p:cTn>
                                        <p:tgtEl>
                                          <p:spTgt spid="1079453"/>
                                        </p:tgtEl>
                                        <p:attrNameLst>
                                          <p:attrName>style.visibility</p:attrName>
                                        </p:attrNameLst>
                                      </p:cBhvr>
                                      <p:to>
                                        <p:strVal val="visible"/>
                                      </p:to>
                                    </p:set>
                                    <p:animEffect transition="in" filter="strips(upRight)">
                                      <p:cBhvr>
                                        <p:cTn id="32" dur="500"/>
                                        <p:tgtEl>
                                          <p:spTgt spid="1079453"/>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500"/>
                            </p:stCondLst>
                            <p:childTnLst>
                              <p:par>
                                <p:cTn id="34" presetID="18" presetClass="entr" presetSubtype="3" fill="hold" grpId="0" nodeType="afterEffect">
                                  <p:stCondLst>
                                    <p:cond delay="0"/>
                                  </p:stCondLst>
                                  <p:childTnLst>
                                    <p:set>
                                      <p:cBhvr>
                                        <p:cTn id="35" dur="1" fill="hold">
                                          <p:stCondLst>
                                            <p:cond delay="0"/>
                                          </p:stCondLst>
                                        </p:cTn>
                                        <p:tgtEl>
                                          <p:spTgt spid="1079454"/>
                                        </p:tgtEl>
                                        <p:attrNameLst>
                                          <p:attrName>style.visibility</p:attrName>
                                        </p:attrNameLst>
                                      </p:cBhvr>
                                      <p:to>
                                        <p:strVal val="visible"/>
                                      </p:to>
                                    </p:set>
                                    <p:animEffect transition="in" filter="strips(upRight)">
                                      <p:cBhvr>
                                        <p:cTn id="36" dur="500"/>
                                        <p:tgtEl>
                                          <p:spTgt spid="1079454"/>
                                        </p:tgtEl>
                                      </p:cBhvr>
                                    </p:animEffect>
                                  </p:childTnLst>
                                  <p:subTnLst>
                                    <p:audio>
                                      <p:cMediaNode>
                                        <p:cTn display="0" masterRel="sameClick">
                                          <p:stCondLst>
                                            <p:cond evt="begin" delay="0">
                                              <p:tn val="34"/>
                                            </p:cond>
                                          </p:stCondLst>
                                          <p:endCondLst>
                                            <p:cond evt="onStopAudio" delay="0">
                                              <p:tgtEl>
                                                <p:sldTgt/>
                                              </p:tgtEl>
                                            </p:cond>
                                          </p:endCondLst>
                                        </p:cTn>
                                        <p:tgtEl>
                                          <p:sndTgt r:embed="rId4" name="laser.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12" fill="hold" nodeType="clickEffect">
                                  <p:stCondLst>
                                    <p:cond delay="0"/>
                                  </p:stCondLst>
                                  <p:childTnLst>
                                    <p:set>
                                      <p:cBhvr>
                                        <p:cTn id="40" dur="1" fill="hold">
                                          <p:stCondLst>
                                            <p:cond delay="0"/>
                                          </p:stCondLst>
                                        </p:cTn>
                                        <p:tgtEl>
                                          <p:spTgt spid="1079457"/>
                                        </p:tgtEl>
                                        <p:attrNameLst>
                                          <p:attrName>style.visibility</p:attrName>
                                        </p:attrNameLst>
                                      </p:cBhvr>
                                      <p:to>
                                        <p:strVal val="visible"/>
                                      </p:to>
                                    </p:set>
                                    <p:animEffect transition="in" filter="strips(downLeft)">
                                      <p:cBhvr>
                                        <p:cTn id="41" dur="500"/>
                                        <p:tgtEl>
                                          <p:spTgt spid="1079457"/>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12" fill="hold" nodeType="clickEffect">
                                  <p:stCondLst>
                                    <p:cond delay="0"/>
                                  </p:stCondLst>
                                  <p:childTnLst>
                                    <p:set>
                                      <p:cBhvr>
                                        <p:cTn id="45" dur="1" fill="hold">
                                          <p:stCondLst>
                                            <p:cond delay="0"/>
                                          </p:stCondLst>
                                        </p:cTn>
                                        <p:tgtEl>
                                          <p:spTgt spid="1079458"/>
                                        </p:tgtEl>
                                        <p:attrNameLst>
                                          <p:attrName>style.visibility</p:attrName>
                                        </p:attrNameLst>
                                      </p:cBhvr>
                                      <p:to>
                                        <p:strVal val="visible"/>
                                      </p:to>
                                    </p:set>
                                    <p:animEffect transition="in" filter="strips(downLeft)">
                                      <p:cBhvr>
                                        <p:cTn id="46" dur="500"/>
                                        <p:tgtEl>
                                          <p:spTgt spid="1079458"/>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8" presetClass="entr" presetSubtype="12" fill="hold" grpId="0" nodeType="clickEffect">
                                  <p:stCondLst>
                                    <p:cond delay="0"/>
                                  </p:stCondLst>
                                  <p:childTnLst>
                                    <p:set>
                                      <p:cBhvr>
                                        <p:cTn id="50" dur="1" fill="hold">
                                          <p:stCondLst>
                                            <p:cond delay="0"/>
                                          </p:stCondLst>
                                        </p:cTn>
                                        <p:tgtEl>
                                          <p:spTgt spid="1079464"/>
                                        </p:tgtEl>
                                        <p:attrNameLst>
                                          <p:attrName>style.visibility</p:attrName>
                                        </p:attrNameLst>
                                      </p:cBhvr>
                                      <p:to>
                                        <p:strVal val="visible"/>
                                      </p:to>
                                    </p:set>
                                    <p:animEffect transition="in" filter="strips(downLeft)">
                                      <p:cBhvr>
                                        <p:cTn id="51" dur="500"/>
                                        <p:tgtEl>
                                          <p:spTgt spid="1079464"/>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2" fill="hold">
                      <p:stCondLst>
                        <p:cond delay="indefinite"/>
                      </p:stCondLst>
                      <p:childTnLst>
                        <p:par>
                          <p:cTn id="53" fill="hold">
                            <p:stCondLst>
                              <p:cond delay="0"/>
                            </p:stCondLst>
                            <p:childTnLst>
                              <p:par>
                                <p:cTn id="54" presetID="18" presetClass="entr" presetSubtype="12" fill="hold" nodeType="clickEffect">
                                  <p:stCondLst>
                                    <p:cond delay="0"/>
                                  </p:stCondLst>
                                  <p:childTnLst>
                                    <p:set>
                                      <p:cBhvr>
                                        <p:cTn id="55" dur="1" fill="hold">
                                          <p:stCondLst>
                                            <p:cond delay="0"/>
                                          </p:stCondLst>
                                        </p:cTn>
                                        <p:tgtEl>
                                          <p:spTgt spid="1079461"/>
                                        </p:tgtEl>
                                        <p:attrNameLst>
                                          <p:attrName>style.visibility</p:attrName>
                                        </p:attrNameLst>
                                      </p:cBhvr>
                                      <p:to>
                                        <p:strVal val="visible"/>
                                      </p:to>
                                    </p:set>
                                    <p:animEffect transition="in" filter="strips(downLeft)">
                                      <p:cBhvr>
                                        <p:cTn id="56" dur="500"/>
                                        <p:tgtEl>
                                          <p:spTgt spid="1079461"/>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9303" grpId="0"/>
      <p:bldP spid="1079354" grpId="0"/>
      <p:bldP spid="1079453" grpId="0" animBg="1"/>
      <p:bldP spid="1079454" grpId="0" animBg="1"/>
      <p:bldP spid="1079464" grpId="0"/>
      <p:bldP spid="1079466"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1349" name="Rectangle 5"/>
          <p:cNvSpPr>
            <a:spLocks noChangeArrowheads="1"/>
          </p:cNvSpPr>
          <p:nvPr/>
        </p:nvSpPr>
        <p:spPr bwMode="auto">
          <a:xfrm>
            <a:off x="695325" y="980728"/>
            <a:ext cx="3805850" cy="523220"/>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sz="2800" b="1" dirty="0">
                <a:solidFill>
                  <a:srgbClr val="C00000"/>
                </a:solidFill>
                <a:latin typeface="+mn-lt"/>
                <a:ea typeface="楷体" pitchFamily="49" charset="-122"/>
              </a:rPr>
              <a:t> </a:t>
            </a:r>
            <a:r>
              <a:rPr lang="zh-CN" altLang="en-US" sz="2800" b="1" dirty="0">
                <a:solidFill>
                  <a:srgbClr val="C00000"/>
                </a:solidFill>
                <a:latin typeface="+mn-lt"/>
                <a:ea typeface="楷体" pitchFamily="49" charset="-122"/>
              </a:rPr>
              <a:t>结构体数组的初始化</a:t>
            </a:r>
          </a:p>
        </p:txBody>
      </p:sp>
      <p:sp>
        <p:nvSpPr>
          <p:cNvPr id="1081415" name="Rectangle 71"/>
          <p:cNvSpPr>
            <a:spLocks noChangeArrowheads="1"/>
          </p:cNvSpPr>
          <p:nvPr/>
        </p:nvSpPr>
        <p:spPr bwMode="auto">
          <a:xfrm>
            <a:off x="551384" y="1754303"/>
            <a:ext cx="2636837" cy="457200"/>
          </a:xfrm>
          <a:prstGeom prst="rect">
            <a:avLst/>
          </a:prstGeom>
          <a:noFill/>
          <a:ln w="9525">
            <a:noFill/>
            <a:miter lim="800000"/>
            <a:headEnd/>
            <a:tailEnd/>
          </a:ln>
          <a:effectLst/>
        </p:spPr>
        <p:txBody>
          <a:bodyPr wrap="none" anchor="ctr">
            <a:spAutoFit/>
          </a:bodyPr>
          <a:lstStyle/>
          <a:p>
            <a:r>
              <a:rPr lang="zh-CN" altLang="en-US" b="1" dirty="0">
                <a:latin typeface="楷体" panose="02010609060101010101" pitchFamily="49" charset="-122"/>
                <a:ea typeface="楷体" panose="02010609060101010101" pitchFamily="49" charset="-122"/>
              </a:rPr>
              <a:t>初始化的格式为</a:t>
            </a:r>
            <a:r>
              <a:rPr lang="en-US" altLang="zh-CN" b="1" dirty="0">
                <a:latin typeface="楷体" panose="02010609060101010101" pitchFamily="49" charset="-122"/>
                <a:ea typeface="楷体" panose="02010609060101010101" pitchFamily="49" charset="-122"/>
              </a:rPr>
              <a:t>: </a:t>
            </a:r>
          </a:p>
        </p:txBody>
      </p:sp>
      <p:sp>
        <p:nvSpPr>
          <p:cNvPr id="1081417" name="Text Box 73"/>
          <p:cNvSpPr txBox="1">
            <a:spLocks noChangeArrowheads="1"/>
          </p:cNvSpPr>
          <p:nvPr/>
        </p:nvSpPr>
        <p:spPr bwMode="auto">
          <a:xfrm>
            <a:off x="3082128" y="1700808"/>
            <a:ext cx="8210021" cy="1081087"/>
          </a:xfrm>
          <a:prstGeom prst="rect">
            <a:avLst/>
          </a:prstGeom>
          <a:gradFill flip="none" rotWithShape="1">
            <a:gsLst>
              <a:gs pos="0">
                <a:srgbClr val="CFCFD1"/>
              </a:gs>
              <a:gs pos="100000">
                <a:schemeClr val="bg1">
                  <a:lumMod val="9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err="1">
                <a:solidFill>
                  <a:srgbClr val="CC0000"/>
                </a:solidFill>
                <a:latin typeface="+mn-lt"/>
                <a:ea typeface="楷体" pitchFamily="49" charset="-122"/>
              </a:rPr>
              <a:t>struct</a:t>
            </a:r>
            <a:r>
              <a:rPr lang="en-US" altLang="zh-CN" sz="2000" b="1" dirty="0">
                <a:latin typeface="+mn-lt"/>
                <a:ea typeface="楷体" pitchFamily="49" charset="-122"/>
              </a:rPr>
              <a:t>  </a:t>
            </a:r>
            <a:r>
              <a:rPr lang="zh-CN" altLang="en-US" sz="2000" b="1" dirty="0">
                <a:latin typeface="+mn-lt"/>
                <a:ea typeface="楷体" pitchFamily="49" charset="-122"/>
              </a:rPr>
              <a:t>结构体类型名</a:t>
            </a:r>
          </a:p>
          <a:p>
            <a:r>
              <a:rPr lang="en-US" altLang="zh-CN" sz="2000" b="1" dirty="0">
                <a:latin typeface="+mn-lt"/>
                <a:ea typeface="楷体" pitchFamily="49" charset="-122"/>
              </a:rPr>
              <a:t>{  … … }</a:t>
            </a:r>
            <a:r>
              <a:rPr lang="zh-CN" altLang="en-US" sz="2000" b="1" dirty="0">
                <a:latin typeface="+mn-lt"/>
                <a:ea typeface="楷体" pitchFamily="49" charset="-122"/>
              </a:rPr>
              <a:t>；</a:t>
            </a:r>
          </a:p>
          <a:p>
            <a:r>
              <a:rPr lang="en-US" altLang="zh-CN" sz="2000" b="1" dirty="0" err="1">
                <a:solidFill>
                  <a:srgbClr val="C00000"/>
                </a:solidFill>
                <a:latin typeface="+mn-lt"/>
                <a:ea typeface="楷体" pitchFamily="49" charset="-122"/>
              </a:rPr>
              <a:t>struct</a:t>
            </a:r>
            <a:r>
              <a:rPr lang="en-US" altLang="zh-CN" sz="2000" b="1" dirty="0">
                <a:solidFill>
                  <a:srgbClr val="C00000"/>
                </a:solidFill>
                <a:latin typeface="+mn-lt"/>
                <a:ea typeface="楷体" pitchFamily="49" charset="-122"/>
              </a:rPr>
              <a:t>  </a:t>
            </a:r>
            <a:r>
              <a:rPr lang="zh-CN" altLang="en-US" sz="2000" b="1" dirty="0">
                <a:solidFill>
                  <a:srgbClr val="C00000"/>
                </a:solidFill>
                <a:latin typeface="+mn-lt"/>
                <a:ea typeface="楷体" pitchFamily="49" charset="-122"/>
              </a:rPr>
              <a:t>结构体类型名  结构体数组</a:t>
            </a:r>
            <a:r>
              <a:rPr lang="en-US" altLang="zh-CN" sz="2000" b="1" dirty="0">
                <a:solidFill>
                  <a:srgbClr val="C00000"/>
                </a:solidFill>
                <a:latin typeface="+mn-lt"/>
                <a:ea typeface="楷体" pitchFamily="49" charset="-122"/>
              </a:rPr>
              <a:t>[size] = {{</a:t>
            </a:r>
            <a:r>
              <a:rPr lang="zh-CN" altLang="en-US" sz="2000" b="1" dirty="0">
                <a:solidFill>
                  <a:srgbClr val="C00000"/>
                </a:solidFill>
                <a:latin typeface="+mn-lt"/>
                <a:ea typeface="楷体" pitchFamily="49" charset="-122"/>
              </a:rPr>
              <a:t>初值表</a:t>
            </a:r>
            <a:r>
              <a:rPr lang="en-US" altLang="zh-CN" sz="2000" b="1" dirty="0">
                <a:solidFill>
                  <a:srgbClr val="C00000"/>
                </a:solidFill>
                <a:latin typeface="+mn-lt"/>
                <a:ea typeface="楷体" pitchFamily="49" charset="-122"/>
              </a:rPr>
              <a:t>1}</a:t>
            </a:r>
            <a:r>
              <a:rPr lang="zh-CN" altLang="en-US" sz="2000" b="1" dirty="0">
                <a:solidFill>
                  <a:srgbClr val="C00000"/>
                </a:solidFill>
                <a:latin typeface="+mn-lt"/>
                <a:ea typeface="楷体" pitchFamily="49" charset="-122"/>
              </a:rPr>
              <a:t>， </a:t>
            </a:r>
            <a:r>
              <a:rPr lang="en-US" altLang="zh-CN" sz="2000" b="1" dirty="0">
                <a:solidFill>
                  <a:srgbClr val="C00000"/>
                </a:solidFill>
                <a:latin typeface="+mn-lt"/>
                <a:ea typeface="楷体" pitchFamily="49" charset="-122"/>
              </a:rPr>
              <a:t>…</a:t>
            </a:r>
            <a:r>
              <a:rPr lang="zh-CN" altLang="en-US" sz="2000" b="1" dirty="0">
                <a:solidFill>
                  <a:srgbClr val="C00000"/>
                </a:solidFill>
                <a:latin typeface="+mn-lt"/>
                <a:ea typeface="楷体" pitchFamily="49" charset="-122"/>
              </a:rPr>
              <a:t>， </a:t>
            </a:r>
            <a:r>
              <a:rPr lang="en-US" altLang="zh-CN" sz="2000" b="1" dirty="0">
                <a:solidFill>
                  <a:srgbClr val="C00000"/>
                </a:solidFill>
                <a:latin typeface="+mn-lt"/>
                <a:ea typeface="楷体" pitchFamily="49" charset="-122"/>
              </a:rPr>
              <a:t>{</a:t>
            </a:r>
            <a:r>
              <a:rPr lang="zh-CN" altLang="en-US" sz="2000" b="1" dirty="0">
                <a:solidFill>
                  <a:srgbClr val="C00000"/>
                </a:solidFill>
                <a:latin typeface="+mn-lt"/>
                <a:ea typeface="楷体" pitchFamily="49" charset="-122"/>
              </a:rPr>
              <a:t>初值表</a:t>
            </a:r>
            <a:r>
              <a:rPr lang="en-US" altLang="zh-CN" sz="2000" b="1" dirty="0">
                <a:solidFill>
                  <a:srgbClr val="C00000"/>
                </a:solidFill>
                <a:latin typeface="+mn-lt"/>
                <a:ea typeface="楷体" pitchFamily="49" charset="-122"/>
              </a:rPr>
              <a:t>n}}</a:t>
            </a:r>
            <a:r>
              <a:rPr lang="zh-CN" altLang="en-US" sz="2000" b="1" dirty="0">
                <a:solidFill>
                  <a:srgbClr val="C00000"/>
                </a:solidFill>
                <a:latin typeface="+mn-lt"/>
                <a:ea typeface="楷体" pitchFamily="49" charset="-122"/>
              </a:rPr>
              <a:t>；</a:t>
            </a:r>
          </a:p>
        </p:txBody>
      </p:sp>
      <p:sp>
        <p:nvSpPr>
          <p:cNvPr id="1081419" name="Text Box 75"/>
          <p:cNvSpPr txBox="1">
            <a:spLocks noChangeArrowheads="1"/>
          </p:cNvSpPr>
          <p:nvPr/>
        </p:nvSpPr>
        <p:spPr bwMode="auto">
          <a:xfrm>
            <a:off x="3082127" y="3213274"/>
            <a:ext cx="8210021" cy="1439862"/>
          </a:xfrm>
          <a:prstGeom prst="rect">
            <a:avLst/>
          </a:prstGeom>
          <a:gradFill flip="none" rotWithShape="1">
            <a:gsLst>
              <a:gs pos="0">
                <a:srgbClr val="CFCFD1"/>
              </a:gs>
              <a:gs pos="100000">
                <a:schemeClr val="bg1">
                  <a:lumMod val="9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solidFill>
                  <a:srgbClr val="CC0000"/>
                </a:solidFill>
                <a:latin typeface="+mn-lt"/>
                <a:ea typeface="楷体" pitchFamily="49" charset="-122"/>
              </a:rPr>
              <a:t>struct </a:t>
            </a:r>
            <a:r>
              <a:rPr lang="en-US" altLang="zh-CN" sz="2000" b="1" dirty="0">
                <a:latin typeface="+mn-lt"/>
                <a:ea typeface="楷体" pitchFamily="49" charset="-122"/>
              </a:rPr>
              <a:t> [</a:t>
            </a:r>
            <a:r>
              <a:rPr lang="zh-CN" altLang="en-US" sz="2000" b="1" dirty="0">
                <a:latin typeface="+mn-lt"/>
                <a:ea typeface="楷体" pitchFamily="49" charset="-122"/>
              </a:rPr>
              <a:t>结构体类型名</a:t>
            </a:r>
            <a:r>
              <a:rPr lang="en-US" altLang="zh-CN" sz="2000" b="1" dirty="0">
                <a:latin typeface="+mn-lt"/>
                <a:ea typeface="楷体" pitchFamily="49" charset="-122"/>
              </a:rPr>
              <a:t>]</a:t>
            </a:r>
          </a:p>
          <a:p>
            <a:r>
              <a:rPr lang="en-US" altLang="zh-CN" sz="2000" b="1" dirty="0">
                <a:latin typeface="+mn-lt"/>
                <a:ea typeface="楷体" pitchFamily="49" charset="-122"/>
              </a:rPr>
              <a:t>{</a:t>
            </a:r>
          </a:p>
          <a:p>
            <a:r>
              <a:rPr lang="en-US" altLang="zh-CN" sz="2000" b="1" dirty="0">
                <a:latin typeface="+mn-lt"/>
                <a:ea typeface="楷体" pitchFamily="49" charset="-122"/>
              </a:rPr>
              <a:t>… … </a:t>
            </a:r>
          </a:p>
          <a:p>
            <a:r>
              <a:rPr lang="en-US" altLang="zh-CN" sz="2000" b="1" dirty="0">
                <a:latin typeface="+mn-lt"/>
                <a:ea typeface="楷体" pitchFamily="49" charset="-122"/>
              </a:rPr>
              <a:t>} </a:t>
            </a:r>
            <a:r>
              <a:rPr lang="zh-CN" altLang="en-US" sz="2000" b="1" dirty="0">
                <a:solidFill>
                  <a:srgbClr val="C00000"/>
                </a:solidFill>
                <a:latin typeface="+mn-lt"/>
                <a:ea typeface="楷体" pitchFamily="49" charset="-122"/>
              </a:rPr>
              <a:t>结构体数组</a:t>
            </a:r>
            <a:r>
              <a:rPr lang="en-US" altLang="zh-CN" sz="2000" b="1" dirty="0">
                <a:solidFill>
                  <a:srgbClr val="C00000"/>
                </a:solidFill>
                <a:latin typeface="+mn-lt"/>
                <a:ea typeface="楷体" pitchFamily="49" charset="-122"/>
              </a:rPr>
              <a:t>[size] = {{</a:t>
            </a:r>
            <a:r>
              <a:rPr lang="zh-CN" altLang="en-US" sz="2000" b="1" dirty="0">
                <a:solidFill>
                  <a:srgbClr val="C00000"/>
                </a:solidFill>
                <a:latin typeface="+mn-lt"/>
                <a:ea typeface="楷体" pitchFamily="49" charset="-122"/>
              </a:rPr>
              <a:t>初值表</a:t>
            </a:r>
            <a:r>
              <a:rPr lang="en-US" altLang="zh-CN" sz="2000" b="1" dirty="0">
                <a:solidFill>
                  <a:srgbClr val="C00000"/>
                </a:solidFill>
                <a:latin typeface="+mn-lt"/>
                <a:ea typeface="楷体" pitchFamily="49" charset="-122"/>
              </a:rPr>
              <a:t>1}</a:t>
            </a:r>
            <a:r>
              <a:rPr lang="zh-CN" altLang="en-US" sz="2000" b="1" dirty="0">
                <a:solidFill>
                  <a:srgbClr val="C00000"/>
                </a:solidFill>
                <a:latin typeface="+mn-lt"/>
                <a:ea typeface="楷体" pitchFamily="49" charset="-122"/>
              </a:rPr>
              <a:t>，</a:t>
            </a:r>
            <a:r>
              <a:rPr lang="en-US" altLang="zh-CN" sz="2000" b="1" dirty="0">
                <a:solidFill>
                  <a:srgbClr val="C00000"/>
                </a:solidFill>
                <a:latin typeface="+mn-lt"/>
                <a:ea typeface="楷体" pitchFamily="49" charset="-122"/>
              </a:rPr>
              <a:t>{</a:t>
            </a:r>
            <a:r>
              <a:rPr lang="zh-CN" altLang="en-US" sz="2000" b="1" dirty="0">
                <a:solidFill>
                  <a:srgbClr val="C00000"/>
                </a:solidFill>
                <a:latin typeface="+mn-lt"/>
                <a:ea typeface="楷体" pitchFamily="49" charset="-122"/>
              </a:rPr>
              <a:t>初值表</a:t>
            </a:r>
            <a:r>
              <a:rPr lang="en-US" altLang="zh-CN" sz="2000" b="1" dirty="0">
                <a:solidFill>
                  <a:srgbClr val="C00000"/>
                </a:solidFill>
                <a:latin typeface="+mn-lt"/>
                <a:ea typeface="楷体" pitchFamily="49" charset="-122"/>
              </a:rPr>
              <a:t>2}</a:t>
            </a:r>
            <a:r>
              <a:rPr lang="zh-CN" altLang="en-US" sz="2000" b="1" dirty="0">
                <a:solidFill>
                  <a:srgbClr val="C00000"/>
                </a:solidFill>
                <a:latin typeface="+mn-lt"/>
                <a:ea typeface="楷体" pitchFamily="49" charset="-122"/>
              </a:rPr>
              <a:t>， </a:t>
            </a:r>
            <a:r>
              <a:rPr lang="en-US" altLang="zh-CN" sz="2000" b="1" dirty="0">
                <a:solidFill>
                  <a:srgbClr val="C00000"/>
                </a:solidFill>
                <a:latin typeface="+mn-lt"/>
                <a:ea typeface="楷体" pitchFamily="49" charset="-122"/>
              </a:rPr>
              <a:t>…</a:t>
            </a:r>
            <a:r>
              <a:rPr lang="zh-CN" altLang="en-US" sz="2000" b="1" dirty="0">
                <a:solidFill>
                  <a:srgbClr val="C00000"/>
                </a:solidFill>
                <a:latin typeface="+mn-lt"/>
                <a:ea typeface="楷体" pitchFamily="49" charset="-122"/>
              </a:rPr>
              <a:t>， </a:t>
            </a:r>
            <a:r>
              <a:rPr lang="en-US" altLang="zh-CN" sz="2000" b="1" dirty="0">
                <a:solidFill>
                  <a:srgbClr val="C00000"/>
                </a:solidFill>
                <a:latin typeface="+mn-lt"/>
                <a:ea typeface="楷体" pitchFamily="49" charset="-122"/>
              </a:rPr>
              <a:t>{</a:t>
            </a:r>
            <a:r>
              <a:rPr lang="zh-CN" altLang="en-US" sz="2000" b="1" dirty="0">
                <a:solidFill>
                  <a:srgbClr val="C00000"/>
                </a:solidFill>
                <a:latin typeface="+mn-lt"/>
                <a:ea typeface="楷体" pitchFamily="49" charset="-122"/>
              </a:rPr>
              <a:t>初值表</a:t>
            </a:r>
            <a:r>
              <a:rPr lang="en-US" altLang="zh-CN" sz="2000" b="1" dirty="0">
                <a:solidFill>
                  <a:srgbClr val="C00000"/>
                </a:solidFill>
                <a:latin typeface="+mn-lt"/>
                <a:ea typeface="楷体" pitchFamily="49" charset="-122"/>
              </a:rPr>
              <a:t>n}}</a:t>
            </a:r>
            <a:r>
              <a:rPr lang="zh-CN" altLang="en-US" sz="2000" b="1" dirty="0">
                <a:solidFill>
                  <a:srgbClr val="C00000"/>
                </a:solidFill>
                <a:latin typeface="+mn-lt"/>
                <a:ea typeface="楷体" pitchFamily="49" charset="-122"/>
              </a:rPr>
              <a:t>；</a:t>
            </a:r>
          </a:p>
        </p:txBody>
      </p:sp>
      <p:sp>
        <p:nvSpPr>
          <p:cNvPr id="1081420" name="Text Box 76"/>
          <p:cNvSpPr txBox="1">
            <a:spLocks noChangeArrowheads="1"/>
          </p:cNvSpPr>
          <p:nvPr/>
        </p:nvSpPr>
        <p:spPr bwMode="auto">
          <a:xfrm>
            <a:off x="6664799" y="2736228"/>
            <a:ext cx="461289" cy="461665"/>
          </a:xfrm>
          <a:prstGeom prst="rect">
            <a:avLst/>
          </a:prstGeom>
          <a:noFill/>
          <a:ln w="9525">
            <a:noFill/>
            <a:miter lim="800000"/>
            <a:headEnd/>
            <a:tailEnd/>
          </a:ln>
          <a:effectLst/>
        </p:spPr>
        <p:txBody>
          <a:bodyPr wrap="square">
            <a:spAutoFit/>
          </a:bodyPr>
          <a:lstStyle/>
          <a:p>
            <a:pPr>
              <a:spcBef>
                <a:spcPct val="50000"/>
              </a:spcBef>
            </a:pPr>
            <a:r>
              <a:rPr lang="zh-CN" altLang="en-US" b="1" dirty="0">
                <a:solidFill>
                  <a:srgbClr val="002060"/>
                </a:solidFill>
                <a:latin typeface="楷体" pitchFamily="49" charset="-122"/>
                <a:ea typeface="楷体" pitchFamily="49" charset="-122"/>
              </a:rPr>
              <a:t>或</a:t>
            </a:r>
          </a:p>
        </p:txBody>
      </p:sp>
      <p:grpSp>
        <p:nvGrpSpPr>
          <p:cNvPr id="1081446" name="Group 102"/>
          <p:cNvGrpSpPr>
            <a:grpSpLocks/>
          </p:cNvGrpSpPr>
          <p:nvPr/>
        </p:nvGrpSpPr>
        <p:grpSpPr bwMode="auto">
          <a:xfrm>
            <a:off x="1521192" y="4454468"/>
            <a:ext cx="9745663" cy="1476375"/>
            <a:chOff x="204" y="346"/>
            <a:chExt cx="6139" cy="930"/>
          </a:xfrm>
        </p:grpSpPr>
        <p:sp>
          <p:nvSpPr>
            <p:cNvPr id="1081447" name="Rectangle 103" descr="信纸"/>
            <p:cNvSpPr>
              <a:spLocks noChangeArrowheads="1"/>
            </p:cNvSpPr>
            <p:nvPr/>
          </p:nvSpPr>
          <p:spPr bwMode="auto">
            <a:xfrm>
              <a:off x="204" y="618"/>
              <a:ext cx="6139" cy="658"/>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effectLst>
                    <a:outerShdw blurRad="38100" dist="38100" dir="2700000" algn="tl">
                      <a:srgbClr val="FFFFFF"/>
                    </a:outerShdw>
                  </a:effectLst>
                </a:rPr>
                <a:t>struct</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Student_Info</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stu</a:t>
              </a:r>
              <a:r>
                <a:rPr lang="en-US" altLang="zh-CN" sz="2000" b="1" dirty="0">
                  <a:effectLst>
                    <a:outerShdw blurRad="38100" dist="38100" dir="2700000" algn="tl">
                      <a:srgbClr val="FFFFFF"/>
                    </a:outerShdw>
                  </a:effectLst>
                </a:rPr>
                <a:t>[3] = {{"20020306", "</a:t>
              </a:r>
              <a:r>
                <a:rPr lang="en-US" altLang="zh-CN" sz="2000" b="1" dirty="0" err="1">
                  <a:effectLst>
                    <a:outerShdw blurRad="38100" dist="38100" dir="2700000" algn="tl">
                      <a:srgbClr val="FFFFFF"/>
                    </a:outerShdw>
                  </a:effectLst>
                </a:rPr>
                <a:t>ZhangMing</a:t>
              </a:r>
              <a:r>
                <a:rPr lang="en-US" altLang="zh-CN" sz="2000" b="1" dirty="0">
                  <a:effectLst>
                    <a:outerShdw blurRad="38100" dist="38100" dir="2700000" algn="tl">
                      <a:srgbClr val="FFFFFF"/>
                    </a:outerShdw>
                  </a:effectLst>
                </a:rPr>
                <a:t>", 'M', 18, 1, 90}, </a:t>
              </a:r>
            </a:p>
            <a:p>
              <a:r>
                <a:rPr lang="en-US" altLang="zh-CN" sz="2000" b="1" dirty="0">
                  <a:effectLst>
                    <a:outerShdw blurRad="38100" dist="38100" dir="2700000" algn="tl">
                      <a:srgbClr val="FFFFFF"/>
                    </a:outerShdw>
                  </a:effectLst>
                </a:rPr>
                <a:t>                                                    {"20020307", "</a:t>
              </a:r>
              <a:r>
                <a:rPr lang="en-US" altLang="zh-CN" sz="2000" b="1" dirty="0" err="1">
                  <a:effectLst>
                    <a:outerShdw blurRad="38100" dist="38100" dir="2700000" algn="tl">
                      <a:srgbClr val="FFFFFF"/>
                    </a:outerShdw>
                  </a:effectLst>
                </a:rPr>
                <a:t>WangHai</a:t>
              </a:r>
              <a:r>
                <a:rPr lang="en-US" altLang="zh-CN" sz="2000" b="1" dirty="0">
                  <a:effectLst>
                    <a:outerShdw blurRad="38100" dist="38100" dir="2700000" algn="tl">
                      <a:srgbClr val="FFFFFF"/>
                    </a:outerShdw>
                  </a:effectLst>
                </a:rPr>
                <a:t>", 'M', 17, 1, 85},</a:t>
              </a:r>
            </a:p>
            <a:p>
              <a:r>
                <a:rPr lang="en-US" altLang="zh-CN" sz="2000" b="1" dirty="0">
                  <a:effectLst>
                    <a:outerShdw blurRad="38100" dist="38100" dir="2700000" algn="tl">
                      <a:srgbClr val="FFFFFF"/>
                    </a:outerShdw>
                  </a:effectLst>
                </a:rPr>
                <a:t>                                                    {"20020308", "</a:t>
              </a:r>
              <a:r>
                <a:rPr lang="en-US" altLang="zh-CN" sz="2000" b="1" dirty="0" err="1">
                  <a:effectLst>
                    <a:outerShdw blurRad="38100" dist="38100" dir="2700000" algn="tl">
                      <a:srgbClr val="FFFFFF"/>
                    </a:outerShdw>
                  </a:effectLst>
                </a:rPr>
                <a:t>LiHong</a:t>
              </a:r>
              <a:r>
                <a:rPr lang="en-US" altLang="zh-CN" sz="2000" b="1" dirty="0">
                  <a:effectLst>
                    <a:outerShdw blurRad="38100" dist="38100" dir="2700000" algn="tl">
                      <a:srgbClr val="FFFFFF"/>
                    </a:outerShdw>
                  </a:effectLst>
                </a:rPr>
                <a:t>", 'F', 18, 2, 95}};</a:t>
              </a:r>
            </a:p>
          </p:txBody>
        </p:sp>
        <p:sp>
          <p:nvSpPr>
            <p:cNvPr id="1081448" name="Text Box 104"/>
            <p:cNvSpPr txBox="1">
              <a:spLocks noChangeArrowheads="1"/>
            </p:cNvSpPr>
            <p:nvPr/>
          </p:nvSpPr>
          <p:spPr bwMode="auto">
            <a:xfrm>
              <a:off x="204" y="346"/>
              <a:ext cx="520"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0000"/>
                  </a:solidFill>
                  <a:latin typeface="楷体" pitchFamily="49" charset="-122"/>
                  <a:ea typeface="楷体" pitchFamily="49" charset="-122"/>
                </a:rPr>
                <a:t>例：</a:t>
              </a:r>
            </a:p>
          </p:txBody>
        </p:sp>
        <p:sp>
          <p:nvSpPr>
            <p:cNvPr id="1081449" name="Text Box 105"/>
            <p:cNvSpPr txBox="1">
              <a:spLocks noChangeArrowheads="1"/>
            </p:cNvSpPr>
            <p:nvPr/>
          </p:nvSpPr>
          <p:spPr bwMode="auto">
            <a:xfrm>
              <a:off x="612" y="935"/>
              <a:ext cx="1043" cy="262"/>
            </a:xfrm>
            <a:prstGeom prst="rect">
              <a:avLst/>
            </a:prstGeom>
            <a:gradFill rotWithShape="1">
              <a:gsLst>
                <a:gs pos="0">
                  <a:srgbClr val="CFCFD1"/>
                </a:gs>
                <a:gs pos="100000">
                  <a:schemeClr val="bg1"/>
                </a:gs>
              </a:gsLst>
              <a:lin ang="5400000" scaled="1"/>
            </a:gradFill>
            <a:ln w="19050">
              <a:solidFill>
                <a:srgbClr val="C01920"/>
              </a:solidFill>
              <a:miter lim="800000"/>
              <a:headEnd/>
              <a:tailEnd/>
            </a:ln>
            <a:effectLst>
              <a:outerShdw dist="35921" dir="2700000" algn="ctr" rotWithShape="0">
                <a:schemeClr val="bg2"/>
              </a:outerShdw>
            </a:effectLst>
          </p:spPr>
          <p:txBody>
            <a:bodyPr>
              <a:spAutoFit/>
            </a:bodyPr>
            <a:lstStyle/>
            <a:p>
              <a:pPr algn="ctr">
                <a:spcBef>
                  <a:spcPct val="50000"/>
                </a:spcBef>
              </a:pPr>
              <a:r>
                <a:rPr lang="zh-CN" altLang="en-US" sz="2000" b="1">
                  <a:solidFill>
                    <a:srgbClr val="C00000"/>
                  </a:solidFill>
                  <a:latin typeface="楷体" pitchFamily="49" charset="-122"/>
                  <a:ea typeface="楷体" pitchFamily="49" charset="-122"/>
                </a:rPr>
                <a:t>分行初始化</a:t>
              </a:r>
            </a:p>
          </p:txBody>
        </p:sp>
      </p:grpSp>
      <p:grpSp>
        <p:nvGrpSpPr>
          <p:cNvPr id="1081450" name="Group 106"/>
          <p:cNvGrpSpPr>
            <a:grpSpLocks/>
          </p:cNvGrpSpPr>
          <p:nvPr/>
        </p:nvGrpSpPr>
        <p:grpSpPr bwMode="auto">
          <a:xfrm>
            <a:off x="1534914" y="4458987"/>
            <a:ext cx="9745662" cy="2138365"/>
            <a:chOff x="204" y="1434"/>
            <a:chExt cx="6139" cy="1347"/>
          </a:xfrm>
        </p:grpSpPr>
        <p:grpSp>
          <p:nvGrpSpPr>
            <p:cNvPr id="1081451" name="Group 107"/>
            <p:cNvGrpSpPr>
              <a:grpSpLocks/>
            </p:cNvGrpSpPr>
            <p:nvPr/>
          </p:nvGrpSpPr>
          <p:grpSpPr bwMode="auto">
            <a:xfrm>
              <a:off x="204" y="1434"/>
              <a:ext cx="6139" cy="930"/>
              <a:chOff x="204" y="346"/>
              <a:chExt cx="6139" cy="930"/>
            </a:xfrm>
          </p:grpSpPr>
          <p:sp>
            <p:nvSpPr>
              <p:cNvPr id="1081452" name="Rectangle 108" descr="信纸"/>
              <p:cNvSpPr>
                <a:spLocks noChangeArrowheads="1"/>
              </p:cNvSpPr>
              <p:nvPr/>
            </p:nvSpPr>
            <p:spPr bwMode="auto">
              <a:xfrm>
                <a:off x="204" y="618"/>
                <a:ext cx="6139" cy="658"/>
              </a:xfrm>
              <a:prstGeom prst="rect">
                <a:avLst/>
              </a:prstGeom>
              <a:solidFill>
                <a:schemeClr val="bg1"/>
              </a:solidFill>
              <a:ln w="3810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t>struct</a:t>
                </a:r>
                <a:r>
                  <a:rPr lang="en-US" altLang="zh-CN" sz="2000" b="1" dirty="0"/>
                  <a:t>  </a:t>
                </a:r>
                <a:r>
                  <a:rPr lang="en-US" altLang="zh-CN" sz="2000" b="1" dirty="0" err="1"/>
                  <a:t>Student_Info</a:t>
                </a:r>
                <a:r>
                  <a:rPr lang="en-US" altLang="zh-CN" sz="2000" b="1" dirty="0"/>
                  <a:t>  </a:t>
                </a:r>
                <a:r>
                  <a:rPr lang="en-US" altLang="zh-CN" sz="2000" b="1" dirty="0" err="1"/>
                  <a:t>stu</a:t>
                </a:r>
                <a:r>
                  <a:rPr lang="en-US" altLang="zh-CN" sz="2000" b="1" dirty="0"/>
                  <a:t>[ ] = {{"20020306", "</a:t>
                </a:r>
                <a:r>
                  <a:rPr lang="en-US" altLang="zh-CN" sz="2000" b="1" dirty="0" err="1"/>
                  <a:t>ZhangMing</a:t>
                </a:r>
                <a:r>
                  <a:rPr lang="en-US" altLang="zh-CN" sz="2000" b="1" dirty="0"/>
                  <a:t>", 'M', 18, 1, 90}, </a:t>
                </a:r>
              </a:p>
              <a:p>
                <a:r>
                  <a:rPr lang="en-US" altLang="zh-CN" sz="2000" b="1" dirty="0"/>
                  <a:t>                                                    {"20020307", "</a:t>
                </a:r>
                <a:r>
                  <a:rPr lang="en-US" altLang="zh-CN" sz="2000" b="1" dirty="0" err="1"/>
                  <a:t>WangHai</a:t>
                </a:r>
                <a:r>
                  <a:rPr lang="en-US" altLang="zh-CN" sz="2000" b="1" dirty="0"/>
                  <a:t>", 'M', 17, 1, 85},</a:t>
                </a:r>
              </a:p>
              <a:p>
                <a:r>
                  <a:rPr lang="en-US" altLang="zh-CN" sz="2000" b="1" dirty="0"/>
                  <a:t>                                                    {"20020308", "</a:t>
                </a:r>
                <a:r>
                  <a:rPr lang="en-US" altLang="zh-CN" sz="2000" b="1" dirty="0" err="1"/>
                  <a:t>LiHong</a:t>
                </a:r>
                <a:r>
                  <a:rPr lang="en-US" altLang="zh-CN" sz="2000" b="1" dirty="0"/>
                  <a:t>", 'F', 18, 2, 95}};</a:t>
                </a:r>
              </a:p>
            </p:txBody>
          </p:sp>
          <p:sp>
            <p:nvSpPr>
              <p:cNvPr id="1081453" name="Text Box 109"/>
              <p:cNvSpPr txBox="1">
                <a:spLocks noChangeArrowheads="1"/>
              </p:cNvSpPr>
              <p:nvPr/>
            </p:nvSpPr>
            <p:spPr bwMode="auto">
              <a:xfrm>
                <a:off x="204" y="346"/>
                <a:ext cx="520"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0000"/>
                    </a:solidFill>
                    <a:latin typeface="楷体" pitchFamily="49" charset="-122"/>
                    <a:ea typeface="楷体" pitchFamily="49" charset="-122"/>
                  </a:rPr>
                  <a:t>例：</a:t>
                </a:r>
              </a:p>
            </p:txBody>
          </p:sp>
          <p:sp>
            <p:nvSpPr>
              <p:cNvPr id="1081454" name="Text Box 110"/>
              <p:cNvSpPr txBox="1">
                <a:spLocks noChangeArrowheads="1"/>
              </p:cNvSpPr>
              <p:nvPr/>
            </p:nvSpPr>
            <p:spPr bwMode="auto">
              <a:xfrm>
                <a:off x="612" y="935"/>
                <a:ext cx="1043" cy="262"/>
              </a:xfrm>
              <a:prstGeom prst="rect">
                <a:avLst/>
              </a:prstGeom>
              <a:gradFill rotWithShape="1">
                <a:gsLst>
                  <a:gs pos="0">
                    <a:srgbClr val="CFCFD1"/>
                  </a:gs>
                  <a:gs pos="100000">
                    <a:schemeClr val="bg1"/>
                  </a:gs>
                </a:gsLst>
                <a:lin ang="5400000" scaled="1"/>
              </a:gradFill>
              <a:ln w="19050">
                <a:solidFill>
                  <a:srgbClr val="C01920"/>
                </a:solidFill>
                <a:miter lim="800000"/>
                <a:headEnd/>
                <a:tailEnd/>
              </a:ln>
              <a:effectLst>
                <a:outerShdw dist="35921" dir="2700000" algn="ctr" rotWithShape="0">
                  <a:schemeClr val="bg2"/>
                </a:outerShdw>
              </a:effectLst>
            </p:spPr>
            <p:txBody>
              <a:bodyPr>
                <a:spAutoFit/>
              </a:bodyPr>
              <a:lstStyle/>
              <a:p>
                <a:pPr algn="ctr">
                  <a:spcBef>
                    <a:spcPct val="50000"/>
                  </a:spcBef>
                </a:pPr>
                <a:r>
                  <a:rPr lang="zh-CN" altLang="en-US" sz="2000" b="1" dirty="0">
                    <a:solidFill>
                      <a:srgbClr val="990000"/>
                    </a:solidFill>
                    <a:latin typeface="楷体" pitchFamily="49" charset="-122"/>
                    <a:ea typeface="楷体" pitchFamily="49" charset="-122"/>
                  </a:rPr>
                  <a:t>分行初始化</a:t>
                </a:r>
              </a:p>
            </p:txBody>
          </p:sp>
        </p:grpSp>
        <p:sp>
          <p:nvSpPr>
            <p:cNvPr id="1081455" name="AutoShape 111"/>
            <p:cNvSpPr>
              <a:spLocks noChangeArrowheads="1"/>
            </p:cNvSpPr>
            <p:nvPr/>
          </p:nvSpPr>
          <p:spPr bwMode="auto">
            <a:xfrm>
              <a:off x="1821" y="2509"/>
              <a:ext cx="1905" cy="272"/>
            </a:xfrm>
            <a:prstGeom prst="wedgeRoundRectCallout">
              <a:avLst>
                <a:gd name="adj1" fmla="val -41444"/>
                <a:gd name="adj2" fmla="val -253762"/>
                <a:gd name="adj3" fmla="val 16667"/>
              </a:avLst>
            </a:prstGeom>
            <a:gradFill flip="none" rotWithShape="1">
              <a:gsLst>
                <a:gs pos="0">
                  <a:srgbClr val="CFCFD1"/>
                </a:gs>
                <a:gs pos="100000">
                  <a:schemeClr val="bg1">
                    <a:lumMod val="95000"/>
                  </a:schemeClr>
                </a:gs>
              </a:gsLst>
              <a:lin ang="10800000" scaled="1"/>
              <a:tileRect/>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latin typeface="楷体" pitchFamily="49" charset="-122"/>
                  <a:ea typeface="楷体" pitchFamily="49" charset="-122"/>
                </a:rPr>
                <a:t>全部初始化时维数可省</a:t>
              </a:r>
            </a:p>
          </p:txBody>
        </p:sp>
      </p:grpSp>
      <p:grpSp>
        <p:nvGrpSpPr>
          <p:cNvPr id="1081456" name="Group 112"/>
          <p:cNvGrpSpPr>
            <a:grpSpLocks/>
          </p:cNvGrpSpPr>
          <p:nvPr/>
        </p:nvGrpSpPr>
        <p:grpSpPr bwMode="auto">
          <a:xfrm>
            <a:off x="1521192" y="4458337"/>
            <a:ext cx="9775825" cy="1476375"/>
            <a:chOff x="204" y="346"/>
            <a:chExt cx="6158" cy="930"/>
          </a:xfrm>
        </p:grpSpPr>
        <p:sp>
          <p:nvSpPr>
            <p:cNvPr id="1081457" name="Rectangle 113" descr="信纸"/>
            <p:cNvSpPr>
              <a:spLocks noChangeArrowheads="1"/>
            </p:cNvSpPr>
            <p:nvPr/>
          </p:nvSpPr>
          <p:spPr bwMode="auto">
            <a:xfrm>
              <a:off x="204" y="618"/>
              <a:ext cx="6158" cy="658"/>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effectLst>
                    <a:outerShdw blurRad="38100" dist="38100" dir="2700000" algn="tl">
                      <a:srgbClr val="FFFFFF"/>
                    </a:outerShdw>
                  </a:effectLst>
                </a:rPr>
                <a:t>struct</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Student_Info</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stu</a:t>
              </a:r>
              <a:r>
                <a:rPr lang="en-US" altLang="zh-CN" sz="2000" b="1" dirty="0">
                  <a:effectLst>
                    <a:outerShdw blurRad="38100" dist="38100" dir="2700000" algn="tl">
                      <a:srgbClr val="FFFFFF"/>
                    </a:outerShdw>
                  </a:effectLst>
                </a:rPr>
                <a:t>[3] = { "20020306", "</a:t>
              </a:r>
              <a:r>
                <a:rPr lang="en-US" altLang="zh-CN" sz="2000" b="1" dirty="0" err="1">
                  <a:effectLst>
                    <a:outerShdw blurRad="38100" dist="38100" dir="2700000" algn="tl">
                      <a:srgbClr val="FFFFFF"/>
                    </a:outerShdw>
                  </a:effectLst>
                </a:rPr>
                <a:t>ZhangMing</a:t>
              </a:r>
              <a:r>
                <a:rPr lang="en-US" altLang="zh-CN" sz="2000" b="1" dirty="0">
                  <a:effectLst>
                    <a:outerShdw blurRad="38100" dist="38100" dir="2700000" algn="tl">
                      <a:srgbClr val="FFFFFF"/>
                    </a:outerShdw>
                  </a:effectLst>
                </a:rPr>
                <a:t>", 'M', 18, 1, 90, </a:t>
              </a:r>
            </a:p>
            <a:p>
              <a:r>
                <a:rPr lang="en-US" altLang="zh-CN" sz="2000" b="1" dirty="0">
                  <a:effectLst>
                    <a:outerShdw blurRad="38100" dist="38100" dir="2700000" algn="tl">
                      <a:srgbClr val="FFFFFF"/>
                    </a:outerShdw>
                  </a:effectLst>
                </a:rPr>
                <a:t>                                                     "20020307", "</a:t>
              </a:r>
              <a:r>
                <a:rPr lang="en-US" altLang="zh-CN" sz="2000" b="1" dirty="0" err="1">
                  <a:effectLst>
                    <a:outerShdw blurRad="38100" dist="38100" dir="2700000" algn="tl">
                      <a:srgbClr val="FFFFFF"/>
                    </a:outerShdw>
                  </a:effectLst>
                </a:rPr>
                <a:t>WangHai</a:t>
              </a:r>
              <a:r>
                <a:rPr lang="en-US" altLang="zh-CN" sz="2000" b="1" dirty="0">
                  <a:effectLst>
                    <a:outerShdw blurRad="38100" dist="38100" dir="2700000" algn="tl">
                      <a:srgbClr val="FFFFFF"/>
                    </a:outerShdw>
                  </a:effectLst>
                </a:rPr>
                <a:t>", 'M', 17, 1, 85,</a:t>
              </a:r>
            </a:p>
            <a:p>
              <a:r>
                <a:rPr lang="en-US" altLang="zh-CN" sz="2000" b="1" dirty="0">
                  <a:effectLst>
                    <a:outerShdw blurRad="38100" dist="38100" dir="2700000" algn="tl">
                      <a:srgbClr val="FFFFFF"/>
                    </a:outerShdw>
                  </a:effectLst>
                </a:rPr>
                <a:t>                                                     "20020308", "</a:t>
              </a:r>
              <a:r>
                <a:rPr lang="en-US" altLang="zh-CN" sz="2000" b="1" dirty="0" err="1">
                  <a:effectLst>
                    <a:outerShdw blurRad="38100" dist="38100" dir="2700000" algn="tl">
                      <a:srgbClr val="FFFFFF"/>
                    </a:outerShdw>
                  </a:effectLst>
                </a:rPr>
                <a:t>LiHong</a:t>
              </a:r>
              <a:r>
                <a:rPr lang="en-US" altLang="zh-CN" sz="2000" b="1" dirty="0">
                  <a:effectLst>
                    <a:outerShdw blurRad="38100" dist="38100" dir="2700000" algn="tl">
                      <a:srgbClr val="FFFFFF"/>
                    </a:outerShdw>
                  </a:effectLst>
                </a:rPr>
                <a:t>", 'F', 18, 2, 95 };</a:t>
              </a:r>
            </a:p>
          </p:txBody>
        </p:sp>
        <p:sp>
          <p:nvSpPr>
            <p:cNvPr id="1081458" name="Text Box 114"/>
            <p:cNvSpPr txBox="1">
              <a:spLocks noChangeArrowheads="1"/>
            </p:cNvSpPr>
            <p:nvPr/>
          </p:nvSpPr>
          <p:spPr bwMode="auto">
            <a:xfrm>
              <a:off x="204" y="346"/>
              <a:ext cx="520"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0000"/>
                  </a:solidFill>
                  <a:latin typeface="楷体" pitchFamily="49" charset="-122"/>
                  <a:ea typeface="楷体" pitchFamily="49" charset="-122"/>
                </a:rPr>
                <a:t>例：</a:t>
              </a:r>
            </a:p>
          </p:txBody>
        </p:sp>
        <p:sp>
          <p:nvSpPr>
            <p:cNvPr id="1081459" name="Text Box 115"/>
            <p:cNvSpPr txBox="1">
              <a:spLocks noChangeArrowheads="1"/>
            </p:cNvSpPr>
            <p:nvPr/>
          </p:nvSpPr>
          <p:spPr bwMode="auto">
            <a:xfrm>
              <a:off x="612" y="935"/>
              <a:ext cx="1043" cy="262"/>
            </a:xfrm>
            <a:prstGeom prst="rect">
              <a:avLst/>
            </a:prstGeom>
            <a:gradFill rotWithShape="1">
              <a:gsLst>
                <a:gs pos="0">
                  <a:srgbClr val="CFCFD1"/>
                </a:gs>
                <a:gs pos="100000">
                  <a:schemeClr val="bg1"/>
                </a:gs>
              </a:gsLst>
              <a:lin ang="5400000" scaled="1"/>
            </a:gradFill>
            <a:ln w="19050">
              <a:solidFill>
                <a:srgbClr val="C00000"/>
              </a:solidFill>
              <a:miter lim="800000"/>
              <a:headEnd/>
              <a:tailEnd/>
            </a:ln>
            <a:effectLst>
              <a:outerShdw dist="35921" dir="2700000" algn="ctr" rotWithShape="0">
                <a:schemeClr val="bg2"/>
              </a:outerShdw>
            </a:effectLst>
          </p:spPr>
          <p:txBody>
            <a:bodyPr>
              <a:spAutoFit/>
            </a:bodyPr>
            <a:lstStyle/>
            <a:p>
              <a:pPr algn="ctr">
                <a:spcBef>
                  <a:spcPct val="50000"/>
                </a:spcBef>
              </a:pPr>
              <a:r>
                <a:rPr lang="zh-CN" altLang="en-US" sz="2000" b="1" dirty="0">
                  <a:solidFill>
                    <a:srgbClr val="C00000"/>
                  </a:solidFill>
                  <a:latin typeface="楷体" pitchFamily="49" charset="-122"/>
                  <a:ea typeface="楷体" pitchFamily="49" charset="-122"/>
                </a:rPr>
                <a:t>顺序初始化</a:t>
              </a:r>
            </a:p>
          </p:txBody>
        </p:sp>
      </p:grpSp>
      <p:grpSp>
        <p:nvGrpSpPr>
          <p:cNvPr id="1081460" name="Group 116"/>
          <p:cNvGrpSpPr>
            <a:grpSpLocks/>
          </p:cNvGrpSpPr>
          <p:nvPr/>
        </p:nvGrpSpPr>
        <p:grpSpPr bwMode="auto">
          <a:xfrm>
            <a:off x="1521192" y="4440784"/>
            <a:ext cx="10304463" cy="2112963"/>
            <a:chOff x="335" y="807"/>
            <a:chExt cx="6491" cy="1331"/>
          </a:xfrm>
        </p:grpSpPr>
        <p:sp>
          <p:nvSpPr>
            <p:cNvPr id="1081461" name="Text Box 117"/>
            <p:cNvSpPr txBox="1">
              <a:spLocks noChangeArrowheads="1"/>
            </p:cNvSpPr>
            <p:nvPr/>
          </p:nvSpPr>
          <p:spPr bwMode="auto">
            <a:xfrm>
              <a:off x="335" y="807"/>
              <a:ext cx="520"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0000"/>
                  </a:solidFill>
                  <a:latin typeface="楷体" pitchFamily="49" charset="-122"/>
                  <a:ea typeface="楷体" pitchFamily="49" charset="-122"/>
                </a:rPr>
                <a:t>例：</a:t>
              </a:r>
            </a:p>
          </p:txBody>
        </p:sp>
        <p:sp>
          <p:nvSpPr>
            <p:cNvPr id="1081462" name="Rectangle 118" descr="信纸"/>
            <p:cNvSpPr>
              <a:spLocks noChangeArrowheads="1"/>
            </p:cNvSpPr>
            <p:nvPr/>
          </p:nvSpPr>
          <p:spPr bwMode="auto">
            <a:xfrm>
              <a:off x="340" y="1096"/>
              <a:ext cx="6486" cy="104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0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C0000"/>
                  </a:solidFill>
                  <a:ea typeface="楷体_GB2312" pitchFamily="49" charset="-122"/>
                </a:rPr>
                <a:t>struct</a:t>
              </a:r>
              <a:r>
                <a:rPr lang="en-US" altLang="zh-CN" sz="2000" b="1" dirty="0">
                  <a:solidFill>
                    <a:srgbClr val="CC0000"/>
                  </a:solidFill>
                  <a:ea typeface="楷体_GB2312" pitchFamily="49" charset="-122"/>
                </a:rPr>
                <a:t> </a:t>
              </a:r>
              <a:r>
                <a:rPr lang="en-US" altLang="zh-CN" sz="2000" b="1" dirty="0" err="1">
                  <a:solidFill>
                    <a:srgbClr val="CC0000"/>
                  </a:solidFill>
                  <a:ea typeface="楷体_GB2312" pitchFamily="49" charset="-122"/>
                </a:rPr>
                <a:t>Man_Info</a:t>
              </a:r>
              <a:r>
                <a:rPr lang="en-US" altLang="zh-CN" sz="2000" b="1" dirty="0">
                  <a:ea typeface="楷体_GB2312" pitchFamily="49" charset="-122"/>
                </a:rPr>
                <a:t>    </a:t>
              </a:r>
              <a:r>
                <a:rPr lang="en-US" altLang="zh-CN" sz="2000" b="1" dirty="0">
                  <a:solidFill>
                    <a:srgbClr val="002060"/>
                  </a:solidFill>
                  <a:latin typeface="+mn-lt"/>
                  <a:ea typeface="楷体" pitchFamily="49" charset="-122"/>
                </a:rPr>
                <a:t>//</a:t>
              </a:r>
              <a:r>
                <a:rPr lang="en-US" altLang="zh-CN" sz="2000" b="1" dirty="0" err="1">
                  <a:solidFill>
                    <a:srgbClr val="002060"/>
                  </a:solidFill>
                  <a:latin typeface="+mn-lt"/>
                  <a:ea typeface="楷体" pitchFamily="49" charset="-122"/>
                </a:rPr>
                <a:t>Man_Info</a:t>
              </a:r>
              <a:r>
                <a:rPr lang="zh-CN" altLang="en-US" sz="2000" b="1" dirty="0">
                  <a:solidFill>
                    <a:srgbClr val="002060"/>
                  </a:solidFill>
                  <a:latin typeface="+mn-lt"/>
                  <a:ea typeface="楷体" pitchFamily="49" charset="-122"/>
                </a:rPr>
                <a:t>也可省略</a:t>
              </a:r>
            </a:p>
            <a:p>
              <a:r>
                <a:rPr lang="en-US" altLang="zh-CN" sz="2000" b="1" dirty="0">
                  <a:ea typeface="楷体_GB2312" pitchFamily="49" charset="-122"/>
                </a:rPr>
                <a:t>{</a:t>
              </a:r>
            </a:p>
            <a:p>
              <a:r>
                <a:rPr lang="en-US" altLang="zh-CN" sz="2000" b="1" dirty="0">
                  <a:ea typeface="楷体_GB2312" pitchFamily="49" charset="-122"/>
                </a:rPr>
                <a:t>  char name[20];</a:t>
              </a:r>
            </a:p>
            <a:p>
              <a:r>
                <a:rPr lang="en-US" altLang="zh-CN" sz="2000" b="1" dirty="0">
                  <a:solidFill>
                    <a:srgbClr val="7030A0"/>
                  </a:solidFill>
                  <a:ea typeface="楷体_GB2312" pitchFamily="49" charset="-122"/>
                </a:rPr>
                <a:t>  </a:t>
              </a:r>
              <a:r>
                <a:rPr lang="en-US" altLang="zh-CN" sz="2000" b="1" dirty="0" err="1">
                  <a:solidFill>
                    <a:srgbClr val="7030A0"/>
                  </a:solidFill>
                  <a:ea typeface="楷体_GB2312" pitchFamily="49" charset="-122"/>
                </a:rPr>
                <a:t>struct</a:t>
              </a:r>
              <a:r>
                <a:rPr lang="en-US" altLang="zh-CN" sz="2000" b="1" dirty="0">
                  <a:solidFill>
                    <a:srgbClr val="7030A0"/>
                  </a:solidFill>
                  <a:ea typeface="楷体_GB2312" pitchFamily="49" charset="-122"/>
                </a:rPr>
                <a:t> Date {</a:t>
              </a:r>
              <a:r>
                <a:rPr lang="en-US" altLang="zh-CN" sz="2000" b="1" dirty="0" err="1">
                  <a:solidFill>
                    <a:srgbClr val="7030A0"/>
                  </a:solidFill>
                  <a:ea typeface="楷体_GB2312" pitchFamily="49" charset="-122"/>
                </a:rPr>
                <a:t>int</a:t>
              </a:r>
              <a:r>
                <a:rPr lang="en-US" altLang="zh-CN" sz="2000" b="1" dirty="0">
                  <a:solidFill>
                    <a:srgbClr val="7030A0"/>
                  </a:solidFill>
                  <a:ea typeface="楷体_GB2312" pitchFamily="49" charset="-122"/>
                </a:rPr>
                <a:t> year, </a:t>
              </a:r>
              <a:r>
                <a:rPr lang="en-US" altLang="zh-CN" sz="2000" b="1" dirty="0" err="1">
                  <a:solidFill>
                    <a:srgbClr val="7030A0"/>
                  </a:solidFill>
                  <a:ea typeface="楷体_GB2312" pitchFamily="49" charset="-122"/>
                </a:rPr>
                <a:t>int</a:t>
              </a:r>
              <a:r>
                <a:rPr lang="en-US" altLang="zh-CN" sz="2000" b="1" dirty="0">
                  <a:solidFill>
                    <a:srgbClr val="7030A0"/>
                  </a:solidFill>
                  <a:ea typeface="楷体_GB2312" pitchFamily="49" charset="-122"/>
                </a:rPr>
                <a:t> month, </a:t>
              </a:r>
              <a:r>
                <a:rPr lang="en-US" altLang="zh-CN" sz="2000" b="1" dirty="0" err="1">
                  <a:solidFill>
                    <a:srgbClr val="7030A0"/>
                  </a:solidFill>
                  <a:ea typeface="楷体_GB2312" pitchFamily="49" charset="-122"/>
                </a:rPr>
                <a:t>int</a:t>
              </a:r>
              <a:r>
                <a:rPr lang="en-US" altLang="zh-CN" sz="2000" b="1" dirty="0">
                  <a:solidFill>
                    <a:srgbClr val="7030A0"/>
                  </a:solidFill>
                  <a:ea typeface="楷体_GB2312" pitchFamily="49" charset="-122"/>
                </a:rPr>
                <a:t> day} </a:t>
              </a:r>
              <a:r>
                <a:rPr lang="en-US" altLang="zh-CN" sz="2000" b="1" dirty="0">
                  <a:ea typeface="楷体_GB2312" pitchFamily="49" charset="-122"/>
                </a:rPr>
                <a:t>birthday;</a:t>
              </a:r>
            </a:p>
            <a:p>
              <a:r>
                <a:rPr lang="en-US" altLang="zh-CN" sz="2000" b="1" dirty="0">
                  <a:ea typeface="楷体_GB2312" pitchFamily="49" charset="-122"/>
                </a:rPr>
                <a:t>} man[ ] = { {"</a:t>
              </a:r>
              <a:r>
                <a:rPr lang="en-US" altLang="zh-CN" sz="2000" b="1" dirty="0" err="1">
                  <a:ea typeface="楷体_GB2312" pitchFamily="49" charset="-122"/>
                </a:rPr>
                <a:t>ZhangXiang</a:t>
              </a:r>
              <a:r>
                <a:rPr lang="en-US" altLang="zh-CN" sz="2000" b="1" dirty="0">
                  <a:ea typeface="楷体_GB2312" pitchFamily="49" charset="-122"/>
                </a:rPr>
                <a:t>", {1986, 10, 29}}, {"</a:t>
              </a:r>
              <a:r>
                <a:rPr lang="en-US" altLang="zh-CN" sz="2000" b="1" dirty="0" err="1">
                  <a:ea typeface="楷体_GB2312" pitchFamily="49" charset="-122"/>
                </a:rPr>
                <a:t>WangFei</a:t>
              </a:r>
              <a:r>
                <a:rPr lang="en-US" altLang="zh-CN" sz="2000" b="1" dirty="0">
                  <a:ea typeface="楷体_GB2312" pitchFamily="49" charset="-122"/>
                </a:rPr>
                <a:t>", {1987, 12, 10}} };</a:t>
              </a:r>
            </a:p>
          </p:txBody>
        </p:sp>
      </p:grpSp>
      <p:sp>
        <p:nvSpPr>
          <p:cNvPr id="29" name="Rectangle 4">
            <a:extLst>
              <a:ext uri="{FF2B5EF4-FFF2-40B4-BE49-F238E27FC236}">
                <a16:creationId xmlns:a16="http://schemas.microsoft.com/office/drawing/2014/main" id="{DE00DC4B-8124-4B3E-AA43-3DD99D13917A}"/>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结构体数组</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81349"/>
                                        </p:tgtEl>
                                        <p:attrNameLst>
                                          <p:attrName>style.visibility</p:attrName>
                                        </p:attrNameLst>
                                      </p:cBhvr>
                                      <p:to>
                                        <p:strVal val="visible"/>
                                      </p:to>
                                    </p:set>
                                    <p:anim calcmode="lin" valueType="num">
                                      <p:cBhvr additive="base">
                                        <p:cTn id="7" dur="500" fill="hold"/>
                                        <p:tgtEl>
                                          <p:spTgt spid="1081349"/>
                                        </p:tgtEl>
                                        <p:attrNameLst>
                                          <p:attrName>ppt_x</p:attrName>
                                        </p:attrNameLst>
                                      </p:cBhvr>
                                      <p:tavLst>
                                        <p:tav tm="0">
                                          <p:val>
                                            <p:strVal val="0-#ppt_w/2"/>
                                          </p:val>
                                        </p:tav>
                                        <p:tav tm="100000">
                                          <p:val>
                                            <p:strVal val="#ppt_x"/>
                                          </p:val>
                                        </p:tav>
                                      </p:tavLst>
                                    </p:anim>
                                    <p:anim calcmode="lin" valueType="num">
                                      <p:cBhvr additive="base">
                                        <p:cTn id="8" dur="500" fill="hold"/>
                                        <p:tgtEl>
                                          <p:spTgt spid="108134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81415"/>
                                        </p:tgtEl>
                                        <p:attrNameLst>
                                          <p:attrName>style.visibility</p:attrName>
                                        </p:attrNameLst>
                                      </p:cBhvr>
                                      <p:to>
                                        <p:strVal val="visible"/>
                                      </p:to>
                                    </p:set>
                                    <p:animEffect transition="in" filter="box(out)">
                                      <p:cBhvr>
                                        <p:cTn id="13" dur="500"/>
                                        <p:tgtEl>
                                          <p:spTgt spid="1081415"/>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81417"/>
                                        </p:tgtEl>
                                        <p:attrNameLst>
                                          <p:attrName>style.visibility</p:attrName>
                                        </p:attrNameLst>
                                      </p:cBhvr>
                                      <p:to>
                                        <p:strVal val="visible"/>
                                      </p:to>
                                    </p:set>
                                    <p:animEffect transition="in" filter="box(out)">
                                      <p:cBhvr>
                                        <p:cTn id="18" dur="500"/>
                                        <p:tgtEl>
                                          <p:spTgt spid="1081417"/>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081420"/>
                                        </p:tgtEl>
                                        <p:attrNameLst>
                                          <p:attrName>style.visibility</p:attrName>
                                        </p:attrNameLst>
                                      </p:cBhvr>
                                      <p:to>
                                        <p:strVal val="visible"/>
                                      </p:to>
                                    </p:set>
                                    <p:animEffect transition="in" filter="box(out)">
                                      <p:cBhvr>
                                        <p:cTn id="23" dur="500"/>
                                        <p:tgtEl>
                                          <p:spTgt spid="1081420"/>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4" presetID="4" presetClass="entr" presetSubtype="32" fill="hold" grpId="0" nodeType="withEffect">
                                  <p:stCondLst>
                                    <p:cond delay="0"/>
                                  </p:stCondLst>
                                  <p:childTnLst>
                                    <p:set>
                                      <p:cBhvr>
                                        <p:cTn id="25" dur="1" fill="hold">
                                          <p:stCondLst>
                                            <p:cond delay="0"/>
                                          </p:stCondLst>
                                        </p:cTn>
                                        <p:tgtEl>
                                          <p:spTgt spid="1081419"/>
                                        </p:tgtEl>
                                        <p:attrNameLst>
                                          <p:attrName>style.visibility</p:attrName>
                                        </p:attrNameLst>
                                      </p:cBhvr>
                                      <p:to>
                                        <p:strVal val="visible"/>
                                      </p:to>
                                    </p:set>
                                    <p:animEffect transition="in" filter="box(out)">
                                      <p:cBhvr>
                                        <p:cTn id="26" dur="500"/>
                                        <p:tgtEl>
                                          <p:spTgt spid="1081419"/>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081446"/>
                                        </p:tgtEl>
                                        <p:attrNameLst>
                                          <p:attrName>style.visibility</p:attrName>
                                        </p:attrNameLst>
                                      </p:cBhvr>
                                      <p:to>
                                        <p:strVal val="visible"/>
                                      </p:to>
                                    </p:set>
                                    <p:animEffect transition="in" filter="box(out)">
                                      <p:cBhvr>
                                        <p:cTn id="31" dur="500"/>
                                        <p:tgtEl>
                                          <p:spTgt spid="1081446"/>
                                        </p:tgtEl>
                                      </p:cBhvr>
                                    </p:animEffect>
                                  </p:childTnLst>
                                  <p:subTnLst>
                                    <p:set>
                                      <p:cBhvr override="childStyle">
                                        <p:cTn dur="1" fill="hold" display="0" masterRel="nextClick" afterEffect="1"/>
                                        <p:tgtEl>
                                          <p:spTgt spid="1081446"/>
                                        </p:tgtEl>
                                        <p:attrNameLst>
                                          <p:attrName>style.visibility</p:attrName>
                                        </p:attrNameLst>
                                      </p:cBhvr>
                                      <p:to>
                                        <p:strVal val="hidden"/>
                                      </p:to>
                                    </p:se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1081450"/>
                                        </p:tgtEl>
                                        <p:attrNameLst>
                                          <p:attrName>style.visibility</p:attrName>
                                        </p:attrNameLst>
                                      </p:cBhvr>
                                      <p:to>
                                        <p:strVal val="visible"/>
                                      </p:to>
                                    </p:set>
                                    <p:animEffect transition="in" filter="box(out)">
                                      <p:cBhvr>
                                        <p:cTn id="36" dur="500"/>
                                        <p:tgtEl>
                                          <p:spTgt spid="1081450"/>
                                        </p:tgtEl>
                                      </p:cBhvr>
                                    </p:animEffect>
                                  </p:childTnLst>
                                  <p:subTnLst>
                                    <p:set>
                                      <p:cBhvr override="childStyle">
                                        <p:cTn dur="1" fill="hold" display="0" masterRel="nextClick" afterEffect="1"/>
                                        <p:tgtEl>
                                          <p:spTgt spid="1081450"/>
                                        </p:tgtEl>
                                        <p:attrNameLst>
                                          <p:attrName>style.visibility</p:attrName>
                                        </p:attrNameLst>
                                      </p:cBhvr>
                                      <p:to>
                                        <p:strVal val="hidden"/>
                                      </p:to>
                                    </p:se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1081456"/>
                                        </p:tgtEl>
                                        <p:attrNameLst>
                                          <p:attrName>style.visibility</p:attrName>
                                        </p:attrNameLst>
                                      </p:cBhvr>
                                      <p:to>
                                        <p:strVal val="visible"/>
                                      </p:to>
                                    </p:set>
                                    <p:animEffect transition="in" filter="box(out)">
                                      <p:cBhvr>
                                        <p:cTn id="41" dur="500"/>
                                        <p:tgtEl>
                                          <p:spTgt spid="1081456"/>
                                        </p:tgtEl>
                                      </p:cBhvr>
                                    </p:animEffect>
                                  </p:childTnLst>
                                  <p:subTnLst>
                                    <p:set>
                                      <p:cBhvr override="childStyle">
                                        <p:cTn dur="1" fill="hold" display="0" masterRel="nextClick" afterEffect="1"/>
                                        <p:tgtEl>
                                          <p:spTgt spid="1081456"/>
                                        </p:tgtEl>
                                        <p:attrNameLst>
                                          <p:attrName>style.visibility</p:attrName>
                                        </p:attrNameLst>
                                      </p:cBhvr>
                                      <p:to>
                                        <p:strVal val="hidden"/>
                                      </p:to>
                                    </p:se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nodeType="clickEffect">
                                  <p:stCondLst>
                                    <p:cond delay="0"/>
                                  </p:stCondLst>
                                  <p:childTnLst>
                                    <p:set>
                                      <p:cBhvr>
                                        <p:cTn id="45" dur="1" fill="hold">
                                          <p:stCondLst>
                                            <p:cond delay="0"/>
                                          </p:stCondLst>
                                        </p:cTn>
                                        <p:tgtEl>
                                          <p:spTgt spid="1081460"/>
                                        </p:tgtEl>
                                        <p:attrNameLst>
                                          <p:attrName>style.visibility</p:attrName>
                                        </p:attrNameLst>
                                      </p:cBhvr>
                                      <p:to>
                                        <p:strVal val="visible"/>
                                      </p:to>
                                    </p:set>
                                    <p:animEffect transition="in" filter="box(out)">
                                      <p:cBhvr>
                                        <p:cTn id="46" dur="500"/>
                                        <p:tgtEl>
                                          <p:spTgt spid="1081460"/>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1349" grpId="0"/>
      <p:bldP spid="1081415" grpId="0"/>
      <p:bldP spid="1081417" grpId="0" animBg="1"/>
      <p:bldP spid="1081419" grpId="0" animBg="1"/>
      <p:bldP spid="1081420"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3397" name="Rectangle 5"/>
          <p:cNvSpPr>
            <a:spLocks noChangeArrowheads="1"/>
          </p:cNvSpPr>
          <p:nvPr/>
        </p:nvSpPr>
        <p:spPr bwMode="auto">
          <a:xfrm>
            <a:off x="695325" y="1040615"/>
            <a:ext cx="3445174" cy="523220"/>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sz="2800" b="1" dirty="0">
                <a:solidFill>
                  <a:srgbClr val="C00000"/>
                </a:solidFill>
                <a:latin typeface="+mn-lt"/>
                <a:ea typeface="楷体" pitchFamily="49" charset="-122"/>
              </a:rPr>
              <a:t> </a:t>
            </a:r>
            <a:r>
              <a:rPr lang="zh-CN" altLang="en-US" sz="2800" b="1" dirty="0">
                <a:solidFill>
                  <a:srgbClr val="C00000"/>
                </a:solidFill>
                <a:latin typeface="+mn-lt"/>
                <a:ea typeface="楷体" pitchFamily="49" charset="-122"/>
              </a:rPr>
              <a:t>结构体数组的引用</a:t>
            </a:r>
          </a:p>
        </p:txBody>
      </p:sp>
      <p:sp>
        <p:nvSpPr>
          <p:cNvPr id="1083398" name="Rectangle 6"/>
          <p:cNvSpPr>
            <a:spLocks noChangeArrowheads="1"/>
          </p:cNvSpPr>
          <p:nvPr/>
        </p:nvSpPr>
        <p:spPr bwMode="auto">
          <a:xfrm>
            <a:off x="1271464" y="1617422"/>
            <a:ext cx="2024062" cy="457200"/>
          </a:xfrm>
          <a:prstGeom prst="rect">
            <a:avLst/>
          </a:prstGeom>
          <a:noFill/>
          <a:ln w="9525">
            <a:noFill/>
            <a:miter lim="800000"/>
            <a:headEnd/>
            <a:tailEnd/>
          </a:ln>
          <a:effectLst/>
        </p:spPr>
        <p:txBody>
          <a:bodyPr wrap="none" anchor="ctr">
            <a:spAutoFit/>
          </a:bodyPr>
          <a:lstStyle/>
          <a:p>
            <a:r>
              <a:rPr lang="zh-CN" altLang="en-US" b="1" dirty="0">
                <a:latin typeface="楷体" panose="02010609060101010101" pitchFamily="49" charset="-122"/>
                <a:ea typeface="楷体" panose="02010609060101010101" pitchFamily="49" charset="-122"/>
              </a:rPr>
              <a:t>引用格式为</a:t>
            </a:r>
            <a:r>
              <a:rPr lang="en-US" altLang="zh-CN" b="1" dirty="0">
                <a:latin typeface="楷体" panose="02010609060101010101" pitchFamily="49" charset="-122"/>
                <a:ea typeface="楷体" panose="02010609060101010101" pitchFamily="49" charset="-122"/>
              </a:rPr>
              <a:t>: </a:t>
            </a:r>
          </a:p>
        </p:txBody>
      </p:sp>
      <p:sp>
        <p:nvSpPr>
          <p:cNvPr id="1083422" name="Text Box 30"/>
          <p:cNvSpPr txBox="1">
            <a:spLocks noChangeArrowheads="1"/>
          </p:cNvSpPr>
          <p:nvPr/>
        </p:nvSpPr>
        <p:spPr bwMode="auto">
          <a:xfrm>
            <a:off x="1776769" y="2277120"/>
            <a:ext cx="8591466" cy="431800"/>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effectLst>
                  <a:outerShdw blurRad="38100" dist="38100" dir="2700000" algn="tl">
                    <a:srgbClr val="FFFFFF"/>
                  </a:outerShdw>
                </a:effectLst>
                <a:latin typeface="+mn-lt"/>
                <a:ea typeface="楷体" pitchFamily="49" charset="-122"/>
              </a:rPr>
              <a:t>结构体数组名</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下标</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成员名；</a:t>
            </a:r>
          </a:p>
        </p:txBody>
      </p:sp>
      <p:sp>
        <p:nvSpPr>
          <p:cNvPr id="1083423" name="Rectangle 31" descr="信纸"/>
          <p:cNvSpPr>
            <a:spLocks noChangeArrowheads="1"/>
          </p:cNvSpPr>
          <p:nvPr/>
        </p:nvSpPr>
        <p:spPr bwMode="auto">
          <a:xfrm>
            <a:off x="2025286" y="3284414"/>
            <a:ext cx="3744584" cy="2873375"/>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00000"/>
                </a:solidFill>
                <a:ea typeface="楷体_GB2312" pitchFamily="49" charset="-122"/>
              </a:rPr>
              <a:t>struct  </a:t>
            </a:r>
            <a:r>
              <a:rPr lang="en-US" altLang="zh-CN" sz="2000" b="1" dirty="0" err="1">
                <a:solidFill>
                  <a:srgbClr val="C00000"/>
                </a:solidFill>
                <a:ea typeface="楷体_GB2312" pitchFamily="49" charset="-122"/>
              </a:rPr>
              <a:t>Student_Info</a:t>
            </a:r>
            <a:endParaRPr lang="en-US" altLang="zh-CN" sz="2000" b="1" dirty="0">
              <a:solidFill>
                <a:srgbClr val="C00000"/>
              </a:solidFill>
              <a:ea typeface="楷体_GB2312" pitchFamily="49" charset="-122"/>
            </a:endParaRPr>
          </a:p>
          <a:p>
            <a:r>
              <a:rPr lang="en-US" altLang="zh-CN" sz="2000" b="1" dirty="0">
                <a:ea typeface="楷体_GB2312" pitchFamily="49" charset="-122"/>
              </a:rPr>
              <a:t>{</a:t>
            </a:r>
          </a:p>
          <a:p>
            <a:r>
              <a:rPr lang="en-US" altLang="zh-CN" sz="2000" b="1" dirty="0">
                <a:ea typeface="楷体_GB2312" pitchFamily="49" charset="-122"/>
              </a:rPr>
              <a:t>   char no[9]; </a:t>
            </a:r>
          </a:p>
          <a:p>
            <a:r>
              <a:rPr lang="en-US" altLang="zh-CN" sz="2000" b="1" dirty="0">
                <a:ea typeface="楷体_GB2312" pitchFamily="49" charset="-122"/>
              </a:rPr>
              <a:t>   char name[20];</a:t>
            </a:r>
          </a:p>
          <a:p>
            <a:r>
              <a:rPr lang="en-US" altLang="zh-CN" sz="2000" b="1" dirty="0">
                <a:ea typeface="楷体_GB2312" pitchFamily="49" charset="-122"/>
              </a:rPr>
              <a:t>   char sex;   </a:t>
            </a:r>
          </a:p>
          <a:p>
            <a:r>
              <a:rPr lang="en-US" altLang="zh-CN" sz="2000" b="1" dirty="0">
                <a:ea typeface="楷体_GB2312" pitchFamily="49" charset="-122"/>
              </a:rPr>
              <a:t>   unsigned int  age;</a:t>
            </a:r>
          </a:p>
          <a:p>
            <a:r>
              <a:rPr lang="en-US" altLang="zh-CN" sz="2000" b="1" dirty="0">
                <a:ea typeface="楷体_GB2312" pitchFamily="49" charset="-122"/>
              </a:rPr>
              <a:t>   unsigned int  </a:t>
            </a:r>
            <a:r>
              <a:rPr lang="en-US" altLang="zh-CN" sz="2000" b="1" dirty="0" err="1">
                <a:ea typeface="楷体_GB2312" pitchFamily="49" charset="-122"/>
              </a:rPr>
              <a:t>classno</a:t>
            </a:r>
            <a:r>
              <a:rPr lang="en-US" altLang="zh-CN" sz="2000" b="1" dirty="0">
                <a:ea typeface="楷体_GB2312" pitchFamily="49" charset="-122"/>
              </a:rPr>
              <a:t>;          </a:t>
            </a:r>
          </a:p>
          <a:p>
            <a:r>
              <a:rPr lang="en-US" altLang="zh-CN" sz="2000" b="1" dirty="0">
                <a:ea typeface="楷体_GB2312" pitchFamily="49" charset="-122"/>
              </a:rPr>
              <a:t>   float  grade;</a:t>
            </a:r>
          </a:p>
          <a:p>
            <a:r>
              <a:rPr lang="en-US" altLang="zh-CN" sz="2000" b="1" dirty="0">
                <a:ea typeface="楷体_GB2312" pitchFamily="49" charset="-122"/>
              </a:rPr>
              <a:t>} </a:t>
            </a:r>
            <a:r>
              <a:rPr lang="en-US" altLang="zh-CN" sz="2000" b="1" dirty="0" err="1">
                <a:solidFill>
                  <a:srgbClr val="990000"/>
                </a:solidFill>
                <a:ea typeface="楷体_GB2312" pitchFamily="49" charset="-122"/>
              </a:rPr>
              <a:t>stu</a:t>
            </a:r>
            <a:r>
              <a:rPr lang="en-US" altLang="zh-CN" sz="2000" b="1" dirty="0">
                <a:solidFill>
                  <a:srgbClr val="990000"/>
                </a:solidFill>
                <a:ea typeface="楷体_GB2312" pitchFamily="49" charset="-122"/>
              </a:rPr>
              <a:t>[10];</a:t>
            </a:r>
          </a:p>
        </p:txBody>
      </p:sp>
      <p:sp>
        <p:nvSpPr>
          <p:cNvPr id="1083424" name="AutoShape 32"/>
          <p:cNvSpPr>
            <a:spLocks noChangeArrowheads="1"/>
          </p:cNvSpPr>
          <p:nvPr/>
        </p:nvSpPr>
        <p:spPr bwMode="auto">
          <a:xfrm>
            <a:off x="6096000" y="3212976"/>
            <a:ext cx="4321175" cy="431800"/>
          </a:xfrm>
          <a:prstGeom prst="wedgeRoundRectCallout">
            <a:avLst>
              <a:gd name="adj1" fmla="val -69032"/>
              <a:gd name="adj2" fmla="val 104412"/>
              <a:gd name="adj3" fmla="val 16667"/>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t>strcpy (stu[0].name, "WangFei");</a:t>
            </a:r>
            <a:r>
              <a:rPr lang="en-US" altLang="zh-CN" sz="2000"/>
              <a:t> </a:t>
            </a:r>
          </a:p>
        </p:txBody>
      </p:sp>
      <p:sp>
        <p:nvSpPr>
          <p:cNvPr id="1083425" name="AutoShape 33"/>
          <p:cNvSpPr>
            <a:spLocks noChangeArrowheads="1"/>
          </p:cNvSpPr>
          <p:nvPr/>
        </p:nvSpPr>
        <p:spPr bwMode="auto">
          <a:xfrm>
            <a:off x="6134099" y="4000376"/>
            <a:ext cx="2698750" cy="431800"/>
          </a:xfrm>
          <a:prstGeom prst="wedgeRoundRectCallout">
            <a:avLst>
              <a:gd name="adj1" fmla="val -80472"/>
              <a:gd name="adj2" fmla="val 104412"/>
              <a:gd name="adj3" fmla="val 16667"/>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t>stu[1].grade++; </a:t>
            </a:r>
          </a:p>
        </p:txBody>
      </p:sp>
      <p:sp>
        <p:nvSpPr>
          <p:cNvPr id="1083427" name="AutoShape 35"/>
          <p:cNvSpPr>
            <a:spLocks noChangeArrowheads="1"/>
          </p:cNvSpPr>
          <p:nvPr/>
        </p:nvSpPr>
        <p:spPr bwMode="auto">
          <a:xfrm>
            <a:off x="6134099" y="5041776"/>
            <a:ext cx="3490912" cy="431800"/>
          </a:xfrm>
          <a:prstGeom prst="wedgeRoundRectCallout">
            <a:avLst>
              <a:gd name="adj1" fmla="val -73556"/>
              <a:gd name="adj2" fmla="val 104412"/>
              <a:gd name="adj3" fmla="val 16667"/>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t>printf ("%s", stu[0].name);</a:t>
            </a:r>
          </a:p>
        </p:txBody>
      </p:sp>
      <p:sp>
        <p:nvSpPr>
          <p:cNvPr id="14" name="Rectangle 4">
            <a:extLst>
              <a:ext uri="{FF2B5EF4-FFF2-40B4-BE49-F238E27FC236}">
                <a16:creationId xmlns:a16="http://schemas.microsoft.com/office/drawing/2014/main" id="{ECF3BC3C-8BF2-4E1D-A996-8D42AB18957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结构体数组</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83397"/>
                                        </p:tgtEl>
                                        <p:attrNameLst>
                                          <p:attrName>style.visibility</p:attrName>
                                        </p:attrNameLst>
                                      </p:cBhvr>
                                      <p:to>
                                        <p:strVal val="visible"/>
                                      </p:to>
                                    </p:set>
                                    <p:anim calcmode="lin" valueType="num">
                                      <p:cBhvr additive="base">
                                        <p:cTn id="7" dur="500" fill="hold"/>
                                        <p:tgtEl>
                                          <p:spTgt spid="1083397"/>
                                        </p:tgtEl>
                                        <p:attrNameLst>
                                          <p:attrName>ppt_x</p:attrName>
                                        </p:attrNameLst>
                                      </p:cBhvr>
                                      <p:tavLst>
                                        <p:tav tm="0">
                                          <p:val>
                                            <p:strVal val="0-#ppt_w/2"/>
                                          </p:val>
                                        </p:tav>
                                        <p:tav tm="100000">
                                          <p:val>
                                            <p:strVal val="#ppt_x"/>
                                          </p:val>
                                        </p:tav>
                                      </p:tavLst>
                                    </p:anim>
                                    <p:anim calcmode="lin" valueType="num">
                                      <p:cBhvr additive="base">
                                        <p:cTn id="8" dur="500" fill="hold"/>
                                        <p:tgtEl>
                                          <p:spTgt spid="10833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83398"/>
                                        </p:tgtEl>
                                        <p:attrNameLst>
                                          <p:attrName>style.visibility</p:attrName>
                                        </p:attrNameLst>
                                      </p:cBhvr>
                                      <p:to>
                                        <p:strVal val="visible"/>
                                      </p:to>
                                    </p:set>
                                    <p:animEffect transition="in" filter="box(out)">
                                      <p:cBhvr>
                                        <p:cTn id="13" dur="500"/>
                                        <p:tgtEl>
                                          <p:spTgt spid="1083398"/>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83422"/>
                                        </p:tgtEl>
                                        <p:attrNameLst>
                                          <p:attrName>style.visibility</p:attrName>
                                        </p:attrNameLst>
                                      </p:cBhvr>
                                      <p:to>
                                        <p:strVal val="visible"/>
                                      </p:to>
                                    </p:set>
                                    <p:animEffect transition="in" filter="box(out)">
                                      <p:cBhvr>
                                        <p:cTn id="18" dur="500"/>
                                        <p:tgtEl>
                                          <p:spTgt spid="1083422"/>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083423"/>
                                        </p:tgtEl>
                                        <p:attrNameLst>
                                          <p:attrName>style.visibility</p:attrName>
                                        </p:attrNameLst>
                                      </p:cBhvr>
                                      <p:to>
                                        <p:strVal val="visible"/>
                                      </p:to>
                                    </p:set>
                                    <p:animEffect transition="in" filter="box(out)">
                                      <p:cBhvr>
                                        <p:cTn id="23" dur="500"/>
                                        <p:tgtEl>
                                          <p:spTgt spid="1083423"/>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3" fill="hold" grpId="0" nodeType="clickEffect">
                                  <p:stCondLst>
                                    <p:cond delay="0"/>
                                  </p:stCondLst>
                                  <p:childTnLst>
                                    <p:set>
                                      <p:cBhvr>
                                        <p:cTn id="27" dur="1" fill="hold">
                                          <p:stCondLst>
                                            <p:cond delay="0"/>
                                          </p:stCondLst>
                                        </p:cTn>
                                        <p:tgtEl>
                                          <p:spTgt spid="1083424"/>
                                        </p:tgtEl>
                                        <p:attrNameLst>
                                          <p:attrName>style.visibility</p:attrName>
                                        </p:attrNameLst>
                                      </p:cBhvr>
                                      <p:to>
                                        <p:strVal val="visible"/>
                                      </p:to>
                                    </p:set>
                                    <p:animEffect transition="in" filter="strips(upRight)">
                                      <p:cBhvr>
                                        <p:cTn id="28" dur="500"/>
                                        <p:tgtEl>
                                          <p:spTgt spid="1083424"/>
                                        </p:tgtEl>
                                      </p:cBhvr>
                                    </p:animEffect>
                                  </p:childTnLst>
                                  <p:subTnLst>
                                    <p:audio>
                                      <p:cMediaNode>
                                        <p:cTn display="0" masterRel="sameClick">
                                          <p:stCondLst>
                                            <p:cond evt="begin" delay="0">
                                              <p:tn val="26"/>
                                            </p:cond>
                                          </p:stCondLst>
                                          <p:endCondLst>
                                            <p:cond evt="onStopAudio" delay="0">
                                              <p:tgtEl>
                                                <p:sldTgt/>
                                              </p:tgtEl>
                                            </p:cond>
                                          </p:endCondLst>
                                        </p:cTn>
                                        <p:tgtEl>
                                          <p:sndTgt r:embed="rId5" name="laser.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3" fill="hold" grpId="0" nodeType="clickEffect">
                                  <p:stCondLst>
                                    <p:cond delay="0"/>
                                  </p:stCondLst>
                                  <p:childTnLst>
                                    <p:set>
                                      <p:cBhvr>
                                        <p:cTn id="32" dur="1" fill="hold">
                                          <p:stCondLst>
                                            <p:cond delay="0"/>
                                          </p:stCondLst>
                                        </p:cTn>
                                        <p:tgtEl>
                                          <p:spTgt spid="1083425"/>
                                        </p:tgtEl>
                                        <p:attrNameLst>
                                          <p:attrName>style.visibility</p:attrName>
                                        </p:attrNameLst>
                                      </p:cBhvr>
                                      <p:to>
                                        <p:strVal val="visible"/>
                                      </p:to>
                                    </p:set>
                                    <p:animEffect transition="in" filter="strips(upRight)">
                                      <p:cBhvr>
                                        <p:cTn id="33" dur="500"/>
                                        <p:tgtEl>
                                          <p:spTgt spid="1083425"/>
                                        </p:tgtEl>
                                      </p:cBhvr>
                                    </p:animEffect>
                                  </p:childTnLst>
                                  <p:subTnLst>
                                    <p:audio>
                                      <p:cMediaNode>
                                        <p:cTn display="0" masterRel="sameClick">
                                          <p:stCondLst>
                                            <p:cond evt="begin" delay="0">
                                              <p:tn val="31"/>
                                            </p:cond>
                                          </p:stCondLst>
                                          <p:endCondLst>
                                            <p:cond evt="onStopAudio" delay="0">
                                              <p:tgtEl>
                                                <p:sldTgt/>
                                              </p:tgtEl>
                                            </p:cond>
                                          </p:endCondLst>
                                        </p:cTn>
                                        <p:tgtEl>
                                          <p:sndTgt r:embed="rId5" name="laser.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3" fill="hold" grpId="0" nodeType="clickEffect">
                                  <p:stCondLst>
                                    <p:cond delay="0"/>
                                  </p:stCondLst>
                                  <p:childTnLst>
                                    <p:set>
                                      <p:cBhvr>
                                        <p:cTn id="37" dur="1" fill="hold">
                                          <p:stCondLst>
                                            <p:cond delay="0"/>
                                          </p:stCondLst>
                                        </p:cTn>
                                        <p:tgtEl>
                                          <p:spTgt spid="1083427"/>
                                        </p:tgtEl>
                                        <p:attrNameLst>
                                          <p:attrName>style.visibility</p:attrName>
                                        </p:attrNameLst>
                                      </p:cBhvr>
                                      <p:to>
                                        <p:strVal val="visible"/>
                                      </p:to>
                                    </p:set>
                                    <p:animEffect transition="in" filter="strips(upRight)">
                                      <p:cBhvr>
                                        <p:cTn id="38" dur="500"/>
                                        <p:tgtEl>
                                          <p:spTgt spid="1083427"/>
                                        </p:tgtEl>
                                      </p:cBhvr>
                                    </p:animEffect>
                                  </p:childTnLst>
                                  <p:subTnLst>
                                    <p:audio>
                                      <p:cMediaNode>
                                        <p:cTn display="0" masterRel="sameClick">
                                          <p:stCondLst>
                                            <p:cond evt="begin" delay="0">
                                              <p:tn val="36"/>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3397" grpId="0"/>
      <p:bldP spid="1083398" grpId="0"/>
      <p:bldP spid="1083422" grpId="0" animBg="1"/>
      <p:bldP spid="1083423" grpId="0" animBg="1"/>
      <p:bldP spid="1083424" grpId="0" animBg="1"/>
      <p:bldP spid="1083425" grpId="0" animBg="1"/>
      <p:bldP spid="1083427"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45" name="Rectangle 5"/>
          <p:cNvSpPr>
            <a:spLocks noChangeArrowheads="1"/>
          </p:cNvSpPr>
          <p:nvPr/>
        </p:nvSpPr>
        <p:spPr bwMode="auto">
          <a:xfrm>
            <a:off x="839416" y="955576"/>
            <a:ext cx="3554412"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统计侯选人选票。</a:t>
            </a:r>
          </a:p>
        </p:txBody>
      </p:sp>
      <p:sp>
        <p:nvSpPr>
          <p:cNvPr id="1085452" name="Rectangle 12" descr="信纸"/>
          <p:cNvSpPr>
            <a:spLocks noChangeArrowheads="1"/>
          </p:cNvSpPr>
          <p:nvPr/>
        </p:nvSpPr>
        <p:spPr bwMode="auto">
          <a:xfrm>
            <a:off x="762975" y="2492896"/>
            <a:ext cx="4557960" cy="3178175"/>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#include &lt;</a:t>
            </a:r>
            <a:r>
              <a:rPr lang="en-US" altLang="zh-CN" sz="2000" b="1" dirty="0" err="1">
                <a:ea typeface="楷体_GB2312" pitchFamily="49" charset="-122"/>
              </a:rPr>
              <a:t>string.h</a:t>
            </a:r>
            <a:r>
              <a:rPr lang="en-US" altLang="zh-CN" sz="2000" b="1" dirty="0">
                <a:ea typeface="楷体_GB2312" pitchFamily="49" charset="-122"/>
              </a:rPr>
              <a:t>&gt;</a:t>
            </a:r>
          </a:p>
          <a:p>
            <a:pPr marL="457200" indent="-457200"/>
            <a:endParaRPr lang="en-US" altLang="zh-CN" sz="2000" b="1" dirty="0">
              <a:ea typeface="楷体_GB2312" pitchFamily="49" charset="-122"/>
            </a:endParaRPr>
          </a:p>
          <a:p>
            <a:pPr marL="457200" indent="-457200"/>
            <a:r>
              <a:rPr lang="en-US" altLang="zh-CN" sz="2000" b="1" dirty="0" err="1">
                <a:solidFill>
                  <a:srgbClr val="CC0000"/>
                </a:solidFill>
                <a:ea typeface="楷体_GB2312" pitchFamily="49" charset="-122"/>
              </a:rPr>
              <a:t>struct</a:t>
            </a:r>
            <a:r>
              <a:rPr lang="en-US" altLang="zh-CN" sz="2000" b="1" dirty="0">
                <a:solidFill>
                  <a:srgbClr val="CC0000"/>
                </a:solidFill>
                <a:ea typeface="楷体_GB2312" pitchFamily="49" charset="-122"/>
              </a:rPr>
              <a:t> person</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char name[20];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候选人姓名</a:t>
            </a:r>
          </a:p>
          <a:p>
            <a:pPr marL="457200" indent="-457200"/>
            <a:r>
              <a:rPr lang="zh-CN" altLang="en-US"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count;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得票数</a:t>
            </a:r>
          </a:p>
          <a:p>
            <a:pPr marL="457200" indent="-457200"/>
            <a:r>
              <a:rPr lang="en-US" altLang="zh-CN" sz="2000" b="1" dirty="0">
                <a:ea typeface="楷体_GB2312" pitchFamily="49" charset="-122"/>
              </a:rPr>
              <a:t>} leader[3] = { "Li", 0, </a:t>
            </a:r>
          </a:p>
          <a:p>
            <a:pPr marL="457200" indent="-457200"/>
            <a:r>
              <a:rPr lang="en-US" altLang="zh-CN" sz="2000" b="1" dirty="0">
                <a:ea typeface="楷体_GB2312" pitchFamily="49" charset="-122"/>
              </a:rPr>
              <a:t>                         "Zhang", 0, </a:t>
            </a:r>
          </a:p>
          <a:p>
            <a:pPr marL="457200" indent="-457200"/>
            <a:r>
              <a:rPr lang="en-US" altLang="zh-CN" sz="2000" b="1" dirty="0">
                <a:ea typeface="楷体_GB2312" pitchFamily="49" charset="-122"/>
              </a:rPr>
              <a:t>                         "Wang", 0 };</a:t>
            </a:r>
          </a:p>
        </p:txBody>
      </p:sp>
      <p:sp>
        <p:nvSpPr>
          <p:cNvPr id="1085453" name="Rectangle 13" descr="信纸"/>
          <p:cNvSpPr>
            <a:spLocks noChangeArrowheads="1"/>
          </p:cNvSpPr>
          <p:nvPr/>
        </p:nvSpPr>
        <p:spPr bwMode="auto">
          <a:xfrm>
            <a:off x="5519910" y="821025"/>
            <a:ext cx="6408738" cy="5632311"/>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err="1">
                <a:solidFill>
                  <a:srgbClr val="CC0000"/>
                </a:solidFill>
                <a:ea typeface="楷体_GB2312" pitchFamily="49" charset="-122"/>
              </a:rPr>
              <a:t>int</a:t>
            </a:r>
            <a:r>
              <a:rPr lang="en-US" altLang="zh-CN" sz="2000" b="1" dirty="0">
                <a:solidFill>
                  <a:srgbClr val="CC000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j;  </a:t>
            </a:r>
          </a:p>
          <a:p>
            <a:pPr marL="457200" indent="-457200"/>
            <a:r>
              <a:rPr lang="en-US" altLang="zh-CN" sz="2000" b="1" dirty="0">
                <a:ea typeface="楷体_GB2312" pitchFamily="49" charset="-122"/>
              </a:rPr>
              <a:t>  char </a:t>
            </a:r>
            <a:r>
              <a:rPr lang="en-US" altLang="zh-CN" sz="2000" b="1" dirty="0" err="1">
                <a:ea typeface="楷体_GB2312" pitchFamily="49" charset="-122"/>
              </a:rPr>
              <a:t>leader_name</a:t>
            </a:r>
            <a:r>
              <a:rPr lang="en-US" altLang="zh-CN" sz="2000" b="1" dirty="0">
                <a:ea typeface="楷体_GB2312" pitchFamily="49" charset="-122"/>
              </a:rPr>
              <a:t>[20];</a:t>
            </a:r>
          </a:p>
          <a:p>
            <a:pPr marL="457200" indent="-457200"/>
            <a:r>
              <a:rPr lang="en-US" altLang="zh-CN" sz="2000" b="1" dirty="0">
                <a:ea typeface="楷体_GB2312" pitchFamily="49" charset="-122"/>
              </a:rPr>
              <a:t>  while (1)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统计候选人得票数</a:t>
            </a:r>
          </a:p>
          <a:p>
            <a:pPr marL="457200" indent="-457200"/>
            <a:r>
              <a:rPr lang="zh-CN" altLang="en-US" sz="2000" b="1" dirty="0">
                <a:ea typeface="楷体_GB2312" pitchFamily="49" charset="-122"/>
              </a:rPr>
              <a:t>  </a:t>
            </a:r>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("%s", </a:t>
            </a:r>
            <a:r>
              <a:rPr lang="en-US" altLang="zh-CN" sz="2000" b="1" dirty="0" err="1">
                <a:ea typeface="楷体_GB2312" pitchFamily="49" charset="-122"/>
              </a:rPr>
              <a:t>leader_name</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输入候选人姓名</a:t>
            </a:r>
          </a:p>
          <a:p>
            <a:pPr marL="457200" indent="-457200"/>
            <a:r>
              <a:rPr lang="zh-CN" altLang="en-US" sz="2000" b="1" dirty="0">
                <a:ea typeface="楷体_GB2312" pitchFamily="49" charset="-122"/>
              </a:rPr>
              <a:t>    </a:t>
            </a:r>
            <a:r>
              <a:rPr lang="en-US" altLang="zh-CN" sz="2000" b="1" dirty="0">
                <a:ea typeface="楷体_GB2312" pitchFamily="49" charset="-122"/>
              </a:rPr>
              <a:t>if (</a:t>
            </a:r>
            <a:r>
              <a:rPr lang="en-US" altLang="zh-CN" sz="2000" b="1" dirty="0" err="1">
                <a:ea typeface="楷体_GB2312" pitchFamily="49" charset="-122"/>
              </a:rPr>
              <a:t>strcmp</a:t>
            </a:r>
            <a:r>
              <a:rPr lang="en-US" altLang="zh-CN" sz="2000" b="1" dirty="0">
                <a:ea typeface="楷体_GB2312" pitchFamily="49" charset="-122"/>
              </a:rPr>
              <a:t>(</a:t>
            </a:r>
            <a:r>
              <a:rPr lang="en-US" altLang="zh-CN" sz="2000" b="1" dirty="0" err="1">
                <a:ea typeface="楷体_GB2312" pitchFamily="49" charset="-122"/>
              </a:rPr>
              <a:t>leader_name</a:t>
            </a:r>
            <a:r>
              <a:rPr lang="en-US" altLang="zh-CN" sz="2000" b="1" dirty="0">
                <a:ea typeface="楷体_GB2312" pitchFamily="49" charset="-122"/>
              </a:rPr>
              <a:t>, "0")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输入为</a:t>
            </a:r>
            <a:r>
              <a:rPr lang="en-US" altLang="zh-CN" sz="1800" b="1" dirty="0">
                <a:solidFill>
                  <a:srgbClr val="002060"/>
                </a:solidFill>
                <a:latin typeface="+mn-lt"/>
                <a:ea typeface="楷体" pitchFamily="49" charset="-122"/>
              </a:rPr>
              <a:t>"0"</a:t>
            </a:r>
            <a:r>
              <a:rPr lang="zh-CN" altLang="en-US" sz="1800" b="1" dirty="0">
                <a:solidFill>
                  <a:srgbClr val="002060"/>
                </a:solidFill>
                <a:latin typeface="+mn-lt"/>
                <a:ea typeface="楷体" pitchFamily="49" charset="-122"/>
              </a:rPr>
              <a:t>结束</a:t>
            </a:r>
          </a:p>
          <a:p>
            <a:pPr marL="457200" indent="-457200"/>
            <a:r>
              <a:rPr lang="zh-CN" altLang="en-US" sz="2000" b="1" dirty="0">
                <a:ea typeface="楷体_GB2312" pitchFamily="49" charset="-122"/>
              </a:rPr>
              <a:t>         </a:t>
            </a:r>
            <a:r>
              <a:rPr lang="en-US" altLang="zh-CN" sz="2000" b="1" dirty="0">
                <a:ea typeface="楷体_GB2312" pitchFamily="49" charset="-122"/>
              </a:rPr>
              <a:t>break;</a:t>
            </a:r>
          </a:p>
          <a:p>
            <a:pPr marL="457200" indent="-457200"/>
            <a:r>
              <a:rPr lang="en-US" altLang="zh-CN" sz="2000" b="1" dirty="0">
                <a:ea typeface="楷体_GB2312" pitchFamily="49" charset="-122"/>
              </a:rPr>
              <a:t>    for (j = 0; j &lt; 3; j++)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比较是否为合法候选人</a:t>
            </a:r>
          </a:p>
          <a:p>
            <a:pPr marL="457200" indent="-457200"/>
            <a:r>
              <a:rPr lang="zh-CN" altLang="en-US" sz="2000" b="1" dirty="0">
                <a:ea typeface="楷体_GB2312" pitchFamily="49" charset="-122"/>
              </a:rPr>
              <a:t>       </a:t>
            </a:r>
            <a:r>
              <a:rPr lang="en-US" altLang="zh-CN" sz="2000" b="1" dirty="0">
                <a:ea typeface="楷体_GB2312" pitchFamily="49" charset="-122"/>
              </a:rPr>
              <a:t>if (</a:t>
            </a:r>
            <a:r>
              <a:rPr lang="en-US" altLang="zh-CN" sz="2000" b="1" dirty="0" err="1">
                <a:ea typeface="楷体_GB2312" pitchFamily="49" charset="-122"/>
              </a:rPr>
              <a:t>strcmp</a:t>
            </a:r>
            <a:r>
              <a:rPr lang="en-US" altLang="zh-CN" sz="2000" b="1" dirty="0">
                <a:ea typeface="楷体_GB2312" pitchFamily="49" charset="-122"/>
              </a:rPr>
              <a:t>(</a:t>
            </a:r>
            <a:r>
              <a:rPr lang="en-US" altLang="zh-CN" sz="2000" b="1" dirty="0" err="1">
                <a:ea typeface="楷体_GB2312" pitchFamily="49" charset="-122"/>
              </a:rPr>
              <a:t>leader_name,leader</a:t>
            </a:r>
            <a:r>
              <a:rPr lang="en-US" altLang="zh-CN" sz="2000" b="1" dirty="0">
                <a:ea typeface="楷体_GB2312" pitchFamily="49" charset="-122"/>
              </a:rPr>
              <a:t>[j].name)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合法</a:t>
            </a:r>
          </a:p>
          <a:p>
            <a:pPr marL="457200" indent="-457200"/>
            <a:r>
              <a:rPr lang="zh-CN" altLang="en-US" sz="2000" b="1" dirty="0">
                <a:ea typeface="楷体_GB2312" pitchFamily="49" charset="-122"/>
              </a:rPr>
              <a:t>           </a:t>
            </a:r>
            <a:r>
              <a:rPr lang="en-US" altLang="zh-CN" sz="2000" b="1" dirty="0">
                <a:ea typeface="楷体_GB2312" pitchFamily="49" charset="-122"/>
              </a:rPr>
              <a:t>leader[j].count++;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得票数加</a:t>
            </a:r>
            <a:r>
              <a:rPr lang="en-US" altLang="zh-CN" sz="1800" b="1" dirty="0">
                <a:solidFill>
                  <a:srgbClr val="002060"/>
                </a:solidFill>
                <a:latin typeface="+mn-lt"/>
                <a:ea typeface="楷体" pitchFamily="49" charset="-122"/>
              </a:rPr>
              <a:t>1</a:t>
            </a:r>
          </a:p>
          <a:p>
            <a:pPr marL="457200" indent="-457200"/>
            <a:r>
              <a:rPr lang="en-US" altLang="zh-CN" sz="2000" b="1" dirty="0">
                <a:ea typeface="楷体_GB2312" pitchFamily="49" charset="-122"/>
              </a:rPr>
              <a:t>  }</a:t>
            </a:r>
          </a:p>
          <a:p>
            <a:pPr marL="457200" indent="-457200"/>
            <a:endParaRPr lang="en-US" altLang="zh-CN" sz="2000" b="1" dirty="0">
              <a:ea typeface="楷体_GB2312" pitchFamily="49" charset="-122"/>
            </a:endParaRP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3;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显示后选人得票数</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("%5s : %d\n", leader[</a:t>
            </a:r>
            <a:r>
              <a:rPr lang="en-US" altLang="zh-CN" sz="2000" b="1" dirty="0" err="1">
                <a:ea typeface="楷体_GB2312" pitchFamily="49" charset="-122"/>
              </a:rPr>
              <a:t>i</a:t>
            </a:r>
            <a:r>
              <a:rPr lang="en-US" altLang="zh-CN" sz="2000" b="1" dirty="0">
                <a:ea typeface="楷体_GB2312" pitchFamily="49" charset="-122"/>
              </a:rPr>
              <a:t>].name, leader[</a:t>
            </a:r>
            <a:r>
              <a:rPr lang="en-US" altLang="zh-CN" sz="2000" b="1" dirty="0" err="1">
                <a:ea typeface="楷体_GB2312" pitchFamily="49" charset="-122"/>
              </a:rPr>
              <a:t>i</a:t>
            </a:r>
            <a:r>
              <a:rPr lang="en-US" altLang="zh-CN" sz="2000" b="1" dirty="0">
                <a:ea typeface="楷体_GB2312" pitchFamily="49" charset="-122"/>
              </a:rPr>
              <a:t>].count);</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a:t>
            </a:r>
          </a:p>
        </p:txBody>
      </p:sp>
      <p:sp>
        <p:nvSpPr>
          <p:cNvPr id="10" name="Rectangle 4">
            <a:extLst>
              <a:ext uri="{FF2B5EF4-FFF2-40B4-BE49-F238E27FC236}">
                <a16:creationId xmlns:a16="http://schemas.microsoft.com/office/drawing/2014/main" id="{A0FC6921-2B99-4A92-B229-25B2144E186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结构体数组</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85445"/>
                                        </p:tgtEl>
                                        <p:attrNameLst>
                                          <p:attrName>style.visibility</p:attrName>
                                        </p:attrNameLst>
                                      </p:cBhvr>
                                      <p:to>
                                        <p:strVal val="visible"/>
                                      </p:to>
                                    </p:set>
                                    <p:anim calcmode="lin" valueType="num">
                                      <p:cBhvr additive="base">
                                        <p:cTn id="7" dur="500" fill="hold"/>
                                        <p:tgtEl>
                                          <p:spTgt spid="1085445"/>
                                        </p:tgtEl>
                                        <p:attrNameLst>
                                          <p:attrName>ppt_x</p:attrName>
                                        </p:attrNameLst>
                                      </p:cBhvr>
                                      <p:tavLst>
                                        <p:tav tm="0">
                                          <p:val>
                                            <p:strVal val="0-#ppt_w/2"/>
                                          </p:val>
                                        </p:tav>
                                        <p:tav tm="100000">
                                          <p:val>
                                            <p:strVal val="#ppt_x"/>
                                          </p:val>
                                        </p:tav>
                                      </p:tavLst>
                                    </p:anim>
                                    <p:anim calcmode="lin" valueType="num">
                                      <p:cBhvr additive="base">
                                        <p:cTn id="8" dur="500" fill="hold"/>
                                        <p:tgtEl>
                                          <p:spTgt spid="108544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85452"/>
                                        </p:tgtEl>
                                        <p:attrNameLst>
                                          <p:attrName>style.visibility</p:attrName>
                                        </p:attrNameLst>
                                      </p:cBhvr>
                                      <p:to>
                                        <p:strVal val="visible"/>
                                      </p:to>
                                    </p:set>
                                    <p:animEffect transition="in" filter="box(out)">
                                      <p:cBhvr>
                                        <p:cTn id="13" dur="500"/>
                                        <p:tgtEl>
                                          <p:spTgt spid="1085452"/>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85453"/>
                                        </p:tgtEl>
                                        <p:attrNameLst>
                                          <p:attrName>style.visibility</p:attrName>
                                        </p:attrNameLst>
                                      </p:cBhvr>
                                      <p:to>
                                        <p:strVal val="visible"/>
                                      </p:to>
                                    </p:set>
                                    <p:animEffect transition="in" filter="box(out)">
                                      <p:cBhvr>
                                        <p:cTn id="18" dur="500"/>
                                        <p:tgtEl>
                                          <p:spTgt spid="1085453"/>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45" grpId="0"/>
      <p:bldP spid="1085452" grpId="0" animBg="1"/>
      <p:bldP spid="1085453"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9544" name="Rectangle 8"/>
          <p:cNvSpPr>
            <a:spLocks noChangeArrowheads="1"/>
          </p:cNvSpPr>
          <p:nvPr/>
        </p:nvSpPr>
        <p:spPr bwMode="auto">
          <a:xfrm>
            <a:off x="623392" y="817548"/>
            <a:ext cx="4331635" cy="523220"/>
          </a:xfrm>
          <a:prstGeom prst="rect">
            <a:avLst/>
          </a:prstGeom>
          <a:noFill/>
          <a:ln w="9525">
            <a:noFill/>
            <a:miter lim="800000"/>
            <a:headEnd/>
            <a:tailEnd/>
          </a:ln>
          <a:effectLst/>
        </p:spPr>
        <p:txBody>
          <a:bodyPr wrap="none" anchor="ctr">
            <a:spAutoFit/>
          </a:bodyPr>
          <a:lstStyle/>
          <a:p>
            <a:pPr>
              <a:tabLst>
                <a:tab pos="457200" algn="l"/>
              </a:tabLst>
            </a:pPr>
            <a:r>
              <a:rPr lang="en-US" altLang="zh-CN" sz="2800" b="1" dirty="0">
                <a:solidFill>
                  <a:srgbClr val="CC0000"/>
                </a:solidFill>
                <a:latin typeface="+mn-lt"/>
                <a:ea typeface="楷体" pitchFamily="49" charset="-122"/>
              </a:rPr>
              <a:t>1</a:t>
            </a:r>
            <a:r>
              <a:rPr lang="zh-CN" altLang="en-US" sz="2800" b="1" dirty="0">
                <a:solidFill>
                  <a:srgbClr val="CC0000"/>
                </a:solidFill>
                <a:latin typeface="+mn-lt"/>
                <a:ea typeface="楷体" pitchFamily="49" charset="-122"/>
              </a:rPr>
              <a:t>、线性链表概述及其结构</a:t>
            </a:r>
          </a:p>
        </p:txBody>
      </p:sp>
      <p:sp>
        <p:nvSpPr>
          <p:cNvPr id="1089545" name="Rectangle 9"/>
          <p:cNvSpPr>
            <a:spLocks noChangeArrowheads="1"/>
          </p:cNvSpPr>
          <p:nvPr/>
        </p:nvSpPr>
        <p:spPr bwMode="auto">
          <a:xfrm>
            <a:off x="1085404" y="1311151"/>
            <a:ext cx="10073356" cy="461665"/>
          </a:xfrm>
          <a:prstGeom prst="rect">
            <a:avLst/>
          </a:prstGeom>
          <a:noFill/>
          <a:ln w="9525">
            <a:noFill/>
            <a:miter lim="800000"/>
            <a:headEnd/>
            <a:tailEnd/>
          </a:ln>
          <a:effectLst/>
        </p:spPr>
        <p:txBody>
          <a:bodyPr wrap="square" anchor="ctr">
            <a:spAutoFit/>
          </a:bodyPr>
          <a:lstStyle/>
          <a:p>
            <a:pPr>
              <a:buClr>
                <a:srgbClr val="C00000"/>
              </a:buClr>
              <a:buFont typeface="Wingdings" pitchFamily="2" charset="2"/>
              <a:buChar char="Ø"/>
            </a:pPr>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线性表：</a:t>
            </a:r>
            <a:r>
              <a:rPr lang="zh-CN" altLang="en-US" b="1" dirty="0">
                <a:latin typeface="+mn-lt"/>
                <a:ea typeface="楷体" pitchFamily="49" charset="-122"/>
              </a:rPr>
              <a:t>当一组数据元素形成了“前后”关系时，我们称之为线性表。 </a:t>
            </a:r>
          </a:p>
        </p:txBody>
      </p:sp>
      <p:sp>
        <p:nvSpPr>
          <p:cNvPr id="1089546" name="Rectangle 10"/>
          <p:cNvSpPr>
            <a:spLocks noChangeArrowheads="1"/>
          </p:cNvSpPr>
          <p:nvPr/>
        </p:nvSpPr>
        <p:spPr bwMode="auto">
          <a:xfrm>
            <a:off x="1085404" y="1747664"/>
            <a:ext cx="4519613" cy="457200"/>
          </a:xfrm>
          <a:prstGeom prst="rect">
            <a:avLst/>
          </a:prstGeom>
          <a:noFill/>
          <a:ln w="9525">
            <a:noFill/>
            <a:miter lim="800000"/>
            <a:headEnd/>
            <a:tailEnd/>
          </a:ln>
          <a:effectLst/>
        </p:spPr>
        <p:txBody>
          <a:bodyPr anchor="ctr">
            <a:spAutoFit/>
          </a:bodyPr>
          <a:lstStyle/>
          <a:p>
            <a:pPr>
              <a:buClr>
                <a:srgbClr val="C01920"/>
              </a:buClr>
              <a:buFont typeface="Wingdings" pitchFamily="2" charset="2"/>
              <a:buChar char="Ø"/>
            </a:pPr>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线性表在内存中的两种形式</a:t>
            </a:r>
          </a:p>
        </p:txBody>
      </p:sp>
      <p:sp>
        <p:nvSpPr>
          <p:cNvPr id="1089547" name="Rectangle 11"/>
          <p:cNvSpPr>
            <a:spLocks noChangeArrowheads="1"/>
          </p:cNvSpPr>
          <p:nvPr/>
        </p:nvSpPr>
        <p:spPr bwMode="auto">
          <a:xfrm>
            <a:off x="1505570" y="2193062"/>
            <a:ext cx="7369325" cy="400110"/>
          </a:xfrm>
          <a:prstGeom prst="rect">
            <a:avLst/>
          </a:prstGeom>
          <a:noFill/>
          <a:ln w="9525">
            <a:noFill/>
            <a:miter lim="800000"/>
            <a:headEnd/>
            <a:tailEnd/>
          </a:ln>
          <a:effectLst/>
        </p:spPr>
        <p:txBody>
          <a:bodyPr wrap="none" anchor="ctr">
            <a:spAutoFit/>
          </a:bodyPr>
          <a:lstStyle/>
          <a:p>
            <a:pPr marL="342900" indent="-342900">
              <a:buFont typeface="Wingdings" panose="05000000000000000000" pitchFamily="2" charset="2"/>
              <a:buChar char="l"/>
            </a:pPr>
            <a:r>
              <a:rPr lang="zh-CN" altLang="en-US" sz="2000" b="1" dirty="0">
                <a:solidFill>
                  <a:srgbClr val="C00000"/>
                </a:solidFill>
                <a:latin typeface="+mn-lt"/>
                <a:ea typeface="楷体" pitchFamily="49" charset="-122"/>
              </a:rPr>
              <a:t>顺序表：</a:t>
            </a:r>
            <a:r>
              <a:rPr lang="zh-CN" altLang="en-US" sz="2000" b="1" dirty="0">
                <a:latin typeface="+mn-lt"/>
                <a:ea typeface="楷体" pitchFamily="49" charset="-122"/>
              </a:rPr>
              <a:t>以数组的形式存放，元素在内存中是连续存放的。  </a:t>
            </a:r>
          </a:p>
        </p:txBody>
      </p:sp>
      <p:sp>
        <p:nvSpPr>
          <p:cNvPr id="1089548" name="Rectangle 12"/>
          <p:cNvSpPr>
            <a:spLocks noChangeArrowheads="1"/>
          </p:cNvSpPr>
          <p:nvPr/>
        </p:nvSpPr>
        <p:spPr bwMode="auto">
          <a:xfrm>
            <a:off x="1499567" y="2929617"/>
            <a:ext cx="9522941" cy="707886"/>
          </a:xfrm>
          <a:prstGeom prst="rect">
            <a:avLst/>
          </a:prstGeom>
          <a:noFill/>
          <a:ln w="9525">
            <a:noFill/>
            <a:miter lim="800000"/>
            <a:headEnd/>
            <a:tailEnd/>
          </a:ln>
          <a:effectLst/>
        </p:spPr>
        <p:txBody>
          <a:bodyPr wrap="square" anchor="ctr">
            <a:spAutoFit/>
          </a:bodyPr>
          <a:lstStyle/>
          <a:p>
            <a:pPr marL="342900" indent="-342900">
              <a:buFont typeface="Wingdings" panose="05000000000000000000" pitchFamily="2" charset="2"/>
              <a:buChar char="l"/>
            </a:pPr>
            <a:r>
              <a:rPr lang="zh-CN" altLang="en-US" sz="2000" b="1" dirty="0">
                <a:solidFill>
                  <a:srgbClr val="C00000"/>
                </a:solidFill>
                <a:latin typeface="+mn-lt"/>
                <a:ea typeface="楷体" pitchFamily="49" charset="-122"/>
              </a:rPr>
              <a:t>线性链表：</a:t>
            </a:r>
            <a:r>
              <a:rPr lang="zh-CN" altLang="en-US" sz="2000" b="1" dirty="0">
                <a:latin typeface="+mn-lt"/>
                <a:ea typeface="楷体" pitchFamily="49" charset="-122"/>
              </a:rPr>
              <a:t>数据元素在内存中不需要连续存放，而是通过指针将各数据单元链接起来，就象一条“链子”一样将数据单元前后元素链接起来。  </a:t>
            </a:r>
          </a:p>
        </p:txBody>
      </p:sp>
      <p:sp>
        <p:nvSpPr>
          <p:cNvPr id="1089549" name="Rectangle 13"/>
          <p:cNvSpPr>
            <a:spLocks noChangeArrowheads="1"/>
          </p:cNvSpPr>
          <p:nvPr/>
        </p:nvSpPr>
        <p:spPr bwMode="auto">
          <a:xfrm>
            <a:off x="2098148" y="2517884"/>
            <a:ext cx="7048724" cy="461665"/>
          </a:xfrm>
          <a:prstGeom prst="rect">
            <a:avLst/>
          </a:prstGeom>
          <a:noFill/>
          <a:ln w="9525">
            <a:noFill/>
            <a:miter lim="800000"/>
            <a:headEnd/>
            <a:tailEnd/>
          </a:ln>
          <a:effectLst/>
        </p:spPr>
        <p:txBody>
          <a:bodyPr wrap="none" anchor="ctr">
            <a:spAutoFit/>
          </a:bodyPr>
          <a:lstStyle/>
          <a:p>
            <a:r>
              <a:rPr lang="zh-CN" altLang="en-US" sz="2000" b="1" dirty="0">
                <a:solidFill>
                  <a:srgbClr val="002060"/>
                </a:solidFill>
                <a:latin typeface="+mn-lt"/>
                <a:ea typeface="楷体" pitchFamily="49" charset="-122"/>
              </a:rPr>
              <a:t>特点：插入或删除一个数据元素时，需要移动其它数据元素</a:t>
            </a:r>
            <a:r>
              <a:rPr lang="zh-CN" altLang="en-US" dirty="0">
                <a:solidFill>
                  <a:srgbClr val="002060"/>
                </a:solidFill>
                <a:latin typeface="+mn-lt"/>
                <a:ea typeface="楷体" pitchFamily="49" charset="-122"/>
              </a:rPr>
              <a:t> </a:t>
            </a:r>
          </a:p>
        </p:txBody>
      </p:sp>
      <p:sp>
        <p:nvSpPr>
          <p:cNvPr id="1089550" name="Rectangle 14"/>
          <p:cNvSpPr>
            <a:spLocks noChangeArrowheads="1"/>
          </p:cNvSpPr>
          <p:nvPr/>
        </p:nvSpPr>
        <p:spPr bwMode="auto">
          <a:xfrm>
            <a:off x="2082376" y="3543399"/>
            <a:ext cx="7306808" cy="461665"/>
          </a:xfrm>
          <a:prstGeom prst="rect">
            <a:avLst/>
          </a:prstGeom>
          <a:noFill/>
          <a:ln w="9525">
            <a:noFill/>
            <a:miter lim="800000"/>
            <a:headEnd/>
            <a:tailEnd/>
          </a:ln>
          <a:effectLst/>
        </p:spPr>
        <p:txBody>
          <a:bodyPr wrap="none" anchor="ctr">
            <a:spAutoFit/>
          </a:bodyPr>
          <a:lstStyle/>
          <a:p>
            <a:r>
              <a:rPr lang="zh-CN" altLang="en-US" sz="2000" b="1" dirty="0">
                <a:solidFill>
                  <a:srgbClr val="002060"/>
                </a:solidFill>
                <a:latin typeface="+mn-lt"/>
                <a:ea typeface="楷体" pitchFamily="49" charset="-122"/>
              </a:rPr>
              <a:t>特点：插入或删除一个数据元素时，不需要移动其它数据元素</a:t>
            </a:r>
            <a:r>
              <a:rPr lang="zh-CN" altLang="en-US" dirty="0">
                <a:solidFill>
                  <a:srgbClr val="002060"/>
                </a:solidFill>
                <a:latin typeface="+mn-lt"/>
                <a:ea typeface="楷体" pitchFamily="49" charset="-122"/>
              </a:rPr>
              <a:t> </a:t>
            </a:r>
          </a:p>
        </p:txBody>
      </p:sp>
      <p:sp>
        <p:nvSpPr>
          <p:cNvPr id="1089580" name="AutoShape 44"/>
          <p:cNvSpPr>
            <a:spLocks/>
          </p:cNvSpPr>
          <p:nvPr/>
        </p:nvSpPr>
        <p:spPr bwMode="auto">
          <a:xfrm>
            <a:off x="7293148" y="4005264"/>
            <a:ext cx="1074738" cy="401637"/>
          </a:xfrm>
          <a:prstGeom prst="borderCallout2">
            <a:avLst>
              <a:gd name="adj1" fmla="val 28458"/>
              <a:gd name="adj2" fmla="val -7088"/>
              <a:gd name="adj3" fmla="val 28458"/>
              <a:gd name="adj4" fmla="val -63662"/>
              <a:gd name="adj5" fmla="val 251778"/>
              <a:gd name="adj6" fmla="val -122454"/>
            </a:avLst>
          </a:prstGeom>
          <a:gradFill rotWithShape="1">
            <a:gsLst>
              <a:gs pos="0">
                <a:srgbClr val="CFCFD1"/>
              </a:gs>
              <a:gs pos="100000">
                <a:schemeClr val="bg1"/>
              </a:gs>
            </a:gsLst>
            <a:lin ang="5400000" scaled="1"/>
          </a:gradFill>
          <a:ln w="9525">
            <a:solidFill>
              <a:srgbClr val="7030A0"/>
            </a:solidFill>
            <a:miter lim="800000"/>
            <a:headEnd/>
            <a:tailEnd/>
          </a:ln>
          <a:effectLst>
            <a:outerShdw blurRad="50800" dist="106680" dir="2700000" algn="tl" rotWithShape="0">
              <a:prstClr val="black">
                <a:alpha val="43000"/>
              </a:prstClr>
            </a:outerShdw>
          </a:effectLst>
        </p:spPr>
        <p:txBody>
          <a:bodyPr/>
          <a:lstStyle/>
          <a:p>
            <a:pPr algn="ctr"/>
            <a:r>
              <a:rPr lang="zh-CN" altLang="en-US" sz="1800" b="1">
                <a:latin typeface="+mn-lt"/>
                <a:ea typeface="楷体" pitchFamily="49" charset="-122"/>
              </a:rPr>
              <a:t>节点</a:t>
            </a:r>
          </a:p>
        </p:txBody>
      </p:sp>
      <p:sp>
        <p:nvSpPr>
          <p:cNvPr id="1089585" name="AutoShape 49"/>
          <p:cNvSpPr>
            <a:spLocks noChangeArrowheads="1"/>
          </p:cNvSpPr>
          <p:nvPr/>
        </p:nvSpPr>
        <p:spPr bwMode="auto">
          <a:xfrm>
            <a:off x="7366174" y="6342064"/>
            <a:ext cx="1800225" cy="458787"/>
          </a:xfrm>
          <a:prstGeom prst="wedgeRoundRectCallout">
            <a:avLst>
              <a:gd name="adj1" fmla="val -77162"/>
              <a:gd name="adj2" fmla="val -180796"/>
              <a:gd name="adj3" fmla="val 16667"/>
            </a:avLst>
          </a:prstGeom>
          <a:gradFill rotWithShape="1">
            <a:gsLst>
              <a:gs pos="0">
                <a:srgbClr val="CFCFD1"/>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p:spPr>
        <p:txBody>
          <a:bodyPr/>
          <a:lstStyle/>
          <a:p>
            <a:r>
              <a:rPr lang="zh-CN" altLang="zh-CN" sz="1800" b="1">
                <a:solidFill>
                  <a:srgbClr val="CC0000"/>
                </a:solidFill>
                <a:latin typeface="+mn-lt"/>
                <a:ea typeface="楷体" pitchFamily="49" charset="-122"/>
              </a:rPr>
              <a:t>实际数据链表</a:t>
            </a:r>
            <a:endParaRPr lang="zh-CN" altLang="en-US" sz="1800" b="1">
              <a:solidFill>
                <a:srgbClr val="CC0000"/>
              </a:solidFill>
              <a:latin typeface="+mn-lt"/>
              <a:ea typeface="楷体" pitchFamily="49" charset="-122"/>
            </a:endParaRPr>
          </a:p>
        </p:txBody>
      </p:sp>
      <p:sp>
        <p:nvSpPr>
          <p:cNvPr id="1089586" name="AutoShape 50"/>
          <p:cNvSpPr>
            <a:spLocks noChangeArrowheads="1"/>
          </p:cNvSpPr>
          <p:nvPr/>
        </p:nvSpPr>
        <p:spPr bwMode="auto">
          <a:xfrm>
            <a:off x="2165524" y="6351588"/>
            <a:ext cx="1223963" cy="431800"/>
          </a:xfrm>
          <a:prstGeom prst="wedgeRoundRectCallout">
            <a:avLst>
              <a:gd name="adj1" fmla="val 59597"/>
              <a:gd name="adj2" fmla="val -104046"/>
              <a:gd name="adj3" fmla="val 16667"/>
            </a:avLst>
          </a:prstGeom>
          <a:gradFill rotWithShape="1">
            <a:gsLst>
              <a:gs pos="0">
                <a:srgbClr val="CFCFD1"/>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zh-CN" sz="1800" b="1">
                <a:solidFill>
                  <a:srgbClr val="CC0000"/>
                </a:solidFill>
                <a:latin typeface="+mn-lt"/>
                <a:ea typeface="楷体" pitchFamily="49" charset="-122"/>
              </a:rPr>
              <a:t>头节点</a:t>
            </a:r>
            <a:endParaRPr lang="zh-CN" altLang="en-US" sz="1800" b="1">
              <a:solidFill>
                <a:srgbClr val="CC0000"/>
              </a:solidFill>
              <a:latin typeface="+mn-lt"/>
              <a:ea typeface="楷体" pitchFamily="49" charset="-122"/>
            </a:endParaRPr>
          </a:p>
        </p:txBody>
      </p:sp>
      <p:grpSp>
        <p:nvGrpSpPr>
          <p:cNvPr id="1089590" name="Group 54"/>
          <p:cNvGrpSpPr>
            <a:grpSpLocks/>
          </p:cNvGrpSpPr>
          <p:nvPr/>
        </p:nvGrpSpPr>
        <p:grpSpPr bwMode="auto">
          <a:xfrm>
            <a:off x="2224262" y="4724400"/>
            <a:ext cx="7013575" cy="1514474"/>
            <a:chOff x="503" y="2976"/>
            <a:chExt cx="4418" cy="954"/>
          </a:xfrm>
        </p:grpSpPr>
        <p:grpSp>
          <p:nvGrpSpPr>
            <p:cNvPr id="1089555" name="Group 19"/>
            <p:cNvGrpSpPr>
              <a:grpSpLocks/>
            </p:cNvGrpSpPr>
            <p:nvPr/>
          </p:nvGrpSpPr>
          <p:grpSpPr bwMode="auto">
            <a:xfrm>
              <a:off x="1120" y="3157"/>
              <a:ext cx="455" cy="635"/>
              <a:chOff x="1111" y="3067"/>
              <a:chExt cx="455" cy="635"/>
            </a:xfrm>
          </p:grpSpPr>
          <p:sp>
            <p:nvSpPr>
              <p:cNvPr id="1089553" name="Rectangle 17"/>
              <p:cNvSpPr>
                <a:spLocks noChangeArrowheads="1"/>
              </p:cNvSpPr>
              <p:nvPr/>
            </p:nvSpPr>
            <p:spPr bwMode="auto">
              <a:xfrm>
                <a:off x="1111" y="306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089554" name="Rectangle 18"/>
              <p:cNvSpPr>
                <a:spLocks noChangeArrowheads="1"/>
              </p:cNvSpPr>
              <p:nvPr/>
            </p:nvSpPr>
            <p:spPr bwMode="auto">
              <a:xfrm>
                <a:off x="1112" y="3248"/>
                <a:ext cx="454" cy="454"/>
              </a:xfrm>
              <a:prstGeom prst="rect">
                <a:avLst/>
              </a:prstGeom>
              <a:blipFill>
                <a:blip r:embed="rId6" cstate="print"/>
                <a:tile tx="0" ty="0" sx="100000" sy="100000" flip="none" algn="tl"/>
              </a:blipFill>
              <a:ln w="19050">
                <a:solidFill>
                  <a:srgbClr val="7030A0"/>
                </a:solidFill>
                <a:miter lim="800000"/>
                <a:headEnd/>
                <a:tailEnd/>
              </a:ln>
              <a:effectLst>
                <a:outerShdw blurRad="25400" dist="50800" dir="5400000" algn="ctr" rotWithShape="0">
                  <a:srgbClr val="000000">
                    <a:alpha val="43137"/>
                  </a:srgbClr>
                </a:outerShdw>
              </a:effectLst>
            </p:spPr>
            <p:txBody>
              <a:bodyPr wrap="none" anchor="ctr"/>
              <a:lstStyle/>
              <a:p>
                <a:endParaRPr lang="zh-CN" altLang="en-US"/>
              </a:p>
            </p:txBody>
          </p:sp>
        </p:grpSp>
        <p:grpSp>
          <p:nvGrpSpPr>
            <p:cNvPr id="1089589" name="Group 53"/>
            <p:cNvGrpSpPr>
              <a:grpSpLocks/>
            </p:cNvGrpSpPr>
            <p:nvPr/>
          </p:nvGrpSpPr>
          <p:grpSpPr bwMode="auto">
            <a:xfrm>
              <a:off x="503" y="2976"/>
              <a:ext cx="4418" cy="954"/>
              <a:chOff x="503" y="2976"/>
              <a:chExt cx="4418" cy="954"/>
            </a:xfrm>
          </p:grpSpPr>
          <p:grpSp>
            <p:nvGrpSpPr>
              <p:cNvPr id="1089578" name="Group 42"/>
              <p:cNvGrpSpPr>
                <a:grpSpLocks/>
              </p:cNvGrpSpPr>
              <p:nvPr/>
            </p:nvGrpSpPr>
            <p:grpSpPr bwMode="auto">
              <a:xfrm>
                <a:off x="503" y="2976"/>
                <a:ext cx="4418" cy="954"/>
                <a:chOff x="503" y="2976"/>
                <a:chExt cx="4418" cy="954"/>
              </a:xfrm>
            </p:grpSpPr>
            <p:grpSp>
              <p:nvGrpSpPr>
                <p:cNvPr id="1089577" name="Group 41"/>
                <p:cNvGrpSpPr>
                  <a:grpSpLocks/>
                </p:cNvGrpSpPr>
                <p:nvPr/>
              </p:nvGrpSpPr>
              <p:grpSpPr bwMode="auto">
                <a:xfrm>
                  <a:off x="503" y="3022"/>
                  <a:ext cx="4418" cy="908"/>
                  <a:chOff x="503" y="3022"/>
                  <a:chExt cx="4418" cy="908"/>
                </a:xfrm>
              </p:grpSpPr>
              <p:grpSp>
                <p:nvGrpSpPr>
                  <p:cNvPr id="1089556" name="Group 20"/>
                  <p:cNvGrpSpPr>
                    <a:grpSpLocks/>
                  </p:cNvGrpSpPr>
                  <p:nvPr/>
                </p:nvGrpSpPr>
                <p:grpSpPr bwMode="auto">
                  <a:xfrm>
                    <a:off x="1940" y="3158"/>
                    <a:ext cx="455" cy="635"/>
                    <a:chOff x="1111" y="3067"/>
                    <a:chExt cx="455" cy="635"/>
                  </a:xfrm>
                </p:grpSpPr>
                <p:sp>
                  <p:nvSpPr>
                    <p:cNvPr id="1089557" name="Rectangle 21"/>
                    <p:cNvSpPr>
                      <a:spLocks noChangeArrowheads="1"/>
                    </p:cNvSpPr>
                    <p:nvPr/>
                  </p:nvSpPr>
                  <p:spPr bwMode="auto">
                    <a:xfrm>
                      <a:off x="1111" y="306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089558" name="Rectangle 22"/>
                    <p:cNvSpPr>
                      <a:spLocks noChangeArrowheads="1"/>
                    </p:cNvSpPr>
                    <p:nvPr/>
                  </p:nvSpPr>
                  <p:spPr bwMode="auto">
                    <a:xfrm>
                      <a:off x="1112" y="324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089559" name="Group 23"/>
                  <p:cNvGrpSpPr>
                    <a:grpSpLocks/>
                  </p:cNvGrpSpPr>
                  <p:nvPr/>
                </p:nvGrpSpPr>
                <p:grpSpPr bwMode="auto">
                  <a:xfrm>
                    <a:off x="2724" y="3159"/>
                    <a:ext cx="455" cy="635"/>
                    <a:chOff x="1111" y="3067"/>
                    <a:chExt cx="455" cy="635"/>
                  </a:xfrm>
                </p:grpSpPr>
                <p:sp>
                  <p:nvSpPr>
                    <p:cNvPr id="1089560" name="Rectangle 24"/>
                    <p:cNvSpPr>
                      <a:spLocks noChangeArrowheads="1"/>
                    </p:cNvSpPr>
                    <p:nvPr/>
                  </p:nvSpPr>
                  <p:spPr bwMode="auto">
                    <a:xfrm>
                      <a:off x="1111" y="306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089561" name="Rectangle 25"/>
                    <p:cNvSpPr>
                      <a:spLocks noChangeArrowheads="1"/>
                    </p:cNvSpPr>
                    <p:nvPr/>
                  </p:nvSpPr>
                  <p:spPr bwMode="auto">
                    <a:xfrm>
                      <a:off x="1112" y="324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089562" name="Group 26"/>
                  <p:cNvGrpSpPr>
                    <a:grpSpLocks/>
                  </p:cNvGrpSpPr>
                  <p:nvPr/>
                </p:nvGrpSpPr>
                <p:grpSpPr bwMode="auto">
                  <a:xfrm>
                    <a:off x="4336" y="3160"/>
                    <a:ext cx="455" cy="635"/>
                    <a:chOff x="1111" y="3067"/>
                    <a:chExt cx="455" cy="635"/>
                  </a:xfrm>
                </p:grpSpPr>
                <p:sp>
                  <p:nvSpPr>
                    <p:cNvPr id="1089563" name="Rectangle 27"/>
                    <p:cNvSpPr>
                      <a:spLocks noChangeArrowheads="1"/>
                    </p:cNvSpPr>
                    <p:nvPr/>
                  </p:nvSpPr>
                  <p:spPr bwMode="auto">
                    <a:xfrm>
                      <a:off x="1111" y="306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089564" name="Rectangle 28"/>
                    <p:cNvSpPr>
                      <a:spLocks noChangeArrowheads="1"/>
                    </p:cNvSpPr>
                    <p:nvPr/>
                  </p:nvSpPr>
                  <p:spPr bwMode="auto">
                    <a:xfrm>
                      <a:off x="1112" y="324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sp>
                <p:nvSpPr>
                  <p:cNvPr id="1089565" name="Rectangle 29"/>
                  <p:cNvSpPr>
                    <a:spLocks noChangeArrowheads="1"/>
                  </p:cNvSpPr>
                  <p:nvPr/>
                </p:nvSpPr>
                <p:spPr bwMode="auto">
                  <a:xfrm>
                    <a:off x="1020" y="3022"/>
                    <a:ext cx="681" cy="907"/>
                  </a:xfrm>
                  <a:prstGeom prst="rect">
                    <a:avLst/>
                  </a:prstGeom>
                  <a:noFill/>
                  <a:ln w="19050" cap="rnd">
                    <a:solidFill>
                      <a:srgbClr val="0000FF"/>
                    </a:solidFill>
                    <a:prstDash val="sysDot"/>
                    <a:miter lim="800000"/>
                    <a:headEnd/>
                    <a:tailEnd/>
                  </a:ln>
                  <a:effectLst/>
                </p:spPr>
                <p:txBody>
                  <a:bodyPr wrap="none" anchor="ctr"/>
                  <a:lstStyle/>
                  <a:p>
                    <a:endParaRPr lang="zh-CN" altLang="en-US"/>
                  </a:p>
                </p:txBody>
              </p:sp>
              <p:sp>
                <p:nvSpPr>
                  <p:cNvPr id="1089566" name="Rectangle 30"/>
                  <p:cNvSpPr>
                    <a:spLocks noChangeArrowheads="1"/>
                  </p:cNvSpPr>
                  <p:nvPr/>
                </p:nvSpPr>
                <p:spPr bwMode="auto">
                  <a:xfrm>
                    <a:off x="1840" y="3023"/>
                    <a:ext cx="3081" cy="907"/>
                  </a:xfrm>
                  <a:prstGeom prst="rect">
                    <a:avLst/>
                  </a:prstGeom>
                  <a:noFill/>
                  <a:ln w="19050" cap="rnd">
                    <a:solidFill>
                      <a:srgbClr val="0000FF"/>
                    </a:solidFill>
                    <a:prstDash val="sysDot"/>
                    <a:miter lim="800000"/>
                    <a:headEnd/>
                    <a:tailEnd/>
                  </a:ln>
                  <a:effectLst/>
                </p:spPr>
                <p:txBody>
                  <a:bodyPr wrap="none" anchor="ctr"/>
                  <a:lstStyle/>
                  <a:p>
                    <a:endParaRPr lang="zh-CN" altLang="en-US"/>
                  </a:p>
                </p:txBody>
              </p:sp>
              <p:sp>
                <p:nvSpPr>
                  <p:cNvPr id="1089568" name="Line 32"/>
                  <p:cNvSpPr>
                    <a:spLocks noChangeShapeType="1"/>
                  </p:cNvSpPr>
                  <p:nvPr/>
                </p:nvSpPr>
                <p:spPr bwMode="auto">
                  <a:xfrm>
                    <a:off x="1429" y="3249"/>
                    <a:ext cx="498" cy="0"/>
                  </a:xfrm>
                  <a:prstGeom prst="line">
                    <a:avLst/>
                  </a:prstGeom>
                  <a:noFill/>
                  <a:ln w="28575">
                    <a:solidFill>
                      <a:srgbClr val="C00000"/>
                    </a:solidFill>
                    <a:round/>
                    <a:headEnd/>
                    <a:tailEnd type="stealth" w="lg" len="lg"/>
                  </a:ln>
                  <a:effectLst/>
                </p:spPr>
                <p:txBody>
                  <a:bodyPr/>
                  <a:lstStyle/>
                  <a:p>
                    <a:endParaRPr lang="zh-CN" altLang="en-US"/>
                  </a:p>
                </p:txBody>
              </p:sp>
              <p:sp>
                <p:nvSpPr>
                  <p:cNvPr id="1089569" name="Line 33"/>
                  <p:cNvSpPr>
                    <a:spLocks noChangeShapeType="1"/>
                  </p:cNvSpPr>
                  <p:nvPr/>
                </p:nvSpPr>
                <p:spPr bwMode="auto">
                  <a:xfrm>
                    <a:off x="2213" y="3250"/>
                    <a:ext cx="498" cy="0"/>
                  </a:xfrm>
                  <a:prstGeom prst="line">
                    <a:avLst/>
                  </a:prstGeom>
                  <a:noFill/>
                  <a:ln w="28575">
                    <a:solidFill>
                      <a:srgbClr val="C00000"/>
                    </a:solidFill>
                    <a:round/>
                    <a:headEnd/>
                    <a:tailEnd type="stealth" w="lg" len="lg"/>
                  </a:ln>
                  <a:effectLst/>
                </p:spPr>
                <p:txBody>
                  <a:bodyPr/>
                  <a:lstStyle/>
                  <a:p>
                    <a:endParaRPr lang="zh-CN" altLang="en-US"/>
                  </a:p>
                </p:txBody>
              </p:sp>
              <p:sp>
                <p:nvSpPr>
                  <p:cNvPr id="1089570" name="Line 34"/>
                  <p:cNvSpPr>
                    <a:spLocks noChangeShapeType="1"/>
                  </p:cNvSpPr>
                  <p:nvPr/>
                </p:nvSpPr>
                <p:spPr bwMode="auto">
                  <a:xfrm>
                    <a:off x="2961" y="3251"/>
                    <a:ext cx="498" cy="0"/>
                  </a:xfrm>
                  <a:prstGeom prst="line">
                    <a:avLst/>
                  </a:prstGeom>
                  <a:noFill/>
                  <a:ln w="28575">
                    <a:solidFill>
                      <a:srgbClr val="C00000"/>
                    </a:solidFill>
                    <a:round/>
                    <a:headEnd/>
                    <a:tailEnd type="stealth" w="lg" len="lg"/>
                  </a:ln>
                  <a:effectLst/>
                </p:spPr>
                <p:txBody>
                  <a:bodyPr/>
                  <a:lstStyle/>
                  <a:p>
                    <a:endParaRPr lang="zh-CN" altLang="en-US"/>
                  </a:p>
                </p:txBody>
              </p:sp>
              <p:sp>
                <p:nvSpPr>
                  <p:cNvPr id="1089571" name="Line 35"/>
                  <p:cNvSpPr>
                    <a:spLocks noChangeShapeType="1"/>
                  </p:cNvSpPr>
                  <p:nvPr/>
                </p:nvSpPr>
                <p:spPr bwMode="auto">
                  <a:xfrm>
                    <a:off x="3835" y="3252"/>
                    <a:ext cx="498" cy="0"/>
                  </a:xfrm>
                  <a:prstGeom prst="line">
                    <a:avLst/>
                  </a:prstGeom>
                  <a:noFill/>
                  <a:ln w="28575">
                    <a:solidFill>
                      <a:srgbClr val="C00000"/>
                    </a:solidFill>
                    <a:round/>
                    <a:headEnd/>
                    <a:tailEnd type="stealth" w="lg" len="lg"/>
                  </a:ln>
                  <a:effectLst/>
                </p:spPr>
                <p:txBody>
                  <a:bodyPr/>
                  <a:lstStyle/>
                  <a:p>
                    <a:endParaRPr lang="zh-CN" altLang="en-US"/>
                  </a:p>
                </p:txBody>
              </p:sp>
              <p:sp>
                <p:nvSpPr>
                  <p:cNvPr id="1089572" name="Text Box 36"/>
                  <p:cNvSpPr txBox="1">
                    <a:spLocks noChangeArrowheads="1"/>
                  </p:cNvSpPr>
                  <p:nvPr/>
                </p:nvSpPr>
                <p:spPr bwMode="auto">
                  <a:xfrm>
                    <a:off x="3497" y="3059"/>
                    <a:ext cx="318" cy="288"/>
                  </a:xfrm>
                  <a:prstGeom prst="rect">
                    <a:avLst/>
                  </a:prstGeom>
                  <a:noFill/>
                  <a:ln w="9525">
                    <a:noFill/>
                    <a:miter lim="800000"/>
                    <a:headEnd/>
                    <a:tailEnd/>
                  </a:ln>
                  <a:effectLst/>
                </p:spPr>
                <p:txBody>
                  <a:bodyPr>
                    <a:spAutoFit/>
                  </a:bodyPr>
                  <a:lstStyle/>
                  <a:p>
                    <a:pPr>
                      <a:spcBef>
                        <a:spcPct val="50000"/>
                      </a:spcBef>
                    </a:pPr>
                    <a:r>
                      <a:rPr lang="en-US" altLang="zh-CN" b="1">
                        <a:solidFill>
                          <a:srgbClr val="C00000"/>
                        </a:solidFill>
                      </a:rPr>
                      <a:t>…</a:t>
                    </a:r>
                  </a:p>
                </p:txBody>
              </p:sp>
              <p:grpSp>
                <p:nvGrpSpPr>
                  <p:cNvPr id="1089576" name="Group 40"/>
                  <p:cNvGrpSpPr>
                    <a:grpSpLocks/>
                  </p:cNvGrpSpPr>
                  <p:nvPr/>
                </p:nvGrpSpPr>
                <p:grpSpPr bwMode="auto">
                  <a:xfrm>
                    <a:off x="503" y="3030"/>
                    <a:ext cx="608" cy="250"/>
                    <a:chOff x="503" y="3030"/>
                    <a:chExt cx="608" cy="250"/>
                  </a:xfrm>
                </p:grpSpPr>
                <p:sp>
                  <p:nvSpPr>
                    <p:cNvPr id="1089567" name="Line 31"/>
                    <p:cNvSpPr>
                      <a:spLocks noChangeShapeType="1"/>
                    </p:cNvSpPr>
                    <p:nvPr/>
                  </p:nvSpPr>
                  <p:spPr bwMode="auto">
                    <a:xfrm>
                      <a:off x="793" y="3248"/>
                      <a:ext cx="318" cy="0"/>
                    </a:xfrm>
                    <a:prstGeom prst="line">
                      <a:avLst/>
                    </a:prstGeom>
                    <a:noFill/>
                    <a:ln w="28575">
                      <a:solidFill>
                        <a:srgbClr val="C00000"/>
                      </a:solidFill>
                      <a:round/>
                      <a:headEnd/>
                      <a:tailEnd type="stealth" w="lg" len="lg"/>
                    </a:ln>
                    <a:effectLst/>
                  </p:spPr>
                  <p:txBody>
                    <a:bodyPr/>
                    <a:lstStyle/>
                    <a:p>
                      <a:endParaRPr lang="zh-CN" altLang="en-US"/>
                    </a:p>
                  </p:txBody>
                </p:sp>
                <p:sp>
                  <p:nvSpPr>
                    <p:cNvPr id="1089573" name="Text Box 37"/>
                    <p:cNvSpPr txBox="1">
                      <a:spLocks noChangeArrowheads="1"/>
                    </p:cNvSpPr>
                    <p:nvPr/>
                  </p:nvSpPr>
                  <p:spPr bwMode="auto">
                    <a:xfrm>
                      <a:off x="503" y="3030"/>
                      <a:ext cx="499"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C00000"/>
                          </a:solidFill>
                        </a:rPr>
                        <a:t>head</a:t>
                      </a:r>
                    </a:p>
                  </p:txBody>
                </p:sp>
              </p:grpSp>
              <p:sp>
                <p:nvSpPr>
                  <p:cNvPr id="1089574" name="Line 38"/>
                  <p:cNvSpPr>
                    <a:spLocks noChangeShapeType="1"/>
                  </p:cNvSpPr>
                  <p:nvPr/>
                </p:nvSpPr>
                <p:spPr bwMode="auto">
                  <a:xfrm>
                    <a:off x="3836" y="3181"/>
                    <a:ext cx="498" cy="0"/>
                  </a:xfrm>
                  <a:prstGeom prst="line">
                    <a:avLst/>
                  </a:prstGeom>
                  <a:noFill/>
                  <a:ln w="28575">
                    <a:solidFill>
                      <a:srgbClr val="002060"/>
                    </a:solidFill>
                    <a:round/>
                    <a:headEnd/>
                    <a:tailEnd type="stealth" w="lg" len="lg"/>
                  </a:ln>
                  <a:effectLst/>
                </p:spPr>
                <p:txBody>
                  <a:bodyPr/>
                  <a:lstStyle/>
                  <a:p>
                    <a:endParaRPr lang="zh-CN" altLang="en-US"/>
                  </a:p>
                </p:txBody>
              </p:sp>
            </p:grpSp>
            <p:sp>
              <p:nvSpPr>
                <p:cNvPr id="1089575" name="Text Box 39"/>
                <p:cNvSpPr txBox="1">
                  <a:spLocks noChangeArrowheads="1"/>
                </p:cNvSpPr>
                <p:nvPr/>
              </p:nvSpPr>
              <p:spPr bwMode="auto">
                <a:xfrm>
                  <a:off x="3849" y="2976"/>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tail</a:t>
                  </a:r>
                </a:p>
              </p:txBody>
            </p:sp>
          </p:grpSp>
          <p:sp>
            <p:nvSpPr>
              <p:cNvPr id="1089581" name="Text Box 45"/>
              <p:cNvSpPr txBox="1">
                <a:spLocks noChangeArrowheads="1"/>
              </p:cNvSpPr>
              <p:nvPr/>
            </p:nvSpPr>
            <p:spPr bwMode="auto">
              <a:xfrm>
                <a:off x="1919" y="3431"/>
                <a:ext cx="499" cy="231"/>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itchFamily="49" charset="-122"/>
                  </a:rPr>
                  <a:t>数据</a:t>
                </a:r>
                <a:r>
                  <a:rPr lang="en-US" altLang="zh-CN" sz="1800" b="1">
                    <a:latin typeface="+mn-lt"/>
                    <a:ea typeface="楷体" pitchFamily="49" charset="-122"/>
                  </a:rPr>
                  <a:t>1</a:t>
                </a:r>
              </a:p>
            </p:txBody>
          </p:sp>
          <p:sp>
            <p:nvSpPr>
              <p:cNvPr id="1089582" name="Text Box 46"/>
              <p:cNvSpPr txBox="1">
                <a:spLocks noChangeArrowheads="1"/>
              </p:cNvSpPr>
              <p:nvPr/>
            </p:nvSpPr>
            <p:spPr bwMode="auto">
              <a:xfrm>
                <a:off x="2712" y="3441"/>
                <a:ext cx="499" cy="231"/>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itchFamily="49" charset="-122"/>
                  </a:rPr>
                  <a:t>数据</a:t>
                </a:r>
                <a:r>
                  <a:rPr lang="en-US" altLang="zh-CN" sz="1800" b="1">
                    <a:latin typeface="+mn-lt"/>
                    <a:ea typeface="楷体" pitchFamily="49" charset="-122"/>
                  </a:rPr>
                  <a:t>2</a:t>
                </a:r>
              </a:p>
            </p:txBody>
          </p:sp>
          <p:sp>
            <p:nvSpPr>
              <p:cNvPr id="1089583" name="Text Box 47"/>
              <p:cNvSpPr txBox="1">
                <a:spLocks noChangeArrowheads="1"/>
              </p:cNvSpPr>
              <p:nvPr/>
            </p:nvSpPr>
            <p:spPr bwMode="auto">
              <a:xfrm>
                <a:off x="4306" y="3424"/>
                <a:ext cx="499" cy="231"/>
              </a:xfrm>
              <a:prstGeom prst="rect">
                <a:avLst/>
              </a:prstGeom>
              <a:noFill/>
              <a:ln w="9525">
                <a:noFill/>
                <a:miter lim="800000"/>
                <a:headEnd/>
                <a:tailEnd/>
              </a:ln>
              <a:effectLst/>
            </p:spPr>
            <p:txBody>
              <a:bodyPr>
                <a:spAutoFit/>
              </a:bodyPr>
              <a:lstStyle/>
              <a:p>
                <a:pPr>
                  <a:spcBef>
                    <a:spcPct val="50000"/>
                  </a:spcBef>
                </a:pPr>
                <a:r>
                  <a:rPr lang="zh-CN" altLang="en-US" sz="1800" b="1" dirty="0">
                    <a:latin typeface="+mn-lt"/>
                    <a:ea typeface="楷体" pitchFamily="49" charset="-122"/>
                  </a:rPr>
                  <a:t>数据</a:t>
                </a:r>
                <a:r>
                  <a:rPr lang="en-US" altLang="zh-CN" sz="1800" b="1" dirty="0">
                    <a:latin typeface="+mn-lt"/>
                    <a:ea typeface="楷体" pitchFamily="49" charset="-122"/>
                  </a:rPr>
                  <a:t>n</a:t>
                </a:r>
              </a:p>
            </p:txBody>
          </p:sp>
          <p:sp>
            <p:nvSpPr>
              <p:cNvPr id="1089587" name="Text Box 51"/>
              <p:cNvSpPr txBox="1">
                <a:spLocks noChangeArrowheads="1"/>
              </p:cNvSpPr>
              <p:nvPr/>
            </p:nvSpPr>
            <p:spPr bwMode="auto">
              <a:xfrm>
                <a:off x="4451" y="3128"/>
                <a:ext cx="215" cy="288"/>
              </a:xfrm>
              <a:prstGeom prst="rect">
                <a:avLst/>
              </a:prstGeom>
              <a:noFill/>
              <a:ln w="9525">
                <a:noFill/>
                <a:miter lim="800000"/>
                <a:headEnd/>
                <a:tailEnd/>
              </a:ln>
              <a:effectLst/>
            </p:spPr>
            <p:txBody>
              <a:bodyPr>
                <a:spAutoFit/>
              </a:bodyPr>
              <a:lstStyle/>
              <a:p>
                <a:pPr>
                  <a:spcBef>
                    <a:spcPct val="50000"/>
                  </a:spcBef>
                </a:pPr>
                <a:r>
                  <a:rPr lang="en-US" altLang="zh-CN" b="1">
                    <a:ea typeface="楷体_GB2312" pitchFamily="49" charset="-122"/>
                  </a:rPr>
                  <a:t>^</a:t>
                </a:r>
              </a:p>
            </p:txBody>
          </p:sp>
        </p:grpSp>
      </p:grpSp>
      <p:sp>
        <p:nvSpPr>
          <p:cNvPr id="1089588" name="AutoShape 52"/>
          <p:cNvSpPr>
            <a:spLocks/>
          </p:cNvSpPr>
          <p:nvPr/>
        </p:nvSpPr>
        <p:spPr bwMode="auto">
          <a:xfrm>
            <a:off x="9166398" y="4005263"/>
            <a:ext cx="1079500" cy="647700"/>
          </a:xfrm>
          <a:prstGeom prst="borderCallout2">
            <a:avLst>
              <a:gd name="adj1" fmla="val 17648"/>
              <a:gd name="adj2" fmla="val -7060"/>
              <a:gd name="adj3" fmla="val 17648"/>
              <a:gd name="adj4" fmla="val -23088"/>
              <a:gd name="adj5" fmla="val 168870"/>
              <a:gd name="adj6" fmla="val -39704"/>
            </a:avLst>
          </a:prstGeom>
          <a:gradFill rotWithShape="1">
            <a:gsLst>
              <a:gs pos="0">
                <a:srgbClr val="CFCFD1"/>
              </a:gs>
              <a:gs pos="100000">
                <a:schemeClr val="bg1"/>
              </a:gs>
            </a:gsLst>
            <a:lin ang="5400000" scaled="1"/>
          </a:gradFill>
          <a:ln w="9525">
            <a:solidFill>
              <a:srgbClr val="7030A0"/>
            </a:solidFill>
            <a:miter lim="800000"/>
            <a:headEnd/>
            <a:tailEnd/>
          </a:ln>
          <a:effectLst>
            <a:outerShdw blurRad="50800" dist="106680" dir="2700000" algn="tl" rotWithShape="0">
              <a:prstClr val="black">
                <a:alpha val="43000"/>
              </a:prstClr>
            </a:outerShdw>
          </a:effectLst>
        </p:spPr>
        <p:txBody>
          <a:bodyPr/>
          <a:lstStyle/>
          <a:p>
            <a:pPr algn="ctr"/>
            <a:r>
              <a:rPr lang="zh-CN" altLang="en-US" sz="1800" b="1">
                <a:latin typeface="+mn-lt"/>
                <a:ea typeface="楷体" pitchFamily="49" charset="-122"/>
              </a:rPr>
              <a:t>表示</a:t>
            </a:r>
            <a:r>
              <a:rPr lang="en-US" altLang="zh-CN" sz="1800" b="1">
                <a:latin typeface="+mn-lt"/>
                <a:ea typeface="楷体" pitchFamily="49" charset="-122"/>
              </a:rPr>
              <a:t>NULL</a:t>
            </a:r>
          </a:p>
        </p:txBody>
      </p:sp>
      <p:sp>
        <p:nvSpPr>
          <p:cNvPr id="1089584" name="AutoShape 48"/>
          <p:cNvSpPr>
            <a:spLocks/>
          </p:cNvSpPr>
          <p:nvPr/>
        </p:nvSpPr>
        <p:spPr bwMode="auto">
          <a:xfrm>
            <a:off x="5002387" y="6337300"/>
            <a:ext cx="1074737" cy="401638"/>
          </a:xfrm>
          <a:prstGeom prst="borderCallout2">
            <a:avLst>
              <a:gd name="adj1" fmla="val 28458"/>
              <a:gd name="adj2" fmla="val -7088"/>
              <a:gd name="adj3" fmla="val 28458"/>
              <a:gd name="adj4" fmla="val -15657"/>
              <a:gd name="adj5" fmla="val -115019"/>
              <a:gd name="adj6" fmla="val -24667"/>
            </a:avLst>
          </a:prstGeom>
          <a:gradFill rotWithShape="1">
            <a:gsLst>
              <a:gs pos="0">
                <a:srgbClr val="CFCFD1"/>
              </a:gs>
              <a:gs pos="100000">
                <a:schemeClr val="bg1"/>
              </a:gs>
            </a:gsLst>
            <a:lin ang="5400000" scaled="1"/>
          </a:gradFill>
          <a:ln w="9525">
            <a:solidFill>
              <a:srgbClr val="7030A0"/>
            </a:solidFill>
            <a:miter lim="800000"/>
            <a:headEnd/>
            <a:tailEnd/>
          </a:ln>
          <a:effectLst>
            <a:outerShdw blurRad="50800" dist="106680" dir="2700000" algn="tl" rotWithShape="0">
              <a:prstClr val="black">
                <a:alpha val="43000"/>
              </a:prstClr>
            </a:outerShdw>
          </a:effectLst>
        </p:spPr>
        <p:txBody>
          <a:bodyPr/>
          <a:lstStyle/>
          <a:p>
            <a:pPr algn="ctr"/>
            <a:r>
              <a:rPr lang="zh-CN" altLang="en-US" sz="1800" b="1">
                <a:latin typeface="+mn-lt"/>
                <a:ea typeface="楷体" pitchFamily="49" charset="-122"/>
              </a:rPr>
              <a:t>数据域</a:t>
            </a:r>
          </a:p>
        </p:txBody>
      </p:sp>
      <p:sp>
        <p:nvSpPr>
          <p:cNvPr id="1089579" name="AutoShape 43"/>
          <p:cNvSpPr>
            <a:spLocks/>
          </p:cNvSpPr>
          <p:nvPr/>
        </p:nvSpPr>
        <p:spPr bwMode="auto">
          <a:xfrm>
            <a:off x="5421487" y="4005264"/>
            <a:ext cx="1074737" cy="401637"/>
          </a:xfrm>
          <a:prstGeom prst="borderCallout2">
            <a:avLst>
              <a:gd name="adj1" fmla="val 28458"/>
              <a:gd name="adj2" fmla="val -7088"/>
              <a:gd name="adj3" fmla="val 28458"/>
              <a:gd name="adj4" fmla="val -34417"/>
              <a:gd name="adj5" fmla="val 279051"/>
              <a:gd name="adj6" fmla="val -62778"/>
            </a:avLst>
          </a:prstGeom>
          <a:gradFill rotWithShape="1">
            <a:gsLst>
              <a:gs pos="0">
                <a:srgbClr val="CFCFD1"/>
              </a:gs>
              <a:gs pos="100000">
                <a:schemeClr val="bg1"/>
              </a:gs>
            </a:gsLst>
            <a:lin ang="5400000" scaled="1"/>
          </a:gradFill>
          <a:ln w="9525">
            <a:solidFill>
              <a:srgbClr val="7030A0"/>
            </a:solidFill>
            <a:miter lim="800000"/>
            <a:headEnd/>
            <a:tailEnd/>
          </a:ln>
          <a:effectLst>
            <a:outerShdw blurRad="50800" dist="106680" dir="2700000" algn="tl" rotWithShape="0">
              <a:prstClr val="black">
                <a:alpha val="43000"/>
              </a:prstClr>
            </a:outerShdw>
          </a:effectLst>
        </p:spPr>
        <p:txBody>
          <a:bodyPr/>
          <a:lstStyle/>
          <a:p>
            <a:pPr algn="ctr"/>
            <a:r>
              <a:rPr lang="zh-CN" altLang="en-US" sz="1800" b="1">
                <a:latin typeface="+mn-lt"/>
                <a:ea typeface="楷体" pitchFamily="49" charset="-122"/>
              </a:rPr>
              <a:t>指针域</a:t>
            </a:r>
          </a:p>
        </p:txBody>
      </p:sp>
      <p:sp>
        <p:nvSpPr>
          <p:cNvPr id="51" name="Rectangle 4">
            <a:extLst>
              <a:ext uri="{FF2B5EF4-FFF2-40B4-BE49-F238E27FC236}">
                <a16:creationId xmlns:a16="http://schemas.microsoft.com/office/drawing/2014/main" id="{2849A621-9835-4696-ACC5-1D175D8FD7E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89544"/>
                                        </p:tgtEl>
                                        <p:attrNameLst>
                                          <p:attrName>style.visibility</p:attrName>
                                        </p:attrNameLst>
                                      </p:cBhvr>
                                      <p:to>
                                        <p:strVal val="visible"/>
                                      </p:to>
                                    </p:set>
                                    <p:anim calcmode="lin" valueType="num">
                                      <p:cBhvr additive="base">
                                        <p:cTn id="7" dur="500" fill="hold"/>
                                        <p:tgtEl>
                                          <p:spTgt spid="1089544"/>
                                        </p:tgtEl>
                                        <p:attrNameLst>
                                          <p:attrName>ppt_x</p:attrName>
                                        </p:attrNameLst>
                                      </p:cBhvr>
                                      <p:tavLst>
                                        <p:tav tm="0">
                                          <p:val>
                                            <p:strVal val="0-#ppt_w/2"/>
                                          </p:val>
                                        </p:tav>
                                        <p:tav tm="100000">
                                          <p:val>
                                            <p:strVal val="#ppt_x"/>
                                          </p:val>
                                        </p:tav>
                                      </p:tavLst>
                                    </p:anim>
                                    <p:anim calcmode="lin" valueType="num">
                                      <p:cBhvr additive="base">
                                        <p:cTn id="8" dur="500" fill="hold"/>
                                        <p:tgtEl>
                                          <p:spTgt spid="108954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89545"/>
                                        </p:tgtEl>
                                        <p:attrNameLst>
                                          <p:attrName>style.visibility</p:attrName>
                                        </p:attrNameLst>
                                      </p:cBhvr>
                                      <p:to>
                                        <p:strVal val="visible"/>
                                      </p:to>
                                    </p:set>
                                    <p:anim calcmode="lin" valueType="num">
                                      <p:cBhvr additive="base">
                                        <p:cTn id="13" dur="500" fill="hold"/>
                                        <p:tgtEl>
                                          <p:spTgt spid="1089545"/>
                                        </p:tgtEl>
                                        <p:attrNameLst>
                                          <p:attrName>ppt_x</p:attrName>
                                        </p:attrNameLst>
                                      </p:cBhvr>
                                      <p:tavLst>
                                        <p:tav tm="0">
                                          <p:val>
                                            <p:strVal val="0-#ppt_w/2"/>
                                          </p:val>
                                        </p:tav>
                                        <p:tav tm="100000">
                                          <p:val>
                                            <p:strVal val="#ppt_x"/>
                                          </p:val>
                                        </p:tav>
                                      </p:tavLst>
                                    </p:anim>
                                    <p:anim calcmode="lin" valueType="num">
                                      <p:cBhvr additive="base">
                                        <p:cTn id="14" dur="500" fill="hold"/>
                                        <p:tgtEl>
                                          <p:spTgt spid="108954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89546"/>
                                        </p:tgtEl>
                                        <p:attrNameLst>
                                          <p:attrName>style.visibility</p:attrName>
                                        </p:attrNameLst>
                                      </p:cBhvr>
                                      <p:to>
                                        <p:strVal val="visible"/>
                                      </p:to>
                                    </p:set>
                                    <p:anim calcmode="lin" valueType="num">
                                      <p:cBhvr additive="base">
                                        <p:cTn id="19" dur="500" fill="hold"/>
                                        <p:tgtEl>
                                          <p:spTgt spid="1089546"/>
                                        </p:tgtEl>
                                        <p:attrNameLst>
                                          <p:attrName>ppt_x</p:attrName>
                                        </p:attrNameLst>
                                      </p:cBhvr>
                                      <p:tavLst>
                                        <p:tav tm="0">
                                          <p:val>
                                            <p:strVal val="0-#ppt_w/2"/>
                                          </p:val>
                                        </p:tav>
                                        <p:tav tm="100000">
                                          <p:val>
                                            <p:strVal val="#ppt_x"/>
                                          </p:val>
                                        </p:tav>
                                      </p:tavLst>
                                    </p:anim>
                                    <p:anim calcmode="lin" valueType="num">
                                      <p:cBhvr additive="base">
                                        <p:cTn id="20" dur="500" fill="hold"/>
                                        <p:tgtEl>
                                          <p:spTgt spid="108954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89547"/>
                                        </p:tgtEl>
                                        <p:attrNameLst>
                                          <p:attrName>style.visibility</p:attrName>
                                        </p:attrNameLst>
                                      </p:cBhvr>
                                      <p:to>
                                        <p:strVal val="visible"/>
                                      </p:to>
                                    </p:set>
                                    <p:anim calcmode="lin" valueType="num">
                                      <p:cBhvr additive="base">
                                        <p:cTn id="25" dur="500" fill="hold"/>
                                        <p:tgtEl>
                                          <p:spTgt spid="1089547"/>
                                        </p:tgtEl>
                                        <p:attrNameLst>
                                          <p:attrName>ppt_x</p:attrName>
                                        </p:attrNameLst>
                                      </p:cBhvr>
                                      <p:tavLst>
                                        <p:tav tm="0">
                                          <p:val>
                                            <p:strVal val="0-#ppt_w/2"/>
                                          </p:val>
                                        </p:tav>
                                        <p:tav tm="100000">
                                          <p:val>
                                            <p:strVal val="#ppt_x"/>
                                          </p:val>
                                        </p:tav>
                                      </p:tavLst>
                                    </p:anim>
                                    <p:anim calcmode="lin" valueType="num">
                                      <p:cBhvr additive="base">
                                        <p:cTn id="26" dur="500" fill="hold"/>
                                        <p:tgtEl>
                                          <p:spTgt spid="108954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4" name="whoosh.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1089549"/>
                                        </p:tgtEl>
                                        <p:attrNameLst>
                                          <p:attrName>style.visibility</p:attrName>
                                        </p:attrNameLst>
                                      </p:cBhvr>
                                      <p:to>
                                        <p:strVal val="visible"/>
                                      </p:to>
                                    </p:set>
                                    <p:animEffect transition="in" filter="box(out)">
                                      <p:cBhvr>
                                        <p:cTn id="31" dur="500"/>
                                        <p:tgtEl>
                                          <p:spTgt spid="1089549"/>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089548"/>
                                        </p:tgtEl>
                                        <p:attrNameLst>
                                          <p:attrName>style.visibility</p:attrName>
                                        </p:attrNameLst>
                                      </p:cBhvr>
                                      <p:to>
                                        <p:strVal val="visible"/>
                                      </p:to>
                                    </p:set>
                                    <p:anim calcmode="lin" valueType="num">
                                      <p:cBhvr additive="base">
                                        <p:cTn id="36" dur="500" fill="hold"/>
                                        <p:tgtEl>
                                          <p:spTgt spid="1089548"/>
                                        </p:tgtEl>
                                        <p:attrNameLst>
                                          <p:attrName>ppt_x</p:attrName>
                                        </p:attrNameLst>
                                      </p:cBhvr>
                                      <p:tavLst>
                                        <p:tav tm="0">
                                          <p:val>
                                            <p:strVal val="0-#ppt_w/2"/>
                                          </p:val>
                                        </p:tav>
                                        <p:tav tm="100000">
                                          <p:val>
                                            <p:strVal val="#ppt_x"/>
                                          </p:val>
                                        </p:tav>
                                      </p:tavLst>
                                    </p:anim>
                                    <p:anim calcmode="lin" valueType="num">
                                      <p:cBhvr additive="base">
                                        <p:cTn id="37" dur="500" fill="hold"/>
                                        <p:tgtEl>
                                          <p:spTgt spid="108954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4" name="whoosh.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089550">
                                            <p:txEl>
                                              <p:pRg st="0" end="0"/>
                                            </p:txEl>
                                          </p:spTgt>
                                        </p:tgtEl>
                                        <p:attrNameLst>
                                          <p:attrName>style.visibility</p:attrName>
                                        </p:attrNameLst>
                                      </p:cBhvr>
                                      <p:to>
                                        <p:strVal val="visible"/>
                                      </p:to>
                                    </p:set>
                                    <p:animEffect transition="in" filter="box(out)">
                                      <p:cBhvr>
                                        <p:cTn id="42" dur="500"/>
                                        <p:tgtEl>
                                          <p:spTgt spid="1089550">
                                            <p:txEl>
                                              <p:pRg st="0" end="0"/>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089590"/>
                                        </p:tgtEl>
                                        <p:attrNameLst>
                                          <p:attrName>style.visibility</p:attrName>
                                        </p:attrNameLst>
                                      </p:cBhvr>
                                      <p:to>
                                        <p:strVal val="visible"/>
                                      </p:to>
                                    </p:set>
                                    <p:animEffect transition="in" filter="box(out)">
                                      <p:cBhvr>
                                        <p:cTn id="47" dur="500"/>
                                        <p:tgtEl>
                                          <p:spTgt spid="1089590"/>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1089586"/>
                                        </p:tgtEl>
                                        <p:attrNameLst>
                                          <p:attrName>style.visibility</p:attrName>
                                        </p:attrNameLst>
                                      </p:cBhvr>
                                      <p:to>
                                        <p:strVal val="visible"/>
                                      </p:to>
                                    </p:set>
                                    <p:animEffect transition="in" filter="strips(downLeft)">
                                      <p:cBhvr>
                                        <p:cTn id="52" dur="500"/>
                                        <p:tgtEl>
                                          <p:spTgt spid="1089586"/>
                                        </p:tgtEl>
                                      </p:cBhvr>
                                    </p:animEffect>
                                  </p:childTnLst>
                                  <p:subTnLst>
                                    <p:audio>
                                      <p:cMediaNode>
                                        <p:cTn display="0" masterRel="sameClick">
                                          <p:stCondLst>
                                            <p:cond evt="begin" delay="0">
                                              <p:tn val="50"/>
                                            </p:cond>
                                          </p:stCondLst>
                                          <p:endCondLst>
                                            <p:cond evt="onStopAudio" delay="0">
                                              <p:tgtEl>
                                                <p:sldTgt/>
                                              </p:tgtEl>
                                            </p:cond>
                                          </p:endCondLst>
                                        </p:cTn>
                                        <p:tgtEl>
                                          <p:sndTgt r:embed="rId5" name="laser.wav"/>
                                        </p:tgtEl>
                                      </p:cMediaNode>
                                    </p:audio>
                                  </p:subTnLst>
                                </p:cTn>
                              </p:par>
                            </p:childTnLst>
                          </p:cTn>
                        </p:par>
                      </p:childTnLst>
                    </p:cTn>
                  </p:par>
                  <p:par>
                    <p:cTn id="53" fill="hold">
                      <p:stCondLst>
                        <p:cond delay="indefinite"/>
                      </p:stCondLst>
                      <p:childTnLst>
                        <p:par>
                          <p:cTn id="54" fill="hold">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1089585"/>
                                        </p:tgtEl>
                                        <p:attrNameLst>
                                          <p:attrName>style.visibility</p:attrName>
                                        </p:attrNameLst>
                                      </p:cBhvr>
                                      <p:to>
                                        <p:strVal val="visible"/>
                                      </p:to>
                                    </p:set>
                                    <p:animEffect transition="in" filter="strips(downRight)">
                                      <p:cBhvr>
                                        <p:cTn id="57" dur="500"/>
                                        <p:tgtEl>
                                          <p:spTgt spid="1089585"/>
                                        </p:tgtEl>
                                      </p:cBhvr>
                                    </p:animEffect>
                                  </p:childTnLst>
                                  <p:subTnLst>
                                    <p:audio>
                                      <p:cMediaNode>
                                        <p:cTn display="0" masterRel="sameClick">
                                          <p:stCondLst>
                                            <p:cond evt="begin" delay="0">
                                              <p:tn val="55"/>
                                            </p:cond>
                                          </p:stCondLst>
                                          <p:endCondLst>
                                            <p:cond evt="onStopAudio" delay="0">
                                              <p:tgtEl>
                                                <p:sldTgt/>
                                              </p:tgtEl>
                                            </p:cond>
                                          </p:endCondLst>
                                        </p:cTn>
                                        <p:tgtEl>
                                          <p:sndTgt r:embed="rId5" name="laser.wav"/>
                                        </p:tgtEl>
                                      </p:cMediaNode>
                                    </p:audio>
                                  </p:subTnLst>
                                </p:cTn>
                              </p:par>
                            </p:childTnLst>
                          </p:cTn>
                        </p:par>
                      </p:childTnLst>
                    </p:cTn>
                  </p:par>
                  <p:par>
                    <p:cTn id="58" fill="hold">
                      <p:stCondLst>
                        <p:cond delay="indefinite"/>
                      </p:stCondLst>
                      <p:childTnLst>
                        <p:par>
                          <p:cTn id="59" fill="hold">
                            <p:stCondLst>
                              <p:cond delay="0"/>
                            </p:stCondLst>
                            <p:childTnLst>
                              <p:par>
                                <p:cTn id="60" presetID="18" presetClass="entr" presetSubtype="3" fill="hold" grpId="0" nodeType="clickEffect">
                                  <p:stCondLst>
                                    <p:cond delay="0"/>
                                  </p:stCondLst>
                                  <p:childTnLst>
                                    <p:set>
                                      <p:cBhvr>
                                        <p:cTn id="61" dur="1" fill="hold">
                                          <p:stCondLst>
                                            <p:cond delay="0"/>
                                          </p:stCondLst>
                                        </p:cTn>
                                        <p:tgtEl>
                                          <p:spTgt spid="1089579"/>
                                        </p:tgtEl>
                                        <p:attrNameLst>
                                          <p:attrName>style.visibility</p:attrName>
                                        </p:attrNameLst>
                                      </p:cBhvr>
                                      <p:to>
                                        <p:strVal val="visible"/>
                                      </p:to>
                                    </p:set>
                                    <p:animEffect transition="in" filter="strips(upRight)">
                                      <p:cBhvr>
                                        <p:cTn id="62" dur="500"/>
                                        <p:tgtEl>
                                          <p:spTgt spid="1089579"/>
                                        </p:tgtEl>
                                      </p:cBhvr>
                                    </p:animEffect>
                                  </p:childTnLst>
                                  <p:subTnLst>
                                    <p:audio>
                                      <p:cMediaNode>
                                        <p:cTn display="0" masterRel="sameClick">
                                          <p:stCondLst>
                                            <p:cond evt="begin" delay="0">
                                              <p:tn val="60"/>
                                            </p:cond>
                                          </p:stCondLst>
                                          <p:endCondLst>
                                            <p:cond evt="onStopAudio" delay="0">
                                              <p:tgtEl>
                                                <p:sldTgt/>
                                              </p:tgtEl>
                                            </p:cond>
                                          </p:endCondLst>
                                        </p:cTn>
                                        <p:tgtEl>
                                          <p:sndTgt r:embed="rId5" name="laser.wav"/>
                                        </p:tgtEl>
                                      </p:cMediaNode>
                                    </p:audio>
                                  </p:subTnLst>
                                </p:cTn>
                              </p:par>
                            </p:childTnLst>
                          </p:cTn>
                        </p:par>
                      </p:childTnLst>
                    </p:cTn>
                  </p:par>
                  <p:par>
                    <p:cTn id="63" fill="hold">
                      <p:stCondLst>
                        <p:cond delay="indefinite"/>
                      </p:stCondLst>
                      <p:childTnLst>
                        <p:par>
                          <p:cTn id="64" fill="hold">
                            <p:stCondLst>
                              <p:cond delay="0"/>
                            </p:stCondLst>
                            <p:childTnLst>
                              <p:par>
                                <p:cTn id="65" presetID="18" presetClass="entr" presetSubtype="6" fill="hold" grpId="0" nodeType="clickEffect">
                                  <p:stCondLst>
                                    <p:cond delay="0"/>
                                  </p:stCondLst>
                                  <p:childTnLst>
                                    <p:set>
                                      <p:cBhvr>
                                        <p:cTn id="66" dur="1" fill="hold">
                                          <p:stCondLst>
                                            <p:cond delay="0"/>
                                          </p:stCondLst>
                                        </p:cTn>
                                        <p:tgtEl>
                                          <p:spTgt spid="1089584"/>
                                        </p:tgtEl>
                                        <p:attrNameLst>
                                          <p:attrName>style.visibility</p:attrName>
                                        </p:attrNameLst>
                                      </p:cBhvr>
                                      <p:to>
                                        <p:strVal val="visible"/>
                                      </p:to>
                                    </p:set>
                                    <p:animEffect transition="in" filter="strips(downRight)">
                                      <p:cBhvr>
                                        <p:cTn id="67" dur="500"/>
                                        <p:tgtEl>
                                          <p:spTgt spid="1089584"/>
                                        </p:tgtEl>
                                      </p:cBhvr>
                                    </p:animEffect>
                                  </p:childTnLst>
                                  <p:subTnLst>
                                    <p:audio>
                                      <p:cMediaNode>
                                        <p:cTn display="0" masterRel="sameClick">
                                          <p:stCondLst>
                                            <p:cond evt="begin" delay="0">
                                              <p:tn val="65"/>
                                            </p:cond>
                                          </p:stCondLst>
                                          <p:endCondLst>
                                            <p:cond evt="onStopAudio" delay="0">
                                              <p:tgtEl>
                                                <p:sldTgt/>
                                              </p:tgtEl>
                                            </p:cond>
                                          </p:endCondLst>
                                        </p:cTn>
                                        <p:tgtEl>
                                          <p:sndTgt r:embed="rId5" name="laser.wav"/>
                                        </p:tgtEl>
                                      </p:cMediaNode>
                                    </p:audio>
                                  </p:subTnLst>
                                </p:cTn>
                              </p:par>
                            </p:childTnLst>
                          </p:cTn>
                        </p:par>
                      </p:childTnLst>
                    </p:cTn>
                  </p:par>
                  <p:par>
                    <p:cTn id="68" fill="hold">
                      <p:stCondLst>
                        <p:cond delay="indefinite"/>
                      </p:stCondLst>
                      <p:childTnLst>
                        <p:par>
                          <p:cTn id="69" fill="hold">
                            <p:stCondLst>
                              <p:cond delay="0"/>
                            </p:stCondLst>
                            <p:childTnLst>
                              <p:par>
                                <p:cTn id="70" presetID="18" presetClass="entr" presetSubtype="3" fill="hold" grpId="0" nodeType="clickEffect">
                                  <p:stCondLst>
                                    <p:cond delay="0"/>
                                  </p:stCondLst>
                                  <p:childTnLst>
                                    <p:set>
                                      <p:cBhvr>
                                        <p:cTn id="71" dur="1" fill="hold">
                                          <p:stCondLst>
                                            <p:cond delay="0"/>
                                          </p:stCondLst>
                                        </p:cTn>
                                        <p:tgtEl>
                                          <p:spTgt spid="1089580"/>
                                        </p:tgtEl>
                                        <p:attrNameLst>
                                          <p:attrName>style.visibility</p:attrName>
                                        </p:attrNameLst>
                                      </p:cBhvr>
                                      <p:to>
                                        <p:strVal val="visible"/>
                                      </p:to>
                                    </p:set>
                                    <p:animEffect transition="in" filter="strips(upRight)">
                                      <p:cBhvr>
                                        <p:cTn id="72" dur="500"/>
                                        <p:tgtEl>
                                          <p:spTgt spid="1089580"/>
                                        </p:tgtEl>
                                      </p:cBhvr>
                                    </p:animEffect>
                                  </p:childTnLst>
                                  <p:subTnLst>
                                    <p:audio>
                                      <p:cMediaNode>
                                        <p:cTn display="0" masterRel="sameClick">
                                          <p:stCondLst>
                                            <p:cond evt="begin" delay="0">
                                              <p:tn val="70"/>
                                            </p:cond>
                                          </p:stCondLst>
                                          <p:endCondLst>
                                            <p:cond evt="onStopAudio" delay="0">
                                              <p:tgtEl>
                                                <p:sldTgt/>
                                              </p:tgtEl>
                                            </p:cond>
                                          </p:endCondLst>
                                        </p:cTn>
                                        <p:tgtEl>
                                          <p:sndTgt r:embed="rId5" name="laser.wav"/>
                                        </p:tgtEl>
                                      </p:cMediaNode>
                                    </p:audio>
                                  </p:subTnLst>
                                </p:cTn>
                              </p:par>
                            </p:childTnLst>
                          </p:cTn>
                        </p:par>
                      </p:childTnLst>
                    </p:cTn>
                  </p:par>
                  <p:par>
                    <p:cTn id="73" fill="hold">
                      <p:stCondLst>
                        <p:cond delay="indefinite"/>
                      </p:stCondLst>
                      <p:childTnLst>
                        <p:par>
                          <p:cTn id="74" fill="hold">
                            <p:stCondLst>
                              <p:cond delay="0"/>
                            </p:stCondLst>
                            <p:childTnLst>
                              <p:par>
                                <p:cTn id="75" presetID="18" presetClass="entr" presetSubtype="3" fill="hold" grpId="0" nodeType="clickEffect">
                                  <p:stCondLst>
                                    <p:cond delay="0"/>
                                  </p:stCondLst>
                                  <p:childTnLst>
                                    <p:set>
                                      <p:cBhvr>
                                        <p:cTn id="76" dur="1" fill="hold">
                                          <p:stCondLst>
                                            <p:cond delay="0"/>
                                          </p:stCondLst>
                                        </p:cTn>
                                        <p:tgtEl>
                                          <p:spTgt spid="1089588"/>
                                        </p:tgtEl>
                                        <p:attrNameLst>
                                          <p:attrName>style.visibility</p:attrName>
                                        </p:attrNameLst>
                                      </p:cBhvr>
                                      <p:to>
                                        <p:strVal val="visible"/>
                                      </p:to>
                                    </p:set>
                                    <p:animEffect transition="in" filter="strips(upRight)">
                                      <p:cBhvr>
                                        <p:cTn id="77" dur="500"/>
                                        <p:tgtEl>
                                          <p:spTgt spid="1089588"/>
                                        </p:tgtEl>
                                      </p:cBhvr>
                                    </p:animEffect>
                                  </p:childTnLst>
                                  <p:subTnLst>
                                    <p:audio>
                                      <p:cMediaNode>
                                        <p:cTn display="0" masterRel="sameClick">
                                          <p:stCondLst>
                                            <p:cond evt="begin" delay="0">
                                              <p:tn val="75"/>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9544" grpId="0"/>
      <p:bldP spid="1089545" grpId="0"/>
      <p:bldP spid="1089546" grpId="0"/>
      <p:bldP spid="1089547" grpId="0"/>
      <p:bldP spid="1089548" grpId="0"/>
      <p:bldP spid="1089549" grpId="0"/>
      <p:bldP spid="1089580" grpId="0" animBg="1"/>
      <p:bldP spid="1089585" grpId="0" animBg="1"/>
      <p:bldP spid="1089586" grpId="0" animBg="1"/>
      <p:bldP spid="1089588" grpId="0" animBg="1"/>
      <p:bldP spid="1089584" grpId="0" animBg="1"/>
      <p:bldP spid="1089579"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1635" name="Rectangle 51"/>
          <p:cNvSpPr>
            <a:spLocks noChangeArrowheads="1"/>
          </p:cNvSpPr>
          <p:nvPr/>
        </p:nvSpPr>
        <p:spPr bwMode="auto">
          <a:xfrm>
            <a:off x="558504" y="1115319"/>
            <a:ext cx="8691803" cy="461665"/>
          </a:xfrm>
          <a:prstGeom prst="rect">
            <a:avLst/>
          </a:prstGeom>
          <a:noFill/>
          <a:ln w="9525">
            <a:noFill/>
            <a:miter lim="800000"/>
            <a:headEnd/>
            <a:tailEnd/>
          </a:ln>
          <a:effectLst/>
        </p:spPr>
        <p:txBody>
          <a:bodyPr wrap="none" anchor="ctr">
            <a:spAutoFit/>
          </a:bodyPr>
          <a:lstStyle/>
          <a:p>
            <a:r>
              <a:rPr lang="zh-CN" altLang="en-US" b="1" dirty="0">
                <a:effectLst>
                  <a:outerShdw blurRad="38100" dist="38100" dir="2700000" algn="tl">
                    <a:srgbClr val="FFFFFF"/>
                  </a:outerShdw>
                </a:effectLst>
                <a:latin typeface="+mn-lt"/>
                <a:ea typeface="楷体" pitchFamily="49" charset="-122"/>
              </a:rPr>
              <a:t>线性链表中的节点可以用一个结构体类型来定义，其形式为：</a:t>
            </a:r>
            <a:r>
              <a:rPr lang="zh-CN" altLang="en-US" dirty="0">
                <a:latin typeface="+mn-lt"/>
                <a:ea typeface="楷体" pitchFamily="49" charset="-122"/>
              </a:rPr>
              <a:t> </a:t>
            </a:r>
          </a:p>
        </p:txBody>
      </p:sp>
      <p:sp>
        <p:nvSpPr>
          <p:cNvPr id="1091636" name="Text Box 52"/>
          <p:cNvSpPr txBox="1">
            <a:spLocks noChangeArrowheads="1"/>
          </p:cNvSpPr>
          <p:nvPr/>
        </p:nvSpPr>
        <p:spPr bwMode="auto">
          <a:xfrm>
            <a:off x="1754014" y="1679525"/>
            <a:ext cx="8374434" cy="1728788"/>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err="1">
                <a:solidFill>
                  <a:srgbClr val="C00000"/>
                </a:solidFill>
                <a:latin typeface="+mn-lt"/>
                <a:ea typeface="楷体" pitchFamily="49" charset="-122"/>
              </a:rPr>
              <a:t>struct</a:t>
            </a:r>
            <a:r>
              <a:rPr lang="en-US" altLang="zh-CN" sz="2000" b="1" dirty="0">
                <a:solidFill>
                  <a:srgbClr val="C00000"/>
                </a:solidFill>
                <a:latin typeface="+mn-lt"/>
                <a:ea typeface="楷体" pitchFamily="49" charset="-122"/>
              </a:rPr>
              <a:t> </a:t>
            </a:r>
            <a:r>
              <a:rPr lang="zh-CN" altLang="en-US" sz="2000" b="1" dirty="0">
                <a:solidFill>
                  <a:srgbClr val="C00000"/>
                </a:solidFill>
                <a:latin typeface="+mn-lt"/>
                <a:ea typeface="楷体" pitchFamily="49" charset="-122"/>
              </a:rPr>
              <a:t>节点结构体类型名</a:t>
            </a:r>
          </a:p>
          <a:p>
            <a:r>
              <a:rPr lang="en-US" altLang="zh-CN" sz="2000" b="1" dirty="0">
                <a:latin typeface="+mn-lt"/>
                <a:ea typeface="楷体" pitchFamily="49" charset="-122"/>
              </a:rPr>
              <a:t>{</a:t>
            </a:r>
          </a:p>
          <a:p>
            <a:r>
              <a:rPr lang="en-US" altLang="zh-CN" sz="2000" b="1" dirty="0">
                <a:latin typeface="+mn-lt"/>
                <a:ea typeface="楷体" pitchFamily="49" charset="-122"/>
              </a:rPr>
              <a:t>   </a:t>
            </a:r>
            <a:r>
              <a:rPr lang="zh-CN" altLang="en-US" sz="2000" b="1" dirty="0">
                <a:latin typeface="+mn-lt"/>
                <a:ea typeface="楷体" pitchFamily="49" charset="-122"/>
              </a:rPr>
              <a:t>数据成员定义；</a:t>
            </a:r>
          </a:p>
          <a:p>
            <a:r>
              <a:rPr lang="zh-CN" altLang="en-US" sz="2000" b="1" dirty="0">
                <a:solidFill>
                  <a:srgbClr val="C00000"/>
                </a:solidFill>
                <a:latin typeface="+mn-lt"/>
                <a:ea typeface="楷体" pitchFamily="49" charset="-122"/>
              </a:rPr>
              <a:t>   </a:t>
            </a:r>
            <a:r>
              <a:rPr lang="en-US" altLang="zh-CN" sz="2000" b="1" dirty="0" err="1">
                <a:solidFill>
                  <a:srgbClr val="C00000"/>
                </a:solidFill>
                <a:latin typeface="+mn-lt"/>
                <a:ea typeface="楷体" pitchFamily="49" charset="-122"/>
              </a:rPr>
              <a:t>struct</a:t>
            </a:r>
            <a:r>
              <a:rPr lang="en-US" altLang="zh-CN" sz="2000" b="1" dirty="0">
                <a:solidFill>
                  <a:srgbClr val="C00000"/>
                </a:solidFill>
                <a:latin typeface="+mn-lt"/>
                <a:ea typeface="楷体" pitchFamily="49" charset="-122"/>
              </a:rPr>
              <a:t> </a:t>
            </a:r>
            <a:r>
              <a:rPr lang="zh-CN" altLang="en-US" sz="2000" b="1" dirty="0">
                <a:solidFill>
                  <a:srgbClr val="C00000"/>
                </a:solidFill>
                <a:latin typeface="+mn-lt"/>
                <a:ea typeface="楷体" pitchFamily="49" charset="-122"/>
              </a:rPr>
              <a:t>节点结构体类型名  </a:t>
            </a:r>
            <a:r>
              <a:rPr lang="zh-CN" altLang="en-US" sz="2000" b="1" dirty="0">
                <a:solidFill>
                  <a:srgbClr val="002060"/>
                </a:solidFill>
                <a:latin typeface="+mn-lt"/>
                <a:ea typeface="楷体" pitchFamily="49" charset="-122"/>
              </a:rPr>
              <a:t>*指针变量名</a:t>
            </a:r>
            <a:r>
              <a:rPr lang="zh-CN" altLang="en-US" sz="2000" b="1" dirty="0">
                <a:latin typeface="+mn-lt"/>
                <a:ea typeface="楷体" pitchFamily="49" charset="-122"/>
              </a:rPr>
              <a:t>；</a:t>
            </a:r>
          </a:p>
          <a:p>
            <a:r>
              <a:rPr lang="en-US" altLang="zh-CN" sz="2000" b="1" dirty="0">
                <a:latin typeface="+mn-lt"/>
                <a:ea typeface="楷体" pitchFamily="49" charset="-122"/>
              </a:rPr>
              <a:t>};</a:t>
            </a:r>
          </a:p>
        </p:txBody>
      </p:sp>
      <p:sp>
        <p:nvSpPr>
          <p:cNvPr id="1091638" name="Rectangle 54" descr="信纸"/>
          <p:cNvSpPr>
            <a:spLocks noChangeArrowheads="1"/>
          </p:cNvSpPr>
          <p:nvPr/>
        </p:nvSpPr>
        <p:spPr bwMode="auto">
          <a:xfrm>
            <a:off x="1764090" y="3767286"/>
            <a:ext cx="8364358" cy="268605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0000"/>
                </a:solidFill>
                <a:ea typeface="隶书" pitchFamily="49" charset="-122"/>
              </a:rPr>
              <a:t>例：</a:t>
            </a:r>
          </a:p>
          <a:p>
            <a:r>
              <a:rPr lang="en-US" altLang="zh-CN" b="1" dirty="0">
                <a:solidFill>
                  <a:srgbClr val="C00000"/>
                </a:solidFill>
              </a:rPr>
              <a:t>struct  </a:t>
            </a:r>
            <a:r>
              <a:rPr lang="en-US" altLang="zh-CN" b="1" dirty="0" err="1"/>
              <a:t>Grade_Info</a:t>
            </a:r>
            <a:endParaRPr lang="en-US" altLang="zh-CN" b="1" dirty="0"/>
          </a:p>
          <a:p>
            <a:r>
              <a:rPr lang="en-US" altLang="zh-CN" b="1" dirty="0"/>
              <a:t>{</a:t>
            </a:r>
          </a:p>
          <a:p>
            <a:r>
              <a:rPr lang="en-US" altLang="zh-CN" b="1" dirty="0"/>
              <a:t>  int  score;    </a:t>
            </a:r>
          </a:p>
          <a:p>
            <a:r>
              <a:rPr lang="en-US" altLang="zh-CN" b="1" dirty="0"/>
              <a:t>  struct  </a:t>
            </a:r>
            <a:r>
              <a:rPr lang="en-US" altLang="zh-CN" b="1" dirty="0" err="1"/>
              <a:t>Grade_Info</a:t>
            </a:r>
            <a:r>
              <a:rPr lang="en-US" altLang="zh-CN" b="1" dirty="0"/>
              <a:t>  *next;</a:t>
            </a:r>
          </a:p>
          <a:p>
            <a:r>
              <a:rPr lang="en-US" altLang="zh-CN" b="1" dirty="0"/>
              <a:t>};</a:t>
            </a:r>
          </a:p>
          <a:p>
            <a:r>
              <a:rPr lang="en-US" altLang="zh-CN" b="1" dirty="0">
                <a:solidFill>
                  <a:srgbClr val="CC0000"/>
                </a:solidFill>
              </a:rPr>
              <a:t>typedef  struct  </a:t>
            </a:r>
            <a:r>
              <a:rPr lang="en-US" altLang="zh-CN" b="1" dirty="0" err="1">
                <a:solidFill>
                  <a:srgbClr val="CC0000"/>
                </a:solidFill>
              </a:rPr>
              <a:t>Grade_Info</a:t>
            </a:r>
            <a:r>
              <a:rPr lang="en-US" altLang="zh-CN" b="1" dirty="0"/>
              <a:t>  </a:t>
            </a:r>
            <a:r>
              <a:rPr lang="en-US" altLang="zh-CN" b="1" dirty="0">
                <a:solidFill>
                  <a:srgbClr val="002060"/>
                </a:solidFill>
              </a:rPr>
              <a:t>NODE</a:t>
            </a:r>
            <a:r>
              <a:rPr lang="en-US" altLang="zh-CN" b="1" dirty="0"/>
              <a:t>;</a:t>
            </a:r>
            <a:r>
              <a:rPr lang="en-US" altLang="zh-CN" dirty="0"/>
              <a:t> </a:t>
            </a:r>
          </a:p>
        </p:txBody>
      </p:sp>
      <p:sp>
        <p:nvSpPr>
          <p:cNvPr id="11" name="Rectangle 4">
            <a:extLst>
              <a:ext uri="{FF2B5EF4-FFF2-40B4-BE49-F238E27FC236}">
                <a16:creationId xmlns:a16="http://schemas.microsoft.com/office/drawing/2014/main" id="{4C19367F-1680-423B-A490-30ACCBFEAD3C}"/>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91635"/>
                                        </p:tgtEl>
                                        <p:attrNameLst>
                                          <p:attrName>style.visibility</p:attrName>
                                        </p:attrNameLst>
                                      </p:cBhvr>
                                      <p:to>
                                        <p:strVal val="visible"/>
                                      </p:to>
                                    </p:set>
                                    <p:animEffect transition="in" filter="box(out)">
                                      <p:cBhvr>
                                        <p:cTn id="7" dur="500"/>
                                        <p:tgtEl>
                                          <p:spTgt spid="109163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91636"/>
                                        </p:tgtEl>
                                        <p:attrNameLst>
                                          <p:attrName>style.visibility</p:attrName>
                                        </p:attrNameLst>
                                      </p:cBhvr>
                                      <p:to>
                                        <p:strVal val="visible"/>
                                      </p:to>
                                    </p:set>
                                    <p:animEffect transition="in" filter="box(out)">
                                      <p:cBhvr>
                                        <p:cTn id="12" dur="500"/>
                                        <p:tgtEl>
                                          <p:spTgt spid="109163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91638"/>
                                        </p:tgtEl>
                                        <p:attrNameLst>
                                          <p:attrName>style.visibility</p:attrName>
                                        </p:attrNameLst>
                                      </p:cBhvr>
                                      <p:to>
                                        <p:strVal val="visible"/>
                                      </p:to>
                                    </p:set>
                                    <p:animEffect transition="in" filter="box(out)">
                                      <p:cBhvr>
                                        <p:cTn id="17" dur="500"/>
                                        <p:tgtEl>
                                          <p:spTgt spid="1091638"/>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1635" grpId="0"/>
      <p:bldP spid="1091636" grpId="0" animBg="1"/>
      <p:bldP spid="1091638"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3640" name="Rectangle 8"/>
          <p:cNvSpPr>
            <a:spLocks noChangeArrowheads="1"/>
          </p:cNvSpPr>
          <p:nvPr/>
        </p:nvSpPr>
        <p:spPr bwMode="auto">
          <a:xfrm>
            <a:off x="601366" y="938699"/>
            <a:ext cx="3970959" cy="523220"/>
          </a:xfrm>
          <a:prstGeom prst="rect">
            <a:avLst/>
          </a:prstGeom>
          <a:noFill/>
          <a:ln w="9525">
            <a:noFill/>
            <a:miter lim="800000"/>
            <a:headEnd/>
            <a:tailEnd/>
          </a:ln>
          <a:effectLst/>
        </p:spPr>
        <p:txBody>
          <a:bodyPr wrap="none" anchor="ctr">
            <a:spAutoFit/>
          </a:bodyPr>
          <a:lstStyle/>
          <a:p>
            <a:pPr>
              <a:tabLst>
                <a:tab pos="457200" algn="l"/>
              </a:tabLst>
            </a:pPr>
            <a:r>
              <a:rPr lang="en-US" altLang="zh-CN" sz="2800" b="1" dirty="0">
                <a:solidFill>
                  <a:srgbClr val="C00000"/>
                </a:solidFill>
                <a:latin typeface="+mn-lt"/>
                <a:ea typeface="楷体" pitchFamily="49" charset="-122"/>
              </a:rPr>
              <a:t>2</a:t>
            </a:r>
            <a:r>
              <a:rPr lang="zh-CN" altLang="en-US" sz="2800" b="1" dirty="0">
                <a:solidFill>
                  <a:srgbClr val="C00000"/>
                </a:solidFill>
                <a:latin typeface="+mn-lt"/>
                <a:ea typeface="楷体" pitchFamily="49" charset="-122"/>
              </a:rPr>
              <a:t>、线性链表的基本操作</a:t>
            </a:r>
          </a:p>
        </p:txBody>
      </p:sp>
      <p:sp>
        <p:nvSpPr>
          <p:cNvPr id="1093642" name="Rectangle 10"/>
          <p:cNvSpPr>
            <a:spLocks noChangeArrowheads="1"/>
          </p:cNvSpPr>
          <p:nvPr/>
        </p:nvSpPr>
        <p:spPr bwMode="auto">
          <a:xfrm>
            <a:off x="1033167" y="1474946"/>
            <a:ext cx="6924675" cy="457200"/>
          </a:xfrm>
          <a:prstGeom prst="rect">
            <a:avLst/>
          </a:prstGeom>
          <a:noFill/>
          <a:ln w="9525">
            <a:noFill/>
            <a:miter lim="800000"/>
            <a:headEnd/>
            <a:tailEnd/>
          </a:ln>
          <a:effectLst/>
        </p:spPr>
        <p:txBody>
          <a:bodyPr wrap="none">
            <a:spAutoFit/>
          </a:bodyPr>
          <a:lstStyle/>
          <a:p>
            <a:r>
              <a:rPr lang="zh-CN" altLang="en-US" b="1" dirty="0">
                <a:latin typeface="+mn-lt"/>
                <a:ea typeface="楷体" pitchFamily="49" charset="-122"/>
              </a:rPr>
              <a:t>基本操作有：</a:t>
            </a:r>
            <a:r>
              <a:rPr lang="zh-CN" altLang="en-US" b="1" dirty="0">
                <a:solidFill>
                  <a:srgbClr val="002060"/>
                </a:solidFill>
                <a:latin typeface="+mn-lt"/>
                <a:ea typeface="楷体" pitchFamily="49" charset="-122"/>
              </a:rPr>
              <a:t>创建</a:t>
            </a:r>
            <a:r>
              <a:rPr lang="zh-CN" altLang="en-US" b="1" dirty="0">
                <a:latin typeface="+mn-lt"/>
                <a:ea typeface="楷体" pitchFamily="49" charset="-122"/>
              </a:rPr>
              <a:t>、</a:t>
            </a:r>
            <a:r>
              <a:rPr lang="zh-CN" altLang="en-US" b="1" dirty="0">
                <a:solidFill>
                  <a:srgbClr val="002060"/>
                </a:solidFill>
                <a:latin typeface="+mn-lt"/>
                <a:ea typeface="楷体" pitchFamily="49" charset="-122"/>
              </a:rPr>
              <a:t>插入</a:t>
            </a:r>
            <a:r>
              <a:rPr lang="zh-CN" altLang="en-US" b="1" dirty="0">
                <a:latin typeface="+mn-lt"/>
                <a:ea typeface="楷体" pitchFamily="49" charset="-122"/>
              </a:rPr>
              <a:t>、</a:t>
            </a:r>
            <a:r>
              <a:rPr lang="zh-CN" altLang="en-US" b="1" dirty="0">
                <a:solidFill>
                  <a:srgbClr val="002060"/>
                </a:solidFill>
                <a:latin typeface="+mn-lt"/>
                <a:ea typeface="楷体" pitchFamily="49" charset="-122"/>
              </a:rPr>
              <a:t>删除</a:t>
            </a:r>
            <a:r>
              <a:rPr lang="zh-CN" altLang="en-US" b="1" dirty="0">
                <a:latin typeface="+mn-lt"/>
                <a:ea typeface="楷体" pitchFamily="49" charset="-122"/>
              </a:rPr>
              <a:t>、</a:t>
            </a:r>
            <a:r>
              <a:rPr lang="zh-CN" altLang="en-US" b="1" dirty="0">
                <a:solidFill>
                  <a:srgbClr val="002060"/>
                </a:solidFill>
                <a:latin typeface="+mn-lt"/>
                <a:ea typeface="楷体" pitchFamily="49" charset="-122"/>
              </a:rPr>
              <a:t>输出</a:t>
            </a:r>
            <a:r>
              <a:rPr lang="zh-CN" altLang="en-US" b="1" dirty="0">
                <a:latin typeface="+mn-lt"/>
                <a:ea typeface="楷体" pitchFamily="49" charset="-122"/>
              </a:rPr>
              <a:t>和</a:t>
            </a:r>
            <a:r>
              <a:rPr lang="zh-CN" altLang="en-US" b="1" dirty="0">
                <a:solidFill>
                  <a:srgbClr val="002060"/>
                </a:solidFill>
                <a:latin typeface="+mn-lt"/>
                <a:ea typeface="楷体" pitchFamily="49" charset="-122"/>
              </a:rPr>
              <a:t>销毁</a:t>
            </a:r>
            <a:r>
              <a:rPr lang="zh-CN" altLang="en-US" b="1" dirty="0">
                <a:latin typeface="+mn-lt"/>
                <a:ea typeface="楷体" pitchFamily="49" charset="-122"/>
              </a:rPr>
              <a:t>等。</a:t>
            </a:r>
          </a:p>
        </p:txBody>
      </p:sp>
      <p:sp>
        <p:nvSpPr>
          <p:cNvPr id="1093643" name="Rectangle 11"/>
          <p:cNvSpPr>
            <a:spLocks noChangeArrowheads="1"/>
          </p:cNvSpPr>
          <p:nvPr/>
        </p:nvSpPr>
        <p:spPr bwMode="auto">
          <a:xfrm>
            <a:off x="1083331" y="1977540"/>
            <a:ext cx="2751074"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6858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链表的创建操作</a:t>
            </a:r>
          </a:p>
        </p:txBody>
      </p:sp>
      <p:sp>
        <p:nvSpPr>
          <p:cNvPr id="1093644" name="Rectangle 12"/>
          <p:cNvSpPr>
            <a:spLocks noChangeArrowheads="1"/>
          </p:cNvSpPr>
          <p:nvPr/>
        </p:nvSpPr>
        <p:spPr bwMode="auto">
          <a:xfrm>
            <a:off x="757786" y="2421265"/>
            <a:ext cx="11098854" cy="830997"/>
          </a:xfrm>
          <a:prstGeom prst="rect">
            <a:avLst/>
          </a:prstGeom>
          <a:noFill/>
          <a:ln w="9525">
            <a:noFill/>
            <a:miter lim="800000"/>
            <a:headEnd/>
            <a:tailEnd/>
          </a:ln>
          <a:effectLst/>
        </p:spPr>
        <p:txBody>
          <a:bodyPr wrap="square" anchor="ctr">
            <a:spAutoFit/>
          </a:bodyPr>
          <a:lstStyle/>
          <a:p>
            <a:r>
              <a:rPr lang="en-US" altLang="zh-CN" b="1" dirty="0">
                <a:solidFill>
                  <a:srgbClr val="CC0000"/>
                </a:solidFill>
                <a:ea typeface="隶书" pitchFamily="49" charset="-122"/>
              </a:rPr>
              <a:t>        </a:t>
            </a:r>
            <a:r>
              <a:rPr lang="zh-CN" altLang="en-US" b="1" dirty="0">
                <a:solidFill>
                  <a:srgbClr val="C01920"/>
                </a:solidFill>
                <a:latin typeface="楷体" panose="02010609060101010101" pitchFamily="49" charset="-122"/>
                <a:ea typeface="楷体" panose="02010609060101010101" pitchFamily="49" charset="-122"/>
              </a:rPr>
              <a:t>含义：</a:t>
            </a:r>
            <a:r>
              <a:rPr lang="zh-CN" altLang="en-US" b="1" dirty="0">
                <a:latin typeface="楷体" panose="02010609060101010101" pitchFamily="49" charset="-122"/>
                <a:ea typeface="楷体" panose="02010609060101010101" pitchFamily="49" charset="-122"/>
              </a:rPr>
              <a:t>从无到有地建立起一个链表，即往空链表中依次插入若干结点，并保持结点之间的前驱和后继关系。</a:t>
            </a:r>
          </a:p>
        </p:txBody>
      </p:sp>
      <p:sp>
        <p:nvSpPr>
          <p:cNvPr id="1093645" name="Rectangle 13"/>
          <p:cNvSpPr>
            <a:spLocks noChangeArrowheads="1"/>
          </p:cNvSpPr>
          <p:nvPr/>
        </p:nvSpPr>
        <p:spPr bwMode="auto">
          <a:xfrm>
            <a:off x="757786" y="3341480"/>
            <a:ext cx="10873208" cy="2923877"/>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solidFill>
                  <a:srgbClr val="FF0000"/>
                </a:solidFill>
                <a:effectLst>
                  <a:outerShdw blurRad="38100" dist="38100" dir="2700000" algn="tl">
                    <a:srgbClr val="000000"/>
                  </a:outerShdw>
                </a:effectLst>
                <a:ea typeface="隶书" pitchFamily="49" charset="-122"/>
              </a:rPr>
              <a:t>        </a:t>
            </a:r>
            <a:r>
              <a:rPr lang="zh-CN" altLang="en-US" b="1" dirty="0">
                <a:solidFill>
                  <a:srgbClr val="C01920"/>
                </a:solidFill>
                <a:latin typeface="楷体" panose="02010609060101010101" pitchFamily="49" charset="-122"/>
                <a:ea typeface="楷体" panose="02010609060101010101" pitchFamily="49" charset="-122"/>
              </a:rPr>
              <a:t>基本思想：</a:t>
            </a:r>
            <a:endParaRPr lang="en-US" altLang="zh-CN" b="1" dirty="0">
              <a:solidFill>
                <a:srgbClr val="C01920"/>
              </a:solidFill>
              <a:latin typeface="楷体" panose="02010609060101010101" pitchFamily="49" charset="-122"/>
              <a:ea typeface="楷体" panose="02010609060101010101" pitchFamily="49" charset="-122"/>
            </a:endParaRPr>
          </a:p>
          <a:p>
            <a:endParaRPr lang="en-US" altLang="zh-CN" sz="1100" b="1" dirty="0">
              <a:solidFill>
                <a:srgbClr val="C01920"/>
              </a:solidFill>
              <a:latin typeface="楷体" panose="02010609060101010101" pitchFamily="49" charset="-122"/>
              <a:ea typeface="楷体" panose="02010609060101010101" pitchFamily="49" charset="-122"/>
            </a:endParaRPr>
          </a:p>
          <a:p>
            <a:r>
              <a:rPr lang="en-US" altLang="zh-CN" b="1" dirty="0">
                <a:ln w="1905"/>
                <a:solidFill>
                  <a:schemeClr val="tx1"/>
                </a:solidFill>
                <a:effectLst>
                  <a:outerShdw blurRad="38100" dist="38100" dir="2700000" algn="tl">
                    <a:srgbClr val="000000"/>
                  </a:outerShdw>
                </a:effectLst>
                <a:ea typeface="隶书" pitchFamily="49" charset="-122"/>
              </a:rPr>
              <a:t>   </a:t>
            </a:r>
            <a:r>
              <a:rPr lang="en-US" altLang="zh-CN" b="1" dirty="0">
                <a:ln w="1905"/>
                <a:solidFill>
                  <a:schemeClr val="tx1"/>
                </a:solidFill>
                <a:effectLst>
                  <a:innerShdw blurRad="69850" dist="43180" dir="5400000">
                    <a:srgbClr val="000000">
                      <a:alpha val="65000"/>
                    </a:srgbClr>
                  </a:innerShdw>
                </a:effectLst>
                <a:ea typeface="隶书" pitchFamily="49" charset="-122"/>
              </a:rPr>
              <a:t>   </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a:t>
            </a:r>
            <a:r>
              <a:rPr lang="en-US" altLang="zh-CN" b="1" dirty="0">
                <a:ln w="1905"/>
                <a:solidFill>
                  <a:schemeClr val="tx1"/>
                </a:solidFill>
                <a:effectLst>
                  <a:innerShdw blurRad="69850" dist="43180" dir="5400000">
                    <a:srgbClr val="000000">
                      <a:alpha val="65000"/>
                    </a:srgbClr>
                  </a:innerShdw>
                </a:effectLst>
                <a:ea typeface="楷体" panose="02010609060101010101" pitchFamily="49" charset="-122"/>
              </a:rPr>
              <a:t>1</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）首先创建一个头节点，让头指针</a:t>
            </a:r>
            <a:r>
              <a:rPr lang="en-US" altLang="zh-CN" b="1" dirty="0">
                <a:ln w="1905"/>
                <a:solidFill>
                  <a:schemeClr val="tx1"/>
                </a:solidFill>
                <a:effectLst>
                  <a:innerShdw blurRad="69850" dist="43180" dir="5400000">
                    <a:srgbClr val="000000">
                      <a:alpha val="65000"/>
                    </a:srgbClr>
                  </a:innerShdw>
                </a:effectLst>
                <a:ea typeface="楷体" panose="02010609060101010101" pitchFamily="49" charset="-122"/>
              </a:rPr>
              <a:t>head</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和尾指针</a:t>
            </a:r>
            <a:r>
              <a:rPr lang="en-US" altLang="zh-CN" b="1" dirty="0">
                <a:ln w="1905"/>
                <a:solidFill>
                  <a:schemeClr val="tx1"/>
                </a:solidFill>
                <a:effectLst>
                  <a:innerShdw blurRad="69850" dist="43180" dir="5400000">
                    <a:srgbClr val="000000">
                      <a:alpha val="65000"/>
                    </a:srgbClr>
                  </a:innerShdw>
                </a:effectLst>
                <a:ea typeface="楷体" panose="02010609060101010101" pitchFamily="49" charset="-122"/>
              </a:rPr>
              <a:t>tail</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都指向该节点，并设置该节点的指针域为</a:t>
            </a:r>
            <a:r>
              <a:rPr lang="en-US" altLang="zh-CN" b="1" dirty="0">
                <a:ln w="1905"/>
                <a:solidFill>
                  <a:schemeClr val="tx1"/>
                </a:solidFill>
                <a:effectLst>
                  <a:innerShdw blurRad="69850" dist="43180" dir="5400000">
                    <a:srgbClr val="000000">
                      <a:alpha val="65000"/>
                    </a:srgbClr>
                  </a:innerShdw>
                </a:effectLst>
                <a:ea typeface="楷体" panose="02010609060101010101" pitchFamily="49" charset="-122"/>
              </a:rPr>
              <a:t>NULL</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（链尾标志）；</a:t>
            </a:r>
            <a:endParaRPr lang="en-US" altLang="zh-CN" b="1" dirty="0">
              <a:ln w="1905"/>
              <a:solidFill>
                <a:schemeClr val="tx1"/>
              </a:solidFill>
              <a:effectLst>
                <a:innerShdw blurRad="69850" dist="43180" dir="5400000">
                  <a:srgbClr val="000000">
                    <a:alpha val="65000"/>
                  </a:srgbClr>
                </a:innerShdw>
              </a:effectLst>
              <a:ea typeface="楷体" panose="02010609060101010101" pitchFamily="49" charset="-122"/>
            </a:endParaRPr>
          </a:p>
          <a:p>
            <a:r>
              <a:rPr lang="en-US" altLang="zh-CN" b="1" dirty="0">
                <a:ln w="1905"/>
                <a:solidFill>
                  <a:schemeClr val="tx1"/>
                </a:solidFill>
                <a:effectLst>
                  <a:innerShdw blurRad="69850" dist="43180" dir="5400000">
                    <a:srgbClr val="000000">
                      <a:alpha val="65000"/>
                    </a:srgbClr>
                  </a:innerShdw>
                </a:effectLst>
                <a:ea typeface="楷体" panose="02010609060101010101" pitchFamily="49" charset="-122"/>
              </a:rPr>
              <a:t>      </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a:t>
            </a:r>
            <a:r>
              <a:rPr lang="en-US" altLang="zh-CN" b="1" dirty="0">
                <a:ln w="1905"/>
                <a:solidFill>
                  <a:schemeClr val="tx1"/>
                </a:solidFill>
                <a:effectLst>
                  <a:innerShdw blurRad="69850" dist="43180" dir="5400000">
                    <a:srgbClr val="000000">
                      <a:alpha val="65000"/>
                    </a:srgbClr>
                  </a:innerShdw>
                </a:effectLst>
                <a:ea typeface="楷体" panose="02010609060101010101" pitchFamily="49" charset="-122"/>
              </a:rPr>
              <a:t>2</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）然后为实际数据创建一个节点，用指针</a:t>
            </a:r>
            <a:r>
              <a:rPr lang="en-US" altLang="zh-CN" b="1" dirty="0" err="1">
                <a:ln w="1905"/>
                <a:solidFill>
                  <a:schemeClr val="tx1"/>
                </a:solidFill>
                <a:effectLst>
                  <a:innerShdw blurRad="69850" dist="43180" dir="5400000">
                    <a:srgbClr val="000000">
                      <a:alpha val="65000"/>
                    </a:srgbClr>
                  </a:innerShdw>
                </a:effectLst>
                <a:ea typeface="楷体" panose="02010609060101010101" pitchFamily="49" charset="-122"/>
              </a:rPr>
              <a:t>pnew</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指向它，并将实际数据放在该节点的数据域，其指针域置为</a:t>
            </a:r>
            <a:r>
              <a:rPr lang="en-US" altLang="zh-CN" b="1" dirty="0">
                <a:ln w="1905"/>
                <a:solidFill>
                  <a:schemeClr val="tx1"/>
                </a:solidFill>
                <a:effectLst>
                  <a:innerShdw blurRad="69850" dist="43180" dir="5400000">
                    <a:srgbClr val="000000">
                      <a:alpha val="65000"/>
                    </a:srgbClr>
                  </a:innerShdw>
                </a:effectLst>
                <a:ea typeface="楷体" panose="02010609060101010101" pitchFamily="49" charset="-122"/>
              </a:rPr>
              <a:t>NULL</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  </a:t>
            </a:r>
            <a:endParaRPr lang="en-US" altLang="zh-CN" b="1" dirty="0">
              <a:ln w="1905"/>
              <a:solidFill>
                <a:schemeClr val="tx1"/>
              </a:solidFill>
              <a:effectLst>
                <a:innerShdw blurRad="69850" dist="43180" dir="5400000">
                  <a:srgbClr val="000000">
                    <a:alpha val="65000"/>
                  </a:srgbClr>
                </a:innerShdw>
              </a:effectLst>
              <a:ea typeface="楷体" panose="02010609060101010101" pitchFamily="49" charset="-122"/>
            </a:endParaRPr>
          </a:p>
          <a:p>
            <a:r>
              <a:rPr lang="en-US" altLang="zh-CN" b="1" dirty="0">
                <a:ln w="1905"/>
                <a:solidFill>
                  <a:schemeClr val="tx1"/>
                </a:solidFill>
                <a:effectLst>
                  <a:innerShdw blurRad="69850" dist="43180" dir="5400000">
                    <a:srgbClr val="000000">
                      <a:alpha val="65000"/>
                    </a:srgbClr>
                  </a:innerShdw>
                </a:effectLst>
                <a:ea typeface="楷体" panose="02010609060101010101" pitchFamily="49" charset="-122"/>
              </a:rPr>
              <a:t>      </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a:t>
            </a:r>
            <a:r>
              <a:rPr lang="en-US" altLang="zh-CN" b="1" dirty="0">
                <a:ln w="1905"/>
                <a:solidFill>
                  <a:schemeClr val="tx1"/>
                </a:solidFill>
                <a:effectLst>
                  <a:innerShdw blurRad="69850" dist="43180" dir="5400000">
                    <a:srgbClr val="000000">
                      <a:alpha val="65000"/>
                    </a:srgbClr>
                  </a:innerShdw>
                </a:effectLst>
                <a:ea typeface="楷体" panose="02010609060101010101" pitchFamily="49" charset="-122"/>
              </a:rPr>
              <a:t>3</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）最后将该节点插入到</a:t>
            </a:r>
            <a:r>
              <a:rPr lang="en-US" altLang="zh-CN" b="1" dirty="0">
                <a:ln w="1905"/>
                <a:solidFill>
                  <a:schemeClr val="tx1"/>
                </a:solidFill>
                <a:effectLst>
                  <a:innerShdw blurRad="69850" dist="43180" dir="5400000">
                    <a:srgbClr val="000000">
                      <a:alpha val="65000"/>
                    </a:srgbClr>
                  </a:innerShdw>
                </a:effectLst>
                <a:ea typeface="楷体" panose="02010609060101010101" pitchFamily="49" charset="-122"/>
              </a:rPr>
              <a:t>tail</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所指向节点的后面，同时使</a:t>
            </a:r>
            <a:r>
              <a:rPr lang="en-US" altLang="zh-CN" b="1" dirty="0">
                <a:ln w="1905"/>
                <a:solidFill>
                  <a:schemeClr val="tx1"/>
                </a:solidFill>
                <a:effectLst>
                  <a:innerShdw blurRad="69850" dist="43180" dir="5400000">
                    <a:srgbClr val="000000">
                      <a:alpha val="65000"/>
                    </a:srgbClr>
                  </a:innerShdw>
                </a:effectLst>
                <a:ea typeface="楷体" panose="02010609060101010101" pitchFamily="49" charset="-122"/>
              </a:rPr>
              <a:t>tail</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指向</a:t>
            </a:r>
            <a:r>
              <a:rPr lang="en-US" altLang="zh-CN" b="1" dirty="0" err="1">
                <a:ln w="1905"/>
                <a:solidFill>
                  <a:schemeClr val="tx1"/>
                </a:solidFill>
                <a:effectLst>
                  <a:innerShdw blurRad="69850" dist="43180" dir="5400000">
                    <a:srgbClr val="000000">
                      <a:alpha val="65000"/>
                    </a:srgbClr>
                  </a:innerShdw>
                </a:effectLst>
                <a:ea typeface="楷体" panose="02010609060101010101" pitchFamily="49" charset="-122"/>
              </a:rPr>
              <a:t>pnew</a:t>
            </a:r>
            <a:r>
              <a:rPr lang="zh-CN" altLang="en-US" b="1" dirty="0">
                <a:ln w="1905"/>
                <a:solidFill>
                  <a:schemeClr val="tx1"/>
                </a:solidFill>
                <a:effectLst>
                  <a:innerShdw blurRad="69850" dist="43180" dir="5400000">
                    <a:srgbClr val="000000">
                      <a:alpha val="65000"/>
                    </a:srgbClr>
                  </a:innerShdw>
                </a:effectLst>
                <a:ea typeface="楷体" panose="02010609060101010101" pitchFamily="49" charset="-122"/>
              </a:rPr>
              <a:t>所指向的节点。 </a:t>
            </a:r>
            <a:endParaRPr lang="zh-CN" altLang="en-US" b="1" dirty="0">
              <a:solidFill>
                <a:schemeClr val="tx1"/>
              </a:solidFill>
              <a:effectLst>
                <a:outerShdw blurRad="38100" dist="38100" dir="2700000" algn="tl">
                  <a:srgbClr val="FFFFFF"/>
                </a:outerShdw>
              </a:effectLst>
              <a:ea typeface="楷体" panose="02010609060101010101" pitchFamily="49" charset="-122"/>
            </a:endParaRPr>
          </a:p>
        </p:txBody>
      </p:sp>
      <p:sp>
        <p:nvSpPr>
          <p:cNvPr id="10" name="Rectangle 4">
            <a:extLst>
              <a:ext uri="{FF2B5EF4-FFF2-40B4-BE49-F238E27FC236}">
                <a16:creationId xmlns:a16="http://schemas.microsoft.com/office/drawing/2014/main" id="{6FA83111-0D63-482D-988F-0A0F08496D3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93642"/>
                                        </p:tgtEl>
                                        <p:attrNameLst>
                                          <p:attrName>style.visibility</p:attrName>
                                        </p:attrNameLst>
                                      </p:cBhvr>
                                      <p:to>
                                        <p:strVal val="visible"/>
                                      </p:to>
                                    </p:set>
                                    <p:animEffect transition="in" filter="box(out)">
                                      <p:cBhvr>
                                        <p:cTn id="7" dur="500"/>
                                        <p:tgtEl>
                                          <p:spTgt spid="109364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93643"/>
                                        </p:tgtEl>
                                        <p:attrNameLst>
                                          <p:attrName>style.visibility</p:attrName>
                                        </p:attrNameLst>
                                      </p:cBhvr>
                                      <p:to>
                                        <p:strVal val="visible"/>
                                      </p:to>
                                    </p:set>
                                    <p:anim calcmode="lin" valueType="num">
                                      <p:cBhvr additive="base">
                                        <p:cTn id="12" dur="500" fill="hold"/>
                                        <p:tgtEl>
                                          <p:spTgt spid="1093643"/>
                                        </p:tgtEl>
                                        <p:attrNameLst>
                                          <p:attrName>ppt_x</p:attrName>
                                        </p:attrNameLst>
                                      </p:cBhvr>
                                      <p:tavLst>
                                        <p:tav tm="0">
                                          <p:val>
                                            <p:strVal val="0-#ppt_w/2"/>
                                          </p:val>
                                        </p:tav>
                                        <p:tav tm="100000">
                                          <p:val>
                                            <p:strVal val="#ppt_x"/>
                                          </p:val>
                                        </p:tav>
                                      </p:tavLst>
                                    </p:anim>
                                    <p:anim calcmode="lin" valueType="num">
                                      <p:cBhvr additive="base">
                                        <p:cTn id="13" dur="500" fill="hold"/>
                                        <p:tgtEl>
                                          <p:spTgt spid="109364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93644"/>
                                        </p:tgtEl>
                                        <p:attrNameLst>
                                          <p:attrName>style.visibility</p:attrName>
                                        </p:attrNameLst>
                                      </p:cBhvr>
                                      <p:to>
                                        <p:strVal val="visible"/>
                                      </p:to>
                                    </p:set>
                                    <p:animEffect transition="in" filter="box(out)">
                                      <p:cBhvr>
                                        <p:cTn id="18" dur="500"/>
                                        <p:tgtEl>
                                          <p:spTgt spid="1093644"/>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093645"/>
                                        </p:tgtEl>
                                        <p:attrNameLst>
                                          <p:attrName>style.visibility</p:attrName>
                                        </p:attrNameLst>
                                      </p:cBhvr>
                                      <p:to>
                                        <p:strVal val="visible"/>
                                      </p:to>
                                    </p:set>
                                    <p:animEffect transition="in" filter="box(out)">
                                      <p:cBhvr>
                                        <p:cTn id="23" dur="500"/>
                                        <p:tgtEl>
                                          <p:spTgt spid="1093645"/>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3642" grpId="0"/>
      <p:bldP spid="1093643" grpId="0"/>
      <p:bldP spid="1093644" grpId="0"/>
      <p:bldP spid="1093645"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685" name="Rectangle 5"/>
          <p:cNvSpPr>
            <a:spLocks noChangeArrowheads="1"/>
          </p:cNvSpPr>
          <p:nvPr/>
        </p:nvSpPr>
        <p:spPr bwMode="auto">
          <a:xfrm>
            <a:off x="863047" y="897384"/>
            <a:ext cx="6385081" cy="461665"/>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链表创建操作函数</a:t>
            </a:r>
            <a:r>
              <a:rPr lang="en-US" altLang="zh-CN" b="1" dirty="0" err="1">
                <a:solidFill>
                  <a:srgbClr val="C01920"/>
                </a:solidFill>
                <a:latin typeface="楷体" panose="02010609060101010101" pitchFamily="49" charset="-122"/>
                <a:ea typeface="楷体" panose="02010609060101010101" pitchFamily="49" charset="-122"/>
              </a:rPr>
              <a:t>Create_LinkList</a:t>
            </a:r>
            <a:r>
              <a:rPr lang="zh-CN" altLang="en-US" b="1" dirty="0">
                <a:solidFill>
                  <a:srgbClr val="C01920"/>
                </a:solidFill>
                <a:latin typeface="楷体" panose="02010609060101010101" pitchFamily="49" charset="-122"/>
                <a:ea typeface="楷体" panose="02010609060101010101" pitchFamily="49" charset="-122"/>
              </a:rPr>
              <a:t>。</a:t>
            </a:r>
          </a:p>
        </p:txBody>
      </p:sp>
      <p:grpSp>
        <p:nvGrpSpPr>
          <p:cNvPr id="1095723" name="Group 43"/>
          <p:cNvGrpSpPr>
            <a:grpSpLocks/>
          </p:cNvGrpSpPr>
          <p:nvPr/>
        </p:nvGrpSpPr>
        <p:grpSpPr bwMode="auto">
          <a:xfrm>
            <a:off x="2332038" y="5730255"/>
            <a:ext cx="722313" cy="1008062"/>
            <a:chOff x="1120" y="3157"/>
            <a:chExt cx="455" cy="635"/>
          </a:xfrm>
        </p:grpSpPr>
        <p:sp>
          <p:nvSpPr>
            <p:cNvPr id="1095693" name="Rectangle 13"/>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095694" name="Rectangle 14"/>
            <p:cNvSpPr>
              <a:spLocks noChangeArrowheads="1"/>
            </p:cNvSpPr>
            <p:nvPr/>
          </p:nvSpPr>
          <p:spPr bwMode="auto">
            <a:xfrm>
              <a:off x="1121" y="3338"/>
              <a:ext cx="454" cy="454"/>
            </a:xfrm>
            <a:prstGeom prst="rect">
              <a:avLst/>
            </a:prstGeom>
            <a:blipFill>
              <a:blip r:embed="rId4" cstate="print"/>
              <a:tile tx="0" ty="0" sx="100000" sy="100000" flip="none" algn="tl"/>
            </a:blipFill>
            <a:ln w="19050">
              <a:solidFill>
                <a:srgbClr val="7030A0"/>
              </a:solidFill>
              <a:miter lim="800000"/>
              <a:headEnd/>
              <a:tailEnd/>
            </a:ln>
            <a:effectLst/>
          </p:spPr>
          <p:txBody>
            <a:bodyPr wrap="none" anchor="ctr"/>
            <a:lstStyle/>
            <a:p>
              <a:endParaRPr lang="zh-CN" altLang="en-US"/>
            </a:p>
          </p:txBody>
        </p:sp>
      </p:grpSp>
      <p:grpSp>
        <p:nvGrpSpPr>
          <p:cNvPr id="1095714" name="Group 34"/>
          <p:cNvGrpSpPr>
            <a:grpSpLocks/>
          </p:cNvGrpSpPr>
          <p:nvPr/>
        </p:nvGrpSpPr>
        <p:grpSpPr bwMode="auto">
          <a:xfrm>
            <a:off x="1352550" y="5527056"/>
            <a:ext cx="965200" cy="396875"/>
            <a:chOff x="503" y="3030"/>
            <a:chExt cx="608" cy="250"/>
          </a:xfrm>
        </p:grpSpPr>
        <p:sp>
          <p:nvSpPr>
            <p:cNvPr id="1095715" name="Line 35"/>
            <p:cNvSpPr>
              <a:spLocks noChangeShapeType="1"/>
            </p:cNvSpPr>
            <p:nvPr/>
          </p:nvSpPr>
          <p:spPr bwMode="auto">
            <a:xfrm>
              <a:off x="793" y="3248"/>
              <a:ext cx="318" cy="0"/>
            </a:xfrm>
            <a:prstGeom prst="line">
              <a:avLst/>
            </a:prstGeom>
            <a:noFill/>
            <a:ln w="28575">
              <a:solidFill>
                <a:srgbClr val="C00000"/>
              </a:solidFill>
              <a:round/>
              <a:headEnd/>
              <a:tailEnd type="stealth" w="lg" len="lg"/>
            </a:ln>
            <a:effectLst/>
          </p:spPr>
          <p:txBody>
            <a:bodyPr/>
            <a:lstStyle/>
            <a:p>
              <a:endParaRPr lang="zh-CN" altLang="en-US"/>
            </a:p>
          </p:txBody>
        </p:sp>
        <p:sp>
          <p:nvSpPr>
            <p:cNvPr id="1095716" name="Text Box 36"/>
            <p:cNvSpPr txBox="1">
              <a:spLocks noChangeArrowheads="1"/>
            </p:cNvSpPr>
            <p:nvPr/>
          </p:nvSpPr>
          <p:spPr bwMode="auto">
            <a:xfrm>
              <a:off x="503" y="3030"/>
              <a:ext cx="499"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C00000"/>
                  </a:solidFill>
                </a:rPr>
                <a:t>head</a:t>
              </a:r>
            </a:p>
          </p:txBody>
        </p:sp>
      </p:grpSp>
      <p:sp>
        <p:nvSpPr>
          <p:cNvPr id="1095722" name="Text Box 42"/>
          <p:cNvSpPr txBox="1">
            <a:spLocks noChangeArrowheads="1"/>
          </p:cNvSpPr>
          <p:nvPr/>
        </p:nvSpPr>
        <p:spPr bwMode="auto">
          <a:xfrm>
            <a:off x="2462212" y="5703267"/>
            <a:ext cx="431800" cy="336550"/>
          </a:xfrm>
          <a:prstGeom prst="rect">
            <a:avLst/>
          </a:prstGeom>
          <a:noFill/>
          <a:ln w="9525">
            <a:noFill/>
            <a:miter lim="800000"/>
            <a:headEnd/>
            <a:tailEnd/>
          </a:ln>
          <a:effectLst/>
        </p:spPr>
        <p:txBody>
          <a:bodyPr>
            <a:spAutoFit/>
          </a:bodyPr>
          <a:lstStyle/>
          <a:p>
            <a:pPr>
              <a:spcBef>
                <a:spcPct val="50000"/>
              </a:spcBef>
            </a:pPr>
            <a:r>
              <a:rPr lang="en-US" altLang="zh-CN" sz="1600" b="1">
                <a:solidFill>
                  <a:schemeClr val="accent2"/>
                </a:solidFill>
              </a:rPr>
              <a:t>∧</a:t>
            </a:r>
          </a:p>
        </p:txBody>
      </p:sp>
      <p:grpSp>
        <p:nvGrpSpPr>
          <p:cNvPr id="1095729" name="Group 49"/>
          <p:cNvGrpSpPr>
            <a:grpSpLocks/>
          </p:cNvGrpSpPr>
          <p:nvPr/>
        </p:nvGrpSpPr>
        <p:grpSpPr bwMode="auto">
          <a:xfrm>
            <a:off x="1558925" y="5042867"/>
            <a:ext cx="779462" cy="661988"/>
            <a:chOff x="1119" y="2922"/>
            <a:chExt cx="491" cy="417"/>
          </a:xfrm>
        </p:grpSpPr>
        <p:sp>
          <p:nvSpPr>
            <p:cNvPr id="1095727" name="Line 47"/>
            <p:cNvSpPr>
              <a:spLocks noChangeShapeType="1"/>
            </p:cNvSpPr>
            <p:nvPr/>
          </p:nvSpPr>
          <p:spPr bwMode="auto">
            <a:xfrm>
              <a:off x="1429" y="3113"/>
              <a:ext cx="181" cy="226"/>
            </a:xfrm>
            <a:prstGeom prst="line">
              <a:avLst/>
            </a:prstGeom>
            <a:noFill/>
            <a:ln w="28575">
              <a:solidFill>
                <a:srgbClr val="002060"/>
              </a:solidFill>
              <a:round/>
              <a:headEnd/>
              <a:tailEnd type="stealth" w="lg" len="lg"/>
            </a:ln>
            <a:effectLst/>
          </p:spPr>
          <p:txBody>
            <a:bodyPr/>
            <a:lstStyle/>
            <a:p>
              <a:endParaRPr lang="zh-CN" altLang="en-US">
                <a:solidFill>
                  <a:srgbClr val="002060"/>
                </a:solidFill>
              </a:endParaRPr>
            </a:p>
          </p:txBody>
        </p:sp>
        <p:sp>
          <p:nvSpPr>
            <p:cNvPr id="1095728" name="Text Box 48"/>
            <p:cNvSpPr txBox="1">
              <a:spLocks noChangeArrowheads="1"/>
            </p:cNvSpPr>
            <p:nvPr/>
          </p:nvSpPr>
          <p:spPr bwMode="auto">
            <a:xfrm>
              <a:off x="1119" y="2922"/>
              <a:ext cx="36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tail</a:t>
              </a:r>
            </a:p>
          </p:txBody>
        </p:sp>
      </p:grpSp>
      <p:sp>
        <p:nvSpPr>
          <p:cNvPr id="1095730" name="Rectangle 50" descr="信纸"/>
          <p:cNvSpPr>
            <a:spLocks noChangeArrowheads="1"/>
          </p:cNvSpPr>
          <p:nvPr/>
        </p:nvSpPr>
        <p:spPr bwMode="auto">
          <a:xfrm>
            <a:off x="2305144" y="1369417"/>
            <a:ext cx="7581712" cy="37877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990000"/>
                </a:solidFill>
                <a:ea typeface="楷体_GB2312" pitchFamily="49" charset="-122"/>
              </a:rPr>
              <a:t>NODE *</a:t>
            </a:r>
            <a:r>
              <a:rPr lang="en-US" altLang="zh-CN" sz="2000" b="1" dirty="0" err="1">
                <a:solidFill>
                  <a:srgbClr val="990000"/>
                </a:solidFill>
                <a:ea typeface="楷体_GB2312" pitchFamily="49" charset="-122"/>
              </a:rPr>
              <a:t>Create_LinkList</a:t>
            </a:r>
            <a:r>
              <a:rPr lang="en-US" altLang="zh-CN" sz="2000" b="1" dirty="0">
                <a:solidFill>
                  <a:srgbClr val="990000"/>
                </a:solidFill>
                <a:ea typeface="楷体_GB2312" pitchFamily="49" charset="-122"/>
              </a:rPr>
              <a:t> ( )  </a:t>
            </a:r>
            <a:r>
              <a:rPr lang="en-US" altLang="zh-CN" sz="2000" b="1" dirty="0">
                <a:solidFill>
                  <a:srgbClr val="990000"/>
                </a:solidFill>
                <a:latin typeface="+mn-lt"/>
                <a:ea typeface="楷体" pitchFamily="49" charset="-122"/>
              </a:rPr>
              <a:t>//</a:t>
            </a:r>
            <a:r>
              <a:rPr lang="zh-CN" altLang="en-US" sz="2000" b="1" dirty="0">
                <a:solidFill>
                  <a:srgbClr val="990000"/>
                </a:solidFill>
                <a:latin typeface="+mn-lt"/>
                <a:ea typeface="楷体" pitchFamily="49" charset="-122"/>
              </a:rPr>
              <a:t>创建链表</a:t>
            </a:r>
          </a:p>
          <a:p>
            <a:r>
              <a:rPr lang="en-US" altLang="zh-CN" sz="2000" b="1" dirty="0">
                <a:ea typeface="楷体_GB2312" pitchFamily="49" charset="-122"/>
              </a:rPr>
              <a:t>{</a:t>
            </a:r>
          </a:p>
          <a:p>
            <a:r>
              <a:rPr lang="en-US" altLang="zh-CN" sz="2000" b="1" dirty="0">
                <a:ea typeface="楷体_GB2312" pitchFamily="49" charset="-122"/>
              </a:rPr>
              <a:t>  NODE *head, *tail, *</a:t>
            </a:r>
            <a:r>
              <a:rPr lang="en-US" altLang="zh-CN" sz="2000" b="1" dirty="0" err="1">
                <a:ea typeface="楷体_GB2312" pitchFamily="49" charset="-122"/>
              </a:rPr>
              <a:t>pnew</a:t>
            </a:r>
            <a:r>
              <a:rPr lang="en-US" altLang="zh-CN" sz="2000" b="1" dirty="0">
                <a:ea typeface="楷体_GB2312" pitchFamily="49" charset="-122"/>
              </a:rPr>
              <a:t>;</a:t>
            </a:r>
          </a:p>
          <a:p>
            <a:r>
              <a:rPr lang="en-US" altLang="zh-CN" sz="2000" b="1" dirty="0">
                <a:ea typeface="楷体_GB2312" pitchFamily="49" charset="-122"/>
              </a:rPr>
              <a:t>  int score;</a:t>
            </a:r>
          </a:p>
          <a:p>
            <a:r>
              <a:rPr lang="en-US" altLang="zh-CN" sz="2000" b="1" dirty="0">
                <a:solidFill>
                  <a:srgbClr val="C01920"/>
                </a:solidFill>
                <a:ea typeface="楷体_GB2312" pitchFamily="49" charset="-122"/>
              </a:rPr>
              <a:t>  head = (NODE *)</a:t>
            </a:r>
            <a:r>
              <a:rPr lang="en-US" altLang="zh-CN" sz="2000" b="1" dirty="0" err="1">
                <a:solidFill>
                  <a:srgbClr val="C01920"/>
                </a:solidFill>
                <a:ea typeface="楷体_GB2312" pitchFamily="49" charset="-122"/>
              </a:rPr>
              <a:t>malloc</a:t>
            </a:r>
            <a:r>
              <a:rPr lang="en-US" altLang="zh-CN" sz="2000" b="1" dirty="0">
                <a:solidFill>
                  <a:srgbClr val="C01920"/>
                </a:solidFill>
                <a:ea typeface="楷体_GB2312" pitchFamily="49" charset="-122"/>
              </a:rPr>
              <a:t> (</a:t>
            </a:r>
            <a:r>
              <a:rPr lang="en-US" altLang="zh-CN" sz="2000" b="1" dirty="0" err="1">
                <a:solidFill>
                  <a:srgbClr val="C01920"/>
                </a:solidFill>
                <a:ea typeface="楷体_GB2312" pitchFamily="49" charset="-122"/>
              </a:rPr>
              <a:t>sizeof</a:t>
            </a:r>
            <a:r>
              <a:rPr lang="en-US" altLang="zh-CN" sz="2000" b="1" dirty="0">
                <a:solidFill>
                  <a:srgbClr val="C01920"/>
                </a:solidFill>
                <a:ea typeface="楷体_GB2312" pitchFamily="49" charset="-122"/>
              </a:rPr>
              <a:t>(NODE));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创建头节点</a:t>
            </a:r>
          </a:p>
          <a:p>
            <a:r>
              <a:rPr lang="zh-CN" altLang="en-US" sz="2000" b="1" dirty="0">
                <a:ea typeface="楷体_GB2312" pitchFamily="49" charset="-122"/>
              </a:rPr>
              <a:t>  </a:t>
            </a:r>
            <a:r>
              <a:rPr lang="en-US" altLang="zh-CN" sz="2000" b="1" dirty="0">
                <a:ea typeface="楷体_GB2312" pitchFamily="49" charset="-122"/>
              </a:rPr>
              <a:t>if (head == NULL)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创建失败</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则返回</a:t>
            </a:r>
          </a:p>
          <a:p>
            <a:r>
              <a:rPr lang="zh-CN" altLang="en-US" sz="2000" b="1" dirty="0">
                <a:ea typeface="楷体_GB2312" pitchFamily="49" charset="-122"/>
              </a:rPr>
              <a:t>  </a:t>
            </a:r>
            <a:r>
              <a:rPr lang="en-US" altLang="zh-CN" sz="2000" b="1" dirty="0">
                <a:ea typeface="楷体_GB2312" pitchFamily="49" charset="-122"/>
              </a:rPr>
              <a:t>{</a:t>
            </a:r>
          </a:p>
          <a:p>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("no enough memory!\n");</a:t>
            </a:r>
          </a:p>
          <a:p>
            <a:r>
              <a:rPr lang="en-US" altLang="zh-CN" sz="2000" b="1" dirty="0">
                <a:ea typeface="楷体_GB2312" pitchFamily="49" charset="-122"/>
              </a:rPr>
              <a:t>    return (NULL);</a:t>
            </a:r>
          </a:p>
          <a:p>
            <a:r>
              <a:rPr lang="en-US" altLang="zh-CN" sz="2000" b="1" dirty="0">
                <a:ea typeface="楷体_GB2312" pitchFamily="49" charset="-122"/>
              </a:rPr>
              <a:t>  }  </a:t>
            </a:r>
          </a:p>
          <a:p>
            <a:r>
              <a:rPr lang="en-US" altLang="zh-CN" sz="2000" b="1" dirty="0">
                <a:ea typeface="楷体_GB2312" pitchFamily="49" charset="-122"/>
              </a:rPr>
              <a:t>  head-&gt;next = NULL;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头节点的指针域置</a:t>
            </a:r>
            <a:r>
              <a:rPr lang="en-US" altLang="zh-CN" sz="1600" b="1" dirty="0">
                <a:solidFill>
                  <a:srgbClr val="002060"/>
                </a:solidFill>
                <a:latin typeface="+mn-lt"/>
                <a:ea typeface="楷体" pitchFamily="49" charset="-122"/>
              </a:rPr>
              <a:t>NULL</a:t>
            </a:r>
          </a:p>
          <a:p>
            <a:r>
              <a:rPr lang="en-US" altLang="zh-CN" sz="2000" b="1" dirty="0">
                <a:ea typeface="楷体_GB2312" pitchFamily="49" charset="-122"/>
              </a:rPr>
              <a:t>  tail = head;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开始时尾指针指向头节点</a:t>
            </a:r>
          </a:p>
        </p:txBody>
      </p:sp>
      <p:sp>
        <p:nvSpPr>
          <p:cNvPr id="17" name="Rectangle 4">
            <a:extLst>
              <a:ext uri="{FF2B5EF4-FFF2-40B4-BE49-F238E27FC236}">
                <a16:creationId xmlns:a16="http://schemas.microsoft.com/office/drawing/2014/main" id="{F1FE52C2-B394-4C85-BC80-996A17FF067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5730">
                                            <p:txEl>
                                              <p:pRg st="0" end="0"/>
                                            </p:txEl>
                                          </p:spTgt>
                                        </p:tgtEl>
                                        <p:attrNameLst>
                                          <p:attrName>style.visibility</p:attrName>
                                        </p:attrNameLst>
                                      </p:cBhvr>
                                      <p:to>
                                        <p:strVal val="visible"/>
                                      </p:to>
                                    </p:set>
                                    <p:anim calcmode="lin" valueType="num">
                                      <p:cBhvr additive="base">
                                        <p:cTn id="7" dur="500" fill="hold"/>
                                        <p:tgtEl>
                                          <p:spTgt spid="109573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573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095730">
                                            <p:txEl>
                                              <p:pRg st="1" end="1"/>
                                            </p:txEl>
                                          </p:spTgt>
                                        </p:tgtEl>
                                        <p:attrNameLst>
                                          <p:attrName>style.visibility</p:attrName>
                                        </p:attrNameLst>
                                      </p:cBhvr>
                                      <p:to>
                                        <p:strVal val="visible"/>
                                      </p:to>
                                    </p:set>
                                    <p:anim calcmode="lin" valueType="num">
                                      <p:cBhvr additive="base">
                                        <p:cTn id="11" dur="500" fill="hold"/>
                                        <p:tgtEl>
                                          <p:spTgt spid="109573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9573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095730">
                                            <p:txEl>
                                              <p:pRg st="2" end="2"/>
                                            </p:txEl>
                                          </p:spTgt>
                                        </p:tgtEl>
                                        <p:attrNameLst>
                                          <p:attrName>style.visibility</p:attrName>
                                        </p:attrNameLst>
                                      </p:cBhvr>
                                      <p:to>
                                        <p:strVal val="visible"/>
                                      </p:to>
                                    </p:set>
                                    <p:anim calcmode="lin" valueType="num">
                                      <p:cBhvr additive="base">
                                        <p:cTn id="15" dur="500" fill="hold"/>
                                        <p:tgtEl>
                                          <p:spTgt spid="109573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9573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095730">
                                            <p:txEl>
                                              <p:pRg st="3" end="3"/>
                                            </p:txEl>
                                          </p:spTgt>
                                        </p:tgtEl>
                                        <p:attrNameLst>
                                          <p:attrName>style.visibility</p:attrName>
                                        </p:attrNameLst>
                                      </p:cBhvr>
                                      <p:to>
                                        <p:strVal val="visible"/>
                                      </p:to>
                                    </p:set>
                                    <p:anim calcmode="lin" valueType="num">
                                      <p:cBhvr additive="base">
                                        <p:cTn id="19" dur="500" fill="hold"/>
                                        <p:tgtEl>
                                          <p:spTgt spid="109573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95730">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95730">
                                            <p:txEl>
                                              <p:pRg st="4" end="4"/>
                                            </p:txEl>
                                          </p:spTgt>
                                        </p:tgtEl>
                                        <p:attrNameLst>
                                          <p:attrName>style.visibility</p:attrName>
                                        </p:attrNameLst>
                                      </p:cBhvr>
                                      <p:to>
                                        <p:strVal val="visible"/>
                                      </p:to>
                                    </p:set>
                                    <p:anim calcmode="lin" valueType="num">
                                      <p:cBhvr additive="base">
                                        <p:cTn id="25" dur="500" fill="hold"/>
                                        <p:tgtEl>
                                          <p:spTgt spid="109573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95730">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par>
                                <p:cTn id="27" presetID="2" presetClass="entr" presetSubtype="4" fill="hold" nodeType="withEffect">
                                  <p:stCondLst>
                                    <p:cond delay="0"/>
                                  </p:stCondLst>
                                  <p:childTnLst>
                                    <p:set>
                                      <p:cBhvr>
                                        <p:cTn id="28" dur="1" fill="hold">
                                          <p:stCondLst>
                                            <p:cond delay="0"/>
                                          </p:stCondLst>
                                        </p:cTn>
                                        <p:tgtEl>
                                          <p:spTgt spid="1095730">
                                            <p:txEl>
                                              <p:pRg st="5" end="5"/>
                                            </p:txEl>
                                          </p:spTgt>
                                        </p:tgtEl>
                                        <p:attrNameLst>
                                          <p:attrName>style.visibility</p:attrName>
                                        </p:attrNameLst>
                                      </p:cBhvr>
                                      <p:to>
                                        <p:strVal val="visible"/>
                                      </p:to>
                                    </p:set>
                                    <p:anim calcmode="lin" valueType="num">
                                      <p:cBhvr additive="base">
                                        <p:cTn id="29" dur="500" fill="hold"/>
                                        <p:tgtEl>
                                          <p:spTgt spid="1095730">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95730">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par>
                                <p:cTn id="31" presetID="2" presetClass="entr" presetSubtype="4" fill="hold" nodeType="withEffect">
                                  <p:stCondLst>
                                    <p:cond delay="0"/>
                                  </p:stCondLst>
                                  <p:childTnLst>
                                    <p:set>
                                      <p:cBhvr>
                                        <p:cTn id="32" dur="1" fill="hold">
                                          <p:stCondLst>
                                            <p:cond delay="0"/>
                                          </p:stCondLst>
                                        </p:cTn>
                                        <p:tgtEl>
                                          <p:spTgt spid="1095730">
                                            <p:txEl>
                                              <p:pRg st="6" end="6"/>
                                            </p:txEl>
                                          </p:spTgt>
                                        </p:tgtEl>
                                        <p:attrNameLst>
                                          <p:attrName>style.visibility</p:attrName>
                                        </p:attrNameLst>
                                      </p:cBhvr>
                                      <p:to>
                                        <p:strVal val="visible"/>
                                      </p:to>
                                    </p:set>
                                    <p:anim calcmode="lin" valueType="num">
                                      <p:cBhvr additive="base">
                                        <p:cTn id="33" dur="500" fill="hold"/>
                                        <p:tgtEl>
                                          <p:spTgt spid="1095730">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95730">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par>
                                <p:cTn id="35" presetID="2" presetClass="entr" presetSubtype="4" fill="hold" nodeType="withEffect">
                                  <p:stCondLst>
                                    <p:cond delay="0"/>
                                  </p:stCondLst>
                                  <p:childTnLst>
                                    <p:set>
                                      <p:cBhvr>
                                        <p:cTn id="36" dur="1" fill="hold">
                                          <p:stCondLst>
                                            <p:cond delay="0"/>
                                          </p:stCondLst>
                                        </p:cTn>
                                        <p:tgtEl>
                                          <p:spTgt spid="1095730">
                                            <p:txEl>
                                              <p:pRg st="7" end="7"/>
                                            </p:txEl>
                                          </p:spTgt>
                                        </p:tgtEl>
                                        <p:attrNameLst>
                                          <p:attrName>style.visibility</p:attrName>
                                        </p:attrNameLst>
                                      </p:cBhvr>
                                      <p:to>
                                        <p:strVal val="visible"/>
                                      </p:to>
                                    </p:set>
                                    <p:anim calcmode="lin" valueType="num">
                                      <p:cBhvr additive="base">
                                        <p:cTn id="37" dur="500" fill="hold"/>
                                        <p:tgtEl>
                                          <p:spTgt spid="1095730">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95730">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par>
                                <p:cTn id="39" presetID="2" presetClass="entr" presetSubtype="4" fill="hold" nodeType="withEffect">
                                  <p:stCondLst>
                                    <p:cond delay="0"/>
                                  </p:stCondLst>
                                  <p:childTnLst>
                                    <p:set>
                                      <p:cBhvr>
                                        <p:cTn id="40" dur="1" fill="hold">
                                          <p:stCondLst>
                                            <p:cond delay="0"/>
                                          </p:stCondLst>
                                        </p:cTn>
                                        <p:tgtEl>
                                          <p:spTgt spid="1095730">
                                            <p:txEl>
                                              <p:pRg st="8" end="8"/>
                                            </p:txEl>
                                          </p:spTgt>
                                        </p:tgtEl>
                                        <p:attrNameLst>
                                          <p:attrName>style.visibility</p:attrName>
                                        </p:attrNameLst>
                                      </p:cBhvr>
                                      <p:to>
                                        <p:strVal val="visible"/>
                                      </p:to>
                                    </p:set>
                                    <p:anim calcmode="lin" valueType="num">
                                      <p:cBhvr additive="base">
                                        <p:cTn id="41" dur="500" fill="hold"/>
                                        <p:tgtEl>
                                          <p:spTgt spid="1095730">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095730">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par>
                                <p:cTn id="43" presetID="2" presetClass="entr" presetSubtype="4" fill="hold" nodeType="withEffect">
                                  <p:stCondLst>
                                    <p:cond delay="0"/>
                                  </p:stCondLst>
                                  <p:childTnLst>
                                    <p:set>
                                      <p:cBhvr>
                                        <p:cTn id="44" dur="1" fill="hold">
                                          <p:stCondLst>
                                            <p:cond delay="0"/>
                                          </p:stCondLst>
                                        </p:cTn>
                                        <p:tgtEl>
                                          <p:spTgt spid="1095730">
                                            <p:txEl>
                                              <p:pRg st="9" end="9"/>
                                            </p:txEl>
                                          </p:spTgt>
                                        </p:tgtEl>
                                        <p:attrNameLst>
                                          <p:attrName>style.visibility</p:attrName>
                                        </p:attrNameLst>
                                      </p:cBhvr>
                                      <p:to>
                                        <p:strVal val="visible"/>
                                      </p:to>
                                    </p:set>
                                    <p:anim calcmode="lin" valueType="num">
                                      <p:cBhvr additive="base">
                                        <p:cTn id="45" dur="500" fill="hold"/>
                                        <p:tgtEl>
                                          <p:spTgt spid="1095730">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095730">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par>
                          <p:cTn id="47" fill="hold">
                            <p:stCondLst>
                              <p:cond delay="500"/>
                            </p:stCondLst>
                            <p:childTnLst>
                              <p:par>
                                <p:cTn id="48" presetID="18" presetClass="entr" presetSubtype="6" fill="hold" nodeType="afterEffect">
                                  <p:stCondLst>
                                    <p:cond delay="0"/>
                                  </p:stCondLst>
                                  <p:childTnLst>
                                    <p:set>
                                      <p:cBhvr>
                                        <p:cTn id="49" dur="1" fill="hold">
                                          <p:stCondLst>
                                            <p:cond delay="0"/>
                                          </p:stCondLst>
                                        </p:cTn>
                                        <p:tgtEl>
                                          <p:spTgt spid="1095714"/>
                                        </p:tgtEl>
                                        <p:attrNameLst>
                                          <p:attrName>style.visibility</p:attrName>
                                        </p:attrNameLst>
                                      </p:cBhvr>
                                      <p:to>
                                        <p:strVal val="visible"/>
                                      </p:to>
                                    </p:set>
                                    <p:animEffect transition="in" filter="strips(downRight)">
                                      <p:cBhvr>
                                        <p:cTn id="50" dur="500"/>
                                        <p:tgtEl>
                                          <p:spTgt spid="1095714"/>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par>
                          <p:cTn id="51" fill="hold">
                            <p:stCondLst>
                              <p:cond delay="1000"/>
                            </p:stCondLst>
                            <p:childTnLst>
                              <p:par>
                                <p:cTn id="52" presetID="18" presetClass="entr" presetSubtype="6" fill="hold" nodeType="afterEffect">
                                  <p:stCondLst>
                                    <p:cond delay="0"/>
                                  </p:stCondLst>
                                  <p:childTnLst>
                                    <p:set>
                                      <p:cBhvr>
                                        <p:cTn id="53" dur="1" fill="hold">
                                          <p:stCondLst>
                                            <p:cond delay="0"/>
                                          </p:stCondLst>
                                        </p:cTn>
                                        <p:tgtEl>
                                          <p:spTgt spid="1095723"/>
                                        </p:tgtEl>
                                        <p:attrNameLst>
                                          <p:attrName>style.visibility</p:attrName>
                                        </p:attrNameLst>
                                      </p:cBhvr>
                                      <p:to>
                                        <p:strVal val="visible"/>
                                      </p:to>
                                    </p:set>
                                    <p:animEffect transition="in" filter="strips(downRight)">
                                      <p:cBhvr>
                                        <p:cTn id="54" dur="500"/>
                                        <p:tgtEl>
                                          <p:spTgt spid="1095723"/>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095730">
                                            <p:txEl>
                                              <p:pRg st="10" end="10"/>
                                            </p:txEl>
                                          </p:spTgt>
                                        </p:tgtEl>
                                        <p:attrNameLst>
                                          <p:attrName>style.visibility</p:attrName>
                                        </p:attrNameLst>
                                      </p:cBhvr>
                                      <p:to>
                                        <p:strVal val="visible"/>
                                      </p:to>
                                    </p:set>
                                    <p:anim calcmode="lin" valueType="num">
                                      <p:cBhvr additive="base">
                                        <p:cTn id="59" dur="500" fill="hold"/>
                                        <p:tgtEl>
                                          <p:spTgt spid="1095730">
                                            <p:txEl>
                                              <p:pRg st="10" end="1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095730">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par>
                          <p:cTn id="61" fill="hold">
                            <p:stCondLst>
                              <p:cond delay="500"/>
                            </p:stCondLst>
                            <p:childTnLst>
                              <p:par>
                                <p:cTn id="62" presetID="4" presetClass="entr" presetSubtype="16" fill="hold" grpId="0" nodeType="afterEffect">
                                  <p:stCondLst>
                                    <p:cond delay="0"/>
                                  </p:stCondLst>
                                  <p:childTnLst>
                                    <p:set>
                                      <p:cBhvr>
                                        <p:cTn id="63" dur="1" fill="hold">
                                          <p:stCondLst>
                                            <p:cond delay="0"/>
                                          </p:stCondLst>
                                        </p:cTn>
                                        <p:tgtEl>
                                          <p:spTgt spid="1095722"/>
                                        </p:tgtEl>
                                        <p:attrNameLst>
                                          <p:attrName>style.visibility</p:attrName>
                                        </p:attrNameLst>
                                      </p:cBhvr>
                                      <p:to>
                                        <p:strVal val="visible"/>
                                      </p:to>
                                    </p:set>
                                    <p:animEffect transition="in" filter="box(in)">
                                      <p:cBhvr>
                                        <p:cTn id="64" dur="500"/>
                                        <p:tgtEl>
                                          <p:spTgt spid="1095722"/>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1095730">
                                            <p:txEl>
                                              <p:pRg st="11" end="11"/>
                                            </p:txEl>
                                          </p:spTgt>
                                        </p:tgtEl>
                                        <p:attrNameLst>
                                          <p:attrName>style.visibility</p:attrName>
                                        </p:attrNameLst>
                                      </p:cBhvr>
                                      <p:to>
                                        <p:strVal val="visible"/>
                                      </p:to>
                                    </p:set>
                                    <p:anim calcmode="lin" valueType="num">
                                      <p:cBhvr additive="base">
                                        <p:cTn id="69" dur="500" fill="hold"/>
                                        <p:tgtEl>
                                          <p:spTgt spid="1095730">
                                            <p:txEl>
                                              <p:pRg st="11" end="11"/>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095730">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18" presetClass="entr" presetSubtype="6" fill="hold" nodeType="afterEffect">
                                  <p:stCondLst>
                                    <p:cond delay="0"/>
                                  </p:stCondLst>
                                  <p:childTnLst>
                                    <p:set>
                                      <p:cBhvr>
                                        <p:cTn id="73" dur="1" fill="hold">
                                          <p:stCondLst>
                                            <p:cond delay="0"/>
                                          </p:stCondLst>
                                        </p:cTn>
                                        <p:tgtEl>
                                          <p:spTgt spid="1095729"/>
                                        </p:tgtEl>
                                        <p:attrNameLst>
                                          <p:attrName>style.visibility</p:attrName>
                                        </p:attrNameLst>
                                      </p:cBhvr>
                                      <p:to>
                                        <p:strVal val="visible"/>
                                      </p:to>
                                    </p:set>
                                    <p:animEffect transition="in" filter="strips(downRight)">
                                      <p:cBhvr>
                                        <p:cTn id="74" dur="500"/>
                                        <p:tgtEl>
                                          <p:spTgt spid="1095729"/>
                                        </p:tgtEl>
                                      </p:cBhvr>
                                    </p:animEffect>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2"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7841" name="Rectangle 113" descr="信纸"/>
          <p:cNvSpPr>
            <a:spLocks noChangeArrowheads="1"/>
          </p:cNvSpPr>
          <p:nvPr/>
        </p:nvSpPr>
        <p:spPr bwMode="auto">
          <a:xfrm>
            <a:off x="7596173" y="995017"/>
            <a:ext cx="3661854" cy="2263775"/>
          </a:xfrm>
          <a:prstGeom prst="rect">
            <a:avLst/>
          </a:prstGeom>
          <a:gradFill>
            <a:gsLst>
              <a:gs pos="0">
                <a:srgbClr val="CFCFD1"/>
              </a:gs>
              <a:gs pos="100000">
                <a:schemeClr val="bg1"/>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C0000"/>
                </a:solidFill>
              </a:rPr>
              <a:t>    </a:t>
            </a:r>
            <a:r>
              <a:rPr lang="en-US" altLang="zh-CN" sz="2000" b="1" dirty="0" err="1">
                <a:solidFill>
                  <a:srgbClr val="CC0000"/>
                </a:solidFill>
              </a:rPr>
              <a:t>pnew</a:t>
            </a:r>
            <a:r>
              <a:rPr lang="en-US" altLang="zh-CN" sz="2000" b="1" dirty="0">
                <a:solidFill>
                  <a:srgbClr val="CC0000"/>
                </a:solidFill>
              </a:rPr>
              <a:t>-&gt;score = score;</a:t>
            </a:r>
            <a:r>
              <a:rPr lang="en-US" altLang="zh-CN" sz="2000" b="1" dirty="0"/>
              <a:t>   </a:t>
            </a:r>
          </a:p>
          <a:p>
            <a:r>
              <a:rPr lang="en-US" altLang="zh-CN" sz="2000" b="1" dirty="0">
                <a:solidFill>
                  <a:schemeClr val="accent1">
                    <a:lumMod val="50000"/>
                  </a:schemeClr>
                </a:solidFill>
              </a:rPr>
              <a:t>    </a:t>
            </a:r>
            <a:r>
              <a:rPr lang="en-US" altLang="zh-CN" sz="2000" b="1" dirty="0" err="1">
                <a:solidFill>
                  <a:schemeClr val="accent1">
                    <a:lumMod val="50000"/>
                  </a:schemeClr>
                </a:solidFill>
              </a:rPr>
              <a:t>pnew</a:t>
            </a:r>
            <a:r>
              <a:rPr lang="en-US" altLang="zh-CN" sz="2000" b="1" dirty="0">
                <a:solidFill>
                  <a:schemeClr val="accent1">
                    <a:lumMod val="50000"/>
                  </a:schemeClr>
                </a:solidFill>
              </a:rPr>
              <a:t>-&gt;next = NULL;  </a:t>
            </a:r>
          </a:p>
          <a:p>
            <a:r>
              <a:rPr lang="en-US" altLang="zh-CN" sz="2000" b="1" dirty="0">
                <a:solidFill>
                  <a:srgbClr val="7030A0"/>
                </a:solidFill>
              </a:rPr>
              <a:t>    tail-&gt;next = </a:t>
            </a:r>
            <a:r>
              <a:rPr lang="en-US" altLang="zh-CN" sz="2000" b="1" dirty="0" err="1">
                <a:solidFill>
                  <a:srgbClr val="7030A0"/>
                </a:solidFill>
              </a:rPr>
              <a:t>pnew</a:t>
            </a:r>
            <a:r>
              <a:rPr lang="en-US" altLang="zh-CN" sz="2000" b="1" dirty="0">
                <a:solidFill>
                  <a:srgbClr val="7030A0"/>
                </a:solidFill>
              </a:rPr>
              <a:t>;     </a:t>
            </a:r>
          </a:p>
          <a:p>
            <a:r>
              <a:rPr lang="en-US" altLang="zh-CN" sz="2000" b="1" dirty="0">
                <a:solidFill>
                  <a:srgbClr val="002060"/>
                </a:solidFill>
              </a:rPr>
              <a:t>    tail = </a:t>
            </a:r>
            <a:r>
              <a:rPr lang="en-US" altLang="zh-CN" sz="2000" b="1" dirty="0" err="1">
                <a:solidFill>
                  <a:srgbClr val="002060"/>
                </a:solidFill>
              </a:rPr>
              <a:t>pnew</a:t>
            </a:r>
            <a:r>
              <a:rPr lang="en-US" altLang="zh-CN" sz="2000" b="1" dirty="0">
                <a:solidFill>
                  <a:srgbClr val="002060"/>
                </a:solidFill>
              </a:rPr>
              <a:t>; </a:t>
            </a:r>
          </a:p>
          <a:p>
            <a:r>
              <a:rPr lang="en-US" altLang="zh-CN" sz="2000" b="1" dirty="0"/>
              <a:t>  }</a:t>
            </a:r>
          </a:p>
          <a:p>
            <a:r>
              <a:rPr lang="en-US" altLang="zh-CN" sz="2000" b="1" dirty="0"/>
              <a:t>  return (head);</a:t>
            </a:r>
          </a:p>
          <a:p>
            <a:r>
              <a:rPr lang="en-US" altLang="zh-CN" sz="2000" b="1" dirty="0"/>
              <a:t>}</a:t>
            </a:r>
          </a:p>
        </p:txBody>
      </p:sp>
      <p:grpSp>
        <p:nvGrpSpPr>
          <p:cNvPr id="1097735" name="Group 7"/>
          <p:cNvGrpSpPr>
            <a:grpSpLocks/>
          </p:cNvGrpSpPr>
          <p:nvPr/>
        </p:nvGrpSpPr>
        <p:grpSpPr bwMode="auto">
          <a:xfrm>
            <a:off x="2816545" y="5703143"/>
            <a:ext cx="722313" cy="1008062"/>
            <a:chOff x="1120" y="3157"/>
            <a:chExt cx="455" cy="635"/>
          </a:xfrm>
        </p:grpSpPr>
        <p:sp>
          <p:nvSpPr>
            <p:cNvPr id="1097736" name="Rectangle 8"/>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097737" name="Rectangle 9"/>
            <p:cNvSpPr>
              <a:spLocks noChangeArrowheads="1"/>
            </p:cNvSpPr>
            <p:nvPr/>
          </p:nvSpPr>
          <p:spPr bwMode="auto">
            <a:xfrm>
              <a:off x="1121" y="3338"/>
              <a:ext cx="454" cy="454"/>
            </a:xfrm>
            <a:prstGeom prst="rect">
              <a:avLst/>
            </a:prstGeom>
            <a:blipFill>
              <a:blip r:embed="rId4" cstate="print"/>
              <a:tile tx="0" ty="0" sx="100000" sy="100000" flip="none" algn="tl"/>
            </a:blipFill>
            <a:ln w="19050">
              <a:solidFill>
                <a:srgbClr val="7030A0"/>
              </a:solidFill>
              <a:miter lim="800000"/>
              <a:headEnd/>
              <a:tailEnd/>
            </a:ln>
            <a:effectLst/>
          </p:spPr>
          <p:txBody>
            <a:bodyPr wrap="none" anchor="ctr"/>
            <a:lstStyle/>
            <a:p>
              <a:endParaRPr lang="zh-CN" altLang="en-US"/>
            </a:p>
          </p:txBody>
        </p:sp>
      </p:grpSp>
      <p:grpSp>
        <p:nvGrpSpPr>
          <p:cNvPr id="1097738" name="Group 10"/>
          <p:cNvGrpSpPr>
            <a:grpSpLocks/>
          </p:cNvGrpSpPr>
          <p:nvPr/>
        </p:nvGrpSpPr>
        <p:grpSpPr bwMode="auto">
          <a:xfrm>
            <a:off x="1837057" y="5542806"/>
            <a:ext cx="965200" cy="396875"/>
            <a:chOff x="503" y="3030"/>
            <a:chExt cx="608" cy="250"/>
          </a:xfrm>
        </p:grpSpPr>
        <p:sp>
          <p:nvSpPr>
            <p:cNvPr id="1097739" name="Line 11"/>
            <p:cNvSpPr>
              <a:spLocks noChangeShapeType="1"/>
            </p:cNvSpPr>
            <p:nvPr/>
          </p:nvSpPr>
          <p:spPr bwMode="auto">
            <a:xfrm>
              <a:off x="793" y="3248"/>
              <a:ext cx="318" cy="0"/>
            </a:xfrm>
            <a:prstGeom prst="line">
              <a:avLst/>
            </a:prstGeom>
            <a:noFill/>
            <a:ln w="28575">
              <a:solidFill>
                <a:srgbClr val="C00000"/>
              </a:solidFill>
              <a:round/>
              <a:headEnd/>
              <a:tailEnd type="stealth" w="lg" len="lg"/>
            </a:ln>
            <a:effectLst/>
          </p:spPr>
          <p:txBody>
            <a:bodyPr/>
            <a:lstStyle/>
            <a:p>
              <a:endParaRPr lang="zh-CN" altLang="en-US">
                <a:solidFill>
                  <a:srgbClr val="C00000"/>
                </a:solidFill>
              </a:endParaRPr>
            </a:p>
          </p:txBody>
        </p:sp>
        <p:sp>
          <p:nvSpPr>
            <p:cNvPr id="1097740" name="Text Box 12"/>
            <p:cNvSpPr txBox="1">
              <a:spLocks noChangeArrowheads="1"/>
            </p:cNvSpPr>
            <p:nvPr/>
          </p:nvSpPr>
          <p:spPr bwMode="auto">
            <a:xfrm>
              <a:off x="503" y="3030"/>
              <a:ext cx="499"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C00000"/>
                  </a:solidFill>
                </a:rPr>
                <a:t>head</a:t>
              </a:r>
            </a:p>
          </p:txBody>
        </p:sp>
      </p:grpSp>
      <p:sp>
        <p:nvSpPr>
          <p:cNvPr id="1097741" name="Text Box 13"/>
          <p:cNvSpPr txBox="1">
            <a:spLocks noChangeArrowheads="1"/>
          </p:cNvSpPr>
          <p:nvPr/>
        </p:nvSpPr>
        <p:spPr bwMode="auto">
          <a:xfrm>
            <a:off x="2946719" y="5676155"/>
            <a:ext cx="431800" cy="304800"/>
          </a:xfrm>
          <a:prstGeom prst="rect">
            <a:avLst/>
          </a:prstGeom>
          <a:noFill/>
          <a:ln w="9525">
            <a:noFill/>
            <a:miter lim="800000"/>
            <a:headEnd/>
            <a:tailEnd/>
          </a:ln>
          <a:effectLst/>
        </p:spPr>
        <p:txBody>
          <a:bodyPr>
            <a:spAutoFit/>
          </a:bodyPr>
          <a:lstStyle/>
          <a:p>
            <a:pPr>
              <a:spcBef>
                <a:spcPct val="50000"/>
              </a:spcBef>
            </a:pPr>
            <a:r>
              <a:rPr lang="en-US" altLang="zh-CN" sz="1400" b="1">
                <a:solidFill>
                  <a:schemeClr val="accent2"/>
                </a:solidFill>
                <a:effectLst>
                  <a:outerShdw blurRad="38100" dist="38100" dir="2700000" algn="tl">
                    <a:srgbClr val="000000"/>
                  </a:outerShdw>
                </a:effectLst>
              </a:rPr>
              <a:t>∧</a:t>
            </a:r>
          </a:p>
        </p:txBody>
      </p:sp>
      <p:grpSp>
        <p:nvGrpSpPr>
          <p:cNvPr id="1097742" name="Group 14"/>
          <p:cNvGrpSpPr>
            <a:grpSpLocks/>
          </p:cNvGrpSpPr>
          <p:nvPr/>
        </p:nvGrpSpPr>
        <p:grpSpPr bwMode="auto">
          <a:xfrm>
            <a:off x="2143445" y="4988769"/>
            <a:ext cx="779463" cy="661987"/>
            <a:chOff x="1119" y="2922"/>
            <a:chExt cx="491" cy="417"/>
          </a:xfrm>
        </p:grpSpPr>
        <p:sp>
          <p:nvSpPr>
            <p:cNvPr id="1097743" name="Line 15"/>
            <p:cNvSpPr>
              <a:spLocks noChangeShapeType="1"/>
            </p:cNvSpPr>
            <p:nvPr/>
          </p:nvSpPr>
          <p:spPr bwMode="auto">
            <a:xfrm>
              <a:off x="1429" y="3113"/>
              <a:ext cx="181" cy="226"/>
            </a:xfrm>
            <a:prstGeom prst="line">
              <a:avLst/>
            </a:prstGeom>
            <a:noFill/>
            <a:ln w="28575">
              <a:solidFill>
                <a:srgbClr val="002060"/>
              </a:solidFill>
              <a:round/>
              <a:headEnd/>
              <a:tailEnd type="stealth" w="lg" len="lg"/>
            </a:ln>
            <a:effectLst/>
          </p:spPr>
          <p:txBody>
            <a:bodyPr/>
            <a:lstStyle/>
            <a:p>
              <a:endParaRPr lang="zh-CN" altLang="en-US"/>
            </a:p>
          </p:txBody>
        </p:sp>
        <p:sp>
          <p:nvSpPr>
            <p:cNvPr id="1097744" name="Text Box 16"/>
            <p:cNvSpPr txBox="1">
              <a:spLocks noChangeArrowheads="1"/>
            </p:cNvSpPr>
            <p:nvPr/>
          </p:nvSpPr>
          <p:spPr bwMode="auto">
            <a:xfrm>
              <a:off x="1119" y="2922"/>
              <a:ext cx="363"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rPr>
                <a:t>tail</a:t>
              </a:r>
            </a:p>
          </p:txBody>
        </p:sp>
      </p:grpSp>
      <p:sp>
        <p:nvSpPr>
          <p:cNvPr id="1097747" name="Rectangle 19"/>
          <p:cNvSpPr>
            <a:spLocks noChangeArrowheads="1"/>
          </p:cNvSpPr>
          <p:nvPr/>
        </p:nvSpPr>
        <p:spPr bwMode="auto">
          <a:xfrm>
            <a:off x="7599920" y="3442941"/>
            <a:ext cx="3139193" cy="400110"/>
          </a:xfrm>
          <a:prstGeom prst="rect">
            <a:avLst/>
          </a:prstGeom>
          <a:gradFill rotWithShape="1">
            <a:gsLst>
              <a:gs pos="0">
                <a:srgbClr val="CFCFD1"/>
              </a:gs>
              <a:gs pos="100000">
                <a:schemeClr val="bg1"/>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p:spPr>
        <p:txBody>
          <a:bodyPr wrap="square">
            <a:spAutoFit/>
          </a:bodyPr>
          <a:lstStyle/>
          <a:p>
            <a:r>
              <a:rPr lang="en-US" altLang="zh-CN" sz="2000" b="1" dirty="0"/>
              <a:t>input the score of students:</a:t>
            </a:r>
          </a:p>
        </p:txBody>
      </p:sp>
      <p:sp>
        <p:nvSpPr>
          <p:cNvPr id="1097748" name="Rectangle 20"/>
          <p:cNvSpPr>
            <a:spLocks noChangeArrowheads="1"/>
          </p:cNvSpPr>
          <p:nvPr/>
        </p:nvSpPr>
        <p:spPr bwMode="auto">
          <a:xfrm>
            <a:off x="7615795" y="3987453"/>
            <a:ext cx="699230" cy="400110"/>
          </a:xfrm>
          <a:prstGeom prst="rect">
            <a:avLst/>
          </a:prstGeom>
          <a:gradFill rotWithShape="1">
            <a:gsLst>
              <a:gs pos="0">
                <a:srgbClr val="CFCFD1"/>
              </a:gs>
              <a:gs pos="100000">
                <a:schemeClr val="bg1"/>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p:spPr>
        <p:txBody>
          <a:bodyPr wrap="none">
            <a:spAutoFit/>
          </a:bodyPr>
          <a:lstStyle/>
          <a:p>
            <a:r>
              <a:rPr lang="en-US" altLang="zh-CN" sz="2000" b="1" dirty="0"/>
              <a:t>70</a:t>
            </a:r>
            <a:r>
              <a:rPr lang="en-US" altLang="zh-CN" sz="2000" b="1" dirty="0">
                <a:latin typeface="+mn-ea"/>
                <a:ea typeface="+mn-ea"/>
              </a:rPr>
              <a:t>↙</a:t>
            </a:r>
          </a:p>
        </p:txBody>
      </p:sp>
      <p:grpSp>
        <p:nvGrpSpPr>
          <p:cNvPr id="1097749" name="Group 21"/>
          <p:cNvGrpSpPr>
            <a:grpSpLocks/>
          </p:cNvGrpSpPr>
          <p:nvPr/>
        </p:nvGrpSpPr>
        <p:grpSpPr bwMode="auto">
          <a:xfrm>
            <a:off x="4204020" y="5704731"/>
            <a:ext cx="722313" cy="1008063"/>
            <a:chOff x="1120" y="3157"/>
            <a:chExt cx="455" cy="635"/>
          </a:xfrm>
        </p:grpSpPr>
        <p:sp>
          <p:nvSpPr>
            <p:cNvPr id="1097750" name="Rectangle 22"/>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dirty="0"/>
            </a:p>
          </p:txBody>
        </p:sp>
        <p:sp>
          <p:nvSpPr>
            <p:cNvPr id="1097751" name="Rectangle 23"/>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097755" name="Group 27"/>
          <p:cNvGrpSpPr>
            <a:grpSpLocks/>
          </p:cNvGrpSpPr>
          <p:nvPr/>
        </p:nvGrpSpPr>
        <p:grpSpPr bwMode="auto">
          <a:xfrm>
            <a:off x="3654745" y="5031630"/>
            <a:ext cx="792163" cy="603250"/>
            <a:chOff x="1828" y="2950"/>
            <a:chExt cx="499" cy="380"/>
          </a:xfrm>
        </p:grpSpPr>
        <p:sp>
          <p:nvSpPr>
            <p:cNvPr id="1097753" name="Line 25"/>
            <p:cNvSpPr>
              <a:spLocks noChangeShapeType="1"/>
            </p:cNvSpPr>
            <p:nvPr/>
          </p:nvSpPr>
          <p:spPr bwMode="auto">
            <a:xfrm>
              <a:off x="2081" y="3176"/>
              <a:ext cx="145" cy="154"/>
            </a:xfrm>
            <a:prstGeom prst="line">
              <a:avLst/>
            </a:prstGeom>
            <a:noFill/>
            <a:ln w="28575">
              <a:solidFill>
                <a:srgbClr val="C00000"/>
              </a:solidFill>
              <a:round/>
              <a:headEnd/>
              <a:tailEnd type="stealth" w="lg" len="lg"/>
            </a:ln>
            <a:effectLst/>
          </p:spPr>
          <p:txBody>
            <a:bodyPr/>
            <a:lstStyle/>
            <a:p>
              <a:endParaRPr lang="zh-CN" altLang="en-US">
                <a:solidFill>
                  <a:srgbClr val="C00000"/>
                </a:solidFill>
              </a:endParaRPr>
            </a:p>
          </p:txBody>
        </p:sp>
        <p:sp>
          <p:nvSpPr>
            <p:cNvPr id="1097754" name="Text Box 26"/>
            <p:cNvSpPr txBox="1">
              <a:spLocks noChangeArrowheads="1"/>
            </p:cNvSpPr>
            <p:nvPr/>
          </p:nvSpPr>
          <p:spPr bwMode="auto">
            <a:xfrm>
              <a:off x="1828" y="2950"/>
              <a:ext cx="499" cy="250"/>
            </a:xfrm>
            <a:prstGeom prst="rect">
              <a:avLst/>
            </a:prstGeom>
            <a:noFill/>
            <a:ln w="9525">
              <a:noFill/>
              <a:miter lim="800000"/>
              <a:headEnd/>
              <a:tailEnd/>
            </a:ln>
            <a:effectLst/>
          </p:spPr>
          <p:txBody>
            <a:bodyPr>
              <a:spAutoFit/>
            </a:bodyPr>
            <a:lstStyle/>
            <a:p>
              <a:pPr>
                <a:spcBef>
                  <a:spcPct val="50000"/>
                </a:spcBef>
              </a:pPr>
              <a:r>
                <a:rPr lang="en-US" altLang="zh-CN" sz="2000" b="1" dirty="0" err="1">
                  <a:solidFill>
                    <a:srgbClr val="C00000"/>
                  </a:solidFill>
                </a:rPr>
                <a:t>pnew</a:t>
              </a:r>
              <a:endParaRPr lang="en-US" altLang="zh-CN" sz="2000" b="1" dirty="0">
                <a:solidFill>
                  <a:srgbClr val="C00000"/>
                </a:solidFill>
              </a:endParaRPr>
            </a:p>
          </p:txBody>
        </p:sp>
      </p:grpSp>
      <p:sp>
        <p:nvSpPr>
          <p:cNvPr id="1097756" name="Text Box 28"/>
          <p:cNvSpPr txBox="1">
            <a:spLocks noChangeArrowheads="1"/>
          </p:cNvSpPr>
          <p:nvPr/>
        </p:nvSpPr>
        <p:spPr bwMode="auto">
          <a:xfrm>
            <a:off x="4302444" y="6125419"/>
            <a:ext cx="503238" cy="396875"/>
          </a:xfrm>
          <a:prstGeom prst="rect">
            <a:avLst/>
          </a:prstGeom>
          <a:noFill/>
          <a:ln w="9525">
            <a:noFill/>
            <a:miter lim="800000"/>
            <a:headEnd/>
            <a:tailEnd/>
          </a:ln>
          <a:effectLst/>
        </p:spPr>
        <p:txBody>
          <a:bodyPr>
            <a:spAutoFit/>
          </a:bodyPr>
          <a:lstStyle/>
          <a:p>
            <a:pPr>
              <a:spcBef>
                <a:spcPct val="50000"/>
              </a:spcBef>
            </a:pPr>
            <a:r>
              <a:rPr lang="en-US" altLang="zh-CN" sz="2000" b="1" dirty="0">
                <a:effectLst>
                  <a:outerShdw blurRad="38100" dist="38100" dir="2700000" algn="tl">
                    <a:srgbClr val="FFFFFF"/>
                  </a:outerShdw>
                </a:effectLst>
              </a:rPr>
              <a:t>70</a:t>
            </a:r>
          </a:p>
        </p:txBody>
      </p:sp>
      <p:sp>
        <p:nvSpPr>
          <p:cNvPr id="1097757" name="Text Box 29"/>
          <p:cNvSpPr txBox="1">
            <a:spLocks noChangeArrowheads="1"/>
          </p:cNvSpPr>
          <p:nvPr/>
        </p:nvSpPr>
        <p:spPr bwMode="auto">
          <a:xfrm>
            <a:off x="4362769" y="5677743"/>
            <a:ext cx="431800" cy="304800"/>
          </a:xfrm>
          <a:prstGeom prst="rect">
            <a:avLst/>
          </a:prstGeom>
          <a:noFill/>
          <a:ln w="9525">
            <a:noFill/>
            <a:miter lim="800000"/>
            <a:headEnd/>
            <a:tailEnd/>
          </a:ln>
          <a:effectLst/>
        </p:spPr>
        <p:txBody>
          <a:bodyPr>
            <a:spAutoFit/>
          </a:bodyPr>
          <a:lstStyle/>
          <a:p>
            <a:pPr>
              <a:spcBef>
                <a:spcPct val="50000"/>
              </a:spcBef>
            </a:pPr>
            <a:r>
              <a:rPr lang="en-US" altLang="zh-CN" sz="1400" b="1">
                <a:solidFill>
                  <a:schemeClr val="accent2"/>
                </a:solidFill>
                <a:effectLst>
                  <a:outerShdw blurRad="38100" dist="38100" dir="2700000" algn="tl">
                    <a:srgbClr val="000000"/>
                  </a:outerShdw>
                </a:effectLst>
              </a:rPr>
              <a:t>∧</a:t>
            </a:r>
          </a:p>
        </p:txBody>
      </p:sp>
      <p:sp>
        <p:nvSpPr>
          <p:cNvPr id="1097758" name="Rectangle 30"/>
          <p:cNvSpPr>
            <a:spLocks noChangeArrowheads="1"/>
          </p:cNvSpPr>
          <p:nvPr/>
        </p:nvSpPr>
        <p:spPr bwMode="auto">
          <a:xfrm>
            <a:off x="2976882" y="5722193"/>
            <a:ext cx="360362" cy="215900"/>
          </a:xfrm>
          <a:prstGeom prst="rect">
            <a:avLst/>
          </a:prstGeom>
          <a:gradFill rotWithShape="1">
            <a:gsLst>
              <a:gs pos="0">
                <a:srgbClr val="C0C0C0"/>
              </a:gs>
              <a:gs pos="100000">
                <a:schemeClr val="bg1"/>
              </a:gs>
            </a:gsLst>
            <a:lin ang="5400000" scaled="1"/>
          </a:gradFill>
          <a:ln w="9525">
            <a:noFill/>
            <a:miter lim="800000"/>
            <a:headEnd/>
            <a:tailEnd/>
          </a:ln>
          <a:effectLst/>
        </p:spPr>
        <p:txBody>
          <a:bodyPr wrap="none" anchor="ctr"/>
          <a:lstStyle/>
          <a:p>
            <a:endParaRPr lang="zh-CN" altLang="en-US"/>
          </a:p>
        </p:txBody>
      </p:sp>
      <p:sp>
        <p:nvSpPr>
          <p:cNvPr id="1097759" name="Line 31"/>
          <p:cNvSpPr>
            <a:spLocks noChangeShapeType="1"/>
          </p:cNvSpPr>
          <p:nvPr/>
        </p:nvSpPr>
        <p:spPr bwMode="auto">
          <a:xfrm flipV="1">
            <a:off x="3237232" y="5850780"/>
            <a:ext cx="965200" cy="0"/>
          </a:xfrm>
          <a:prstGeom prst="line">
            <a:avLst/>
          </a:prstGeom>
          <a:noFill/>
          <a:ln w="28575">
            <a:solidFill>
              <a:srgbClr val="C00000"/>
            </a:solidFill>
            <a:round/>
            <a:headEnd/>
            <a:tailEnd type="stealth" w="lg" len="lg"/>
          </a:ln>
          <a:effectLst/>
        </p:spPr>
        <p:txBody>
          <a:bodyPr/>
          <a:lstStyle/>
          <a:p>
            <a:endParaRPr lang="zh-CN" altLang="en-US"/>
          </a:p>
        </p:txBody>
      </p:sp>
      <p:sp useBgFill="1">
        <p:nvSpPr>
          <p:cNvPr id="1097760" name="Rectangle 32"/>
          <p:cNvSpPr>
            <a:spLocks noChangeArrowheads="1"/>
          </p:cNvSpPr>
          <p:nvPr/>
        </p:nvSpPr>
        <p:spPr bwMode="auto">
          <a:xfrm>
            <a:off x="2141857" y="5085184"/>
            <a:ext cx="1079500" cy="576262"/>
          </a:xfrm>
          <a:prstGeom prst="rect">
            <a:avLst/>
          </a:prstGeom>
          <a:ln w="9525">
            <a:noFill/>
            <a:miter lim="800000"/>
            <a:headEnd/>
            <a:tailEnd/>
          </a:ln>
          <a:effectLst/>
        </p:spPr>
        <p:txBody>
          <a:bodyPr wrap="none" anchor="ctr"/>
          <a:lstStyle/>
          <a:p>
            <a:endParaRPr lang="zh-CN" altLang="en-US"/>
          </a:p>
        </p:txBody>
      </p:sp>
      <p:grpSp>
        <p:nvGrpSpPr>
          <p:cNvPr id="1097764" name="Group 36"/>
          <p:cNvGrpSpPr>
            <a:grpSpLocks/>
          </p:cNvGrpSpPr>
          <p:nvPr/>
        </p:nvGrpSpPr>
        <p:grpSpPr bwMode="auto">
          <a:xfrm>
            <a:off x="3596007" y="5938094"/>
            <a:ext cx="576262" cy="598487"/>
            <a:chOff x="1791" y="3521"/>
            <a:chExt cx="363" cy="377"/>
          </a:xfrm>
        </p:grpSpPr>
        <p:sp>
          <p:nvSpPr>
            <p:cNvPr id="1097762" name="Line 34"/>
            <p:cNvSpPr>
              <a:spLocks noChangeShapeType="1"/>
            </p:cNvSpPr>
            <p:nvPr/>
          </p:nvSpPr>
          <p:spPr bwMode="auto">
            <a:xfrm flipV="1">
              <a:off x="1927" y="3521"/>
              <a:ext cx="227" cy="181"/>
            </a:xfrm>
            <a:prstGeom prst="line">
              <a:avLst/>
            </a:prstGeom>
            <a:noFill/>
            <a:ln w="28575">
              <a:solidFill>
                <a:srgbClr val="002060"/>
              </a:solidFill>
              <a:round/>
              <a:headEnd/>
              <a:tailEnd type="stealth" w="lg" len="lg"/>
            </a:ln>
            <a:effectLst/>
          </p:spPr>
          <p:txBody>
            <a:bodyPr/>
            <a:lstStyle/>
            <a:p>
              <a:endParaRPr lang="zh-CN" altLang="en-US"/>
            </a:p>
          </p:txBody>
        </p:sp>
        <p:sp>
          <p:nvSpPr>
            <p:cNvPr id="1097763" name="Text Box 35"/>
            <p:cNvSpPr txBox="1">
              <a:spLocks noChangeArrowheads="1"/>
            </p:cNvSpPr>
            <p:nvPr/>
          </p:nvSpPr>
          <p:spPr bwMode="auto">
            <a:xfrm>
              <a:off x="1791" y="3648"/>
              <a:ext cx="363"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rPr>
                <a:t>tail</a:t>
              </a:r>
            </a:p>
          </p:txBody>
        </p:sp>
      </p:grpSp>
      <p:sp>
        <p:nvSpPr>
          <p:cNvPr id="1097766" name="Rectangle 38"/>
          <p:cNvSpPr>
            <a:spLocks noChangeArrowheads="1"/>
          </p:cNvSpPr>
          <p:nvPr/>
        </p:nvSpPr>
        <p:spPr bwMode="auto">
          <a:xfrm>
            <a:off x="8517495" y="3989041"/>
            <a:ext cx="699230" cy="400110"/>
          </a:xfrm>
          <a:prstGeom prst="rect">
            <a:avLst/>
          </a:prstGeom>
          <a:gradFill rotWithShape="1">
            <a:gsLst>
              <a:gs pos="0">
                <a:srgbClr val="CFCFD1"/>
              </a:gs>
              <a:gs pos="100000">
                <a:schemeClr val="bg1"/>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p:spPr>
        <p:txBody>
          <a:bodyPr wrap="none">
            <a:spAutoFit/>
          </a:bodyPr>
          <a:lstStyle/>
          <a:p>
            <a:r>
              <a:rPr lang="en-US" altLang="zh-CN" sz="2000" b="1" dirty="0"/>
              <a:t>65</a:t>
            </a:r>
            <a:r>
              <a:rPr lang="en-US" altLang="zh-CN" sz="2000" b="1" dirty="0">
                <a:latin typeface="+mn-ea"/>
                <a:ea typeface="+mn-ea"/>
              </a:rPr>
              <a:t>↙</a:t>
            </a:r>
          </a:p>
        </p:txBody>
      </p:sp>
      <p:grpSp>
        <p:nvGrpSpPr>
          <p:cNvPr id="1097767" name="Group 39"/>
          <p:cNvGrpSpPr>
            <a:grpSpLocks/>
          </p:cNvGrpSpPr>
          <p:nvPr/>
        </p:nvGrpSpPr>
        <p:grpSpPr bwMode="auto">
          <a:xfrm>
            <a:off x="5448620" y="5706318"/>
            <a:ext cx="722313" cy="1008062"/>
            <a:chOff x="1120" y="3157"/>
            <a:chExt cx="455" cy="635"/>
          </a:xfrm>
        </p:grpSpPr>
        <p:sp>
          <p:nvSpPr>
            <p:cNvPr id="1097768" name="Rectangle 40"/>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097769" name="Rectangle 41"/>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097770" name="Group 42"/>
          <p:cNvGrpSpPr>
            <a:grpSpLocks/>
          </p:cNvGrpSpPr>
          <p:nvPr/>
        </p:nvGrpSpPr>
        <p:grpSpPr bwMode="auto">
          <a:xfrm>
            <a:off x="4856482" y="5047505"/>
            <a:ext cx="792162" cy="603250"/>
            <a:chOff x="1828" y="2950"/>
            <a:chExt cx="499" cy="380"/>
          </a:xfrm>
        </p:grpSpPr>
        <p:sp>
          <p:nvSpPr>
            <p:cNvPr id="1097771" name="Line 43"/>
            <p:cNvSpPr>
              <a:spLocks noChangeShapeType="1"/>
            </p:cNvSpPr>
            <p:nvPr/>
          </p:nvSpPr>
          <p:spPr bwMode="auto">
            <a:xfrm>
              <a:off x="2081" y="3176"/>
              <a:ext cx="145" cy="154"/>
            </a:xfrm>
            <a:prstGeom prst="line">
              <a:avLst/>
            </a:prstGeom>
            <a:noFill/>
            <a:ln w="28575">
              <a:solidFill>
                <a:srgbClr val="C00000"/>
              </a:solidFill>
              <a:round/>
              <a:headEnd/>
              <a:tailEnd type="stealth" w="lg" len="lg"/>
            </a:ln>
            <a:effectLst/>
          </p:spPr>
          <p:txBody>
            <a:bodyPr/>
            <a:lstStyle/>
            <a:p>
              <a:endParaRPr lang="zh-CN" altLang="en-US">
                <a:solidFill>
                  <a:srgbClr val="C00000"/>
                </a:solidFill>
              </a:endParaRPr>
            </a:p>
          </p:txBody>
        </p:sp>
        <p:sp>
          <p:nvSpPr>
            <p:cNvPr id="1097772" name="Text Box 44"/>
            <p:cNvSpPr txBox="1">
              <a:spLocks noChangeArrowheads="1"/>
            </p:cNvSpPr>
            <p:nvPr/>
          </p:nvSpPr>
          <p:spPr bwMode="auto">
            <a:xfrm>
              <a:off x="1828" y="295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pnew</a:t>
              </a:r>
            </a:p>
          </p:txBody>
        </p:sp>
      </p:grpSp>
      <p:sp>
        <p:nvSpPr>
          <p:cNvPr id="1097773" name="Text Box 45"/>
          <p:cNvSpPr txBox="1">
            <a:spLocks noChangeArrowheads="1"/>
          </p:cNvSpPr>
          <p:nvPr/>
        </p:nvSpPr>
        <p:spPr bwMode="auto">
          <a:xfrm>
            <a:off x="5575619" y="6112719"/>
            <a:ext cx="503238" cy="396875"/>
          </a:xfrm>
          <a:prstGeom prst="rect">
            <a:avLst/>
          </a:prstGeom>
          <a:noFill/>
          <a:ln w="9525">
            <a:noFill/>
            <a:miter lim="800000"/>
            <a:headEnd/>
            <a:tailEnd/>
          </a:ln>
          <a:effectLst/>
        </p:spPr>
        <p:txBody>
          <a:bodyPr>
            <a:spAutoFit/>
          </a:bodyPr>
          <a:lstStyle/>
          <a:p>
            <a:pPr>
              <a:spcBef>
                <a:spcPct val="50000"/>
              </a:spcBef>
            </a:pPr>
            <a:r>
              <a:rPr lang="en-US" altLang="zh-CN" sz="2000" b="1" dirty="0">
                <a:effectLst>
                  <a:outerShdw blurRad="38100" dist="38100" dir="2700000" algn="tl">
                    <a:srgbClr val="FFFFFF"/>
                  </a:outerShdw>
                </a:effectLst>
              </a:rPr>
              <a:t>65</a:t>
            </a:r>
          </a:p>
        </p:txBody>
      </p:sp>
      <p:sp>
        <p:nvSpPr>
          <p:cNvPr id="1097774" name="Text Box 46"/>
          <p:cNvSpPr txBox="1">
            <a:spLocks noChangeArrowheads="1"/>
          </p:cNvSpPr>
          <p:nvPr/>
        </p:nvSpPr>
        <p:spPr bwMode="auto">
          <a:xfrm>
            <a:off x="5593082" y="5665043"/>
            <a:ext cx="431800" cy="304800"/>
          </a:xfrm>
          <a:prstGeom prst="rect">
            <a:avLst/>
          </a:prstGeom>
          <a:noFill/>
          <a:ln w="9525">
            <a:noFill/>
            <a:miter lim="800000"/>
            <a:headEnd/>
            <a:tailEnd/>
          </a:ln>
          <a:effectLst/>
        </p:spPr>
        <p:txBody>
          <a:bodyPr>
            <a:spAutoFit/>
          </a:bodyPr>
          <a:lstStyle/>
          <a:p>
            <a:pPr>
              <a:spcBef>
                <a:spcPct val="50000"/>
              </a:spcBef>
            </a:pPr>
            <a:r>
              <a:rPr lang="en-US" altLang="zh-CN" sz="1400" b="1">
                <a:solidFill>
                  <a:schemeClr val="accent2"/>
                </a:solidFill>
                <a:effectLst>
                  <a:outerShdw blurRad="38100" dist="38100" dir="2700000" algn="tl">
                    <a:srgbClr val="000000"/>
                  </a:outerShdw>
                </a:effectLst>
              </a:rPr>
              <a:t>∧</a:t>
            </a:r>
          </a:p>
        </p:txBody>
      </p:sp>
      <p:sp>
        <p:nvSpPr>
          <p:cNvPr id="1097775" name="Rectangle 47"/>
          <p:cNvSpPr>
            <a:spLocks noChangeArrowheads="1"/>
          </p:cNvSpPr>
          <p:nvPr/>
        </p:nvSpPr>
        <p:spPr bwMode="auto">
          <a:xfrm>
            <a:off x="4407220" y="5738068"/>
            <a:ext cx="360363" cy="215900"/>
          </a:xfrm>
          <a:prstGeom prst="rect">
            <a:avLst/>
          </a:prstGeom>
          <a:gradFill rotWithShape="1">
            <a:gsLst>
              <a:gs pos="0">
                <a:srgbClr val="C0C0C0"/>
              </a:gs>
              <a:gs pos="100000">
                <a:schemeClr val="bg1"/>
              </a:gs>
            </a:gsLst>
            <a:lin ang="5400000" scaled="1"/>
          </a:gradFill>
          <a:ln w="9525">
            <a:noFill/>
            <a:miter lim="800000"/>
            <a:headEnd/>
            <a:tailEnd/>
          </a:ln>
          <a:effectLst/>
        </p:spPr>
        <p:txBody>
          <a:bodyPr wrap="none" anchor="ctr"/>
          <a:lstStyle/>
          <a:p>
            <a:endParaRPr lang="zh-CN" altLang="en-US"/>
          </a:p>
        </p:txBody>
      </p:sp>
      <p:sp>
        <p:nvSpPr>
          <p:cNvPr id="1097776" name="Line 48"/>
          <p:cNvSpPr>
            <a:spLocks noChangeShapeType="1"/>
          </p:cNvSpPr>
          <p:nvPr/>
        </p:nvSpPr>
        <p:spPr bwMode="auto">
          <a:xfrm flipV="1">
            <a:off x="4481832" y="5852368"/>
            <a:ext cx="965200" cy="0"/>
          </a:xfrm>
          <a:prstGeom prst="line">
            <a:avLst/>
          </a:prstGeom>
          <a:noFill/>
          <a:ln w="28575">
            <a:solidFill>
              <a:srgbClr val="C00000"/>
            </a:solidFill>
            <a:round/>
            <a:headEnd/>
            <a:tailEnd type="stealth" w="lg" len="lg"/>
          </a:ln>
          <a:effectLst/>
        </p:spPr>
        <p:txBody>
          <a:bodyPr/>
          <a:lstStyle/>
          <a:p>
            <a:endParaRPr lang="zh-CN" altLang="en-US"/>
          </a:p>
        </p:txBody>
      </p:sp>
      <p:grpSp>
        <p:nvGrpSpPr>
          <p:cNvPr id="1097777" name="Group 49"/>
          <p:cNvGrpSpPr>
            <a:grpSpLocks/>
          </p:cNvGrpSpPr>
          <p:nvPr/>
        </p:nvGrpSpPr>
        <p:grpSpPr bwMode="auto">
          <a:xfrm>
            <a:off x="4854895" y="5953969"/>
            <a:ext cx="576263" cy="598487"/>
            <a:chOff x="1791" y="3521"/>
            <a:chExt cx="363" cy="377"/>
          </a:xfrm>
        </p:grpSpPr>
        <p:sp>
          <p:nvSpPr>
            <p:cNvPr id="1097778" name="Line 50"/>
            <p:cNvSpPr>
              <a:spLocks noChangeShapeType="1"/>
            </p:cNvSpPr>
            <p:nvPr/>
          </p:nvSpPr>
          <p:spPr bwMode="auto">
            <a:xfrm flipV="1">
              <a:off x="1927" y="3521"/>
              <a:ext cx="227" cy="181"/>
            </a:xfrm>
            <a:prstGeom prst="line">
              <a:avLst/>
            </a:prstGeom>
            <a:noFill/>
            <a:ln w="28575">
              <a:solidFill>
                <a:srgbClr val="002060"/>
              </a:solidFill>
              <a:round/>
              <a:headEnd/>
              <a:tailEnd type="stealth" w="lg" len="lg"/>
            </a:ln>
            <a:effectLst/>
          </p:spPr>
          <p:txBody>
            <a:bodyPr/>
            <a:lstStyle/>
            <a:p>
              <a:endParaRPr lang="zh-CN" altLang="en-US"/>
            </a:p>
          </p:txBody>
        </p:sp>
        <p:sp>
          <p:nvSpPr>
            <p:cNvPr id="1097779" name="Text Box 51"/>
            <p:cNvSpPr txBox="1">
              <a:spLocks noChangeArrowheads="1"/>
            </p:cNvSpPr>
            <p:nvPr/>
          </p:nvSpPr>
          <p:spPr bwMode="auto">
            <a:xfrm>
              <a:off x="1791" y="3648"/>
              <a:ext cx="363"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rPr>
                <a:t>tail</a:t>
              </a:r>
            </a:p>
          </p:txBody>
        </p:sp>
      </p:grpSp>
      <p:sp useBgFill="1">
        <p:nvSpPr>
          <p:cNvPr id="1097780" name="Rectangle 52"/>
          <p:cNvSpPr>
            <a:spLocks noChangeArrowheads="1"/>
          </p:cNvSpPr>
          <p:nvPr/>
        </p:nvSpPr>
        <p:spPr bwMode="auto">
          <a:xfrm>
            <a:off x="3678558" y="5934917"/>
            <a:ext cx="503237" cy="647700"/>
          </a:xfrm>
          <a:prstGeom prst="rect">
            <a:avLst/>
          </a:prstGeom>
          <a:ln w="9525">
            <a:noFill/>
            <a:miter lim="800000"/>
            <a:headEnd/>
            <a:tailEnd/>
          </a:ln>
          <a:effectLst/>
        </p:spPr>
        <p:txBody>
          <a:bodyPr wrap="none" anchor="ctr"/>
          <a:lstStyle/>
          <a:p>
            <a:endParaRPr lang="zh-CN" altLang="en-US"/>
          </a:p>
        </p:txBody>
      </p:sp>
      <p:sp>
        <p:nvSpPr>
          <p:cNvPr id="1097782" name="Rectangle 54"/>
          <p:cNvSpPr>
            <a:spLocks noChangeArrowheads="1"/>
          </p:cNvSpPr>
          <p:nvPr/>
        </p:nvSpPr>
        <p:spPr bwMode="auto">
          <a:xfrm>
            <a:off x="9447770" y="3990628"/>
            <a:ext cx="699230" cy="400110"/>
          </a:xfrm>
          <a:prstGeom prst="rect">
            <a:avLst/>
          </a:prstGeom>
          <a:gradFill rotWithShape="1">
            <a:gsLst>
              <a:gs pos="0">
                <a:srgbClr val="CFCFD1"/>
              </a:gs>
              <a:gs pos="100000">
                <a:schemeClr val="bg1"/>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p:spPr>
        <p:txBody>
          <a:bodyPr wrap="none">
            <a:spAutoFit/>
          </a:bodyPr>
          <a:lstStyle/>
          <a:p>
            <a:r>
              <a:rPr lang="en-US" altLang="zh-CN" sz="2000" b="1" dirty="0"/>
              <a:t>78</a:t>
            </a:r>
            <a:r>
              <a:rPr lang="en-US" altLang="zh-CN" sz="2000" b="1" dirty="0">
                <a:latin typeface="+mn-ea"/>
                <a:ea typeface="+mn-ea"/>
              </a:rPr>
              <a:t>↙</a:t>
            </a:r>
          </a:p>
        </p:txBody>
      </p:sp>
      <p:sp useBgFill="1">
        <p:nvSpPr>
          <p:cNvPr id="1097783" name="Rectangle 55"/>
          <p:cNvSpPr>
            <a:spLocks noChangeArrowheads="1"/>
          </p:cNvSpPr>
          <p:nvPr/>
        </p:nvSpPr>
        <p:spPr bwMode="auto">
          <a:xfrm>
            <a:off x="3664269" y="5167013"/>
            <a:ext cx="863600" cy="503238"/>
          </a:xfrm>
          <a:prstGeom prst="rect">
            <a:avLst/>
          </a:prstGeom>
          <a:ln w="9525">
            <a:noFill/>
            <a:miter lim="800000"/>
            <a:headEnd/>
            <a:tailEnd/>
          </a:ln>
          <a:effectLst/>
        </p:spPr>
        <p:txBody>
          <a:bodyPr wrap="none" anchor="ctr"/>
          <a:lstStyle/>
          <a:p>
            <a:endParaRPr lang="zh-CN" altLang="en-US"/>
          </a:p>
        </p:txBody>
      </p:sp>
      <p:grpSp>
        <p:nvGrpSpPr>
          <p:cNvPr id="1097784" name="Group 56"/>
          <p:cNvGrpSpPr>
            <a:grpSpLocks/>
          </p:cNvGrpSpPr>
          <p:nvPr/>
        </p:nvGrpSpPr>
        <p:grpSpPr bwMode="auto">
          <a:xfrm>
            <a:off x="6721795" y="5707906"/>
            <a:ext cx="722313" cy="1008063"/>
            <a:chOff x="1120" y="3157"/>
            <a:chExt cx="455" cy="635"/>
          </a:xfrm>
        </p:grpSpPr>
        <p:sp>
          <p:nvSpPr>
            <p:cNvPr id="1097785" name="Rectangle 57"/>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097786" name="Rectangle 58"/>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097787" name="Group 59"/>
          <p:cNvGrpSpPr>
            <a:grpSpLocks/>
          </p:cNvGrpSpPr>
          <p:nvPr/>
        </p:nvGrpSpPr>
        <p:grpSpPr bwMode="auto">
          <a:xfrm>
            <a:off x="6158232" y="5063380"/>
            <a:ext cx="792162" cy="603250"/>
            <a:chOff x="1828" y="2950"/>
            <a:chExt cx="499" cy="380"/>
          </a:xfrm>
        </p:grpSpPr>
        <p:sp>
          <p:nvSpPr>
            <p:cNvPr id="1097788" name="Line 60"/>
            <p:cNvSpPr>
              <a:spLocks noChangeShapeType="1"/>
            </p:cNvSpPr>
            <p:nvPr/>
          </p:nvSpPr>
          <p:spPr bwMode="auto">
            <a:xfrm>
              <a:off x="2081" y="3176"/>
              <a:ext cx="145" cy="154"/>
            </a:xfrm>
            <a:prstGeom prst="line">
              <a:avLst/>
            </a:prstGeom>
            <a:noFill/>
            <a:ln w="28575">
              <a:solidFill>
                <a:srgbClr val="C00000"/>
              </a:solidFill>
              <a:round/>
              <a:headEnd/>
              <a:tailEnd type="stealth" w="lg" len="lg"/>
            </a:ln>
            <a:effectLst/>
          </p:spPr>
          <p:txBody>
            <a:bodyPr/>
            <a:lstStyle/>
            <a:p>
              <a:endParaRPr lang="zh-CN" altLang="en-US">
                <a:solidFill>
                  <a:srgbClr val="C00000"/>
                </a:solidFill>
              </a:endParaRPr>
            </a:p>
          </p:txBody>
        </p:sp>
        <p:sp>
          <p:nvSpPr>
            <p:cNvPr id="1097789" name="Text Box 61"/>
            <p:cNvSpPr txBox="1">
              <a:spLocks noChangeArrowheads="1"/>
            </p:cNvSpPr>
            <p:nvPr/>
          </p:nvSpPr>
          <p:spPr bwMode="auto">
            <a:xfrm>
              <a:off x="1828" y="295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pnew</a:t>
              </a:r>
            </a:p>
          </p:txBody>
        </p:sp>
      </p:grpSp>
      <p:sp useBgFill="1">
        <p:nvSpPr>
          <p:cNvPr id="1097790" name="Rectangle 62"/>
          <p:cNvSpPr>
            <a:spLocks noChangeArrowheads="1"/>
          </p:cNvSpPr>
          <p:nvPr/>
        </p:nvSpPr>
        <p:spPr bwMode="auto">
          <a:xfrm>
            <a:off x="4966019" y="5168602"/>
            <a:ext cx="863600" cy="503237"/>
          </a:xfrm>
          <a:prstGeom prst="rect">
            <a:avLst/>
          </a:prstGeom>
          <a:ln w="9525">
            <a:noFill/>
            <a:miter lim="800000"/>
            <a:headEnd/>
            <a:tailEnd/>
          </a:ln>
          <a:effectLst/>
        </p:spPr>
        <p:txBody>
          <a:bodyPr wrap="none" anchor="ctr"/>
          <a:lstStyle/>
          <a:p>
            <a:endParaRPr lang="zh-CN" altLang="en-US"/>
          </a:p>
        </p:txBody>
      </p:sp>
      <p:sp>
        <p:nvSpPr>
          <p:cNvPr id="1097791" name="Text Box 63"/>
          <p:cNvSpPr txBox="1">
            <a:spLocks noChangeArrowheads="1"/>
          </p:cNvSpPr>
          <p:nvPr/>
        </p:nvSpPr>
        <p:spPr bwMode="auto">
          <a:xfrm>
            <a:off x="6848794" y="6100019"/>
            <a:ext cx="503238" cy="396875"/>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78</a:t>
            </a:r>
          </a:p>
        </p:txBody>
      </p:sp>
      <p:sp>
        <p:nvSpPr>
          <p:cNvPr id="1097792" name="Text Box 64"/>
          <p:cNvSpPr txBox="1">
            <a:spLocks noChangeArrowheads="1"/>
          </p:cNvSpPr>
          <p:nvPr/>
        </p:nvSpPr>
        <p:spPr bwMode="auto">
          <a:xfrm>
            <a:off x="6880544" y="5666630"/>
            <a:ext cx="431800" cy="304800"/>
          </a:xfrm>
          <a:prstGeom prst="rect">
            <a:avLst/>
          </a:prstGeom>
          <a:noFill/>
          <a:ln w="9525">
            <a:noFill/>
            <a:miter lim="800000"/>
            <a:headEnd/>
            <a:tailEnd/>
          </a:ln>
          <a:effectLst/>
        </p:spPr>
        <p:txBody>
          <a:bodyPr>
            <a:spAutoFit/>
          </a:bodyPr>
          <a:lstStyle/>
          <a:p>
            <a:pPr>
              <a:spcBef>
                <a:spcPct val="50000"/>
              </a:spcBef>
            </a:pPr>
            <a:r>
              <a:rPr lang="en-US" altLang="zh-CN" sz="1400" b="1">
                <a:solidFill>
                  <a:schemeClr val="accent2"/>
                </a:solidFill>
                <a:effectLst>
                  <a:outerShdw blurRad="38100" dist="38100" dir="2700000" algn="tl">
                    <a:srgbClr val="000000"/>
                  </a:outerShdw>
                </a:effectLst>
              </a:rPr>
              <a:t>∧</a:t>
            </a:r>
          </a:p>
        </p:txBody>
      </p:sp>
      <p:sp>
        <p:nvSpPr>
          <p:cNvPr id="1097793" name="Rectangle 65"/>
          <p:cNvSpPr>
            <a:spLocks noChangeArrowheads="1"/>
          </p:cNvSpPr>
          <p:nvPr/>
        </p:nvSpPr>
        <p:spPr bwMode="auto">
          <a:xfrm>
            <a:off x="5637532" y="5725368"/>
            <a:ext cx="360362" cy="215900"/>
          </a:xfrm>
          <a:prstGeom prst="rect">
            <a:avLst/>
          </a:prstGeom>
          <a:gradFill rotWithShape="1">
            <a:gsLst>
              <a:gs pos="0">
                <a:srgbClr val="C0C0C0"/>
              </a:gs>
              <a:gs pos="100000">
                <a:schemeClr val="bg1"/>
              </a:gs>
            </a:gsLst>
            <a:lin ang="5400000" scaled="1"/>
          </a:gradFill>
          <a:ln w="9525">
            <a:noFill/>
            <a:miter lim="800000"/>
            <a:headEnd/>
            <a:tailEnd/>
          </a:ln>
          <a:effectLst/>
        </p:spPr>
        <p:txBody>
          <a:bodyPr wrap="none" anchor="ctr"/>
          <a:lstStyle/>
          <a:p>
            <a:endParaRPr lang="zh-CN" altLang="en-US"/>
          </a:p>
        </p:txBody>
      </p:sp>
      <p:sp>
        <p:nvSpPr>
          <p:cNvPr id="1097794" name="Line 66"/>
          <p:cNvSpPr>
            <a:spLocks noChangeShapeType="1"/>
          </p:cNvSpPr>
          <p:nvPr/>
        </p:nvSpPr>
        <p:spPr bwMode="auto">
          <a:xfrm flipV="1">
            <a:off x="5712144" y="5853955"/>
            <a:ext cx="965200" cy="0"/>
          </a:xfrm>
          <a:prstGeom prst="line">
            <a:avLst/>
          </a:prstGeom>
          <a:noFill/>
          <a:ln w="28575">
            <a:solidFill>
              <a:srgbClr val="C00000"/>
            </a:solidFill>
            <a:round/>
            <a:headEnd/>
            <a:tailEnd type="stealth" w="lg" len="lg"/>
          </a:ln>
          <a:effectLst/>
        </p:spPr>
        <p:txBody>
          <a:bodyPr/>
          <a:lstStyle/>
          <a:p>
            <a:endParaRPr lang="zh-CN" altLang="en-US"/>
          </a:p>
        </p:txBody>
      </p:sp>
      <p:sp useBgFill="1">
        <p:nvSpPr>
          <p:cNvPr id="1097795" name="Rectangle 67"/>
          <p:cNvSpPr>
            <a:spLocks noChangeArrowheads="1"/>
          </p:cNvSpPr>
          <p:nvPr/>
        </p:nvSpPr>
        <p:spPr bwMode="auto">
          <a:xfrm>
            <a:off x="4937444" y="5966667"/>
            <a:ext cx="503238" cy="647700"/>
          </a:xfrm>
          <a:prstGeom prst="rect">
            <a:avLst/>
          </a:prstGeom>
          <a:ln w="9525">
            <a:noFill/>
            <a:miter lim="800000"/>
            <a:headEnd/>
            <a:tailEnd/>
          </a:ln>
          <a:effectLst/>
        </p:spPr>
        <p:txBody>
          <a:bodyPr wrap="none" anchor="ctr"/>
          <a:lstStyle/>
          <a:p>
            <a:endParaRPr lang="zh-CN" altLang="en-US"/>
          </a:p>
        </p:txBody>
      </p:sp>
      <p:grpSp>
        <p:nvGrpSpPr>
          <p:cNvPr id="1097796" name="Group 68"/>
          <p:cNvGrpSpPr>
            <a:grpSpLocks/>
          </p:cNvGrpSpPr>
          <p:nvPr/>
        </p:nvGrpSpPr>
        <p:grpSpPr bwMode="auto">
          <a:xfrm>
            <a:off x="6113782" y="5926980"/>
            <a:ext cx="576262" cy="598488"/>
            <a:chOff x="1791" y="3521"/>
            <a:chExt cx="363" cy="377"/>
          </a:xfrm>
        </p:grpSpPr>
        <p:sp>
          <p:nvSpPr>
            <p:cNvPr id="1097797" name="Line 69"/>
            <p:cNvSpPr>
              <a:spLocks noChangeShapeType="1"/>
            </p:cNvSpPr>
            <p:nvPr/>
          </p:nvSpPr>
          <p:spPr bwMode="auto">
            <a:xfrm flipV="1">
              <a:off x="1927" y="3521"/>
              <a:ext cx="227" cy="181"/>
            </a:xfrm>
            <a:prstGeom prst="line">
              <a:avLst/>
            </a:prstGeom>
            <a:noFill/>
            <a:ln w="28575">
              <a:solidFill>
                <a:srgbClr val="002060"/>
              </a:solidFill>
              <a:round/>
              <a:headEnd/>
              <a:tailEnd type="stealth" w="lg" len="lg"/>
            </a:ln>
            <a:effectLst/>
          </p:spPr>
          <p:txBody>
            <a:bodyPr/>
            <a:lstStyle/>
            <a:p>
              <a:endParaRPr lang="zh-CN" altLang="en-US"/>
            </a:p>
          </p:txBody>
        </p:sp>
        <p:sp>
          <p:nvSpPr>
            <p:cNvPr id="1097798" name="Text Box 70"/>
            <p:cNvSpPr txBox="1">
              <a:spLocks noChangeArrowheads="1"/>
            </p:cNvSpPr>
            <p:nvPr/>
          </p:nvSpPr>
          <p:spPr bwMode="auto">
            <a:xfrm>
              <a:off x="1791" y="3648"/>
              <a:ext cx="363"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rPr>
                <a:t>tail</a:t>
              </a:r>
            </a:p>
          </p:txBody>
        </p:sp>
      </p:grpSp>
      <p:sp>
        <p:nvSpPr>
          <p:cNvPr id="1097799" name="Rectangle 71"/>
          <p:cNvSpPr>
            <a:spLocks noChangeArrowheads="1"/>
          </p:cNvSpPr>
          <p:nvPr/>
        </p:nvSpPr>
        <p:spPr bwMode="auto">
          <a:xfrm>
            <a:off x="7623733" y="4536728"/>
            <a:ext cx="699230" cy="400110"/>
          </a:xfrm>
          <a:prstGeom prst="rect">
            <a:avLst/>
          </a:prstGeom>
          <a:gradFill rotWithShape="1">
            <a:gsLst>
              <a:gs pos="0">
                <a:srgbClr val="CFCFD1"/>
              </a:gs>
              <a:gs pos="100000">
                <a:schemeClr val="bg1"/>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p:spPr>
        <p:txBody>
          <a:bodyPr wrap="none">
            <a:spAutoFit/>
          </a:bodyPr>
          <a:lstStyle/>
          <a:p>
            <a:r>
              <a:rPr lang="en-US" altLang="zh-CN" sz="2000" b="1" dirty="0"/>
              <a:t>90</a:t>
            </a:r>
            <a:r>
              <a:rPr lang="en-US" altLang="zh-CN" sz="2000" b="1" dirty="0">
                <a:latin typeface="+mn-ea"/>
                <a:ea typeface="+mn-ea"/>
              </a:rPr>
              <a:t>↙</a:t>
            </a:r>
          </a:p>
        </p:txBody>
      </p:sp>
      <p:grpSp>
        <p:nvGrpSpPr>
          <p:cNvPr id="1097815" name="Group 87"/>
          <p:cNvGrpSpPr>
            <a:grpSpLocks/>
          </p:cNvGrpSpPr>
          <p:nvPr/>
        </p:nvGrpSpPr>
        <p:grpSpPr bwMode="auto">
          <a:xfrm>
            <a:off x="6153470" y="5184477"/>
            <a:ext cx="1089025" cy="1412875"/>
            <a:chOff x="2952" y="3033"/>
            <a:chExt cx="686" cy="890"/>
          </a:xfrm>
        </p:grpSpPr>
        <p:sp>
          <p:nvSpPr>
            <p:cNvPr id="1097803" name="Rectangle 75"/>
            <p:cNvSpPr>
              <a:spLocks noChangeArrowheads="1"/>
            </p:cNvSpPr>
            <p:nvPr/>
          </p:nvSpPr>
          <p:spPr bwMode="auto">
            <a:xfrm>
              <a:off x="3411" y="3388"/>
              <a:ext cx="227" cy="136"/>
            </a:xfrm>
            <a:prstGeom prst="rect">
              <a:avLst/>
            </a:prstGeom>
            <a:gradFill rotWithShape="1">
              <a:gsLst>
                <a:gs pos="0">
                  <a:srgbClr val="C0C0C0"/>
                </a:gs>
                <a:gs pos="100000">
                  <a:schemeClr val="bg1"/>
                </a:gs>
              </a:gsLst>
              <a:lin ang="5400000" scaled="1"/>
            </a:gradFill>
            <a:ln w="9525">
              <a:noFill/>
              <a:miter lim="800000"/>
              <a:headEnd/>
              <a:tailEnd/>
            </a:ln>
            <a:effectLst/>
          </p:spPr>
          <p:txBody>
            <a:bodyPr wrap="none" anchor="ctr"/>
            <a:lstStyle/>
            <a:p>
              <a:endParaRPr lang="zh-CN" altLang="en-US"/>
            </a:p>
          </p:txBody>
        </p:sp>
        <p:sp useBgFill="1">
          <p:nvSpPr>
            <p:cNvPr id="1097812" name="Rectangle 84"/>
            <p:cNvSpPr>
              <a:spLocks noChangeArrowheads="1"/>
            </p:cNvSpPr>
            <p:nvPr/>
          </p:nvSpPr>
          <p:spPr bwMode="auto">
            <a:xfrm>
              <a:off x="2979" y="3515"/>
              <a:ext cx="317" cy="408"/>
            </a:xfrm>
            <a:prstGeom prst="rect">
              <a:avLst/>
            </a:prstGeom>
            <a:ln w="9525">
              <a:noFill/>
              <a:miter lim="800000"/>
              <a:headEnd/>
              <a:tailEnd/>
            </a:ln>
            <a:effectLst/>
          </p:spPr>
          <p:txBody>
            <a:bodyPr wrap="none" anchor="ctr"/>
            <a:lstStyle/>
            <a:p>
              <a:endParaRPr lang="zh-CN" altLang="en-US"/>
            </a:p>
          </p:txBody>
        </p:sp>
        <p:sp useBgFill="1">
          <p:nvSpPr>
            <p:cNvPr id="1097813" name="Rectangle 85"/>
            <p:cNvSpPr>
              <a:spLocks noChangeArrowheads="1"/>
            </p:cNvSpPr>
            <p:nvPr/>
          </p:nvSpPr>
          <p:spPr bwMode="auto">
            <a:xfrm>
              <a:off x="2952" y="3033"/>
              <a:ext cx="544" cy="317"/>
            </a:xfrm>
            <a:prstGeom prst="rect">
              <a:avLst/>
            </a:prstGeom>
            <a:ln w="9525">
              <a:noFill/>
              <a:miter lim="800000"/>
              <a:headEnd/>
              <a:tailEnd/>
            </a:ln>
            <a:effectLst/>
          </p:spPr>
          <p:txBody>
            <a:bodyPr wrap="none" anchor="ctr"/>
            <a:lstStyle/>
            <a:p>
              <a:endParaRPr lang="zh-CN" altLang="en-US"/>
            </a:p>
          </p:txBody>
        </p:sp>
      </p:grpSp>
      <p:grpSp>
        <p:nvGrpSpPr>
          <p:cNvPr id="1097816" name="Group 88"/>
          <p:cNvGrpSpPr>
            <a:grpSpLocks/>
          </p:cNvGrpSpPr>
          <p:nvPr/>
        </p:nvGrpSpPr>
        <p:grpSpPr bwMode="auto">
          <a:xfrm>
            <a:off x="7191695" y="5064968"/>
            <a:ext cx="1497013" cy="1676400"/>
            <a:chOff x="3606" y="2971"/>
            <a:chExt cx="943" cy="1056"/>
          </a:xfrm>
        </p:grpSpPr>
        <p:grpSp>
          <p:nvGrpSpPr>
            <p:cNvPr id="1097800" name="Group 72"/>
            <p:cNvGrpSpPr>
              <a:grpSpLocks/>
            </p:cNvGrpSpPr>
            <p:nvPr/>
          </p:nvGrpSpPr>
          <p:grpSpPr bwMode="auto">
            <a:xfrm>
              <a:off x="4094" y="3368"/>
              <a:ext cx="455" cy="635"/>
              <a:chOff x="1120" y="3157"/>
              <a:chExt cx="455" cy="635"/>
            </a:xfrm>
          </p:grpSpPr>
          <p:sp>
            <p:nvSpPr>
              <p:cNvPr id="1097801" name="Rectangle 73"/>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097802" name="Rectangle 74"/>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097804" name="Group 76"/>
            <p:cNvGrpSpPr>
              <a:grpSpLocks/>
            </p:cNvGrpSpPr>
            <p:nvPr/>
          </p:nvGrpSpPr>
          <p:grpSpPr bwMode="auto">
            <a:xfrm>
              <a:off x="3766" y="2971"/>
              <a:ext cx="499" cy="380"/>
              <a:chOff x="1828" y="2950"/>
              <a:chExt cx="499" cy="380"/>
            </a:xfrm>
          </p:grpSpPr>
          <p:sp>
            <p:nvSpPr>
              <p:cNvPr id="1097805" name="Line 77"/>
              <p:cNvSpPr>
                <a:spLocks noChangeShapeType="1"/>
              </p:cNvSpPr>
              <p:nvPr/>
            </p:nvSpPr>
            <p:spPr bwMode="auto">
              <a:xfrm>
                <a:off x="2081" y="3176"/>
                <a:ext cx="145" cy="154"/>
              </a:xfrm>
              <a:prstGeom prst="line">
                <a:avLst/>
              </a:prstGeom>
              <a:noFill/>
              <a:ln w="28575">
                <a:solidFill>
                  <a:srgbClr val="C00000"/>
                </a:solidFill>
                <a:round/>
                <a:headEnd/>
                <a:tailEnd type="stealth" w="lg" len="lg"/>
              </a:ln>
              <a:effectLst/>
            </p:spPr>
            <p:txBody>
              <a:bodyPr/>
              <a:lstStyle/>
              <a:p>
                <a:endParaRPr lang="zh-CN" altLang="en-US"/>
              </a:p>
            </p:txBody>
          </p:sp>
          <p:sp>
            <p:nvSpPr>
              <p:cNvPr id="1097806" name="Text Box 78"/>
              <p:cNvSpPr txBox="1">
                <a:spLocks noChangeArrowheads="1"/>
              </p:cNvSpPr>
              <p:nvPr/>
            </p:nvSpPr>
            <p:spPr bwMode="auto">
              <a:xfrm>
                <a:off x="1828" y="2950"/>
                <a:ext cx="499" cy="250"/>
              </a:xfrm>
              <a:prstGeom prst="rect">
                <a:avLst/>
              </a:prstGeom>
              <a:noFill/>
              <a:ln w="9525">
                <a:noFill/>
                <a:miter lim="800000"/>
                <a:headEnd/>
                <a:tailEnd/>
              </a:ln>
              <a:effectLst/>
            </p:spPr>
            <p:txBody>
              <a:bodyPr>
                <a:spAutoFit/>
              </a:bodyPr>
              <a:lstStyle/>
              <a:p>
                <a:pPr>
                  <a:spcBef>
                    <a:spcPct val="50000"/>
                  </a:spcBef>
                </a:pPr>
                <a:r>
                  <a:rPr lang="en-US" altLang="zh-CN" sz="2000" b="1" dirty="0" err="1">
                    <a:solidFill>
                      <a:srgbClr val="C00000"/>
                    </a:solidFill>
                  </a:rPr>
                  <a:t>pnew</a:t>
                </a:r>
                <a:endParaRPr lang="en-US" altLang="zh-CN" sz="2000" b="1" dirty="0">
                  <a:solidFill>
                    <a:srgbClr val="C00000"/>
                  </a:solidFill>
                </a:endParaRPr>
              </a:p>
            </p:txBody>
          </p:sp>
        </p:grpSp>
        <p:grpSp>
          <p:nvGrpSpPr>
            <p:cNvPr id="1097807" name="Group 79"/>
            <p:cNvGrpSpPr>
              <a:grpSpLocks/>
            </p:cNvGrpSpPr>
            <p:nvPr/>
          </p:nvGrpSpPr>
          <p:grpSpPr bwMode="auto">
            <a:xfrm>
              <a:off x="3720" y="3650"/>
              <a:ext cx="363" cy="377"/>
              <a:chOff x="1791" y="3521"/>
              <a:chExt cx="363" cy="377"/>
            </a:xfrm>
          </p:grpSpPr>
          <p:sp>
            <p:nvSpPr>
              <p:cNvPr id="1097808" name="Line 80"/>
              <p:cNvSpPr>
                <a:spLocks noChangeShapeType="1"/>
              </p:cNvSpPr>
              <p:nvPr/>
            </p:nvSpPr>
            <p:spPr bwMode="auto">
              <a:xfrm flipV="1">
                <a:off x="1927" y="3521"/>
                <a:ext cx="227" cy="181"/>
              </a:xfrm>
              <a:prstGeom prst="line">
                <a:avLst/>
              </a:prstGeom>
              <a:noFill/>
              <a:ln w="28575">
                <a:solidFill>
                  <a:srgbClr val="002060"/>
                </a:solidFill>
                <a:round/>
                <a:headEnd/>
                <a:tailEnd type="stealth" w="lg" len="lg"/>
              </a:ln>
              <a:effectLst/>
            </p:spPr>
            <p:txBody>
              <a:bodyPr/>
              <a:lstStyle/>
              <a:p>
                <a:endParaRPr lang="zh-CN" altLang="en-US"/>
              </a:p>
            </p:txBody>
          </p:sp>
          <p:sp>
            <p:nvSpPr>
              <p:cNvPr id="1097809" name="Text Box 81"/>
              <p:cNvSpPr txBox="1">
                <a:spLocks noChangeArrowheads="1"/>
              </p:cNvSpPr>
              <p:nvPr/>
            </p:nvSpPr>
            <p:spPr bwMode="auto">
              <a:xfrm>
                <a:off x="1791" y="3648"/>
                <a:ext cx="363"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rPr>
                  <a:t>tail</a:t>
                </a:r>
              </a:p>
            </p:txBody>
          </p:sp>
        </p:grpSp>
        <p:sp>
          <p:nvSpPr>
            <p:cNvPr id="1097810" name="Line 82"/>
            <p:cNvSpPr>
              <a:spLocks noChangeShapeType="1"/>
            </p:cNvSpPr>
            <p:nvPr/>
          </p:nvSpPr>
          <p:spPr bwMode="auto">
            <a:xfrm flipV="1">
              <a:off x="3606" y="3460"/>
              <a:ext cx="478" cy="6"/>
            </a:xfrm>
            <a:prstGeom prst="line">
              <a:avLst/>
            </a:prstGeom>
            <a:noFill/>
            <a:ln w="28575">
              <a:solidFill>
                <a:srgbClr val="C00000"/>
              </a:solidFill>
              <a:round/>
              <a:headEnd/>
              <a:tailEnd type="stealth" w="lg" len="lg"/>
            </a:ln>
            <a:effectLst/>
          </p:spPr>
          <p:txBody>
            <a:bodyPr/>
            <a:lstStyle/>
            <a:p>
              <a:endParaRPr lang="zh-CN" altLang="en-US"/>
            </a:p>
          </p:txBody>
        </p:sp>
        <p:sp>
          <p:nvSpPr>
            <p:cNvPr id="1097811" name="Text Box 83"/>
            <p:cNvSpPr txBox="1">
              <a:spLocks noChangeArrowheads="1"/>
            </p:cNvSpPr>
            <p:nvPr/>
          </p:nvSpPr>
          <p:spPr bwMode="auto">
            <a:xfrm>
              <a:off x="4174" y="3606"/>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90</a:t>
              </a:r>
            </a:p>
          </p:txBody>
        </p:sp>
        <p:sp>
          <p:nvSpPr>
            <p:cNvPr id="1097814" name="Text Box 86"/>
            <p:cNvSpPr txBox="1">
              <a:spLocks noChangeArrowheads="1"/>
            </p:cNvSpPr>
            <p:nvPr/>
          </p:nvSpPr>
          <p:spPr bwMode="auto">
            <a:xfrm>
              <a:off x="4185" y="3342"/>
              <a:ext cx="272" cy="192"/>
            </a:xfrm>
            <a:prstGeom prst="rect">
              <a:avLst/>
            </a:prstGeom>
            <a:noFill/>
            <a:ln w="9525">
              <a:noFill/>
              <a:miter lim="800000"/>
              <a:headEnd/>
              <a:tailEnd/>
            </a:ln>
            <a:effectLst/>
          </p:spPr>
          <p:txBody>
            <a:bodyPr>
              <a:spAutoFit/>
            </a:bodyPr>
            <a:lstStyle/>
            <a:p>
              <a:pPr>
                <a:spcBef>
                  <a:spcPct val="50000"/>
                </a:spcBef>
              </a:pPr>
              <a:r>
                <a:rPr lang="en-US" altLang="zh-CN" sz="1400" b="1">
                  <a:solidFill>
                    <a:schemeClr val="accent2"/>
                  </a:solidFill>
                  <a:effectLst>
                    <a:outerShdw blurRad="38100" dist="38100" dir="2700000" algn="tl">
                      <a:srgbClr val="000000"/>
                    </a:outerShdw>
                  </a:effectLst>
                </a:rPr>
                <a:t>∧</a:t>
              </a:r>
            </a:p>
          </p:txBody>
        </p:sp>
      </p:grpSp>
      <p:sp>
        <p:nvSpPr>
          <p:cNvPr id="1097817" name="Rectangle 89"/>
          <p:cNvSpPr>
            <a:spLocks noChangeArrowheads="1"/>
          </p:cNvSpPr>
          <p:nvPr/>
        </p:nvSpPr>
        <p:spPr bwMode="auto">
          <a:xfrm>
            <a:off x="8511145" y="4538316"/>
            <a:ext cx="699230" cy="400110"/>
          </a:xfrm>
          <a:prstGeom prst="rect">
            <a:avLst/>
          </a:prstGeom>
          <a:gradFill rotWithShape="1">
            <a:gsLst>
              <a:gs pos="0">
                <a:srgbClr val="CFCFD1"/>
              </a:gs>
              <a:gs pos="100000">
                <a:schemeClr val="bg1"/>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p:spPr>
        <p:txBody>
          <a:bodyPr wrap="none">
            <a:spAutoFit/>
          </a:bodyPr>
          <a:lstStyle/>
          <a:p>
            <a:r>
              <a:rPr lang="en-US" altLang="zh-CN" sz="2000" b="1" dirty="0"/>
              <a:t>95</a:t>
            </a:r>
            <a:r>
              <a:rPr lang="en-US" altLang="zh-CN" sz="2000" b="1" dirty="0">
                <a:latin typeface="+mn-ea"/>
                <a:ea typeface="+mn-ea"/>
              </a:rPr>
              <a:t>↙</a:t>
            </a:r>
          </a:p>
        </p:txBody>
      </p:sp>
      <p:grpSp>
        <p:nvGrpSpPr>
          <p:cNvPr id="1097818" name="Group 90"/>
          <p:cNvGrpSpPr>
            <a:grpSpLocks/>
          </p:cNvGrpSpPr>
          <p:nvPr/>
        </p:nvGrpSpPr>
        <p:grpSpPr bwMode="auto">
          <a:xfrm>
            <a:off x="8464870" y="5037980"/>
            <a:ext cx="1497013" cy="1676400"/>
            <a:chOff x="3606" y="2971"/>
            <a:chExt cx="943" cy="1056"/>
          </a:xfrm>
        </p:grpSpPr>
        <p:grpSp>
          <p:nvGrpSpPr>
            <p:cNvPr id="1097819" name="Group 91"/>
            <p:cNvGrpSpPr>
              <a:grpSpLocks/>
            </p:cNvGrpSpPr>
            <p:nvPr/>
          </p:nvGrpSpPr>
          <p:grpSpPr bwMode="auto">
            <a:xfrm>
              <a:off x="4094" y="3368"/>
              <a:ext cx="455" cy="635"/>
              <a:chOff x="1120" y="3157"/>
              <a:chExt cx="455" cy="635"/>
            </a:xfrm>
          </p:grpSpPr>
          <p:sp>
            <p:nvSpPr>
              <p:cNvPr id="1097820" name="Rectangle 92"/>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097821" name="Rectangle 93"/>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097822" name="Group 94"/>
            <p:cNvGrpSpPr>
              <a:grpSpLocks/>
            </p:cNvGrpSpPr>
            <p:nvPr/>
          </p:nvGrpSpPr>
          <p:grpSpPr bwMode="auto">
            <a:xfrm>
              <a:off x="3766" y="2971"/>
              <a:ext cx="499" cy="380"/>
              <a:chOff x="1828" y="2950"/>
              <a:chExt cx="499" cy="380"/>
            </a:xfrm>
          </p:grpSpPr>
          <p:sp>
            <p:nvSpPr>
              <p:cNvPr id="1097823" name="Line 95"/>
              <p:cNvSpPr>
                <a:spLocks noChangeShapeType="1"/>
              </p:cNvSpPr>
              <p:nvPr/>
            </p:nvSpPr>
            <p:spPr bwMode="auto">
              <a:xfrm>
                <a:off x="2081" y="3176"/>
                <a:ext cx="145" cy="154"/>
              </a:xfrm>
              <a:prstGeom prst="line">
                <a:avLst/>
              </a:prstGeom>
              <a:noFill/>
              <a:ln w="28575">
                <a:solidFill>
                  <a:srgbClr val="C00000"/>
                </a:solidFill>
                <a:round/>
                <a:headEnd/>
                <a:tailEnd type="stealth" w="lg" len="lg"/>
              </a:ln>
              <a:effectLst/>
            </p:spPr>
            <p:txBody>
              <a:bodyPr/>
              <a:lstStyle/>
              <a:p>
                <a:endParaRPr lang="zh-CN" altLang="en-US"/>
              </a:p>
            </p:txBody>
          </p:sp>
          <p:sp>
            <p:nvSpPr>
              <p:cNvPr id="1097824" name="Text Box 96"/>
              <p:cNvSpPr txBox="1">
                <a:spLocks noChangeArrowheads="1"/>
              </p:cNvSpPr>
              <p:nvPr/>
            </p:nvSpPr>
            <p:spPr bwMode="auto">
              <a:xfrm>
                <a:off x="1828" y="295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pnew</a:t>
                </a:r>
              </a:p>
            </p:txBody>
          </p:sp>
        </p:grpSp>
        <p:grpSp>
          <p:nvGrpSpPr>
            <p:cNvPr id="1097825" name="Group 97"/>
            <p:cNvGrpSpPr>
              <a:grpSpLocks/>
            </p:cNvGrpSpPr>
            <p:nvPr/>
          </p:nvGrpSpPr>
          <p:grpSpPr bwMode="auto">
            <a:xfrm>
              <a:off x="3720" y="3650"/>
              <a:ext cx="363" cy="377"/>
              <a:chOff x="1791" y="3521"/>
              <a:chExt cx="363" cy="377"/>
            </a:xfrm>
          </p:grpSpPr>
          <p:sp>
            <p:nvSpPr>
              <p:cNvPr id="1097826" name="Line 98"/>
              <p:cNvSpPr>
                <a:spLocks noChangeShapeType="1"/>
              </p:cNvSpPr>
              <p:nvPr/>
            </p:nvSpPr>
            <p:spPr bwMode="auto">
              <a:xfrm flipV="1">
                <a:off x="1927" y="3521"/>
                <a:ext cx="227" cy="181"/>
              </a:xfrm>
              <a:prstGeom prst="line">
                <a:avLst/>
              </a:prstGeom>
              <a:noFill/>
              <a:ln w="28575">
                <a:solidFill>
                  <a:srgbClr val="002060"/>
                </a:solidFill>
                <a:round/>
                <a:headEnd/>
                <a:tailEnd type="stealth" w="lg" len="lg"/>
              </a:ln>
              <a:effectLst/>
            </p:spPr>
            <p:txBody>
              <a:bodyPr/>
              <a:lstStyle/>
              <a:p>
                <a:endParaRPr lang="zh-CN" altLang="en-US"/>
              </a:p>
            </p:txBody>
          </p:sp>
          <p:sp>
            <p:nvSpPr>
              <p:cNvPr id="1097827" name="Text Box 99"/>
              <p:cNvSpPr txBox="1">
                <a:spLocks noChangeArrowheads="1"/>
              </p:cNvSpPr>
              <p:nvPr/>
            </p:nvSpPr>
            <p:spPr bwMode="auto">
              <a:xfrm>
                <a:off x="1791" y="3648"/>
                <a:ext cx="36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tail</a:t>
                </a:r>
              </a:p>
            </p:txBody>
          </p:sp>
        </p:grpSp>
        <p:sp>
          <p:nvSpPr>
            <p:cNvPr id="1097828" name="Line 100"/>
            <p:cNvSpPr>
              <a:spLocks noChangeShapeType="1"/>
            </p:cNvSpPr>
            <p:nvPr/>
          </p:nvSpPr>
          <p:spPr bwMode="auto">
            <a:xfrm flipV="1">
              <a:off x="3606" y="3460"/>
              <a:ext cx="478" cy="6"/>
            </a:xfrm>
            <a:prstGeom prst="line">
              <a:avLst/>
            </a:prstGeom>
            <a:noFill/>
            <a:ln w="28575">
              <a:solidFill>
                <a:srgbClr val="C00000"/>
              </a:solidFill>
              <a:round/>
              <a:headEnd/>
              <a:tailEnd type="stealth" w="lg" len="lg"/>
            </a:ln>
            <a:effectLst/>
          </p:spPr>
          <p:txBody>
            <a:bodyPr/>
            <a:lstStyle/>
            <a:p>
              <a:endParaRPr lang="zh-CN" altLang="en-US"/>
            </a:p>
          </p:txBody>
        </p:sp>
        <p:sp>
          <p:nvSpPr>
            <p:cNvPr id="1097829" name="Text Box 101"/>
            <p:cNvSpPr txBox="1">
              <a:spLocks noChangeArrowheads="1"/>
            </p:cNvSpPr>
            <p:nvPr/>
          </p:nvSpPr>
          <p:spPr bwMode="auto">
            <a:xfrm>
              <a:off x="4174" y="3606"/>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95</a:t>
              </a:r>
            </a:p>
          </p:txBody>
        </p:sp>
        <p:sp>
          <p:nvSpPr>
            <p:cNvPr id="1097830" name="Text Box 102"/>
            <p:cNvSpPr txBox="1">
              <a:spLocks noChangeArrowheads="1"/>
            </p:cNvSpPr>
            <p:nvPr/>
          </p:nvSpPr>
          <p:spPr bwMode="auto">
            <a:xfrm>
              <a:off x="4185" y="3342"/>
              <a:ext cx="272" cy="192"/>
            </a:xfrm>
            <a:prstGeom prst="rect">
              <a:avLst/>
            </a:prstGeom>
            <a:noFill/>
            <a:ln w="9525">
              <a:noFill/>
              <a:miter lim="800000"/>
              <a:headEnd/>
              <a:tailEnd/>
            </a:ln>
            <a:effectLst/>
          </p:spPr>
          <p:txBody>
            <a:bodyPr>
              <a:spAutoFit/>
            </a:bodyPr>
            <a:lstStyle/>
            <a:p>
              <a:pPr>
                <a:spcBef>
                  <a:spcPct val="50000"/>
                </a:spcBef>
              </a:pPr>
              <a:r>
                <a:rPr lang="en-US" altLang="zh-CN" sz="1400" b="1">
                  <a:solidFill>
                    <a:schemeClr val="accent2"/>
                  </a:solidFill>
                  <a:effectLst>
                    <a:outerShdw blurRad="38100" dist="38100" dir="2700000" algn="tl">
                      <a:srgbClr val="000000"/>
                    </a:outerShdw>
                  </a:effectLst>
                </a:rPr>
                <a:t>∧</a:t>
              </a:r>
            </a:p>
          </p:txBody>
        </p:sp>
      </p:grpSp>
      <p:grpSp>
        <p:nvGrpSpPr>
          <p:cNvPr id="1097838" name="Group 110"/>
          <p:cNvGrpSpPr>
            <a:grpSpLocks/>
          </p:cNvGrpSpPr>
          <p:nvPr/>
        </p:nvGrpSpPr>
        <p:grpSpPr bwMode="auto">
          <a:xfrm>
            <a:off x="7407594" y="5184031"/>
            <a:ext cx="1022350" cy="1557337"/>
            <a:chOff x="3742" y="3039"/>
            <a:chExt cx="644" cy="981"/>
          </a:xfrm>
        </p:grpSpPr>
        <p:sp>
          <p:nvSpPr>
            <p:cNvPr id="1097835" name="Rectangle 107"/>
            <p:cNvSpPr>
              <a:spLocks noChangeArrowheads="1"/>
            </p:cNvSpPr>
            <p:nvPr/>
          </p:nvSpPr>
          <p:spPr bwMode="auto">
            <a:xfrm>
              <a:off x="4159" y="3376"/>
              <a:ext cx="227" cy="136"/>
            </a:xfrm>
            <a:prstGeom prst="rect">
              <a:avLst/>
            </a:prstGeom>
            <a:gradFill rotWithShape="1">
              <a:gsLst>
                <a:gs pos="0">
                  <a:srgbClr val="C0C0C0"/>
                </a:gs>
                <a:gs pos="100000">
                  <a:schemeClr val="bg1"/>
                </a:gs>
              </a:gsLst>
              <a:lin ang="5400000" scaled="1"/>
            </a:gradFill>
            <a:ln w="9525">
              <a:noFill/>
              <a:miter lim="800000"/>
              <a:headEnd/>
              <a:tailEnd/>
            </a:ln>
            <a:effectLst/>
          </p:spPr>
          <p:txBody>
            <a:bodyPr wrap="none" anchor="ctr"/>
            <a:lstStyle/>
            <a:p>
              <a:endParaRPr lang="zh-CN" altLang="en-US"/>
            </a:p>
          </p:txBody>
        </p:sp>
        <p:sp useBgFill="1">
          <p:nvSpPr>
            <p:cNvPr id="1097836" name="Rectangle 108"/>
            <p:cNvSpPr>
              <a:spLocks noChangeArrowheads="1"/>
            </p:cNvSpPr>
            <p:nvPr/>
          </p:nvSpPr>
          <p:spPr bwMode="auto">
            <a:xfrm>
              <a:off x="3742" y="3039"/>
              <a:ext cx="544" cy="317"/>
            </a:xfrm>
            <a:prstGeom prst="rect">
              <a:avLst/>
            </a:prstGeom>
            <a:ln w="9525">
              <a:noFill/>
              <a:miter lim="800000"/>
              <a:headEnd/>
              <a:tailEnd/>
            </a:ln>
            <a:effectLst/>
          </p:spPr>
          <p:txBody>
            <a:bodyPr wrap="none" anchor="ctr"/>
            <a:lstStyle/>
            <a:p>
              <a:endParaRPr lang="zh-CN" altLang="en-US"/>
            </a:p>
          </p:txBody>
        </p:sp>
        <p:sp useBgFill="1">
          <p:nvSpPr>
            <p:cNvPr id="1097837" name="Rectangle 109"/>
            <p:cNvSpPr>
              <a:spLocks noChangeArrowheads="1"/>
            </p:cNvSpPr>
            <p:nvPr/>
          </p:nvSpPr>
          <p:spPr bwMode="auto">
            <a:xfrm>
              <a:off x="3770" y="3612"/>
              <a:ext cx="317" cy="408"/>
            </a:xfrm>
            <a:prstGeom prst="rect">
              <a:avLst/>
            </a:prstGeom>
            <a:ln w="9525">
              <a:noFill/>
              <a:miter lim="800000"/>
              <a:headEnd/>
              <a:tailEnd/>
            </a:ln>
            <a:effectLst/>
          </p:spPr>
          <p:txBody>
            <a:bodyPr wrap="none" anchor="ctr"/>
            <a:lstStyle/>
            <a:p>
              <a:endParaRPr lang="zh-CN" altLang="en-US"/>
            </a:p>
          </p:txBody>
        </p:sp>
      </p:grpSp>
      <p:sp>
        <p:nvSpPr>
          <p:cNvPr id="1097839" name="Rectangle 111"/>
          <p:cNvSpPr>
            <a:spLocks noChangeArrowheads="1"/>
          </p:cNvSpPr>
          <p:nvPr/>
        </p:nvSpPr>
        <p:spPr bwMode="auto">
          <a:xfrm>
            <a:off x="9455708" y="4539903"/>
            <a:ext cx="655949" cy="400110"/>
          </a:xfrm>
          <a:prstGeom prst="rect">
            <a:avLst/>
          </a:prstGeom>
          <a:gradFill rotWithShape="1">
            <a:gsLst>
              <a:gs pos="0">
                <a:srgbClr val="CFCFD1"/>
              </a:gs>
              <a:gs pos="100000">
                <a:schemeClr val="bg1"/>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p:spPr>
        <p:txBody>
          <a:bodyPr wrap="none">
            <a:spAutoFit/>
          </a:bodyPr>
          <a:lstStyle/>
          <a:p>
            <a:r>
              <a:rPr lang="en-US" altLang="zh-CN" sz="2000" b="1" dirty="0"/>
              <a:t>-1</a:t>
            </a:r>
            <a:r>
              <a:rPr lang="en-US" altLang="zh-CN" sz="2000" b="1" dirty="0">
                <a:latin typeface="+mn-ea"/>
                <a:ea typeface="+mn-ea"/>
              </a:rPr>
              <a:t>↙</a:t>
            </a:r>
          </a:p>
        </p:txBody>
      </p:sp>
      <p:sp>
        <p:nvSpPr>
          <p:cNvPr id="1097840" name="Rectangle 112" descr="信纸"/>
          <p:cNvSpPr>
            <a:spLocks noChangeArrowheads="1"/>
          </p:cNvSpPr>
          <p:nvPr/>
        </p:nvSpPr>
        <p:spPr bwMode="auto">
          <a:xfrm>
            <a:off x="1575101" y="957477"/>
            <a:ext cx="5624513" cy="4093428"/>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score of students:\n");</a:t>
            </a:r>
          </a:p>
          <a:p>
            <a:r>
              <a:rPr lang="en-US" altLang="zh-CN" sz="2000" b="1" dirty="0">
                <a:ea typeface="楷体_GB2312" pitchFamily="49" charset="-122"/>
              </a:rPr>
              <a:t>  while (1)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创建学生成绩线性链表</a:t>
            </a:r>
          </a:p>
          <a:p>
            <a:r>
              <a:rPr lang="zh-CN" altLang="en-US" sz="2000" b="1" dirty="0">
                <a:ea typeface="楷体_GB2312" pitchFamily="49" charset="-122"/>
              </a:rPr>
              <a:t>  </a:t>
            </a:r>
            <a:r>
              <a:rPr lang="en-US" altLang="zh-CN" sz="2000" b="1" dirty="0">
                <a:ea typeface="楷体_GB2312" pitchFamily="49" charset="-122"/>
              </a:rPr>
              <a:t>{</a:t>
            </a:r>
          </a:p>
          <a:p>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("%d", &amp;score);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输入成绩</a:t>
            </a:r>
          </a:p>
          <a:p>
            <a:r>
              <a:rPr lang="zh-CN" altLang="en-US" sz="2000" b="1" dirty="0">
                <a:ea typeface="楷体_GB2312" pitchFamily="49" charset="-122"/>
              </a:rPr>
              <a:t>    </a:t>
            </a:r>
            <a:r>
              <a:rPr lang="en-US" altLang="zh-CN" sz="2000" b="1" dirty="0">
                <a:ea typeface="楷体_GB2312" pitchFamily="49" charset="-122"/>
              </a:rPr>
              <a:t>if (score &lt; 0)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成绩为负</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循环退出</a:t>
            </a:r>
          </a:p>
          <a:p>
            <a:r>
              <a:rPr lang="zh-CN" altLang="en-US" sz="2000" b="1" dirty="0">
                <a:ea typeface="楷体_GB2312" pitchFamily="49" charset="-122"/>
              </a:rPr>
              <a:t>        </a:t>
            </a:r>
            <a:r>
              <a:rPr lang="en-US" altLang="zh-CN" sz="2000" b="1" dirty="0">
                <a:ea typeface="楷体_GB2312" pitchFamily="49" charset="-122"/>
              </a:rPr>
              <a:t>break;</a:t>
            </a:r>
          </a:p>
          <a:p>
            <a:r>
              <a:rPr lang="en-US" altLang="zh-CN" sz="2000" b="1" dirty="0">
                <a:solidFill>
                  <a:schemeClr val="accent2"/>
                </a:solidFill>
                <a:ea typeface="楷体_GB2312" pitchFamily="49" charset="-122"/>
              </a:rPr>
              <a:t>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创建一新结点</a:t>
            </a:r>
          </a:p>
          <a:p>
            <a:r>
              <a:rPr lang="zh-CN" altLang="en-US" sz="2000" b="1" dirty="0">
                <a:solidFill>
                  <a:srgbClr val="C00000"/>
                </a:solidFill>
                <a:ea typeface="楷体_GB2312" pitchFamily="49" charset="-122"/>
              </a:rPr>
              <a:t>    </a:t>
            </a:r>
            <a:r>
              <a:rPr lang="en-US" altLang="zh-CN" sz="2000" b="1" dirty="0" err="1">
                <a:solidFill>
                  <a:srgbClr val="C00000"/>
                </a:solidFill>
                <a:ea typeface="楷体_GB2312" pitchFamily="49" charset="-122"/>
              </a:rPr>
              <a:t>pnew</a:t>
            </a:r>
            <a:r>
              <a:rPr lang="en-US" altLang="zh-CN" sz="2000" b="1" dirty="0">
                <a:solidFill>
                  <a:srgbClr val="C00000"/>
                </a:solidFill>
                <a:ea typeface="楷体_GB2312" pitchFamily="49" charset="-122"/>
              </a:rPr>
              <a:t> = (NODE *)</a:t>
            </a:r>
            <a:r>
              <a:rPr lang="en-US" altLang="zh-CN" sz="2000" b="1" dirty="0" err="1">
                <a:solidFill>
                  <a:srgbClr val="C00000"/>
                </a:solidFill>
                <a:ea typeface="楷体_GB2312" pitchFamily="49" charset="-122"/>
              </a:rPr>
              <a:t>malloc</a:t>
            </a:r>
            <a:r>
              <a:rPr lang="en-US" altLang="zh-CN" sz="2000" b="1" dirty="0">
                <a:solidFill>
                  <a:srgbClr val="C00000"/>
                </a:solidFill>
                <a:ea typeface="楷体_GB2312" pitchFamily="49" charset="-122"/>
              </a:rPr>
              <a:t> (</a:t>
            </a:r>
            <a:r>
              <a:rPr lang="en-US" altLang="zh-CN" sz="2000" b="1" dirty="0" err="1">
                <a:solidFill>
                  <a:srgbClr val="C00000"/>
                </a:solidFill>
                <a:ea typeface="楷体_GB2312" pitchFamily="49" charset="-122"/>
              </a:rPr>
              <a:t>sizeof</a:t>
            </a:r>
            <a:r>
              <a:rPr lang="en-US" altLang="zh-CN" sz="2000" b="1" dirty="0">
                <a:solidFill>
                  <a:srgbClr val="C00000"/>
                </a:solidFill>
                <a:ea typeface="楷体_GB2312" pitchFamily="49" charset="-122"/>
              </a:rPr>
              <a:t>(NODE));  </a:t>
            </a:r>
          </a:p>
          <a:p>
            <a:r>
              <a:rPr lang="en-US" altLang="zh-CN" sz="2000" b="1" dirty="0">
                <a:ea typeface="楷体_GB2312" pitchFamily="49" charset="-122"/>
              </a:rPr>
              <a:t>    if (</a:t>
            </a:r>
            <a:r>
              <a:rPr lang="en-US" altLang="zh-CN" sz="2000" b="1" dirty="0" err="1">
                <a:ea typeface="楷体_GB2312" pitchFamily="49" charset="-122"/>
              </a:rPr>
              <a:t>pnew</a:t>
            </a:r>
            <a:r>
              <a:rPr lang="en-US" altLang="zh-CN" sz="2000" b="1" dirty="0">
                <a:ea typeface="楷体_GB2312" pitchFamily="49" charset="-122"/>
              </a:rPr>
              <a:t> == NULL)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创建新结点失败，则返回</a:t>
            </a:r>
          </a:p>
          <a:p>
            <a:r>
              <a:rPr lang="zh-CN" altLang="en-US" sz="2000" b="1" dirty="0">
                <a:ea typeface="楷体_GB2312" pitchFamily="49" charset="-122"/>
              </a:rPr>
              <a:t>    </a:t>
            </a:r>
            <a:r>
              <a:rPr lang="en-US" altLang="zh-CN" sz="2000" b="1" dirty="0">
                <a:ea typeface="楷体_GB2312" pitchFamily="49" charset="-122"/>
              </a:rPr>
              <a:t>{</a:t>
            </a:r>
          </a:p>
          <a:p>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("no enough memory!\n");</a:t>
            </a:r>
          </a:p>
          <a:p>
            <a:r>
              <a:rPr lang="en-US" altLang="zh-CN" sz="2000" b="1" dirty="0">
                <a:ea typeface="楷体_GB2312" pitchFamily="49" charset="-122"/>
              </a:rPr>
              <a:t>      return (NULL);</a:t>
            </a:r>
          </a:p>
          <a:p>
            <a:r>
              <a:rPr lang="en-US" altLang="zh-CN" sz="2000" b="1" dirty="0">
                <a:ea typeface="楷体_GB2312" pitchFamily="49" charset="-122"/>
              </a:rPr>
              <a:t>    }</a:t>
            </a:r>
          </a:p>
        </p:txBody>
      </p:sp>
      <p:sp>
        <p:nvSpPr>
          <p:cNvPr id="1097781" name="Line 53"/>
          <p:cNvSpPr>
            <a:spLocks noChangeShapeType="1"/>
          </p:cNvSpPr>
          <p:nvPr/>
        </p:nvSpPr>
        <p:spPr bwMode="auto">
          <a:xfrm flipH="1" flipV="1">
            <a:off x="2770371" y="1604828"/>
            <a:ext cx="5040310" cy="809750"/>
          </a:xfrm>
          <a:prstGeom prst="line">
            <a:avLst/>
          </a:prstGeom>
          <a:noFill/>
          <a:ln w="28575">
            <a:solidFill>
              <a:srgbClr val="FF00FF"/>
            </a:solidFill>
            <a:round/>
            <a:headEnd/>
            <a:tailEnd type="stealth" w="lg" len="lg"/>
          </a:ln>
          <a:effectLst/>
        </p:spPr>
        <p:txBody>
          <a:bodyPr/>
          <a:lstStyle/>
          <a:p>
            <a:endParaRPr lang="zh-CN" altLang="en-US"/>
          </a:p>
        </p:txBody>
      </p:sp>
      <p:sp>
        <p:nvSpPr>
          <p:cNvPr id="1097765" name="Line 37"/>
          <p:cNvSpPr>
            <a:spLocks noChangeShapeType="1"/>
          </p:cNvSpPr>
          <p:nvPr/>
        </p:nvSpPr>
        <p:spPr bwMode="auto">
          <a:xfrm flipH="1" flipV="1">
            <a:off x="2771960" y="1604829"/>
            <a:ext cx="5040312" cy="809749"/>
          </a:xfrm>
          <a:prstGeom prst="line">
            <a:avLst/>
          </a:prstGeom>
          <a:noFill/>
          <a:ln w="28575">
            <a:solidFill>
              <a:srgbClr val="C01920"/>
            </a:solidFill>
            <a:round/>
            <a:headEnd/>
            <a:tailEnd type="stealth" w="lg" len="lg"/>
          </a:ln>
          <a:effectLst/>
        </p:spPr>
        <p:txBody>
          <a:bodyPr/>
          <a:lstStyle/>
          <a:p>
            <a:endParaRPr lang="zh-CN" altLang="en-US"/>
          </a:p>
        </p:txBody>
      </p:sp>
      <p:sp>
        <p:nvSpPr>
          <p:cNvPr id="105" name="Rectangle 4">
            <a:extLst>
              <a:ext uri="{FF2B5EF4-FFF2-40B4-BE49-F238E27FC236}">
                <a16:creationId xmlns:a16="http://schemas.microsoft.com/office/drawing/2014/main" id="{BF5ED508-F46B-4F29-A14A-9D1205161D8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
        <p:nvSpPr>
          <p:cNvPr id="103" name="文本框 102">
            <a:extLst>
              <a:ext uri="{FF2B5EF4-FFF2-40B4-BE49-F238E27FC236}">
                <a16:creationId xmlns:a16="http://schemas.microsoft.com/office/drawing/2014/main" id="{5E33E6E8-0DA5-4D4C-A49C-3F7B731494B1}"/>
              </a:ext>
            </a:extLst>
          </p:cNvPr>
          <p:cNvSpPr txBox="1"/>
          <p:nvPr/>
        </p:nvSpPr>
        <p:spPr>
          <a:xfrm>
            <a:off x="625462" y="791229"/>
            <a:ext cx="553998" cy="5806123"/>
          </a:xfrm>
          <a:prstGeom prst="rect">
            <a:avLst/>
          </a:prstGeom>
          <a:noFill/>
        </p:spPr>
        <p:txBody>
          <a:bodyPr vert="eaVert" wrap="square" rtlCol="0">
            <a:spAutoFit/>
          </a:bodyPr>
          <a:lstStyle/>
          <a:p>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链表创建操作函数</a:t>
            </a:r>
            <a:r>
              <a:rPr lang="en-US" altLang="zh-CN" b="1" dirty="0" err="1">
                <a:solidFill>
                  <a:srgbClr val="C00000"/>
                </a:solidFill>
                <a:latin typeface="楷体" panose="02010609060101010101" pitchFamily="49" charset="-122"/>
                <a:ea typeface="楷体" panose="02010609060101010101" pitchFamily="49" charset="-122"/>
              </a:rPr>
              <a:t>Create_LinkList</a:t>
            </a:r>
            <a:endParaRPr lang="zh-CN" altLang="en-US" dirty="0">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7840">
                                            <p:txEl>
                                              <p:pRg st="0" end="0"/>
                                            </p:txEl>
                                          </p:spTgt>
                                        </p:tgtEl>
                                        <p:attrNameLst>
                                          <p:attrName>style.visibility</p:attrName>
                                        </p:attrNameLst>
                                      </p:cBhvr>
                                      <p:to>
                                        <p:strVal val="visible"/>
                                      </p:to>
                                    </p:set>
                                    <p:anim calcmode="lin" valueType="num">
                                      <p:cBhvr additive="base">
                                        <p:cTn id="7" dur="500" fill="hold"/>
                                        <p:tgtEl>
                                          <p:spTgt spid="10978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784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9" fill="hold">
                            <p:stCondLst>
                              <p:cond delay="500"/>
                            </p:stCondLst>
                            <p:childTnLst>
                              <p:par>
                                <p:cTn id="10" presetID="4" presetClass="entr" presetSubtype="32" fill="hold" grpId="0" nodeType="afterEffect">
                                  <p:stCondLst>
                                    <p:cond delay="0"/>
                                  </p:stCondLst>
                                  <p:childTnLst>
                                    <p:set>
                                      <p:cBhvr>
                                        <p:cTn id="11" dur="1" fill="hold">
                                          <p:stCondLst>
                                            <p:cond delay="0"/>
                                          </p:stCondLst>
                                        </p:cTn>
                                        <p:tgtEl>
                                          <p:spTgt spid="1097747"/>
                                        </p:tgtEl>
                                        <p:attrNameLst>
                                          <p:attrName>style.visibility</p:attrName>
                                        </p:attrNameLst>
                                      </p:cBhvr>
                                      <p:to>
                                        <p:strVal val="visible"/>
                                      </p:to>
                                    </p:set>
                                    <p:animEffect transition="in" filter="box(out)">
                                      <p:cBhvr>
                                        <p:cTn id="12" dur="500"/>
                                        <p:tgtEl>
                                          <p:spTgt spid="109774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97840">
                                            <p:txEl>
                                              <p:pRg st="1" end="1"/>
                                            </p:txEl>
                                          </p:spTgt>
                                        </p:tgtEl>
                                        <p:attrNameLst>
                                          <p:attrName>style.visibility</p:attrName>
                                        </p:attrNameLst>
                                      </p:cBhvr>
                                      <p:to>
                                        <p:strVal val="visible"/>
                                      </p:to>
                                    </p:set>
                                    <p:anim calcmode="lin" valueType="num">
                                      <p:cBhvr additive="base">
                                        <p:cTn id="17" dur="500" fill="hold"/>
                                        <p:tgtEl>
                                          <p:spTgt spid="1097840">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9784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par>
                                <p:cTn id="19" presetID="2" presetClass="entr" presetSubtype="4" fill="hold" nodeType="withEffect">
                                  <p:stCondLst>
                                    <p:cond delay="0"/>
                                  </p:stCondLst>
                                  <p:childTnLst>
                                    <p:set>
                                      <p:cBhvr>
                                        <p:cTn id="20" dur="1" fill="hold">
                                          <p:stCondLst>
                                            <p:cond delay="0"/>
                                          </p:stCondLst>
                                        </p:cTn>
                                        <p:tgtEl>
                                          <p:spTgt spid="1097840">
                                            <p:txEl>
                                              <p:pRg st="2" end="2"/>
                                            </p:txEl>
                                          </p:spTgt>
                                        </p:tgtEl>
                                        <p:attrNameLst>
                                          <p:attrName>style.visibility</p:attrName>
                                        </p:attrNameLst>
                                      </p:cBhvr>
                                      <p:to>
                                        <p:strVal val="visible"/>
                                      </p:to>
                                    </p:set>
                                    <p:anim calcmode="lin" valueType="num">
                                      <p:cBhvr additive="base">
                                        <p:cTn id="21" dur="500" fill="hold"/>
                                        <p:tgtEl>
                                          <p:spTgt spid="1097840">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9784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par>
                                <p:cTn id="23" presetID="2" presetClass="entr" presetSubtype="4" fill="hold" nodeType="withEffect">
                                  <p:stCondLst>
                                    <p:cond delay="0"/>
                                  </p:stCondLst>
                                  <p:childTnLst>
                                    <p:set>
                                      <p:cBhvr>
                                        <p:cTn id="24" dur="1" fill="hold">
                                          <p:stCondLst>
                                            <p:cond delay="0"/>
                                          </p:stCondLst>
                                        </p:cTn>
                                        <p:tgtEl>
                                          <p:spTgt spid="1097840">
                                            <p:txEl>
                                              <p:pRg st="3" end="3"/>
                                            </p:txEl>
                                          </p:spTgt>
                                        </p:tgtEl>
                                        <p:attrNameLst>
                                          <p:attrName>style.visibility</p:attrName>
                                        </p:attrNameLst>
                                      </p:cBhvr>
                                      <p:to>
                                        <p:strVal val="visible"/>
                                      </p:to>
                                    </p:set>
                                    <p:anim calcmode="lin" valueType="num">
                                      <p:cBhvr additive="base">
                                        <p:cTn id="25" dur="500" fill="hold"/>
                                        <p:tgtEl>
                                          <p:spTgt spid="109784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97840">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par>
                                <p:cTn id="27" presetID="2" presetClass="entr" presetSubtype="4" fill="hold" nodeType="withEffect">
                                  <p:stCondLst>
                                    <p:cond delay="0"/>
                                  </p:stCondLst>
                                  <p:childTnLst>
                                    <p:set>
                                      <p:cBhvr>
                                        <p:cTn id="28" dur="1" fill="hold">
                                          <p:stCondLst>
                                            <p:cond delay="0"/>
                                          </p:stCondLst>
                                        </p:cTn>
                                        <p:tgtEl>
                                          <p:spTgt spid="1097840">
                                            <p:txEl>
                                              <p:pRg st="4" end="4"/>
                                            </p:txEl>
                                          </p:spTgt>
                                        </p:tgtEl>
                                        <p:attrNameLst>
                                          <p:attrName>style.visibility</p:attrName>
                                        </p:attrNameLst>
                                      </p:cBhvr>
                                      <p:to>
                                        <p:strVal val="visible"/>
                                      </p:to>
                                    </p:set>
                                    <p:anim calcmode="lin" valueType="num">
                                      <p:cBhvr additive="base">
                                        <p:cTn id="29" dur="500" fill="hold"/>
                                        <p:tgtEl>
                                          <p:spTgt spid="1097840">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97840">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par>
                                <p:cTn id="31" presetID="2" presetClass="entr" presetSubtype="4" fill="hold" nodeType="withEffect">
                                  <p:stCondLst>
                                    <p:cond delay="0"/>
                                  </p:stCondLst>
                                  <p:childTnLst>
                                    <p:set>
                                      <p:cBhvr>
                                        <p:cTn id="32" dur="1" fill="hold">
                                          <p:stCondLst>
                                            <p:cond delay="0"/>
                                          </p:stCondLst>
                                        </p:cTn>
                                        <p:tgtEl>
                                          <p:spTgt spid="1097840">
                                            <p:txEl>
                                              <p:pRg st="5" end="5"/>
                                            </p:txEl>
                                          </p:spTgt>
                                        </p:tgtEl>
                                        <p:attrNameLst>
                                          <p:attrName>style.visibility</p:attrName>
                                        </p:attrNameLst>
                                      </p:cBhvr>
                                      <p:to>
                                        <p:strVal val="visible"/>
                                      </p:to>
                                    </p:set>
                                    <p:anim calcmode="lin" valueType="num">
                                      <p:cBhvr additive="base">
                                        <p:cTn id="33" dur="500" fill="hold"/>
                                        <p:tgtEl>
                                          <p:spTgt spid="1097840">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97840">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4" presetClass="entr" presetSubtype="32" fill="hold" grpId="0" nodeType="afterEffect">
                                  <p:stCondLst>
                                    <p:cond delay="0"/>
                                  </p:stCondLst>
                                  <p:childTnLst>
                                    <p:set>
                                      <p:cBhvr>
                                        <p:cTn id="37" dur="1" fill="hold">
                                          <p:stCondLst>
                                            <p:cond delay="0"/>
                                          </p:stCondLst>
                                        </p:cTn>
                                        <p:tgtEl>
                                          <p:spTgt spid="1097748"/>
                                        </p:tgtEl>
                                        <p:attrNameLst>
                                          <p:attrName>style.visibility</p:attrName>
                                        </p:attrNameLst>
                                      </p:cBhvr>
                                      <p:to>
                                        <p:strVal val="visible"/>
                                      </p:to>
                                    </p:set>
                                    <p:animEffect transition="in" filter="box(out)">
                                      <p:cBhvr>
                                        <p:cTn id="38" dur="500"/>
                                        <p:tgtEl>
                                          <p:spTgt spid="1097748"/>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097840">
                                            <p:txEl>
                                              <p:pRg st="6" end="6"/>
                                            </p:txEl>
                                          </p:spTgt>
                                        </p:tgtEl>
                                        <p:attrNameLst>
                                          <p:attrName>style.visibility</p:attrName>
                                        </p:attrNameLst>
                                      </p:cBhvr>
                                      <p:to>
                                        <p:strVal val="visible"/>
                                      </p:to>
                                    </p:set>
                                    <p:anim calcmode="lin" valueType="num">
                                      <p:cBhvr additive="base">
                                        <p:cTn id="43" dur="500" fill="hold"/>
                                        <p:tgtEl>
                                          <p:spTgt spid="109784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97840">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par>
                                <p:cTn id="45" presetID="2" presetClass="entr" presetSubtype="4" fill="hold" nodeType="withEffect">
                                  <p:stCondLst>
                                    <p:cond delay="0"/>
                                  </p:stCondLst>
                                  <p:childTnLst>
                                    <p:set>
                                      <p:cBhvr>
                                        <p:cTn id="46" dur="1" fill="hold">
                                          <p:stCondLst>
                                            <p:cond delay="0"/>
                                          </p:stCondLst>
                                        </p:cTn>
                                        <p:tgtEl>
                                          <p:spTgt spid="1097840">
                                            <p:txEl>
                                              <p:pRg st="7" end="7"/>
                                            </p:txEl>
                                          </p:spTgt>
                                        </p:tgtEl>
                                        <p:attrNameLst>
                                          <p:attrName>style.visibility</p:attrName>
                                        </p:attrNameLst>
                                      </p:cBhvr>
                                      <p:to>
                                        <p:strVal val="visible"/>
                                      </p:to>
                                    </p:set>
                                    <p:anim calcmode="lin" valueType="num">
                                      <p:cBhvr additive="base">
                                        <p:cTn id="47" dur="500" fill="hold"/>
                                        <p:tgtEl>
                                          <p:spTgt spid="1097840">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097840">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par>
                                <p:cTn id="49" presetID="2" presetClass="entr" presetSubtype="4" fill="hold" nodeType="withEffect">
                                  <p:stCondLst>
                                    <p:cond delay="0"/>
                                  </p:stCondLst>
                                  <p:childTnLst>
                                    <p:set>
                                      <p:cBhvr>
                                        <p:cTn id="50" dur="1" fill="hold">
                                          <p:stCondLst>
                                            <p:cond delay="0"/>
                                          </p:stCondLst>
                                        </p:cTn>
                                        <p:tgtEl>
                                          <p:spTgt spid="1097840">
                                            <p:txEl>
                                              <p:pRg st="8" end="8"/>
                                            </p:txEl>
                                          </p:spTgt>
                                        </p:tgtEl>
                                        <p:attrNameLst>
                                          <p:attrName>style.visibility</p:attrName>
                                        </p:attrNameLst>
                                      </p:cBhvr>
                                      <p:to>
                                        <p:strVal val="visible"/>
                                      </p:to>
                                    </p:set>
                                    <p:anim calcmode="lin" valueType="num">
                                      <p:cBhvr additive="base">
                                        <p:cTn id="51" dur="500" fill="hold"/>
                                        <p:tgtEl>
                                          <p:spTgt spid="1097840">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097840">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par>
                                <p:cTn id="53" presetID="2" presetClass="entr" presetSubtype="4" fill="hold" nodeType="withEffect">
                                  <p:stCondLst>
                                    <p:cond delay="0"/>
                                  </p:stCondLst>
                                  <p:childTnLst>
                                    <p:set>
                                      <p:cBhvr>
                                        <p:cTn id="54" dur="1" fill="hold">
                                          <p:stCondLst>
                                            <p:cond delay="0"/>
                                          </p:stCondLst>
                                        </p:cTn>
                                        <p:tgtEl>
                                          <p:spTgt spid="1097840">
                                            <p:txEl>
                                              <p:pRg st="9" end="9"/>
                                            </p:txEl>
                                          </p:spTgt>
                                        </p:tgtEl>
                                        <p:attrNameLst>
                                          <p:attrName>style.visibility</p:attrName>
                                        </p:attrNameLst>
                                      </p:cBhvr>
                                      <p:to>
                                        <p:strVal val="visible"/>
                                      </p:to>
                                    </p:set>
                                    <p:anim calcmode="lin" valueType="num">
                                      <p:cBhvr additive="base">
                                        <p:cTn id="55" dur="500" fill="hold"/>
                                        <p:tgtEl>
                                          <p:spTgt spid="1097840">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97840">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par>
                                <p:cTn id="57" presetID="2" presetClass="entr" presetSubtype="4" fill="hold" nodeType="withEffect">
                                  <p:stCondLst>
                                    <p:cond delay="0"/>
                                  </p:stCondLst>
                                  <p:childTnLst>
                                    <p:set>
                                      <p:cBhvr>
                                        <p:cTn id="58" dur="1" fill="hold">
                                          <p:stCondLst>
                                            <p:cond delay="0"/>
                                          </p:stCondLst>
                                        </p:cTn>
                                        <p:tgtEl>
                                          <p:spTgt spid="1097840">
                                            <p:txEl>
                                              <p:pRg st="10" end="10"/>
                                            </p:txEl>
                                          </p:spTgt>
                                        </p:tgtEl>
                                        <p:attrNameLst>
                                          <p:attrName>style.visibility</p:attrName>
                                        </p:attrNameLst>
                                      </p:cBhvr>
                                      <p:to>
                                        <p:strVal val="visible"/>
                                      </p:to>
                                    </p:set>
                                    <p:anim calcmode="lin" valueType="num">
                                      <p:cBhvr additive="base">
                                        <p:cTn id="59" dur="500" fill="hold"/>
                                        <p:tgtEl>
                                          <p:spTgt spid="1097840">
                                            <p:txEl>
                                              <p:pRg st="10" end="1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097840">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par>
                                <p:cTn id="61" presetID="2" presetClass="entr" presetSubtype="4" fill="hold" nodeType="withEffect">
                                  <p:stCondLst>
                                    <p:cond delay="0"/>
                                  </p:stCondLst>
                                  <p:childTnLst>
                                    <p:set>
                                      <p:cBhvr>
                                        <p:cTn id="62" dur="1" fill="hold">
                                          <p:stCondLst>
                                            <p:cond delay="0"/>
                                          </p:stCondLst>
                                        </p:cTn>
                                        <p:tgtEl>
                                          <p:spTgt spid="1097840">
                                            <p:txEl>
                                              <p:pRg st="11" end="11"/>
                                            </p:txEl>
                                          </p:spTgt>
                                        </p:tgtEl>
                                        <p:attrNameLst>
                                          <p:attrName>style.visibility</p:attrName>
                                        </p:attrNameLst>
                                      </p:cBhvr>
                                      <p:to>
                                        <p:strVal val="visible"/>
                                      </p:to>
                                    </p:set>
                                    <p:anim calcmode="lin" valueType="num">
                                      <p:cBhvr additive="base">
                                        <p:cTn id="63" dur="500" fill="hold"/>
                                        <p:tgtEl>
                                          <p:spTgt spid="1097840">
                                            <p:txEl>
                                              <p:pRg st="11" end="1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097840">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par>
                                <p:cTn id="65" presetID="2" presetClass="entr" presetSubtype="4" fill="hold" nodeType="withEffect">
                                  <p:stCondLst>
                                    <p:cond delay="0"/>
                                  </p:stCondLst>
                                  <p:childTnLst>
                                    <p:set>
                                      <p:cBhvr>
                                        <p:cTn id="66" dur="1" fill="hold">
                                          <p:stCondLst>
                                            <p:cond delay="0"/>
                                          </p:stCondLst>
                                        </p:cTn>
                                        <p:tgtEl>
                                          <p:spTgt spid="1097840">
                                            <p:txEl>
                                              <p:pRg st="12" end="12"/>
                                            </p:txEl>
                                          </p:spTgt>
                                        </p:tgtEl>
                                        <p:attrNameLst>
                                          <p:attrName>style.visibility</p:attrName>
                                        </p:attrNameLst>
                                      </p:cBhvr>
                                      <p:to>
                                        <p:strVal val="visible"/>
                                      </p:to>
                                    </p:set>
                                    <p:anim calcmode="lin" valueType="num">
                                      <p:cBhvr additive="base">
                                        <p:cTn id="67" dur="500" fill="hold"/>
                                        <p:tgtEl>
                                          <p:spTgt spid="1097840">
                                            <p:txEl>
                                              <p:pRg st="12" end="1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97840">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par>
                          <p:cTn id="69" fill="hold">
                            <p:stCondLst>
                              <p:cond delay="500"/>
                            </p:stCondLst>
                            <p:childTnLst>
                              <p:par>
                                <p:cTn id="70" presetID="18" presetClass="entr" presetSubtype="6" fill="hold" nodeType="afterEffect">
                                  <p:stCondLst>
                                    <p:cond delay="0"/>
                                  </p:stCondLst>
                                  <p:childTnLst>
                                    <p:set>
                                      <p:cBhvr>
                                        <p:cTn id="71" dur="1" fill="hold">
                                          <p:stCondLst>
                                            <p:cond delay="0"/>
                                          </p:stCondLst>
                                        </p:cTn>
                                        <p:tgtEl>
                                          <p:spTgt spid="1097755"/>
                                        </p:tgtEl>
                                        <p:attrNameLst>
                                          <p:attrName>style.visibility</p:attrName>
                                        </p:attrNameLst>
                                      </p:cBhvr>
                                      <p:to>
                                        <p:strVal val="visible"/>
                                      </p:to>
                                    </p:set>
                                    <p:animEffect transition="in" filter="strips(downRight)">
                                      <p:cBhvr>
                                        <p:cTn id="72" dur="500"/>
                                        <p:tgtEl>
                                          <p:spTgt spid="1097755"/>
                                        </p:tgtEl>
                                      </p:cBhvr>
                                    </p:animEffect>
                                  </p:childTnLst>
                                  <p:subTnLst>
                                    <p:audio>
                                      <p:cMediaNode>
                                        <p:cTn display="0" masterRel="sameClick">
                                          <p:stCondLst>
                                            <p:cond evt="begin" delay="0">
                                              <p:tn val="70"/>
                                            </p:cond>
                                          </p:stCondLst>
                                          <p:endCondLst>
                                            <p:cond evt="onStopAudio" delay="0">
                                              <p:tgtEl>
                                                <p:sldTgt/>
                                              </p:tgtEl>
                                            </p:cond>
                                          </p:endCondLst>
                                        </p:cTn>
                                        <p:tgtEl>
                                          <p:sndTgt r:embed="rId3" name="camera.wav"/>
                                        </p:tgtEl>
                                      </p:cMediaNode>
                                    </p:audio>
                                  </p:subTnLst>
                                </p:cTn>
                              </p:par>
                            </p:childTnLst>
                          </p:cTn>
                        </p:par>
                        <p:par>
                          <p:cTn id="73" fill="hold">
                            <p:stCondLst>
                              <p:cond delay="1000"/>
                            </p:stCondLst>
                            <p:childTnLst>
                              <p:par>
                                <p:cTn id="74" presetID="18" presetClass="entr" presetSubtype="6" fill="hold" nodeType="afterEffect">
                                  <p:stCondLst>
                                    <p:cond delay="0"/>
                                  </p:stCondLst>
                                  <p:childTnLst>
                                    <p:set>
                                      <p:cBhvr>
                                        <p:cTn id="75" dur="1" fill="hold">
                                          <p:stCondLst>
                                            <p:cond delay="0"/>
                                          </p:stCondLst>
                                        </p:cTn>
                                        <p:tgtEl>
                                          <p:spTgt spid="1097749"/>
                                        </p:tgtEl>
                                        <p:attrNameLst>
                                          <p:attrName>style.visibility</p:attrName>
                                        </p:attrNameLst>
                                      </p:cBhvr>
                                      <p:to>
                                        <p:strVal val="visible"/>
                                      </p:to>
                                    </p:set>
                                    <p:animEffect transition="in" filter="strips(downRight)">
                                      <p:cBhvr>
                                        <p:cTn id="76" dur="500"/>
                                        <p:tgtEl>
                                          <p:spTgt spid="1097749"/>
                                        </p:tgtEl>
                                      </p:cBhvr>
                                    </p:animEffect>
                                  </p:childTnLst>
                                  <p:subTnLst>
                                    <p:audio>
                                      <p:cMediaNode>
                                        <p:cTn display="0" masterRel="sameClick">
                                          <p:stCondLst>
                                            <p:cond evt="begin" delay="0">
                                              <p:tn val="74"/>
                                            </p:cond>
                                          </p:stCondLst>
                                          <p:endCondLst>
                                            <p:cond evt="onStopAudio" delay="0">
                                              <p:tgtEl>
                                                <p:sldTgt/>
                                              </p:tgtEl>
                                            </p:cond>
                                          </p:endCondLst>
                                        </p:cTn>
                                        <p:tgtEl>
                                          <p:sndTgt r:embed="rId3" name="camera.wav"/>
                                        </p:tgtEl>
                                      </p:cMediaNode>
                                    </p:audio>
                                  </p:sub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1097841">
                                            <p:txEl>
                                              <p:pRg st="0" end="0"/>
                                            </p:txEl>
                                          </p:spTgt>
                                        </p:tgtEl>
                                        <p:attrNameLst>
                                          <p:attrName>style.visibility</p:attrName>
                                        </p:attrNameLst>
                                      </p:cBhvr>
                                      <p:to>
                                        <p:strVal val="visible"/>
                                      </p:to>
                                    </p:set>
                                    <p:anim calcmode="lin" valueType="num">
                                      <p:cBhvr additive="base">
                                        <p:cTn id="81" dur="500" fill="hold"/>
                                        <p:tgtEl>
                                          <p:spTgt spid="1097841">
                                            <p:txEl>
                                              <p:pRg st="0" end="0"/>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097841">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childTnLst>
                          </p:cTn>
                        </p:par>
                        <p:par>
                          <p:cTn id="83" fill="hold">
                            <p:stCondLst>
                              <p:cond delay="500"/>
                            </p:stCondLst>
                            <p:childTnLst>
                              <p:par>
                                <p:cTn id="84" presetID="4" presetClass="entr" presetSubtype="32" fill="hold" grpId="0" nodeType="afterEffect">
                                  <p:stCondLst>
                                    <p:cond delay="0"/>
                                  </p:stCondLst>
                                  <p:childTnLst>
                                    <p:set>
                                      <p:cBhvr>
                                        <p:cTn id="85" dur="1" fill="hold">
                                          <p:stCondLst>
                                            <p:cond delay="0"/>
                                          </p:stCondLst>
                                        </p:cTn>
                                        <p:tgtEl>
                                          <p:spTgt spid="1097756"/>
                                        </p:tgtEl>
                                        <p:attrNameLst>
                                          <p:attrName>style.visibility</p:attrName>
                                        </p:attrNameLst>
                                      </p:cBhvr>
                                      <p:to>
                                        <p:strVal val="visible"/>
                                      </p:to>
                                    </p:set>
                                    <p:animEffect transition="in" filter="box(out)">
                                      <p:cBhvr>
                                        <p:cTn id="86" dur="500"/>
                                        <p:tgtEl>
                                          <p:spTgt spid="1097756"/>
                                        </p:tgtEl>
                                      </p:cBhvr>
                                    </p:animEffect>
                                  </p:childTnLst>
                                  <p:subTnLst>
                                    <p:audio>
                                      <p:cMediaNode>
                                        <p:cTn display="0" masterRel="sameClick">
                                          <p:stCondLst>
                                            <p:cond evt="begin" delay="0">
                                              <p:tn val="84"/>
                                            </p:cond>
                                          </p:stCondLst>
                                          <p:endCondLst>
                                            <p:cond evt="onStopAudio" delay="0">
                                              <p:tgtEl>
                                                <p:sldTgt/>
                                              </p:tgtEl>
                                            </p:cond>
                                          </p:endCondLst>
                                        </p:cTn>
                                        <p:tgtEl>
                                          <p:sndTgt r:embed="rId3" name="camera.wav"/>
                                        </p:tgtEl>
                                      </p:cMediaNode>
                                    </p:audio>
                                  </p:sub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097841">
                                            <p:txEl>
                                              <p:pRg st="1" end="1"/>
                                            </p:txEl>
                                          </p:spTgt>
                                        </p:tgtEl>
                                        <p:attrNameLst>
                                          <p:attrName>style.visibility</p:attrName>
                                        </p:attrNameLst>
                                      </p:cBhvr>
                                      <p:to>
                                        <p:strVal val="visible"/>
                                      </p:to>
                                    </p:set>
                                    <p:anim calcmode="lin" valueType="num">
                                      <p:cBhvr additive="base">
                                        <p:cTn id="91" dur="500" fill="hold"/>
                                        <p:tgtEl>
                                          <p:spTgt spid="1097841">
                                            <p:txEl>
                                              <p:pRg st="1" end="1"/>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097841">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3" fill="hold">
                            <p:stCondLst>
                              <p:cond delay="500"/>
                            </p:stCondLst>
                            <p:childTnLst>
                              <p:par>
                                <p:cTn id="94" presetID="4" presetClass="entr" presetSubtype="32" fill="hold" grpId="0" nodeType="afterEffect">
                                  <p:stCondLst>
                                    <p:cond delay="0"/>
                                  </p:stCondLst>
                                  <p:childTnLst>
                                    <p:set>
                                      <p:cBhvr>
                                        <p:cTn id="95" dur="1" fill="hold">
                                          <p:stCondLst>
                                            <p:cond delay="0"/>
                                          </p:stCondLst>
                                        </p:cTn>
                                        <p:tgtEl>
                                          <p:spTgt spid="1097757"/>
                                        </p:tgtEl>
                                        <p:attrNameLst>
                                          <p:attrName>style.visibility</p:attrName>
                                        </p:attrNameLst>
                                      </p:cBhvr>
                                      <p:to>
                                        <p:strVal val="visible"/>
                                      </p:to>
                                    </p:set>
                                    <p:animEffect transition="in" filter="box(out)">
                                      <p:cBhvr>
                                        <p:cTn id="96" dur="500"/>
                                        <p:tgtEl>
                                          <p:spTgt spid="1097757"/>
                                        </p:tgtEl>
                                      </p:cBhvr>
                                    </p:animEffect>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1097841">
                                            <p:txEl>
                                              <p:pRg st="2" end="2"/>
                                            </p:txEl>
                                          </p:spTgt>
                                        </p:tgtEl>
                                        <p:attrNameLst>
                                          <p:attrName>style.visibility</p:attrName>
                                        </p:attrNameLst>
                                      </p:cBhvr>
                                      <p:to>
                                        <p:strVal val="visible"/>
                                      </p:to>
                                    </p:set>
                                    <p:anim calcmode="lin" valueType="num">
                                      <p:cBhvr additive="base">
                                        <p:cTn id="101" dur="500" fill="hold"/>
                                        <p:tgtEl>
                                          <p:spTgt spid="1097841">
                                            <p:txEl>
                                              <p:pRg st="2" end="2"/>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1097841">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par>
                          <p:cTn id="103" fill="hold">
                            <p:stCondLst>
                              <p:cond delay="500"/>
                            </p:stCondLst>
                            <p:childTnLst>
                              <p:par>
                                <p:cTn id="104" presetID="4" presetClass="entr" presetSubtype="16" fill="hold" grpId="0" nodeType="afterEffect">
                                  <p:stCondLst>
                                    <p:cond delay="0"/>
                                  </p:stCondLst>
                                  <p:childTnLst>
                                    <p:set>
                                      <p:cBhvr>
                                        <p:cTn id="105" dur="1" fill="hold">
                                          <p:stCondLst>
                                            <p:cond delay="0"/>
                                          </p:stCondLst>
                                        </p:cTn>
                                        <p:tgtEl>
                                          <p:spTgt spid="1097758"/>
                                        </p:tgtEl>
                                        <p:attrNameLst>
                                          <p:attrName>style.visibility</p:attrName>
                                        </p:attrNameLst>
                                      </p:cBhvr>
                                      <p:to>
                                        <p:strVal val="visible"/>
                                      </p:to>
                                    </p:set>
                                    <p:animEffect transition="in" filter="box(in)">
                                      <p:cBhvr>
                                        <p:cTn id="106" dur="500"/>
                                        <p:tgtEl>
                                          <p:spTgt spid="1097758"/>
                                        </p:tgtEl>
                                      </p:cBhvr>
                                    </p:animEffect>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childTnLst>
                          </p:cTn>
                        </p:par>
                        <p:par>
                          <p:cTn id="107" fill="hold">
                            <p:stCondLst>
                              <p:cond delay="1000"/>
                            </p:stCondLst>
                            <p:childTnLst>
                              <p:par>
                                <p:cTn id="108" presetID="18" presetClass="entr" presetSubtype="6" fill="hold" grpId="0" nodeType="afterEffect">
                                  <p:stCondLst>
                                    <p:cond delay="0"/>
                                  </p:stCondLst>
                                  <p:childTnLst>
                                    <p:set>
                                      <p:cBhvr>
                                        <p:cTn id="109" dur="1" fill="hold">
                                          <p:stCondLst>
                                            <p:cond delay="0"/>
                                          </p:stCondLst>
                                        </p:cTn>
                                        <p:tgtEl>
                                          <p:spTgt spid="1097759"/>
                                        </p:tgtEl>
                                        <p:attrNameLst>
                                          <p:attrName>style.visibility</p:attrName>
                                        </p:attrNameLst>
                                      </p:cBhvr>
                                      <p:to>
                                        <p:strVal val="visible"/>
                                      </p:to>
                                    </p:set>
                                    <p:animEffect transition="in" filter="strips(downRight)">
                                      <p:cBhvr>
                                        <p:cTn id="110" dur="500"/>
                                        <p:tgtEl>
                                          <p:spTgt spid="1097759"/>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1097841">
                                            <p:txEl>
                                              <p:pRg st="3" end="3"/>
                                            </p:txEl>
                                          </p:spTgt>
                                        </p:tgtEl>
                                        <p:attrNameLst>
                                          <p:attrName>style.visibility</p:attrName>
                                        </p:attrNameLst>
                                      </p:cBhvr>
                                      <p:to>
                                        <p:strVal val="visible"/>
                                      </p:to>
                                    </p:set>
                                    <p:anim calcmode="lin" valueType="num">
                                      <p:cBhvr additive="base">
                                        <p:cTn id="115" dur="500" fill="hold"/>
                                        <p:tgtEl>
                                          <p:spTgt spid="1097841">
                                            <p:txEl>
                                              <p:pRg st="3" end="3"/>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1097841">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3"/>
                                            </p:cond>
                                          </p:stCondLst>
                                          <p:endCondLst>
                                            <p:cond evt="onStopAudio" delay="0">
                                              <p:tgtEl>
                                                <p:sldTgt/>
                                              </p:tgtEl>
                                            </p:cond>
                                          </p:endCondLst>
                                        </p:cTn>
                                        <p:tgtEl>
                                          <p:sndTgt r:embed="rId3" name="camera.wav"/>
                                        </p:tgtEl>
                                      </p:cMediaNode>
                                    </p:audio>
                                  </p:subTnLst>
                                </p:cTn>
                              </p:par>
                              <p:par>
                                <p:cTn id="117" presetID="2" presetClass="entr" presetSubtype="4" fill="hold" nodeType="withEffect">
                                  <p:stCondLst>
                                    <p:cond delay="0"/>
                                  </p:stCondLst>
                                  <p:childTnLst>
                                    <p:set>
                                      <p:cBhvr>
                                        <p:cTn id="118" dur="1" fill="hold">
                                          <p:stCondLst>
                                            <p:cond delay="0"/>
                                          </p:stCondLst>
                                        </p:cTn>
                                        <p:tgtEl>
                                          <p:spTgt spid="1097841">
                                            <p:txEl>
                                              <p:pRg st="4" end="4"/>
                                            </p:txEl>
                                          </p:spTgt>
                                        </p:tgtEl>
                                        <p:attrNameLst>
                                          <p:attrName>style.visibility</p:attrName>
                                        </p:attrNameLst>
                                      </p:cBhvr>
                                      <p:to>
                                        <p:strVal val="visible"/>
                                      </p:to>
                                    </p:set>
                                    <p:anim calcmode="lin" valueType="num">
                                      <p:cBhvr additive="base">
                                        <p:cTn id="119" dur="500" fill="hold"/>
                                        <p:tgtEl>
                                          <p:spTgt spid="1097841">
                                            <p:txEl>
                                              <p:pRg st="4" end="4"/>
                                            </p:txEl>
                                          </p:spTgt>
                                        </p:tgtEl>
                                        <p:attrNameLst>
                                          <p:attrName>ppt_x</p:attrName>
                                        </p:attrNameLst>
                                      </p:cBhvr>
                                      <p:tavLst>
                                        <p:tav tm="0">
                                          <p:val>
                                            <p:strVal val="#ppt_x"/>
                                          </p:val>
                                        </p:tav>
                                        <p:tav tm="100000">
                                          <p:val>
                                            <p:strVal val="#ppt_x"/>
                                          </p:val>
                                        </p:tav>
                                      </p:tavLst>
                                    </p:anim>
                                    <p:anim calcmode="lin" valueType="num">
                                      <p:cBhvr additive="base">
                                        <p:cTn id="120" dur="500" fill="hold"/>
                                        <p:tgtEl>
                                          <p:spTgt spid="1097841">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7"/>
                                            </p:cond>
                                          </p:stCondLst>
                                          <p:endCondLst>
                                            <p:cond evt="onStopAudio" delay="0">
                                              <p:tgtEl>
                                                <p:sldTgt/>
                                              </p:tgtEl>
                                            </p:cond>
                                          </p:endCondLst>
                                        </p:cTn>
                                        <p:tgtEl>
                                          <p:sndTgt r:embed="rId3" name="camera.wav"/>
                                        </p:tgtEl>
                                      </p:cMediaNode>
                                    </p:audio>
                                  </p:subTnLst>
                                </p:cTn>
                              </p:par>
                            </p:childTnLst>
                          </p:cTn>
                        </p:par>
                        <p:par>
                          <p:cTn id="121" fill="hold">
                            <p:stCondLst>
                              <p:cond delay="500"/>
                            </p:stCondLst>
                            <p:childTnLst>
                              <p:par>
                                <p:cTn id="122" presetID="4" presetClass="entr" presetSubtype="16" fill="hold" grpId="0" nodeType="afterEffect">
                                  <p:stCondLst>
                                    <p:cond delay="0"/>
                                  </p:stCondLst>
                                  <p:childTnLst>
                                    <p:set>
                                      <p:cBhvr>
                                        <p:cTn id="123" dur="1" fill="hold">
                                          <p:stCondLst>
                                            <p:cond delay="0"/>
                                          </p:stCondLst>
                                        </p:cTn>
                                        <p:tgtEl>
                                          <p:spTgt spid="1097760"/>
                                        </p:tgtEl>
                                        <p:attrNameLst>
                                          <p:attrName>style.visibility</p:attrName>
                                        </p:attrNameLst>
                                      </p:cBhvr>
                                      <p:to>
                                        <p:strVal val="visible"/>
                                      </p:to>
                                    </p:set>
                                    <p:animEffect transition="in" filter="box(in)">
                                      <p:cBhvr>
                                        <p:cTn id="124" dur="500"/>
                                        <p:tgtEl>
                                          <p:spTgt spid="1097760"/>
                                        </p:tgtEl>
                                      </p:cBhvr>
                                    </p:animEffect>
                                  </p:childTnLst>
                                  <p:subTnLst>
                                    <p:audio>
                                      <p:cMediaNode>
                                        <p:cTn display="0" masterRel="sameClick">
                                          <p:stCondLst>
                                            <p:cond evt="begin" delay="0">
                                              <p:tn val="122"/>
                                            </p:cond>
                                          </p:stCondLst>
                                          <p:endCondLst>
                                            <p:cond evt="onStopAudio" delay="0">
                                              <p:tgtEl>
                                                <p:sldTgt/>
                                              </p:tgtEl>
                                            </p:cond>
                                          </p:endCondLst>
                                        </p:cTn>
                                        <p:tgtEl>
                                          <p:sndTgt r:embed="rId3" name="camera.wav"/>
                                        </p:tgtEl>
                                      </p:cMediaNode>
                                    </p:audio>
                                  </p:subTnLst>
                                </p:cTn>
                              </p:par>
                            </p:childTnLst>
                          </p:cTn>
                        </p:par>
                        <p:par>
                          <p:cTn id="125" fill="hold">
                            <p:stCondLst>
                              <p:cond delay="1000"/>
                            </p:stCondLst>
                            <p:childTnLst>
                              <p:par>
                                <p:cTn id="126" presetID="18" presetClass="entr" presetSubtype="3" fill="hold" nodeType="afterEffect">
                                  <p:stCondLst>
                                    <p:cond delay="0"/>
                                  </p:stCondLst>
                                  <p:childTnLst>
                                    <p:set>
                                      <p:cBhvr>
                                        <p:cTn id="127" dur="1" fill="hold">
                                          <p:stCondLst>
                                            <p:cond delay="0"/>
                                          </p:stCondLst>
                                        </p:cTn>
                                        <p:tgtEl>
                                          <p:spTgt spid="1097764"/>
                                        </p:tgtEl>
                                        <p:attrNameLst>
                                          <p:attrName>style.visibility</p:attrName>
                                        </p:attrNameLst>
                                      </p:cBhvr>
                                      <p:to>
                                        <p:strVal val="visible"/>
                                      </p:to>
                                    </p:set>
                                    <p:animEffect transition="in" filter="strips(upRight)">
                                      <p:cBhvr>
                                        <p:cTn id="128" dur="500"/>
                                        <p:tgtEl>
                                          <p:spTgt spid="1097764"/>
                                        </p:tgtEl>
                                      </p:cBhvr>
                                    </p:animEffect>
                                  </p:childTnLst>
                                  <p:subTnLst>
                                    <p:audio>
                                      <p:cMediaNode>
                                        <p:cTn display="0" masterRel="sameClick">
                                          <p:stCondLst>
                                            <p:cond evt="begin" delay="0">
                                              <p:tn val="126"/>
                                            </p:cond>
                                          </p:stCondLst>
                                          <p:endCondLst>
                                            <p:cond evt="onStopAudio" delay="0">
                                              <p:tgtEl>
                                                <p:sldTgt/>
                                              </p:tgtEl>
                                            </p:cond>
                                          </p:endCondLst>
                                        </p:cTn>
                                        <p:tgtEl>
                                          <p:sndTgt r:embed="rId3" name="camera.wav"/>
                                        </p:tgtEl>
                                      </p:cMediaNode>
                                    </p:audio>
                                  </p:subTnLst>
                                </p:cTn>
                              </p:par>
                            </p:childTnLst>
                          </p:cTn>
                        </p:par>
                      </p:childTnLst>
                    </p:cTn>
                  </p:par>
                  <p:par>
                    <p:cTn id="129" fill="hold">
                      <p:stCondLst>
                        <p:cond delay="indefinite"/>
                      </p:stCondLst>
                      <p:childTnLst>
                        <p:par>
                          <p:cTn id="130" fill="hold">
                            <p:stCondLst>
                              <p:cond delay="0"/>
                            </p:stCondLst>
                            <p:childTnLst>
                              <p:par>
                                <p:cTn id="131" presetID="18" presetClass="entr" presetSubtype="12" fill="hold" grpId="0" nodeType="clickEffect">
                                  <p:stCondLst>
                                    <p:cond delay="0"/>
                                  </p:stCondLst>
                                  <p:childTnLst>
                                    <p:set>
                                      <p:cBhvr>
                                        <p:cTn id="132" dur="1" fill="hold">
                                          <p:stCondLst>
                                            <p:cond delay="0"/>
                                          </p:stCondLst>
                                        </p:cTn>
                                        <p:tgtEl>
                                          <p:spTgt spid="1097765"/>
                                        </p:tgtEl>
                                        <p:attrNameLst>
                                          <p:attrName>style.visibility</p:attrName>
                                        </p:attrNameLst>
                                      </p:cBhvr>
                                      <p:to>
                                        <p:strVal val="visible"/>
                                      </p:to>
                                    </p:set>
                                    <p:animEffect transition="in" filter="strips(downLeft)">
                                      <p:cBhvr>
                                        <p:cTn id="133" dur="500"/>
                                        <p:tgtEl>
                                          <p:spTgt spid="1097765"/>
                                        </p:tgtEl>
                                      </p:cBhvr>
                                    </p:animEffect>
                                  </p:childTnLst>
                                  <p:subTnLst>
                                    <p:set>
                                      <p:cBhvr override="childStyle">
                                        <p:cTn dur="1" fill="hold" display="0" masterRel="nextClick" afterEffect="1"/>
                                        <p:tgtEl>
                                          <p:spTgt spid="1097765"/>
                                        </p:tgtEl>
                                        <p:attrNameLst>
                                          <p:attrName>style.visibility</p:attrName>
                                        </p:attrNameLst>
                                      </p:cBhvr>
                                      <p:to>
                                        <p:strVal val="hidden"/>
                                      </p:to>
                                    </p:set>
                                    <p:audio>
                                      <p:cMediaNode>
                                        <p:cTn display="0" masterRel="sameClick">
                                          <p:stCondLst>
                                            <p:cond evt="begin" delay="0">
                                              <p:tn val="131"/>
                                            </p:cond>
                                          </p:stCondLst>
                                          <p:endCondLst>
                                            <p:cond evt="onStopAudio" delay="0">
                                              <p:tgtEl>
                                                <p:sldTgt/>
                                              </p:tgtEl>
                                            </p:cond>
                                          </p:endCondLst>
                                        </p:cTn>
                                        <p:tgtEl>
                                          <p:sndTgt r:embed="rId3"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4" presetClass="entr" presetSubtype="32" fill="hold" grpId="0" nodeType="clickEffect">
                                  <p:stCondLst>
                                    <p:cond delay="0"/>
                                  </p:stCondLst>
                                  <p:childTnLst>
                                    <p:set>
                                      <p:cBhvr>
                                        <p:cTn id="137" dur="1" fill="hold">
                                          <p:stCondLst>
                                            <p:cond delay="0"/>
                                          </p:stCondLst>
                                        </p:cTn>
                                        <p:tgtEl>
                                          <p:spTgt spid="1097766"/>
                                        </p:tgtEl>
                                        <p:attrNameLst>
                                          <p:attrName>style.visibility</p:attrName>
                                        </p:attrNameLst>
                                      </p:cBhvr>
                                      <p:to>
                                        <p:strVal val="visible"/>
                                      </p:to>
                                    </p:set>
                                    <p:animEffect transition="in" filter="box(out)">
                                      <p:cBhvr>
                                        <p:cTn id="138" dur="500"/>
                                        <p:tgtEl>
                                          <p:spTgt spid="1097766"/>
                                        </p:tgtEl>
                                      </p:cBhvr>
                                    </p:animEffect>
                                  </p:childTnLst>
                                  <p:subTnLst>
                                    <p:audio>
                                      <p:cMediaNode>
                                        <p:cTn display="0" masterRel="sameClick">
                                          <p:stCondLst>
                                            <p:cond evt="begin" delay="0">
                                              <p:tn val="136"/>
                                            </p:cond>
                                          </p:stCondLst>
                                          <p:endCondLst>
                                            <p:cond evt="onStopAudio" delay="0">
                                              <p:tgtEl>
                                                <p:sldTgt/>
                                              </p:tgtEl>
                                            </p:cond>
                                          </p:endCondLst>
                                        </p:cTn>
                                        <p:tgtEl>
                                          <p:sndTgt r:embed="rId3" name="camera.wav"/>
                                        </p:tgtEl>
                                      </p:cMediaNode>
                                    </p:audio>
                                  </p:subTnLst>
                                </p:cTn>
                              </p:par>
                            </p:childTnLst>
                          </p:cTn>
                        </p:par>
                        <p:par>
                          <p:cTn id="139" fill="hold">
                            <p:stCondLst>
                              <p:cond delay="500"/>
                            </p:stCondLst>
                            <p:childTnLst>
                              <p:par>
                                <p:cTn id="140" presetID="4" presetClass="entr" presetSubtype="16" fill="hold" grpId="0" nodeType="afterEffect">
                                  <p:stCondLst>
                                    <p:cond delay="0"/>
                                  </p:stCondLst>
                                  <p:childTnLst>
                                    <p:set>
                                      <p:cBhvr>
                                        <p:cTn id="141" dur="1" fill="hold">
                                          <p:stCondLst>
                                            <p:cond delay="0"/>
                                          </p:stCondLst>
                                        </p:cTn>
                                        <p:tgtEl>
                                          <p:spTgt spid="1097783"/>
                                        </p:tgtEl>
                                        <p:attrNameLst>
                                          <p:attrName>style.visibility</p:attrName>
                                        </p:attrNameLst>
                                      </p:cBhvr>
                                      <p:to>
                                        <p:strVal val="visible"/>
                                      </p:to>
                                    </p:set>
                                    <p:animEffect transition="in" filter="box(in)">
                                      <p:cBhvr>
                                        <p:cTn id="142" dur="500"/>
                                        <p:tgtEl>
                                          <p:spTgt spid="1097783"/>
                                        </p:tgtEl>
                                      </p:cBhvr>
                                    </p:animEffect>
                                  </p:childTnLst>
                                  <p:subTnLst>
                                    <p:audio>
                                      <p:cMediaNode>
                                        <p:cTn display="0" masterRel="sameClick">
                                          <p:stCondLst>
                                            <p:cond evt="begin" delay="0">
                                              <p:tn val="140"/>
                                            </p:cond>
                                          </p:stCondLst>
                                          <p:endCondLst>
                                            <p:cond evt="onStopAudio" delay="0">
                                              <p:tgtEl>
                                                <p:sldTgt/>
                                              </p:tgtEl>
                                            </p:cond>
                                          </p:endCondLst>
                                        </p:cTn>
                                        <p:tgtEl>
                                          <p:sndTgt r:embed="rId3" name="camera.wav"/>
                                        </p:tgtEl>
                                      </p:cMediaNode>
                                    </p:audio>
                                  </p:subTnLst>
                                </p:cTn>
                              </p:par>
                            </p:childTnLst>
                          </p:cTn>
                        </p:par>
                        <p:par>
                          <p:cTn id="143" fill="hold">
                            <p:stCondLst>
                              <p:cond delay="1000"/>
                            </p:stCondLst>
                            <p:childTnLst>
                              <p:par>
                                <p:cTn id="144" presetID="18" presetClass="entr" presetSubtype="6" fill="hold" nodeType="afterEffect">
                                  <p:stCondLst>
                                    <p:cond delay="0"/>
                                  </p:stCondLst>
                                  <p:childTnLst>
                                    <p:set>
                                      <p:cBhvr>
                                        <p:cTn id="145" dur="1" fill="hold">
                                          <p:stCondLst>
                                            <p:cond delay="0"/>
                                          </p:stCondLst>
                                        </p:cTn>
                                        <p:tgtEl>
                                          <p:spTgt spid="1097770"/>
                                        </p:tgtEl>
                                        <p:attrNameLst>
                                          <p:attrName>style.visibility</p:attrName>
                                        </p:attrNameLst>
                                      </p:cBhvr>
                                      <p:to>
                                        <p:strVal val="visible"/>
                                      </p:to>
                                    </p:set>
                                    <p:animEffect transition="in" filter="strips(downRight)">
                                      <p:cBhvr>
                                        <p:cTn id="146" dur="500"/>
                                        <p:tgtEl>
                                          <p:spTgt spid="1097770"/>
                                        </p:tgtEl>
                                      </p:cBhvr>
                                    </p:animEffect>
                                  </p:childTnLst>
                                  <p:subTnLst>
                                    <p:audio>
                                      <p:cMediaNode>
                                        <p:cTn display="0" masterRel="sameClick">
                                          <p:stCondLst>
                                            <p:cond evt="begin" delay="0">
                                              <p:tn val="144"/>
                                            </p:cond>
                                          </p:stCondLst>
                                          <p:endCondLst>
                                            <p:cond evt="onStopAudio" delay="0">
                                              <p:tgtEl>
                                                <p:sldTgt/>
                                              </p:tgtEl>
                                            </p:cond>
                                          </p:endCondLst>
                                        </p:cTn>
                                        <p:tgtEl>
                                          <p:sndTgt r:embed="rId3" name="camera.wav"/>
                                        </p:tgtEl>
                                      </p:cMediaNode>
                                    </p:audio>
                                  </p:subTnLst>
                                </p:cTn>
                              </p:par>
                            </p:childTnLst>
                          </p:cTn>
                        </p:par>
                        <p:par>
                          <p:cTn id="147" fill="hold">
                            <p:stCondLst>
                              <p:cond delay="1500"/>
                            </p:stCondLst>
                            <p:childTnLst>
                              <p:par>
                                <p:cTn id="148" presetID="18" presetClass="entr" presetSubtype="6" fill="hold" nodeType="afterEffect">
                                  <p:stCondLst>
                                    <p:cond delay="0"/>
                                  </p:stCondLst>
                                  <p:childTnLst>
                                    <p:set>
                                      <p:cBhvr>
                                        <p:cTn id="149" dur="1" fill="hold">
                                          <p:stCondLst>
                                            <p:cond delay="0"/>
                                          </p:stCondLst>
                                        </p:cTn>
                                        <p:tgtEl>
                                          <p:spTgt spid="1097767"/>
                                        </p:tgtEl>
                                        <p:attrNameLst>
                                          <p:attrName>style.visibility</p:attrName>
                                        </p:attrNameLst>
                                      </p:cBhvr>
                                      <p:to>
                                        <p:strVal val="visible"/>
                                      </p:to>
                                    </p:set>
                                    <p:animEffect transition="in" filter="strips(downRight)">
                                      <p:cBhvr>
                                        <p:cTn id="150" dur="500"/>
                                        <p:tgtEl>
                                          <p:spTgt spid="1097767"/>
                                        </p:tgtEl>
                                      </p:cBhvr>
                                    </p:animEffect>
                                  </p:childTnLst>
                                  <p:subTnLst>
                                    <p:audio>
                                      <p:cMediaNode>
                                        <p:cTn display="0" masterRel="sameClick">
                                          <p:stCondLst>
                                            <p:cond evt="begin" delay="0">
                                              <p:tn val="148"/>
                                            </p:cond>
                                          </p:stCondLst>
                                          <p:endCondLst>
                                            <p:cond evt="onStopAudio" delay="0">
                                              <p:tgtEl>
                                                <p:sldTgt/>
                                              </p:tgtEl>
                                            </p:cond>
                                          </p:endCondLst>
                                        </p:cTn>
                                        <p:tgtEl>
                                          <p:sndTgt r:embed="rId3" name="camera.wav"/>
                                        </p:tgtEl>
                                      </p:cMediaNode>
                                    </p:audio>
                                  </p:subTnLst>
                                </p:cTn>
                              </p:par>
                            </p:childTnLst>
                          </p:cTn>
                        </p:par>
                      </p:childTnLst>
                    </p:cTn>
                  </p:par>
                  <p:par>
                    <p:cTn id="151" fill="hold">
                      <p:stCondLst>
                        <p:cond delay="indefinite"/>
                      </p:stCondLst>
                      <p:childTnLst>
                        <p:par>
                          <p:cTn id="152" fill="hold">
                            <p:stCondLst>
                              <p:cond delay="0"/>
                            </p:stCondLst>
                            <p:childTnLst>
                              <p:par>
                                <p:cTn id="153" presetID="4" presetClass="entr" presetSubtype="32" fill="hold" grpId="0" nodeType="clickEffect">
                                  <p:stCondLst>
                                    <p:cond delay="0"/>
                                  </p:stCondLst>
                                  <p:childTnLst>
                                    <p:set>
                                      <p:cBhvr>
                                        <p:cTn id="154" dur="1" fill="hold">
                                          <p:stCondLst>
                                            <p:cond delay="0"/>
                                          </p:stCondLst>
                                        </p:cTn>
                                        <p:tgtEl>
                                          <p:spTgt spid="1097773"/>
                                        </p:tgtEl>
                                        <p:attrNameLst>
                                          <p:attrName>style.visibility</p:attrName>
                                        </p:attrNameLst>
                                      </p:cBhvr>
                                      <p:to>
                                        <p:strVal val="visible"/>
                                      </p:to>
                                    </p:set>
                                    <p:animEffect transition="in" filter="box(out)">
                                      <p:cBhvr>
                                        <p:cTn id="155" dur="500"/>
                                        <p:tgtEl>
                                          <p:spTgt spid="1097773"/>
                                        </p:tgtEl>
                                      </p:cBhvr>
                                    </p:animEffect>
                                  </p:childTnLst>
                                  <p:subTnLst>
                                    <p:audio>
                                      <p:cMediaNode>
                                        <p:cTn display="0" masterRel="sameClick">
                                          <p:stCondLst>
                                            <p:cond evt="begin" delay="0">
                                              <p:tn val="153"/>
                                            </p:cond>
                                          </p:stCondLst>
                                          <p:endCondLst>
                                            <p:cond evt="onStopAudio" delay="0">
                                              <p:tgtEl>
                                                <p:sldTgt/>
                                              </p:tgtEl>
                                            </p:cond>
                                          </p:endCondLst>
                                        </p:cTn>
                                        <p:tgtEl>
                                          <p:sndTgt r:embed="rId3" name="camera.wav"/>
                                        </p:tgtEl>
                                      </p:cMediaNode>
                                    </p:audio>
                                  </p:subTnLst>
                                </p:cTn>
                              </p:par>
                            </p:childTnLst>
                          </p:cTn>
                        </p:par>
                      </p:childTnLst>
                    </p:cTn>
                  </p:par>
                  <p:par>
                    <p:cTn id="156" fill="hold">
                      <p:stCondLst>
                        <p:cond delay="indefinite"/>
                      </p:stCondLst>
                      <p:childTnLst>
                        <p:par>
                          <p:cTn id="157" fill="hold">
                            <p:stCondLst>
                              <p:cond delay="0"/>
                            </p:stCondLst>
                            <p:childTnLst>
                              <p:par>
                                <p:cTn id="158" presetID="4" presetClass="entr" presetSubtype="32" fill="hold" grpId="0" nodeType="clickEffect">
                                  <p:stCondLst>
                                    <p:cond delay="0"/>
                                  </p:stCondLst>
                                  <p:childTnLst>
                                    <p:set>
                                      <p:cBhvr>
                                        <p:cTn id="159" dur="1" fill="hold">
                                          <p:stCondLst>
                                            <p:cond delay="0"/>
                                          </p:stCondLst>
                                        </p:cTn>
                                        <p:tgtEl>
                                          <p:spTgt spid="1097774"/>
                                        </p:tgtEl>
                                        <p:attrNameLst>
                                          <p:attrName>style.visibility</p:attrName>
                                        </p:attrNameLst>
                                      </p:cBhvr>
                                      <p:to>
                                        <p:strVal val="visible"/>
                                      </p:to>
                                    </p:set>
                                    <p:animEffect transition="in" filter="box(out)">
                                      <p:cBhvr>
                                        <p:cTn id="160" dur="500"/>
                                        <p:tgtEl>
                                          <p:spTgt spid="1097774"/>
                                        </p:tgtEl>
                                      </p:cBhvr>
                                    </p:animEffect>
                                  </p:childTnLst>
                                  <p:subTnLst>
                                    <p:audio>
                                      <p:cMediaNode>
                                        <p:cTn display="0" masterRel="sameClick">
                                          <p:stCondLst>
                                            <p:cond evt="begin" delay="0">
                                              <p:tn val="158"/>
                                            </p:cond>
                                          </p:stCondLst>
                                          <p:endCondLst>
                                            <p:cond evt="onStopAudio" delay="0">
                                              <p:tgtEl>
                                                <p:sldTgt/>
                                              </p:tgtEl>
                                            </p:cond>
                                          </p:endCondLst>
                                        </p:cTn>
                                        <p:tgtEl>
                                          <p:sndTgt r:embed="rId3" name="camera.wav"/>
                                        </p:tgtEl>
                                      </p:cMediaNode>
                                    </p:audio>
                                  </p:subTnLst>
                                </p:cTn>
                              </p:par>
                            </p:childTnLst>
                          </p:cTn>
                        </p:par>
                      </p:childTnLst>
                    </p:cTn>
                  </p:par>
                  <p:par>
                    <p:cTn id="161" fill="hold">
                      <p:stCondLst>
                        <p:cond delay="indefinite"/>
                      </p:stCondLst>
                      <p:childTnLst>
                        <p:par>
                          <p:cTn id="162" fill="hold">
                            <p:stCondLst>
                              <p:cond delay="0"/>
                            </p:stCondLst>
                            <p:childTnLst>
                              <p:par>
                                <p:cTn id="163" presetID="4" presetClass="entr" presetSubtype="16" fill="hold" grpId="0" nodeType="clickEffect">
                                  <p:stCondLst>
                                    <p:cond delay="0"/>
                                  </p:stCondLst>
                                  <p:childTnLst>
                                    <p:set>
                                      <p:cBhvr>
                                        <p:cTn id="164" dur="1" fill="hold">
                                          <p:stCondLst>
                                            <p:cond delay="0"/>
                                          </p:stCondLst>
                                        </p:cTn>
                                        <p:tgtEl>
                                          <p:spTgt spid="1097775"/>
                                        </p:tgtEl>
                                        <p:attrNameLst>
                                          <p:attrName>style.visibility</p:attrName>
                                        </p:attrNameLst>
                                      </p:cBhvr>
                                      <p:to>
                                        <p:strVal val="visible"/>
                                      </p:to>
                                    </p:set>
                                    <p:animEffect transition="in" filter="box(in)">
                                      <p:cBhvr>
                                        <p:cTn id="165" dur="500"/>
                                        <p:tgtEl>
                                          <p:spTgt spid="1097775"/>
                                        </p:tgtEl>
                                      </p:cBhvr>
                                    </p:animEffect>
                                  </p:childTnLst>
                                  <p:subTnLst>
                                    <p:audio>
                                      <p:cMediaNode>
                                        <p:cTn display="0" masterRel="sameClick">
                                          <p:stCondLst>
                                            <p:cond evt="begin" delay="0">
                                              <p:tn val="163"/>
                                            </p:cond>
                                          </p:stCondLst>
                                          <p:endCondLst>
                                            <p:cond evt="onStopAudio" delay="0">
                                              <p:tgtEl>
                                                <p:sldTgt/>
                                              </p:tgtEl>
                                            </p:cond>
                                          </p:endCondLst>
                                        </p:cTn>
                                        <p:tgtEl>
                                          <p:sndTgt r:embed="rId3" name="camera.wav"/>
                                        </p:tgtEl>
                                      </p:cMediaNode>
                                    </p:audio>
                                  </p:subTnLst>
                                </p:cTn>
                              </p:par>
                            </p:childTnLst>
                          </p:cTn>
                        </p:par>
                        <p:par>
                          <p:cTn id="166" fill="hold">
                            <p:stCondLst>
                              <p:cond delay="500"/>
                            </p:stCondLst>
                            <p:childTnLst>
                              <p:par>
                                <p:cTn id="167" presetID="18" presetClass="entr" presetSubtype="6" fill="hold" grpId="0" nodeType="afterEffect">
                                  <p:stCondLst>
                                    <p:cond delay="0"/>
                                  </p:stCondLst>
                                  <p:childTnLst>
                                    <p:set>
                                      <p:cBhvr>
                                        <p:cTn id="168" dur="1" fill="hold">
                                          <p:stCondLst>
                                            <p:cond delay="0"/>
                                          </p:stCondLst>
                                        </p:cTn>
                                        <p:tgtEl>
                                          <p:spTgt spid="1097776"/>
                                        </p:tgtEl>
                                        <p:attrNameLst>
                                          <p:attrName>style.visibility</p:attrName>
                                        </p:attrNameLst>
                                      </p:cBhvr>
                                      <p:to>
                                        <p:strVal val="visible"/>
                                      </p:to>
                                    </p:set>
                                    <p:animEffect transition="in" filter="strips(downRight)">
                                      <p:cBhvr>
                                        <p:cTn id="169" dur="500"/>
                                        <p:tgtEl>
                                          <p:spTgt spid="1097776"/>
                                        </p:tgtEl>
                                      </p:cBhvr>
                                    </p:animEffect>
                                  </p:childTnLst>
                                  <p:subTnLst>
                                    <p:audio>
                                      <p:cMediaNode>
                                        <p:cTn display="0" masterRel="sameClick">
                                          <p:stCondLst>
                                            <p:cond evt="begin" delay="0">
                                              <p:tn val="167"/>
                                            </p:cond>
                                          </p:stCondLst>
                                          <p:endCondLst>
                                            <p:cond evt="onStopAudio" delay="0">
                                              <p:tgtEl>
                                                <p:sldTgt/>
                                              </p:tgtEl>
                                            </p:cond>
                                          </p:endCondLst>
                                        </p:cTn>
                                        <p:tgtEl>
                                          <p:sndTgt r:embed="rId3" name="camera.wav"/>
                                        </p:tgtEl>
                                      </p:cMediaNode>
                                    </p:audio>
                                  </p:subTnLst>
                                </p:cTn>
                              </p:par>
                            </p:childTnLst>
                          </p:cTn>
                        </p:par>
                      </p:childTnLst>
                    </p:cTn>
                  </p:par>
                  <p:par>
                    <p:cTn id="170" fill="hold">
                      <p:stCondLst>
                        <p:cond delay="indefinite"/>
                      </p:stCondLst>
                      <p:childTnLst>
                        <p:par>
                          <p:cTn id="171" fill="hold">
                            <p:stCondLst>
                              <p:cond delay="0"/>
                            </p:stCondLst>
                            <p:childTnLst>
                              <p:par>
                                <p:cTn id="172" presetID="4" presetClass="entr" presetSubtype="16" fill="hold" grpId="0" nodeType="clickEffect">
                                  <p:stCondLst>
                                    <p:cond delay="0"/>
                                  </p:stCondLst>
                                  <p:childTnLst>
                                    <p:set>
                                      <p:cBhvr>
                                        <p:cTn id="173" dur="1" fill="hold">
                                          <p:stCondLst>
                                            <p:cond delay="0"/>
                                          </p:stCondLst>
                                        </p:cTn>
                                        <p:tgtEl>
                                          <p:spTgt spid="1097780"/>
                                        </p:tgtEl>
                                        <p:attrNameLst>
                                          <p:attrName>style.visibility</p:attrName>
                                        </p:attrNameLst>
                                      </p:cBhvr>
                                      <p:to>
                                        <p:strVal val="visible"/>
                                      </p:to>
                                    </p:set>
                                    <p:animEffect transition="in" filter="box(in)">
                                      <p:cBhvr>
                                        <p:cTn id="174" dur="500"/>
                                        <p:tgtEl>
                                          <p:spTgt spid="1097780"/>
                                        </p:tgtEl>
                                      </p:cBhvr>
                                    </p:animEffect>
                                  </p:childTnLst>
                                  <p:subTnLst>
                                    <p:audio>
                                      <p:cMediaNode>
                                        <p:cTn display="0" masterRel="sameClick">
                                          <p:stCondLst>
                                            <p:cond evt="begin" delay="0">
                                              <p:tn val="172"/>
                                            </p:cond>
                                          </p:stCondLst>
                                          <p:endCondLst>
                                            <p:cond evt="onStopAudio" delay="0">
                                              <p:tgtEl>
                                                <p:sldTgt/>
                                              </p:tgtEl>
                                            </p:cond>
                                          </p:endCondLst>
                                        </p:cTn>
                                        <p:tgtEl>
                                          <p:sndTgt r:embed="rId3" name="camera.wav"/>
                                        </p:tgtEl>
                                      </p:cMediaNode>
                                    </p:audio>
                                  </p:subTnLst>
                                </p:cTn>
                              </p:par>
                            </p:childTnLst>
                          </p:cTn>
                        </p:par>
                        <p:par>
                          <p:cTn id="175" fill="hold">
                            <p:stCondLst>
                              <p:cond delay="500"/>
                            </p:stCondLst>
                            <p:childTnLst>
                              <p:par>
                                <p:cTn id="176" presetID="18" presetClass="entr" presetSubtype="3" fill="hold" nodeType="afterEffect">
                                  <p:stCondLst>
                                    <p:cond delay="0"/>
                                  </p:stCondLst>
                                  <p:childTnLst>
                                    <p:set>
                                      <p:cBhvr>
                                        <p:cTn id="177" dur="1" fill="hold">
                                          <p:stCondLst>
                                            <p:cond delay="0"/>
                                          </p:stCondLst>
                                        </p:cTn>
                                        <p:tgtEl>
                                          <p:spTgt spid="1097777"/>
                                        </p:tgtEl>
                                        <p:attrNameLst>
                                          <p:attrName>style.visibility</p:attrName>
                                        </p:attrNameLst>
                                      </p:cBhvr>
                                      <p:to>
                                        <p:strVal val="visible"/>
                                      </p:to>
                                    </p:set>
                                    <p:animEffect transition="in" filter="strips(upRight)">
                                      <p:cBhvr>
                                        <p:cTn id="178" dur="500"/>
                                        <p:tgtEl>
                                          <p:spTgt spid="1097777"/>
                                        </p:tgtEl>
                                      </p:cBhvr>
                                    </p:animEffect>
                                  </p:childTnLst>
                                  <p:subTnLst>
                                    <p:audio>
                                      <p:cMediaNode>
                                        <p:cTn display="0" masterRel="sameClick">
                                          <p:stCondLst>
                                            <p:cond evt="begin" delay="0">
                                              <p:tn val="176"/>
                                            </p:cond>
                                          </p:stCondLst>
                                          <p:endCondLst>
                                            <p:cond evt="onStopAudio" delay="0">
                                              <p:tgtEl>
                                                <p:sldTgt/>
                                              </p:tgtEl>
                                            </p:cond>
                                          </p:endCondLst>
                                        </p:cTn>
                                        <p:tgtEl>
                                          <p:sndTgt r:embed="rId3" name="camera.wav"/>
                                        </p:tgtEl>
                                      </p:cMediaNode>
                                    </p:audio>
                                  </p:subTnLst>
                                </p:cTn>
                              </p:par>
                            </p:childTnLst>
                          </p:cTn>
                        </p:par>
                      </p:childTnLst>
                    </p:cTn>
                  </p:par>
                  <p:par>
                    <p:cTn id="179" fill="hold">
                      <p:stCondLst>
                        <p:cond delay="indefinite"/>
                      </p:stCondLst>
                      <p:childTnLst>
                        <p:par>
                          <p:cTn id="180" fill="hold">
                            <p:stCondLst>
                              <p:cond delay="0"/>
                            </p:stCondLst>
                            <p:childTnLst>
                              <p:par>
                                <p:cTn id="181" presetID="18" presetClass="entr" presetSubtype="12" fill="hold" grpId="0" nodeType="clickEffect">
                                  <p:stCondLst>
                                    <p:cond delay="0"/>
                                  </p:stCondLst>
                                  <p:childTnLst>
                                    <p:set>
                                      <p:cBhvr>
                                        <p:cTn id="182" dur="1" fill="hold">
                                          <p:stCondLst>
                                            <p:cond delay="0"/>
                                          </p:stCondLst>
                                        </p:cTn>
                                        <p:tgtEl>
                                          <p:spTgt spid="1097781"/>
                                        </p:tgtEl>
                                        <p:attrNameLst>
                                          <p:attrName>style.visibility</p:attrName>
                                        </p:attrNameLst>
                                      </p:cBhvr>
                                      <p:to>
                                        <p:strVal val="visible"/>
                                      </p:to>
                                    </p:set>
                                    <p:animEffect transition="in" filter="strips(downLeft)">
                                      <p:cBhvr>
                                        <p:cTn id="183" dur="500"/>
                                        <p:tgtEl>
                                          <p:spTgt spid="1097781"/>
                                        </p:tgtEl>
                                      </p:cBhvr>
                                    </p:animEffect>
                                  </p:childTnLst>
                                  <p:subTnLst>
                                    <p:set>
                                      <p:cBhvr override="childStyle">
                                        <p:cTn dur="1" fill="hold" display="0" masterRel="nextClick" afterEffect="1"/>
                                        <p:tgtEl>
                                          <p:spTgt spid="1097781"/>
                                        </p:tgtEl>
                                        <p:attrNameLst>
                                          <p:attrName>style.visibility</p:attrName>
                                        </p:attrNameLst>
                                      </p:cBhvr>
                                      <p:to>
                                        <p:strVal val="hidden"/>
                                      </p:to>
                                    </p:set>
                                    <p:audio>
                                      <p:cMediaNode>
                                        <p:cTn display="0" masterRel="sameClick">
                                          <p:stCondLst>
                                            <p:cond evt="begin" delay="0">
                                              <p:tn val="181"/>
                                            </p:cond>
                                          </p:stCondLst>
                                          <p:endCondLst>
                                            <p:cond evt="onStopAudio" delay="0">
                                              <p:tgtEl>
                                                <p:sldTgt/>
                                              </p:tgtEl>
                                            </p:cond>
                                          </p:endCondLst>
                                        </p:cTn>
                                        <p:tgtEl>
                                          <p:sndTgt r:embed="rId3" name="camera.wav"/>
                                        </p:tgtEl>
                                      </p:cMediaNode>
                                    </p:audio>
                                  </p:subTnLst>
                                </p:cTn>
                              </p:par>
                            </p:childTnLst>
                          </p:cTn>
                        </p:par>
                      </p:childTnLst>
                    </p:cTn>
                  </p:par>
                  <p:par>
                    <p:cTn id="184" fill="hold">
                      <p:stCondLst>
                        <p:cond delay="indefinite"/>
                      </p:stCondLst>
                      <p:childTnLst>
                        <p:par>
                          <p:cTn id="185" fill="hold">
                            <p:stCondLst>
                              <p:cond delay="0"/>
                            </p:stCondLst>
                            <p:childTnLst>
                              <p:par>
                                <p:cTn id="186" presetID="4" presetClass="entr" presetSubtype="32" fill="hold" grpId="0" nodeType="clickEffect">
                                  <p:stCondLst>
                                    <p:cond delay="0"/>
                                  </p:stCondLst>
                                  <p:childTnLst>
                                    <p:set>
                                      <p:cBhvr>
                                        <p:cTn id="187" dur="1" fill="hold">
                                          <p:stCondLst>
                                            <p:cond delay="0"/>
                                          </p:stCondLst>
                                        </p:cTn>
                                        <p:tgtEl>
                                          <p:spTgt spid="1097782"/>
                                        </p:tgtEl>
                                        <p:attrNameLst>
                                          <p:attrName>style.visibility</p:attrName>
                                        </p:attrNameLst>
                                      </p:cBhvr>
                                      <p:to>
                                        <p:strVal val="visible"/>
                                      </p:to>
                                    </p:set>
                                    <p:animEffect transition="in" filter="box(out)">
                                      <p:cBhvr>
                                        <p:cTn id="188" dur="500"/>
                                        <p:tgtEl>
                                          <p:spTgt spid="1097782"/>
                                        </p:tgtEl>
                                      </p:cBhvr>
                                    </p:animEffect>
                                  </p:childTnLst>
                                  <p:subTnLst>
                                    <p:audio>
                                      <p:cMediaNode>
                                        <p:cTn display="0" masterRel="sameClick">
                                          <p:stCondLst>
                                            <p:cond evt="begin" delay="0">
                                              <p:tn val="186"/>
                                            </p:cond>
                                          </p:stCondLst>
                                          <p:endCondLst>
                                            <p:cond evt="onStopAudio" delay="0">
                                              <p:tgtEl>
                                                <p:sldTgt/>
                                              </p:tgtEl>
                                            </p:cond>
                                          </p:endCondLst>
                                        </p:cTn>
                                        <p:tgtEl>
                                          <p:sndTgt r:embed="rId3" name="camera.wav"/>
                                        </p:tgtEl>
                                      </p:cMediaNode>
                                    </p:audio>
                                  </p:subTnLst>
                                </p:cTn>
                              </p:par>
                            </p:childTnLst>
                          </p:cTn>
                        </p:par>
                        <p:par>
                          <p:cTn id="189" fill="hold">
                            <p:stCondLst>
                              <p:cond delay="500"/>
                            </p:stCondLst>
                            <p:childTnLst>
                              <p:par>
                                <p:cTn id="190" presetID="4" presetClass="entr" presetSubtype="16" fill="hold" grpId="0" nodeType="afterEffect">
                                  <p:stCondLst>
                                    <p:cond delay="0"/>
                                  </p:stCondLst>
                                  <p:childTnLst>
                                    <p:set>
                                      <p:cBhvr>
                                        <p:cTn id="191" dur="1" fill="hold">
                                          <p:stCondLst>
                                            <p:cond delay="0"/>
                                          </p:stCondLst>
                                        </p:cTn>
                                        <p:tgtEl>
                                          <p:spTgt spid="1097790"/>
                                        </p:tgtEl>
                                        <p:attrNameLst>
                                          <p:attrName>style.visibility</p:attrName>
                                        </p:attrNameLst>
                                      </p:cBhvr>
                                      <p:to>
                                        <p:strVal val="visible"/>
                                      </p:to>
                                    </p:set>
                                    <p:animEffect transition="in" filter="box(in)">
                                      <p:cBhvr>
                                        <p:cTn id="192" dur="500"/>
                                        <p:tgtEl>
                                          <p:spTgt spid="1097790"/>
                                        </p:tgtEl>
                                      </p:cBhvr>
                                    </p:animEffect>
                                  </p:childTnLst>
                                  <p:subTnLst>
                                    <p:audio>
                                      <p:cMediaNode>
                                        <p:cTn display="0" masterRel="sameClick">
                                          <p:stCondLst>
                                            <p:cond evt="begin" delay="0">
                                              <p:tn val="190"/>
                                            </p:cond>
                                          </p:stCondLst>
                                          <p:endCondLst>
                                            <p:cond evt="onStopAudio" delay="0">
                                              <p:tgtEl>
                                                <p:sldTgt/>
                                              </p:tgtEl>
                                            </p:cond>
                                          </p:endCondLst>
                                        </p:cTn>
                                        <p:tgtEl>
                                          <p:sndTgt r:embed="rId3" name="camera.wav"/>
                                        </p:tgtEl>
                                      </p:cMediaNode>
                                    </p:audio>
                                  </p:subTnLst>
                                </p:cTn>
                              </p:par>
                            </p:childTnLst>
                          </p:cTn>
                        </p:par>
                        <p:par>
                          <p:cTn id="193" fill="hold">
                            <p:stCondLst>
                              <p:cond delay="1000"/>
                            </p:stCondLst>
                            <p:childTnLst>
                              <p:par>
                                <p:cTn id="194" presetID="18" presetClass="entr" presetSubtype="6" fill="hold" nodeType="afterEffect">
                                  <p:stCondLst>
                                    <p:cond delay="0"/>
                                  </p:stCondLst>
                                  <p:childTnLst>
                                    <p:set>
                                      <p:cBhvr>
                                        <p:cTn id="195" dur="1" fill="hold">
                                          <p:stCondLst>
                                            <p:cond delay="0"/>
                                          </p:stCondLst>
                                        </p:cTn>
                                        <p:tgtEl>
                                          <p:spTgt spid="1097787"/>
                                        </p:tgtEl>
                                        <p:attrNameLst>
                                          <p:attrName>style.visibility</p:attrName>
                                        </p:attrNameLst>
                                      </p:cBhvr>
                                      <p:to>
                                        <p:strVal val="visible"/>
                                      </p:to>
                                    </p:set>
                                    <p:animEffect transition="in" filter="strips(downRight)">
                                      <p:cBhvr>
                                        <p:cTn id="196" dur="500"/>
                                        <p:tgtEl>
                                          <p:spTgt spid="1097787"/>
                                        </p:tgtEl>
                                      </p:cBhvr>
                                    </p:animEffect>
                                  </p:childTnLst>
                                  <p:subTnLst>
                                    <p:audio>
                                      <p:cMediaNode>
                                        <p:cTn display="0" masterRel="sameClick">
                                          <p:stCondLst>
                                            <p:cond evt="begin" delay="0">
                                              <p:tn val="194"/>
                                            </p:cond>
                                          </p:stCondLst>
                                          <p:endCondLst>
                                            <p:cond evt="onStopAudio" delay="0">
                                              <p:tgtEl>
                                                <p:sldTgt/>
                                              </p:tgtEl>
                                            </p:cond>
                                          </p:endCondLst>
                                        </p:cTn>
                                        <p:tgtEl>
                                          <p:sndTgt r:embed="rId3" name="camera.wav"/>
                                        </p:tgtEl>
                                      </p:cMediaNode>
                                    </p:audio>
                                  </p:subTnLst>
                                </p:cTn>
                              </p:par>
                            </p:childTnLst>
                          </p:cTn>
                        </p:par>
                        <p:par>
                          <p:cTn id="197" fill="hold">
                            <p:stCondLst>
                              <p:cond delay="1500"/>
                            </p:stCondLst>
                            <p:childTnLst>
                              <p:par>
                                <p:cTn id="198" presetID="18" presetClass="entr" presetSubtype="6" fill="hold" nodeType="afterEffect">
                                  <p:stCondLst>
                                    <p:cond delay="0"/>
                                  </p:stCondLst>
                                  <p:childTnLst>
                                    <p:set>
                                      <p:cBhvr>
                                        <p:cTn id="199" dur="1" fill="hold">
                                          <p:stCondLst>
                                            <p:cond delay="0"/>
                                          </p:stCondLst>
                                        </p:cTn>
                                        <p:tgtEl>
                                          <p:spTgt spid="1097784"/>
                                        </p:tgtEl>
                                        <p:attrNameLst>
                                          <p:attrName>style.visibility</p:attrName>
                                        </p:attrNameLst>
                                      </p:cBhvr>
                                      <p:to>
                                        <p:strVal val="visible"/>
                                      </p:to>
                                    </p:set>
                                    <p:animEffect transition="in" filter="strips(downRight)">
                                      <p:cBhvr>
                                        <p:cTn id="200" dur="500"/>
                                        <p:tgtEl>
                                          <p:spTgt spid="1097784"/>
                                        </p:tgtEl>
                                      </p:cBhvr>
                                    </p:animEffect>
                                  </p:childTnLst>
                                  <p:subTnLst>
                                    <p:audio>
                                      <p:cMediaNode>
                                        <p:cTn display="0" masterRel="sameClick">
                                          <p:stCondLst>
                                            <p:cond evt="begin" delay="0">
                                              <p:tn val="198"/>
                                            </p:cond>
                                          </p:stCondLst>
                                          <p:endCondLst>
                                            <p:cond evt="onStopAudio" delay="0">
                                              <p:tgtEl>
                                                <p:sldTgt/>
                                              </p:tgtEl>
                                            </p:cond>
                                          </p:endCondLst>
                                        </p:cTn>
                                        <p:tgtEl>
                                          <p:sndTgt r:embed="rId3" name="camera.wav"/>
                                        </p:tgtEl>
                                      </p:cMediaNode>
                                    </p:audio>
                                  </p:subTnLst>
                                </p:cTn>
                              </p:par>
                            </p:childTnLst>
                          </p:cTn>
                        </p:par>
                      </p:childTnLst>
                    </p:cTn>
                  </p:par>
                  <p:par>
                    <p:cTn id="201" fill="hold">
                      <p:stCondLst>
                        <p:cond delay="indefinite"/>
                      </p:stCondLst>
                      <p:childTnLst>
                        <p:par>
                          <p:cTn id="202" fill="hold">
                            <p:stCondLst>
                              <p:cond delay="0"/>
                            </p:stCondLst>
                            <p:childTnLst>
                              <p:par>
                                <p:cTn id="203" presetID="4" presetClass="entr" presetSubtype="32" fill="hold" grpId="0" nodeType="clickEffect">
                                  <p:stCondLst>
                                    <p:cond delay="0"/>
                                  </p:stCondLst>
                                  <p:childTnLst>
                                    <p:set>
                                      <p:cBhvr>
                                        <p:cTn id="204" dur="1" fill="hold">
                                          <p:stCondLst>
                                            <p:cond delay="0"/>
                                          </p:stCondLst>
                                        </p:cTn>
                                        <p:tgtEl>
                                          <p:spTgt spid="1097791"/>
                                        </p:tgtEl>
                                        <p:attrNameLst>
                                          <p:attrName>style.visibility</p:attrName>
                                        </p:attrNameLst>
                                      </p:cBhvr>
                                      <p:to>
                                        <p:strVal val="visible"/>
                                      </p:to>
                                    </p:set>
                                    <p:animEffect transition="in" filter="box(out)">
                                      <p:cBhvr>
                                        <p:cTn id="205" dur="500"/>
                                        <p:tgtEl>
                                          <p:spTgt spid="1097791"/>
                                        </p:tgtEl>
                                      </p:cBhvr>
                                    </p:animEffect>
                                  </p:childTnLst>
                                  <p:subTnLst>
                                    <p:audio>
                                      <p:cMediaNode>
                                        <p:cTn display="0" masterRel="sameClick">
                                          <p:stCondLst>
                                            <p:cond evt="begin" delay="0">
                                              <p:tn val="203"/>
                                            </p:cond>
                                          </p:stCondLst>
                                          <p:endCondLst>
                                            <p:cond evt="onStopAudio" delay="0">
                                              <p:tgtEl>
                                                <p:sldTgt/>
                                              </p:tgtEl>
                                            </p:cond>
                                          </p:endCondLst>
                                        </p:cTn>
                                        <p:tgtEl>
                                          <p:sndTgt r:embed="rId3" name="camera.wav"/>
                                        </p:tgtEl>
                                      </p:cMediaNode>
                                    </p:audio>
                                  </p:subTnLst>
                                </p:cTn>
                              </p:par>
                            </p:childTnLst>
                          </p:cTn>
                        </p:par>
                      </p:childTnLst>
                    </p:cTn>
                  </p:par>
                  <p:par>
                    <p:cTn id="206" fill="hold">
                      <p:stCondLst>
                        <p:cond delay="indefinite"/>
                      </p:stCondLst>
                      <p:childTnLst>
                        <p:par>
                          <p:cTn id="207" fill="hold">
                            <p:stCondLst>
                              <p:cond delay="0"/>
                            </p:stCondLst>
                            <p:childTnLst>
                              <p:par>
                                <p:cTn id="208" presetID="4" presetClass="entr" presetSubtype="32" fill="hold" grpId="0" nodeType="clickEffect">
                                  <p:stCondLst>
                                    <p:cond delay="0"/>
                                  </p:stCondLst>
                                  <p:childTnLst>
                                    <p:set>
                                      <p:cBhvr>
                                        <p:cTn id="209" dur="1" fill="hold">
                                          <p:stCondLst>
                                            <p:cond delay="0"/>
                                          </p:stCondLst>
                                        </p:cTn>
                                        <p:tgtEl>
                                          <p:spTgt spid="1097792"/>
                                        </p:tgtEl>
                                        <p:attrNameLst>
                                          <p:attrName>style.visibility</p:attrName>
                                        </p:attrNameLst>
                                      </p:cBhvr>
                                      <p:to>
                                        <p:strVal val="visible"/>
                                      </p:to>
                                    </p:set>
                                    <p:animEffect transition="in" filter="box(out)">
                                      <p:cBhvr>
                                        <p:cTn id="210" dur="500"/>
                                        <p:tgtEl>
                                          <p:spTgt spid="1097792"/>
                                        </p:tgtEl>
                                      </p:cBhvr>
                                    </p:animEffect>
                                  </p:childTnLst>
                                  <p:subTnLst>
                                    <p:audio>
                                      <p:cMediaNode>
                                        <p:cTn display="0" masterRel="sameClick">
                                          <p:stCondLst>
                                            <p:cond evt="begin" delay="0">
                                              <p:tn val="208"/>
                                            </p:cond>
                                          </p:stCondLst>
                                          <p:endCondLst>
                                            <p:cond evt="onStopAudio" delay="0">
                                              <p:tgtEl>
                                                <p:sldTgt/>
                                              </p:tgtEl>
                                            </p:cond>
                                          </p:endCondLst>
                                        </p:cTn>
                                        <p:tgtEl>
                                          <p:sndTgt r:embed="rId3" name="camera.wav"/>
                                        </p:tgtEl>
                                      </p:cMediaNode>
                                    </p:audio>
                                  </p:subTnLst>
                                </p:cTn>
                              </p:par>
                            </p:childTnLst>
                          </p:cTn>
                        </p:par>
                      </p:childTnLst>
                    </p:cTn>
                  </p:par>
                  <p:par>
                    <p:cTn id="211" fill="hold">
                      <p:stCondLst>
                        <p:cond delay="indefinite"/>
                      </p:stCondLst>
                      <p:childTnLst>
                        <p:par>
                          <p:cTn id="212" fill="hold">
                            <p:stCondLst>
                              <p:cond delay="0"/>
                            </p:stCondLst>
                            <p:childTnLst>
                              <p:par>
                                <p:cTn id="213" presetID="4" presetClass="entr" presetSubtype="16" fill="hold" grpId="0" nodeType="clickEffect">
                                  <p:stCondLst>
                                    <p:cond delay="0"/>
                                  </p:stCondLst>
                                  <p:childTnLst>
                                    <p:set>
                                      <p:cBhvr>
                                        <p:cTn id="214" dur="1" fill="hold">
                                          <p:stCondLst>
                                            <p:cond delay="0"/>
                                          </p:stCondLst>
                                        </p:cTn>
                                        <p:tgtEl>
                                          <p:spTgt spid="1097793"/>
                                        </p:tgtEl>
                                        <p:attrNameLst>
                                          <p:attrName>style.visibility</p:attrName>
                                        </p:attrNameLst>
                                      </p:cBhvr>
                                      <p:to>
                                        <p:strVal val="visible"/>
                                      </p:to>
                                    </p:set>
                                    <p:animEffect transition="in" filter="box(in)">
                                      <p:cBhvr>
                                        <p:cTn id="215" dur="500"/>
                                        <p:tgtEl>
                                          <p:spTgt spid="1097793"/>
                                        </p:tgtEl>
                                      </p:cBhvr>
                                    </p:animEffect>
                                  </p:childTnLst>
                                  <p:subTnLst>
                                    <p:audio>
                                      <p:cMediaNode>
                                        <p:cTn display="0" masterRel="sameClick">
                                          <p:stCondLst>
                                            <p:cond evt="begin" delay="0">
                                              <p:tn val="213"/>
                                            </p:cond>
                                          </p:stCondLst>
                                          <p:endCondLst>
                                            <p:cond evt="onStopAudio" delay="0">
                                              <p:tgtEl>
                                                <p:sldTgt/>
                                              </p:tgtEl>
                                            </p:cond>
                                          </p:endCondLst>
                                        </p:cTn>
                                        <p:tgtEl>
                                          <p:sndTgt r:embed="rId3" name="camera.wav"/>
                                        </p:tgtEl>
                                      </p:cMediaNode>
                                    </p:audio>
                                  </p:subTnLst>
                                </p:cTn>
                              </p:par>
                            </p:childTnLst>
                          </p:cTn>
                        </p:par>
                        <p:par>
                          <p:cTn id="216" fill="hold">
                            <p:stCondLst>
                              <p:cond delay="500"/>
                            </p:stCondLst>
                            <p:childTnLst>
                              <p:par>
                                <p:cTn id="217" presetID="18" presetClass="entr" presetSubtype="6" fill="hold" grpId="0" nodeType="afterEffect">
                                  <p:stCondLst>
                                    <p:cond delay="0"/>
                                  </p:stCondLst>
                                  <p:childTnLst>
                                    <p:set>
                                      <p:cBhvr>
                                        <p:cTn id="218" dur="1" fill="hold">
                                          <p:stCondLst>
                                            <p:cond delay="0"/>
                                          </p:stCondLst>
                                        </p:cTn>
                                        <p:tgtEl>
                                          <p:spTgt spid="1097794"/>
                                        </p:tgtEl>
                                        <p:attrNameLst>
                                          <p:attrName>style.visibility</p:attrName>
                                        </p:attrNameLst>
                                      </p:cBhvr>
                                      <p:to>
                                        <p:strVal val="visible"/>
                                      </p:to>
                                    </p:set>
                                    <p:animEffect transition="in" filter="strips(downRight)">
                                      <p:cBhvr>
                                        <p:cTn id="219" dur="500"/>
                                        <p:tgtEl>
                                          <p:spTgt spid="1097794"/>
                                        </p:tgtEl>
                                      </p:cBhvr>
                                    </p:animEffect>
                                  </p:childTnLst>
                                  <p:subTnLst>
                                    <p:audio>
                                      <p:cMediaNode>
                                        <p:cTn display="0" masterRel="sameClick">
                                          <p:stCondLst>
                                            <p:cond evt="begin" delay="0">
                                              <p:tn val="217"/>
                                            </p:cond>
                                          </p:stCondLst>
                                          <p:endCondLst>
                                            <p:cond evt="onStopAudio" delay="0">
                                              <p:tgtEl>
                                                <p:sldTgt/>
                                              </p:tgtEl>
                                            </p:cond>
                                          </p:endCondLst>
                                        </p:cTn>
                                        <p:tgtEl>
                                          <p:sndTgt r:embed="rId3" name="camera.wav"/>
                                        </p:tgtEl>
                                      </p:cMediaNode>
                                    </p:audio>
                                  </p:subTnLst>
                                </p:cTn>
                              </p:par>
                            </p:childTnLst>
                          </p:cTn>
                        </p:par>
                      </p:childTnLst>
                    </p:cTn>
                  </p:par>
                  <p:par>
                    <p:cTn id="220" fill="hold">
                      <p:stCondLst>
                        <p:cond delay="indefinite"/>
                      </p:stCondLst>
                      <p:childTnLst>
                        <p:par>
                          <p:cTn id="221" fill="hold">
                            <p:stCondLst>
                              <p:cond delay="0"/>
                            </p:stCondLst>
                            <p:childTnLst>
                              <p:par>
                                <p:cTn id="222" presetID="4" presetClass="entr" presetSubtype="16" fill="hold" grpId="0" nodeType="clickEffect">
                                  <p:stCondLst>
                                    <p:cond delay="0"/>
                                  </p:stCondLst>
                                  <p:childTnLst>
                                    <p:set>
                                      <p:cBhvr>
                                        <p:cTn id="223" dur="1" fill="hold">
                                          <p:stCondLst>
                                            <p:cond delay="0"/>
                                          </p:stCondLst>
                                        </p:cTn>
                                        <p:tgtEl>
                                          <p:spTgt spid="1097795"/>
                                        </p:tgtEl>
                                        <p:attrNameLst>
                                          <p:attrName>style.visibility</p:attrName>
                                        </p:attrNameLst>
                                      </p:cBhvr>
                                      <p:to>
                                        <p:strVal val="visible"/>
                                      </p:to>
                                    </p:set>
                                    <p:animEffect transition="in" filter="box(in)">
                                      <p:cBhvr>
                                        <p:cTn id="224" dur="500"/>
                                        <p:tgtEl>
                                          <p:spTgt spid="1097795"/>
                                        </p:tgtEl>
                                      </p:cBhvr>
                                    </p:animEffect>
                                  </p:childTnLst>
                                  <p:subTnLst>
                                    <p:audio>
                                      <p:cMediaNode>
                                        <p:cTn display="0" masterRel="sameClick">
                                          <p:stCondLst>
                                            <p:cond evt="begin" delay="0">
                                              <p:tn val="222"/>
                                            </p:cond>
                                          </p:stCondLst>
                                          <p:endCondLst>
                                            <p:cond evt="onStopAudio" delay="0">
                                              <p:tgtEl>
                                                <p:sldTgt/>
                                              </p:tgtEl>
                                            </p:cond>
                                          </p:endCondLst>
                                        </p:cTn>
                                        <p:tgtEl>
                                          <p:sndTgt r:embed="rId3" name="camera.wav"/>
                                        </p:tgtEl>
                                      </p:cMediaNode>
                                    </p:audio>
                                  </p:subTnLst>
                                </p:cTn>
                              </p:par>
                            </p:childTnLst>
                          </p:cTn>
                        </p:par>
                        <p:par>
                          <p:cTn id="225" fill="hold">
                            <p:stCondLst>
                              <p:cond delay="500"/>
                            </p:stCondLst>
                            <p:childTnLst>
                              <p:par>
                                <p:cTn id="226" presetID="18" presetClass="entr" presetSubtype="3" fill="hold" nodeType="afterEffect">
                                  <p:stCondLst>
                                    <p:cond delay="0"/>
                                  </p:stCondLst>
                                  <p:childTnLst>
                                    <p:set>
                                      <p:cBhvr>
                                        <p:cTn id="227" dur="1" fill="hold">
                                          <p:stCondLst>
                                            <p:cond delay="0"/>
                                          </p:stCondLst>
                                        </p:cTn>
                                        <p:tgtEl>
                                          <p:spTgt spid="1097796"/>
                                        </p:tgtEl>
                                        <p:attrNameLst>
                                          <p:attrName>style.visibility</p:attrName>
                                        </p:attrNameLst>
                                      </p:cBhvr>
                                      <p:to>
                                        <p:strVal val="visible"/>
                                      </p:to>
                                    </p:set>
                                    <p:animEffect transition="in" filter="strips(upRight)">
                                      <p:cBhvr>
                                        <p:cTn id="228" dur="500"/>
                                        <p:tgtEl>
                                          <p:spTgt spid="1097796"/>
                                        </p:tgtEl>
                                      </p:cBhvr>
                                    </p:animEffect>
                                  </p:childTnLst>
                                  <p:subTnLst>
                                    <p:audio>
                                      <p:cMediaNode>
                                        <p:cTn display="0" masterRel="sameClick">
                                          <p:stCondLst>
                                            <p:cond evt="begin" delay="0">
                                              <p:tn val="226"/>
                                            </p:cond>
                                          </p:stCondLst>
                                          <p:endCondLst>
                                            <p:cond evt="onStopAudio" delay="0">
                                              <p:tgtEl>
                                                <p:sldTgt/>
                                              </p:tgtEl>
                                            </p:cond>
                                          </p:endCondLst>
                                        </p:cTn>
                                        <p:tgtEl>
                                          <p:sndTgt r:embed="rId3" name="camera.wav"/>
                                        </p:tgtEl>
                                      </p:cMediaNode>
                                    </p:audio>
                                  </p:subTnLst>
                                </p:cTn>
                              </p:par>
                            </p:childTnLst>
                          </p:cTn>
                        </p:par>
                      </p:childTnLst>
                    </p:cTn>
                  </p:par>
                  <p:par>
                    <p:cTn id="229" fill="hold">
                      <p:stCondLst>
                        <p:cond delay="indefinite"/>
                      </p:stCondLst>
                      <p:childTnLst>
                        <p:par>
                          <p:cTn id="230" fill="hold">
                            <p:stCondLst>
                              <p:cond delay="0"/>
                            </p:stCondLst>
                            <p:childTnLst>
                              <p:par>
                                <p:cTn id="231" presetID="4" presetClass="entr" presetSubtype="32" fill="hold" grpId="0" nodeType="clickEffect">
                                  <p:stCondLst>
                                    <p:cond delay="0"/>
                                  </p:stCondLst>
                                  <p:childTnLst>
                                    <p:set>
                                      <p:cBhvr>
                                        <p:cTn id="232" dur="1" fill="hold">
                                          <p:stCondLst>
                                            <p:cond delay="0"/>
                                          </p:stCondLst>
                                        </p:cTn>
                                        <p:tgtEl>
                                          <p:spTgt spid="1097799"/>
                                        </p:tgtEl>
                                        <p:attrNameLst>
                                          <p:attrName>style.visibility</p:attrName>
                                        </p:attrNameLst>
                                      </p:cBhvr>
                                      <p:to>
                                        <p:strVal val="visible"/>
                                      </p:to>
                                    </p:set>
                                    <p:animEffect transition="in" filter="box(out)">
                                      <p:cBhvr>
                                        <p:cTn id="233" dur="500"/>
                                        <p:tgtEl>
                                          <p:spTgt spid="1097799"/>
                                        </p:tgtEl>
                                      </p:cBhvr>
                                    </p:animEffect>
                                  </p:childTnLst>
                                  <p:subTnLst>
                                    <p:audio>
                                      <p:cMediaNode>
                                        <p:cTn display="0" masterRel="sameClick">
                                          <p:stCondLst>
                                            <p:cond evt="begin" delay="0">
                                              <p:tn val="231"/>
                                            </p:cond>
                                          </p:stCondLst>
                                          <p:endCondLst>
                                            <p:cond evt="onStopAudio" delay="0">
                                              <p:tgtEl>
                                                <p:sldTgt/>
                                              </p:tgtEl>
                                            </p:cond>
                                          </p:endCondLst>
                                        </p:cTn>
                                        <p:tgtEl>
                                          <p:sndTgt r:embed="rId3" name="camera.wav"/>
                                        </p:tgtEl>
                                      </p:cMediaNode>
                                    </p:audio>
                                  </p:subTnLst>
                                </p:cTn>
                              </p:par>
                            </p:childTnLst>
                          </p:cTn>
                        </p:par>
                      </p:childTnLst>
                    </p:cTn>
                  </p:par>
                  <p:par>
                    <p:cTn id="234" fill="hold">
                      <p:stCondLst>
                        <p:cond delay="indefinite"/>
                      </p:stCondLst>
                      <p:childTnLst>
                        <p:par>
                          <p:cTn id="235" fill="hold">
                            <p:stCondLst>
                              <p:cond delay="0"/>
                            </p:stCondLst>
                            <p:childTnLst>
                              <p:par>
                                <p:cTn id="236" presetID="4" presetClass="entr" presetSubtype="16" fill="hold" nodeType="clickEffect">
                                  <p:stCondLst>
                                    <p:cond delay="0"/>
                                  </p:stCondLst>
                                  <p:childTnLst>
                                    <p:set>
                                      <p:cBhvr>
                                        <p:cTn id="237" dur="1" fill="hold">
                                          <p:stCondLst>
                                            <p:cond delay="0"/>
                                          </p:stCondLst>
                                        </p:cTn>
                                        <p:tgtEl>
                                          <p:spTgt spid="1097815"/>
                                        </p:tgtEl>
                                        <p:attrNameLst>
                                          <p:attrName>style.visibility</p:attrName>
                                        </p:attrNameLst>
                                      </p:cBhvr>
                                      <p:to>
                                        <p:strVal val="visible"/>
                                      </p:to>
                                    </p:set>
                                    <p:animEffect transition="in" filter="box(in)">
                                      <p:cBhvr>
                                        <p:cTn id="238" dur="500"/>
                                        <p:tgtEl>
                                          <p:spTgt spid="1097815"/>
                                        </p:tgtEl>
                                      </p:cBhvr>
                                    </p:animEffect>
                                  </p:childTnLst>
                                  <p:subTnLst>
                                    <p:audio>
                                      <p:cMediaNode>
                                        <p:cTn display="0" masterRel="sameClick">
                                          <p:stCondLst>
                                            <p:cond evt="begin" delay="0">
                                              <p:tn val="236"/>
                                            </p:cond>
                                          </p:stCondLst>
                                          <p:endCondLst>
                                            <p:cond evt="onStopAudio" delay="0">
                                              <p:tgtEl>
                                                <p:sldTgt/>
                                              </p:tgtEl>
                                            </p:cond>
                                          </p:endCondLst>
                                        </p:cTn>
                                        <p:tgtEl>
                                          <p:sndTgt r:embed="rId3" name="camera.wav"/>
                                        </p:tgtEl>
                                      </p:cMediaNode>
                                    </p:audio>
                                  </p:subTnLst>
                                </p:cTn>
                              </p:par>
                            </p:childTnLst>
                          </p:cTn>
                        </p:par>
                        <p:par>
                          <p:cTn id="239" fill="hold">
                            <p:stCondLst>
                              <p:cond delay="500"/>
                            </p:stCondLst>
                            <p:childTnLst>
                              <p:par>
                                <p:cTn id="240" presetID="18" presetClass="entr" presetSubtype="6" fill="hold" nodeType="afterEffect">
                                  <p:stCondLst>
                                    <p:cond delay="0"/>
                                  </p:stCondLst>
                                  <p:childTnLst>
                                    <p:set>
                                      <p:cBhvr>
                                        <p:cTn id="241" dur="1" fill="hold">
                                          <p:stCondLst>
                                            <p:cond delay="0"/>
                                          </p:stCondLst>
                                        </p:cTn>
                                        <p:tgtEl>
                                          <p:spTgt spid="1097816"/>
                                        </p:tgtEl>
                                        <p:attrNameLst>
                                          <p:attrName>style.visibility</p:attrName>
                                        </p:attrNameLst>
                                      </p:cBhvr>
                                      <p:to>
                                        <p:strVal val="visible"/>
                                      </p:to>
                                    </p:set>
                                    <p:animEffect transition="in" filter="strips(downRight)">
                                      <p:cBhvr>
                                        <p:cTn id="242" dur="500"/>
                                        <p:tgtEl>
                                          <p:spTgt spid="1097816"/>
                                        </p:tgtEl>
                                      </p:cBhvr>
                                    </p:animEffect>
                                  </p:childTnLst>
                                  <p:subTnLst>
                                    <p:audio>
                                      <p:cMediaNode>
                                        <p:cTn display="0" masterRel="sameClick">
                                          <p:stCondLst>
                                            <p:cond evt="begin" delay="0">
                                              <p:tn val="240"/>
                                            </p:cond>
                                          </p:stCondLst>
                                          <p:endCondLst>
                                            <p:cond evt="onStopAudio" delay="0">
                                              <p:tgtEl>
                                                <p:sldTgt/>
                                              </p:tgtEl>
                                            </p:cond>
                                          </p:endCondLst>
                                        </p:cTn>
                                        <p:tgtEl>
                                          <p:sndTgt r:embed="rId3" name="camera.wav"/>
                                        </p:tgtEl>
                                      </p:cMediaNode>
                                    </p:audio>
                                  </p:subTnLst>
                                </p:cTn>
                              </p:par>
                            </p:childTnLst>
                          </p:cTn>
                        </p:par>
                      </p:childTnLst>
                    </p:cTn>
                  </p:par>
                  <p:par>
                    <p:cTn id="243" fill="hold">
                      <p:stCondLst>
                        <p:cond delay="indefinite"/>
                      </p:stCondLst>
                      <p:childTnLst>
                        <p:par>
                          <p:cTn id="244" fill="hold">
                            <p:stCondLst>
                              <p:cond delay="0"/>
                            </p:stCondLst>
                            <p:childTnLst>
                              <p:par>
                                <p:cTn id="245" presetID="4" presetClass="entr" presetSubtype="32" fill="hold" grpId="0" nodeType="clickEffect">
                                  <p:stCondLst>
                                    <p:cond delay="0"/>
                                  </p:stCondLst>
                                  <p:childTnLst>
                                    <p:set>
                                      <p:cBhvr>
                                        <p:cTn id="246" dur="1" fill="hold">
                                          <p:stCondLst>
                                            <p:cond delay="0"/>
                                          </p:stCondLst>
                                        </p:cTn>
                                        <p:tgtEl>
                                          <p:spTgt spid="1097817"/>
                                        </p:tgtEl>
                                        <p:attrNameLst>
                                          <p:attrName>style.visibility</p:attrName>
                                        </p:attrNameLst>
                                      </p:cBhvr>
                                      <p:to>
                                        <p:strVal val="visible"/>
                                      </p:to>
                                    </p:set>
                                    <p:animEffect transition="in" filter="box(out)">
                                      <p:cBhvr>
                                        <p:cTn id="247" dur="500"/>
                                        <p:tgtEl>
                                          <p:spTgt spid="1097817"/>
                                        </p:tgtEl>
                                      </p:cBhvr>
                                    </p:animEffect>
                                  </p:childTnLst>
                                  <p:subTnLst>
                                    <p:audio>
                                      <p:cMediaNode>
                                        <p:cTn display="0" masterRel="sameClick">
                                          <p:stCondLst>
                                            <p:cond evt="begin" delay="0">
                                              <p:tn val="245"/>
                                            </p:cond>
                                          </p:stCondLst>
                                          <p:endCondLst>
                                            <p:cond evt="onStopAudio" delay="0">
                                              <p:tgtEl>
                                                <p:sldTgt/>
                                              </p:tgtEl>
                                            </p:cond>
                                          </p:endCondLst>
                                        </p:cTn>
                                        <p:tgtEl>
                                          <p:sndTgt r:embed="rId3" name="camera.wav"/>
                                        </p:tgtEl>
                                      </p:cMediaNode>
                                    </p:audio>
                                  </p:subTnLst>
                                </p:cTn>
                              </p:par>
                            </p:childTnLst>
                          </p:cTn>
                        </p:par>
                      </p:childTnLst>
                    </p:cTn>
                  </p:par>
                  <p:par>
                    <p:cTn id="248" fill="hold">
                      <p:stCondLst>
                        <p:cond delay="indefinite"/>
                      </p:stCondLst>
                      <p:childTnLst>
                        <p:par>
                          <p:cTn id="249" fill="hold">
                            <p:stCondLst>
                              <p:cond delay="0"/>
                            </p:stCondLst>
                            <p:childTnLst>
                              <p:par>
                                <p:cTn id="250" presetID="4" presetClass="entr" presetSubtype="16" fill="hold" nodeType="clickEffect">
                                  <p:stCondLst>
                                    <p:cond delay="0"/>
                                  </p:stCondLst>
                                  <p:childTnLst>
                                    <p:set>
                                      <p:cBhvr>
                                        <p:cTn id="251" dur="1" fill="hold">
                                          <p:stCondLst>
                                            <p:cond delay="0"/>
                                          </p:stCondLst>
                                        </p:cTn>
                                        <p:tgtEl>
                                          <p:spTgt spid="1097838"/>
                                        </p:tgtEl>
                                        <p:attrNameLst>
                                          <p:attrName>style.visibility</p:attrName>
                                        </p:attrNameLst>
                                      </p:cBhvr>
                                      <p:to>
                                        <p:strVal val="visible"/>
                                      </p:to>
                                    </p:set>
                                    <p:animEffect transition="in" filter="box(in)">
                                      <p:cBhvr>
                                        <p:cTn id="252" dur="500"/>
                                        <p:tgtEl>
                                          <p:spTgt spid="1097838"/>
                                        </p:tgtEl>
                                      </p:cBhvr>
                                    </p:animEffect>
                                  </p:childTnLst>
                                  <p:subTnLst>
                                    <p:audio>
                                      <p:cMediaNode>
                                        <p:cTn display="0" masterRel="sameClick">
                                          <p:stCondLst>
                                            <p:cond evt="begin" delay="0">
                                              <p:tn val="250"/>
                                            </p:cond>
                                          </p:stCondLst>
                                          <p:endCondLst>
                                            <p:cond evt="onStopAudio" delay="0">
                                              <p:tgtEl>
                                                <p:sldTgt/>
                                              </p:tgtEl>
                                            </p:cond>
                                          </p:endCondLst>
                                        </p:cTn>
                                        <p:tgtEl>
                                          <p:sndTgt r:embed="rId3" name="camera.wav"/>
                                        </p:tgtEl>
                                      </p:cMediaNode>
                                    </p:audio>
                                  </p:subTnLst>
                                </p:cTn>
                              </p:par>
                            </p:childTnLst>
                          </p:cTn>
                        </p:par>
                        <p:par>
                          <p:cTn id="253" fill="hold">
                            <p:stCondLst>
                              <p:cond delay="500"/>
                            </p:stCondLst>
                            <p:childTnLst>
                              <p:par>
                                <p:cTn id="254" presetID="18" presetClass="entr" presetSubtype="6" fill="hold" nodeType="afterEffect">
                                  <p:stCondLst>
                                    <p:cond delay="0"/>
                                  </p:stCondLst>
                                  <p:childTnLst>
                                    <p:set>
                                      <p:cBhvr>
                                        <p:cTn id="255" dur="1" fill="hold">
                                          <p:stCondLst>
                                            <p:cond delay="0"/>
                                          </p:stCondLst>
                                        </p:cTn>
                                        <p:tgtEl>
                                          <p:spTgt spid="1097818"/>
                                        </p:tgtEl>
                                        <p:attrNameLst>
                                          <p:attrName>style.visibility</p:attrName>
                                        </p:attrNameLst>
                                      </p:cBhvr>
                                      <p:to>
                                        <p:strVal val="visible"/>
                                      </p:to>
                                    </p:set>
                                    <p:animEffect transition="in" filter="strips(downRight)">
                                      <p:cBhvr>
                                        <p:cTn id="256" dur="500"/>
                                        <p:tgtEl>
                                          <p:spTgt spid="1097818"/>
                                        </p:tgtEl>
                                      </p:cBhvr>
                                    </p:animEffect>
                                  </p:childTnLst>
                                  <p:subTnLst>
                                    <p:audio>
                                      <p:cMediaNode>
                                        <p:cTn display="0" masterRel="sameClick">
                                          <p:stCondLst>
                                            <p:cond evt="begin" delay="0">
                                              <p:tn val="254"/>
                                            </p:cond>
                                          </p:stCondLst>
                                          <p:endCondLst>
                                            <p:cond evt="onStopAudio" delay="0">
                                              <p:tgtEl>
                                                <p:sldTgt/>
                                              </p:tgtEl>
                                            </p:cond>
                                          </p:endCondLst>
                                        </p:cTn>
                                        <p:tgtEl>
                                          <p:sndTgt r:embed="rId3" name="camera.wav"/>
                                        </p:tgtEl>
                                      </p:cMediaNode>
                                    </p:audio>
                                  </p:subTnLst>
                                </p:cTn>
                              </p:par>
                            </p:childTnLst>
                          </p:cTn>
                        </p:par>
                      </p:childTnLst>
                    </p:cTn>
                  </p:par>
                  <p:par>
                    <p:cTn id="257" fill="hold">
                      <p:stCondLst>
                        <p:cond delay="indefinite"/>
                      </p:stCondLst>
                      <p:childTnLst>
                        <p:par>
                          <p:cTn id="258" fill="hold">
                            <p:stCondLst>
                              <p:cond delay="0"/>
                            </p:stCondLst>
                            <p:childTnLst>
                              <p:par>
                                <p:cTn id="259" presetID="4" presetClass="entr" presetSubtype="32" fill="hold" grpId="0" nodeType="clickEffect">
                                  <p:stCondLst>
                                    <p:cond delay="0"/>
                                  </p:stCondLst>
                                  <p:childTnLst>
                                    <p:set>
                                      <p:cBhvr>
                                        <p:cTn id="260" dur="1" fill="hold">
                                          <p:stCondLst>
                                            <p:cond delay="0"/>
                                          </p:stCondLst>
                                        </p:cTn>
                                        <p:tgtEl>
                                          <p:spTgt spid="1097839"/>
                                        </p:tgtEl>
                                        <p:attrNameLst>
                                          <p:attrName>style.visibility</p:attrName>
                                        </p:attrNameLst>
                                      </p:cBhvr>
                                      <p:to>
                                        <p:strVal val="visible"/>
                                      </p:to>
                                    </p:set>
                                    <p:animEffect transition="in" filter="box(out)">
                                      <p:cBhvr>
                                        <p:cTn id="261" dur="500"/>
                                        <p:tgtEl>
                                          <p:spTgt spid="1097839"/>
                                        </p:tgtEl>
                                      </p:cBhvr>
                                    </p:animEffect>
                                  </p:childTnLst>
                                  <p:subTnLst>
                                    <p:audio>
                                      <p:cMediaNode>
                                        <p:cTn display="0" masterRel="sameClick">
                                          <p:stCondLst>
                                            <p:cond evt="begin" delay="0">
                                              <p:tn val="259"/>
                                            </p:cond>
                                          </p:stCondLst>
                                          <p:endCondLst>
                                            <p:cond evt="onStopAudio" delay="0">
                                              <p:tgtEl>
                                                <p:sldTgt/>
                                              </p:tgtEl>
                                            </p:cond>
                                          </p:endCondLst>
                                        </p:cTn>
                                        <p:tgtEl>
                                          <p:sndTgt r:embed="rId3" name="camera.wav"/>
                                        </p:tgtEl>
                                      </p:cMediaNode>
                                    </p:audio>
                                  </p:subTnLst>
                                </p:cTn>
                              </p:par>
                            </p:childTnLst>
                          </p:cTn>
                        </p:par>
                      </p:childTnLst>
                    </p:cTn>
                  </p:par>
                  <p:par>
                    <p:cTn id="262" fill="hold">
                      <p:stCondLst>
                        <p:cond delay="indefinite"/>
                      </p:stCondLst>
                      <p:childTnLst>
                        <p:par>
                          <p:cTn id="263" fill="hold">
                            <p:stCondLst>
                              <p:cond delay="0"/>
                            </p:stCondLst>
                            <p:childTnLst>
                              <p:par>
                                <p:cTn id="264" presetID="2" presetClass="entr" presetSubtype="4" fill="hold" nodeType="clickEffect">
                                  <p:stCondLst>
                                    <p:cond delay="0"/>
                                  </p:stCondLst>
                                  <p:childTnLst>
                                    <p:set>
                                      <p:cBhvr>
                                        <p:cTn id="265" dur="1" fill="hold">
                                          <p:stCondLst>
                                            <p:cond delay="0"/>
                                          </p:stCondLst>
                                        </p:cTn>
                                        <p:tgtEl>
                                          <p:spTgt spid="1097841">
                                            <p:txEl>
                                              <p:pRg st="5" end="5"/>
                                            </p:txEl>
                                          </p:spTgt>
                                        </p:tgtEl>
                                        <p:attrNameLst>
                                          <p:attrName>style.visibility</p:attrName>
                                        </p:attrNameLst>
                                      </p:cBhvr>
                                      <p:to>
                                        <p:strVal val="visible"/>
                                      </p:to>
                                    </p:set>
                                    <p:anim calcmode="lin" valueType="num">
                                      <p:cBhvr additive="base">
                                        <p:cTn id="266" dur="500" fill="hold"/>
                                        <p:tgtEl>
                                          <p:spTgt spid="1097841">
                                            <p:txEl>
                                              <p:pRg st="5" end="5"/>
                                            </p:txEl>
                                          </p:spTgt>
                                        </p:tgtEl>
                                        <p:attrNameLst>
                                          <p:attrName>ppt_x</p:attrName>
                                        </p:attrNameLst>
                                      </p:cBhvr>
                                      <p:tavLst>
                                        <p:tav tm="0">
                                          <p:val>
                                            <p:strVal val="#ppt_x"/>
                                          </p:val>
                                        </p:tav>
                                        <p:tav tm="100000">
                                          <p:val>
                                            <p:strVal val="#ppt_x"/>
                                          </p:val>
                                        </p:tav>
                                      </p:tavLst>
                                    </p:anim>
                                    <p:anim calcmode="lin" valueType="num">
                                      <p:cBhvr additive="base">
                                        <p:cTn id="267" dur="500" fill="hold"/>
                                        <p:tgtEl>
                                          <p:spTgt spid="1097841">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64"/>
                                            </p:cond>
                                          </p:stCondLst>
                                          <p:endCondLst>
                                            <p:cond evt="onStopAudio" delay="0">
                                              <p:tgtEl>
                                                <p:sldTgt/>
                                              </p:tgtEl>
                                            </p:cond>
                                          </p:endCondLst>
                                        </p:cTn>
                                        <p:tgtEl>
                                          <p:sndTgt r:embed="rId3" name="camera.wav"/>
                                        </p:tgtEl>
                                      </p:cMediaNode>
                                    </p:audio>
                                  </p:subTnLst>
                                </p:cTn>
                              </p:par>
                              <p:par>
                                <p:cTn id="268" presetID="2" presetClass="entr" presetSubtype="4" fill="hold" nodeType="withEffect">
                                  <p:stCondLst>
                                    <p:cond delay="0"/>
                                  </p:stCondLst>
                                  <p:childTnLst>
                                    <p:set>
                                      <p:cBhvr>
                                        <p:cTn id="269" dur="1" fill="hold">
                                          <p:stCondLst>
                                            <p:cond delay="0"/>
                                          </p:stCondLst>
                                        </p:cTn>
                                        <p:tgtEl>
                                          <p:spTgt spid="1097841">
                                            <p:txEl>
                                              <p:pRg st="6" end="6"/>
                                            </p:txEl>
                                          </p:spTgt>
                                        </p:tgtEl>
                                        <p:attrNameLst>
                                          <p:attrName>style.visibility</p:attrName>
                                        </p:attrNameLst>
                                      </p:cBhvr>
                                      <p:to>
                                        <p:strVal val="visible"/>
                                      </p:to>
                                    </p:set>
                                    <p:anim calcmode="lin" valueType="num">
                                      <p:cBhvr additive="base">
                                        <p:cTn id="270" dur="500" fill="hold"/>
                                        <p:tgtEl>
                                          <p:spTgt spid="1097841">
                                            <p:txEl>
                                              <p:pRg st="6" end="6"/>
                                            </p:txEl>
                                          </p:spTgt>
                                        </p:tgtEl>
                                        <p:attrNameLst>
                                          <p:attrName>ppt_x</p:attrName>
                                        </p:attrNameLst>
                                      </p:cBhvr>
                                      <p:tavLst>
                                        <p:tav tm="0">
                                          <p:val>
                                            <p:strVal val="#ppt_x"/>
                                          </p:val>
                                        </p:tav>
                                        <p:tav tm="100000">
                                          <p:val>
                                            <p:strVal val="#ppt_x"/>
                                          </p:val>
                                        </p:tav>
                                      </p:tavLst>
                                    </p:anim>
                                    <p:anim calcmode="lin" valueType="num">
                                      <p:cBhvr additive="base">
                                        <p:cTn id="271" dur="500" fill="hold"/>
                                        <p:tgtEl>
                                          <p:spTgt spid="1097841">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6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747" grpId="0" animBg="1"/>
      <p:bldP spid="1097748" grpId="0" animBg="1"/>
      <p:bldP spid="1097756" grpId="0"/>
      <p:bldP spid="1097757" grpId="0"/>
      <p:bldP spid="1097758" grpId="0" animBg="1"/>
      <p:bldP spid="1097759" grpId="0" animBg="1"/>
      <p:bldP spid="1097760" grpId="0" animBg="1"/>
      <p:bldP spid="1097766" grpId="0" animBg="1"/>
      <p:bldP spid="1097773" grpId="0"/>
      <p:bldP spid="1097774" grpId="0"/>
      <p:bldP spid="1097775" grpId="0" animBg="1"/>
      <p:bldP spid="1097776" grpId="0" animBg="1"/>
      <p:bldP spid="1097780" grpId="0" animBg="1"/>
      <p:bldP spid="1097782" grpId="0" animBg="1"/>
      <p:bldP spid="1097783" grpId="0" animBg="1"/>
      <p:bldP spid="1097790" grpId="0" animBg="1"/>
      <p:bldP spid="1097791" grpId="0"/>
      <p:bldP spid="1097792" grpId="0"/>
      <p:bldP spid="1097793" grpId="0" animBg="1"/>
      <p:bldP spid="1097794" grpId="0" animBg="1"/>
      <p:bldP spid="1097795" grpId="0" animBg="1"/>
      <p:bldP spid="1097799" grpId="0" animBg="1"/>
      <p:bldP spid="1097817" grpId="0" animBg="1"/>
      <p:bldP spid="1097839" grpId="0" animBg="1"/>
      <p:bldP spid="1097781" grpId="0" animBg="1"/>
      <p:bldP spid="1097765"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9781" name="Rectangle 5"/>
          <p:cNvSpPr>
            <a:spLocks noChangeArrowheads="1"/>
          </p:cNvSpPr>
          <p:nvPr/>
        </p:nvSpPr>
        <p:spPr bwMode="auto">
          <a:xfrm>
            <a:off x="601366" y="826195"/>
            <a:ext cx="3970959" cy="523220"/>
          </a:xfrm>
          <a:prstGeom prst="rect">
            <a:avLst/>
          </a:prstGeom>
          <a:noFill/>
          <a:ln w="9525">
            <a:noFill/>
            <a:miter lim="800000"/>
            <a:headEnd/>
            <a:tailEnd/>
          </a:ln>
          <a:effectLst/>
        </p:spPr>
        <p:txBody>
          <a:bodyPr wrap="none" anchor="ctr">
            <a:spAutoFit/>
          </a:bodyPr>
          <a:lstStyle/>
          <a:p>
            <a:pPr>
              <a:tabLst>
                <a:tab pos="457200" algn="l"/>
              </a:tabLst>
            </a:pPr>
            <a:r>
              <a:rPr lang="en-US" altLang="zh-CN" sz="2800" b="1" dirty="0">
                <a:solidFill>
                  <a:srgbClr val="CC0000"/>
                </a:solidFill>
                <a:latin typeface="+mn-lt"/>
                <a:ea typeface="楷体" pitchFamily="49" charset="-122"/>
              </a:rPr>
              <a:t>2</a:t>
            </a:r>
            <a:r>
              <a:rPr lang="zh-CN" altLang="en-US" sz="2800" b="1" dirty="0">
                <a:solidFill>
                  <a:srgbClr val="CC0000"/>
                </a:solidFill>
                <a:latin typeface="+mn-lt"/>
                <a:ea typeface="楷体" pitchFamily="49" charset="-122"/>
              </a:rPr>
              <a:t>、线性链表的基本操作</a:t>
            </a:r>
          </a:p>
        </p:txBody>
      </p:sp>
      <p:sp>
        <p:nvSpPr>
          <p:cNvPr id="1099783" name="Rectangle 7"/>
          <p:cNvSpPr>
            <a:spLocks noChangeArrowheads="1"/>
          </p:cNvSpPr>
          <p:nvPr/>
        </p:nvSpPr>
        <p:spPr bwMode="auto">
          <a:xfrm>
            <a:off x="1106191" y="1506459"/>
            <a:ext cx="2751074"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685800" algn="l"/>
              </a:tabLst>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链表的插入操作</a:t>
            </a:r>
          </a:p>
        </p:txBody>
      </p:sp>
      <p:sp>
        <p:nvSpPr>
          <p:cNvPr id="1099784" name="Rectangle 8"/>
          <p:cNvSpPr>
            <a:spLocks noChangeArrowheads="1"/>
          </p:cNvSpPr>
          <p:nvPr/>
        </p:nvSpPr>
        <p:spPr bwMode="auto">
          <a:xfrm>
            <a:off x="923092" y="2097251"/>
            <a:ext cx="10345815" cy="1200329"/>
          </a:xfrm>
          <a:prstGeom prst="rect">
            <a:avLst/>
          </a:prstGeom>
          <a:noFill/>
          <a:ln w="9525">
            <a:noFill/>
            <a:miter lim="800000"/>
            <a:headEnd/>
            <a:tailEnd/>
          </a:ln>
          <a:effectLst/>
        </p:spPr>
        <p:txBody>
          <a:bodyPr wrap="square" anchor="ctr">
            <a:spAutoFit/>
          </a:bodyPr>
          <a:lstStyle/>
          <a:p>
            <a:r>
              <a:rPr lang="en-US" altLang="zh-CN" b="1" dirty="0">
                <a:solidFill>
                  <a:srgbClr val="CC0000"/>
                </a:solidFill>
                <a:ea typeface="隶书" pitchFamily="49" charset="-122"/>
              </a:rPr>
              <a:t>        </a:t>
            </a:r>
            <a:r>
              <a:rPr lang="zh-CN" altLang="en-US" b="1" dirty="0">
                <a:solidFill>
                  <a:srgbClr val="C00000"/>
                </a:solidFill>
                <a:latin typeface="楷体" panose="02010609060101010101" pitchFamily="49" charset="-122"/>
                <a:ea typeface="楷体" panose="02010609060101010101" pitchFamily="49" charset="-122"/>
              </a:rPr>
              <a:t>含义：</a:t>
            </a:r>
            <a:r>
              <a:rPr lang="zh-CN" altLang="en-US" b="1" dirty="0">
                <a:latin typeface="+mn-lt"/>
                <a:ea typeface="楷体" panose="02010609060101010101" pitchFamily="49" charset="-122"/>
              </a:rPr>
              <a:t>在第</a:t>
            </a:r>
            <a:r>
              <a:rPr lang="en-US" altLang="zh-CN" b="1" dirty="0" err="1">
                <a:latin typeface="+mn-lt"/>
                <a:ea typeface="楷体" panose="02010609060101010101" pitchFamily="49" charset="-122"/>
              </a:rPr>
              <a:t>i</a:t>
            </a:r>
            <a:r>
              <a:rPr lang="zh-CN" altLang="en-US" b="1" dirty="0">
                <a:latin typeface="+mn-lt"/>
                <a:ea typeface="楷体" panose="02010609060101010101" pitchFamily="49" charset="-122"/>
              </a:rPr>
              <a:t>个结点</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a:t>
            </a:r>
            <a:r>
              <a:rPr lang="zh-CN" altLang="en-US" b="1" dirty="0">
                <a:latin typeface="+mn-lt"/>
                <a:ea typeface="楷体" panose="02010609060101010101" pitchFamily="49" charset="-122"/>
              </a:rPr>
              <a:t>与第</a:t>
            </a:r>
            <a:r>
              <a:rPr lang="en-US" altLang="zh-CN" b="1" dirty="0">
                <a:latin typeface="+mn-lt"/>
                <a:ea typeface="楷体" panose="02010609060101010101" pitchFamily="49" charset="-122"/>
              </a:rPr>
              <a:t>i+1</a:t>
            </a:r>
            <a:r>
              <a:rPr lang="zh-CN" altLang="en-US" b="1" dirty="0">
                <a:latin typeface="+mn-lt"/>
                <a:ea typeface="楷体" panose="02010609060101010101" pitchFamily="49" charset="-122"/>
              </a:rPr>
              <a:t>节点</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i+1</a:t>
            </a:r>
            <a:r>
              <a:rPr lang="zh-CN" altLang="en-US" b="1" dirty="0">
                <a:latin typeface="+mn-lt"/>
                <a:ea typeface="楷体" panose="02010609060101010101" pitchFamily="49" charset="-122"/>
              </a:rPr>
              <a:t>之间插入一个新的结点</a:t>
            </a:r>
            <a:r>
              <a:rPr lang="en-US" altLang="zh-CN" b="1" dirty="0">
                <a:latin typeface="+mn-lt"/>
                <a:ea typeface="楷体" panose="02010609060101010101" pitchFamily="49" charset="-122"/>
              </a:rPr>
              <a:t>N</a:t>
            </a:r>
            <a:r>
              <a:rPr lang="zh-CN" altLang="en-US" b="1" dirty="0">
                <a:latin typeface="+mn-lt"/>
                <a:ea typeface="楷体" panose="02010609060101010101" pitchFamily="49" charset="-122"/>
              </a:rPr>
              <a:t>，使线性表的长度增</a:t>
            </a:r>
            <a:r>
              <a:rPr lang="en-US" altLang="zh-CN" b="1" dirty="0">
                <a:latin typeface="+mn-lt"/>
                <a:ea typeface="楷体" panose="02010609060101010101" pitchFamily="49" charset="-122"/>
              </a:rPr>
              <a:t>1</a:t>
            </a:r>
            <a:r>
              <a:rPr lang="zh-CN" altLang="en-US" b="1" dirty="0">
                <a:latin typeface="+mn-lt"/>
                <a:ea typeface="楷体" panose="02010609060101010101" pitchFamily="49" charset="-122"/>
              </a:rPr>
              <a:t>，且</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a:t>
            </a:r>
            <a:r>
              <a:rPr lang="zh-CN" altLang="en-US" b="1" dirty="0">
                <a:latin typeface="+mn-lt"/>
                <a:ea typeface="楷体" panose="02010609060101010101" pitchFamily="49" charset="-122"/>
              </a:rPr>
              <a:t>与</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i+1</a:t>
            </a:r>
            <a:r>
              <a:rPr lang="zh-CN" altLang="en-US" b="1" dirty="0">
                <a:latin typeface="+mn-lt"/>
                <a:ea typeface="楷体" panose="02010609060101010101" pitchFamily="49" charset="-122"/>
              </a:rPr>
              <a:t>的逻辑关系发生如下变化：插入前，</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a:t>
            </a:r>
            <a:r>
              <a:rPr lang="zh-CN" altLang="en-US" b="1" dirty="0">
                <a:latin typeface="+mn-lt"/>
                <a:ea typeface="楷体" panose="02010609060101010101" pitchFamily="49" charset="-122"/>
              </a:rPr>
              <a:t>是</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i+1</a:t>
            </a:r>
            <a:r>
              <a:rPr lang="zh-CN" altLang="en-US" b="1" dirty="0">
                <a:latin typeface="+mn-lt"/>
                <a:ea typeface="楷体" panose="02010609060101010101" pitchFamily="49" charset="-122"/>
              </a:rPr>
              <a:t>的前驱，</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i+1</a:t>
            </a:r>
            <a:r>
              <a:rPr lang="zh-CN" altLang="en-US" b="1" dirty="0">
                <a:latin typeface="+mn-lt"/>
                <a:ea typeface="楷体" panose="02010609060101010101" pitchFamily="49" charset="-122"/>
              </a:rPr>
              <a:t>是</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a:t>
            </a:r>
            <a:r>
              <a:rPr lang="zh-CN" altLang="en-US" b="1" dirty="0">
                <a:latin typeface="+mn-lt"/>
                <a:ea typeface="楷体" panose="02010609060101010101" pitchFamily="49" charset="-122"/>
              </a:rPr>
              <a:t>的后继；插入后，新插入的结点</a:t>
            </a:r>
            <a:r>
              <a:rPr lang="en-US" altLang="zh-CN" b="1" dirty="0">
                <a:latin typeface="+mn-lt"/>
                <a:ea typeface="楷体" panose="02010609060101010101" pitchFamily="49" charset="-122"/>
              </a:rPr>
              <a:t>N</a:t>
            </a:r>
            <a:r>
              <a:rPr lang="zh-CN" altLang="en-US" b="1" dirty="0">
                <a:latin typeface="+mn-lt"/>
                <a:ea typeface="楷体" panose="02010609060101010101" pitchFamily="49" charset="-122"/>
              </a:rPr>
              <a:t>成为</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a:t>
            </a:r>
            <a:r>
              <a:rPr lang="zh-CN" altLang="en-US" b="1" dirty="0">
                <a:latin typeface="+mn-lt"/>
                <a:ea typeface="楷体" panose="02010609060101010101" pitchFamily="49" charset="-122"/>
              </a:rPr>
              <a:t>的后继、</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i+1</a:t>
            </a:r>
            <a:r>
              <a:rPr lang="zh-CN" altLang="en-US" b="1" dirty="0">
                <a:latin typeface="+mn-lt"/>
                <a:ea typeface="楷体" panose="02010609060101010101" pitchFamily="49" charset="-122"/>
              </a:rPr>
              <a:t>的前驱</a:t>
            </a:r>
            <a:r>
              <a:rPr lang="zh-CN" altLang="en-US" dirty="0">
                <a:latin typeface="+mn-lt"/>
                <a:ea typeface="楷体" panose="02010609060101010101" pitchFamily="49" charset="-122"/>
              </a:rPr>
              <a:t>。</a:t>
            </a:r>
          </a:p>
        </p:txBody>
      </p:sp>
      <p:sp>
        <p:nvSpPr>
          <p:cNvPr id="1099785" name="Rectangle 9"/>
          <p:cNvSpPr>
            <a:spLocks noChangeArrowheads="1"/>
          </p:cNvSpPr>
          <p:nvPr/>
        </p:nvSpPr>
        <p:spPr bwMode="auto">
          <a:xfrm>
            <a:off x="1055688" y="3450258"/>
            <a:ext cx="10080625" cy="2554545"/>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基本思想：</a:t>
            </a:r>
            <a:endParaRPr lang="en-US" altLang="zh-CN" b="1" dirty="0">
              <a:solidFill>
                <a:srgbClr val="C00000"/>
              </a:solidFill>
              <a:latin typeface="楷体" panose="02010609060101010101" pitchFamily="49" charset="-122"/>
              <a:ea typeface="楷体" panose="02010609060101010101" pitchFamily="49" charset="-122"/>
            </a:endParaRPr>
          </a:p>
          <a:p>
            <a:endParaRPr lang="en-US" altLang="zh-CN" sz="1200" b="1" dirty="0">
              <a:solidFill>
                <a:srgbClr val="C00000"/>
              </a:solidFill>
              <a:latin typeface="楷体" panose="02010609060101010101" pitchFamily="49" charset="-122"/>
              <a:ea typeface="楷体" panose="02010609060101010101" pitchFamily="49" charset="-122"/>
            </a:endParaRPr>
          </a:p>
          <a:p>
            <a:r>
              <a:rPr lang="en-US" altLang="zh-CN" b="1" dirty="0">
                <a:ln w="1905"/>
                <a:solidFill>
                  <a:srgbClr val="FF0000"/>
                </a:solidFill>
                <a:ea typeface="隶书" pitchFamily="49" charset="-122"/>
              </a:rPr>
              <a:t>      </a:t>
            </a:r>
            <a:r>
              <a:rPr lang="zh-CN" altLang="en-US" b="1" dirty="0">
                <a:ln w="1905"/>
                <a:solidFill>
                  <a:schemeClr val="tx1"/>
                </a:solidFill>
                <a:ea typeface="楷体" panose="02010609060101010101" pitchFamily="49" charset="-122"/>
              </a:rPr>
              <a:t>（</a:t>
            </a:r>
            <a:r>
              <a:rPr lang="en-US" altLang="zh-CN" b="1" dirty="0">
                <a:ln w="1905"/>
                <a:solidFill>
                  <a:schemeClr val="tx1"/>
                </a:solidFill>
                <a:ea typeface="楷体" panose="02010609060101010101" pitchFamily="49" charset="-122"/>
              </a:rPr>
              <a:t>1</a:t>
            </a:r>
            <a:r>
              <a:rPr lang="zh-CN" altLang="en-US" b="1" dirty="0">
                <a:ln w="1905"/>
                <a:solidFill>
                  <a:schemeClr val="tx1"/>
                </a:solidFill>
                <a:ea typeface="楷体" panose="02010609060101010101" pitchFamily="49" charset="-122"/>
              </a:rPr>
              <a:t>）通过单链表的头指针</a:t>
            </a:r>
            <a:r>
              <a:rPr lang="en-US" altLang="zh-CN" b="1" dirty="0">
                <a:ln w="1905"/>
                <a:solidFill>
                  <a:schemeClr val="tx1"/>
                </a:solidFill>
                <a:ea typeface="楷体" panose="02010609060101010101" pitchFamily="49" charset="-122"/>
              </a:rPr>
              <a:t>head</a:t>
            </a:r>
            <a:r>
              <a:rPr lang="zh-CN" altLang="en-US" b="1" dirty="0">
                <a:ln w="1905"/>
                <a:solidFill>
                  <a:schemeClr val="tx1"/>
                </a:solidFill>
                <a:ea typeface="楷体" panose="02010609060101010101" pitchFamily="49" charset="-122"/>
              </a:rPr>
              <a:t>，找到链表的第一个结点；</a:t>
            </a:r>
            <a:endParaRPr lang="en-US" altLang="zh-CN" b="1" dirty="0">
              <a:ln w="1905"/>
              <a:solidFill>
                <a:schemeClr val="tx1"/>
              </a:solidFill>
              <a:ea typeface="楷体" panose="02010609060101010101" pitchFamily="49" charset="-122"/>
            </a:endParaRPr>
          </a:p>
          <a:p>
            <a:r>
              <a:rPr lang="en-US" altLang="zh-CN" b="1" dirty="0">
                <a:ln w="1905"/>
                <a:solidFill>
                  <a:schemeClr val="tx1"/>
                </a:solidFill>
                <a:ea typeface="楷体" panose="02010609060101010101" pitchFamily="49" charset="-122"/>
              </a:rPr>
              <a:t>      </a:t>
            </a:r>
            <a:r>
              <a:rPr lang="zh-CN" altLang="en-US" b="1" dirty="0">
                <a:ln w="1905"/>
                <a:solidFill>
                  <a:schemeClr val="tx1"/>
                </a:solidFill>
                <a:ea typeface="楷体" panose="02010609060101010101" pitchFamily="49" charset="-122"/>
              </a:rPr>
              <a:t>（</a:t>
            </a:r>
            <a:r>
              <a:rPr lang="en-US" altLang="zh-CN" b="1" dirty="0">
                <a:ln w="1905"/>
                <a:solidFill>
                  <a:schemeClr val="tx1"/>
                </a:solidFill>
                <a:ea typeface="楷体" panose="02010609060101010101" pitchFamily="49" charset="-122"/>
              </a:rPr>
              <a:t>2</a:t>
            </a:r>
            <a:r>
              <a:rPr lang="zh-CN" altLang="en-US" b="1" dirty="0">
                <a:ln w="1905"/>
                <a:solidFill>
                  <a:schemeClr val="tx1"/>
                </a:solidFill>
                <a:ea typeface="楷体" panose="02010609060101010101" pitchFamily="49" charset="-122"/>
              </a:rPr>
              <a:t>）顺着结点的指针域找到第</a:t>
            </a:r>
            <a:r>
              <a:rPr lang="en-US" altLang="zh-CN" b="1" dirty="0" err="1">
                <a:ln w="1905"/>
                <a:solidFill>
                  <a:schemeClr val="tx1"/>
                </a:solidFill>
                <a:ea typeface="楷体" panose="02010609060101010101" pitchFamily="49" charset="-122"/>
              </a:rPr>
              <a:t>i</a:t>
            </a:r>
            <a:r>
              <a:rPr lang="zh-CN" altLang="en-US" b="1" dirty="0">
                <a:ln w="1905"/>
                <a:solidFill>
                  <a:schemeClr val="tx1"/>
                </a:solidFill>
                <a:ea typeface="楷体" panose="02010609060101010101" pitchFamily="49" charset="-122"/>
              </a:rPr>
              <a:t>个结点；</a:t>
            </a:r>
            <a:endParaRPr lang="en-US" altLang="zh-CN" b="1" dirty="0">
              <a:ln w="1905"/>
              <a:solidFill>
                <a:schemeClr val="tx1"/>
              </a:solidFill>
              <a:ea typeface="楷体" panose="02010609060101010101" pitchFamily="49" charset="-122"/>
            </a:endParaRPr>
          </a:p>
          <a:p>
            <a:r>
              <a:rPr lang="en-US" altLang="zh-CN" b="1" dirty="0">
                <a:ln w="1905"/>
                <a:solidFill>
                  <a:schemeClr val="tx1"/>
                </a:solidFill>
                <a:ea typeface="楷体" panose="02010609060101010101" pitchFamily="49" charset="-122"/>
              </a:rPr>
              <a:t>      </a:t>
            </a:r>
            <a:r>
              <a:rPr lang="zh-CN" altLang="en-US" b="1" dirty="0">
                <a:ln w="1905"/>
                <a:solidFill>
                  <a:schemeClr val="tx1"/>
                </a:solidFill>
                <a:ea typeface="楷体" panose="02010609060101010101" pitchFamily="49" charset="-122"/>
              </a:rPr>
              <a:t>（</a:t>
            </a:r>
            <a:r>
              <a:rPr lang="en-US" altLang="zh-CN" b="1" dirty="0">
                <a:ln w="1905"/>
                <a:solidFill>
                  <a:schemeClr val="tx1"/>
                </a:solidFill>
                <a:ea typeface="楷体" panose="02010609060101010101" pitchFamily="49" charset="-122"/>
              </a:rPr>
              <a:t>3</a:t>
            </a:r>
            <a:r>
              <a:rPr lang="zh-CN" altLang="en-US" b="1" dirty="0">
                <a:ln w="1905"/>
                <a:solidFill>
                  <a:schemeClr val="tx1"/>
                </a:solidFill>
                <a:ea typeface="楷体" panose="02010609060101010101" pitchFamily="49" charset="-122"/>
              </a:rPr>
              <a:t>）将</a:t>
            </a:r>
            <a:r>
              <a:rPr lang="en-US" altLang="zh-CN" b="1" dirty="0" err="1">
                <a:ln w="1905"/>
                <a:solidFill>
                  <a:schemeClr val="tx1"/>
                </a:solidFill>
                <a:ea typeface="楷体" panose="02010609060101010101" pitchFamily="49" charset="-122"/>
              </a:rPr>
              <a:t>pnew</a:t>
            </a:r>
            <a:r>
              <a:rPr lang="zh-CN" altLang="en-US" b="1" dirty="0">
                <a:ln w="1905"/>
                <a:solidFill>
                  <a:schemeClr val="tx1"/>
                </a:solidFill>
                <a:ea typeface="楷体" panose="02010609060101010101" pitchFamily="49" charset="-122"/>
              </a:rPr>
              <a:t>指向的新结点插入到第</a:t>
            </a:r>
            <a:r>
              <a:rPr lang="en-US" altLang="zh-CN" b="1" dirty="0" err="1">
                <a:ln w="1905"/>
                <a:solidFill>
                  <a:schemeClr val="tx1"/>
                </a:solidFill>
                <a:ea typeface="楷体" panose="02010609060101010101" pitchFamily="49" charset="-122"/>
              </a:rPr>
              <a:t>i</a:t>
            </a:r>
            <a:r>
              <a:rPr lang="zh-CN" altLang="en-US" b="1" dirty="0">
                <a:ln w="1905"/>
                <a:solidFill>
                  <a:schemeClr val="tx1"/>
                </a:solidFill>
                <a:ea typeface="楷体" panose="02010609060101010101" pitchFamily="49" charset="-122"/>
              </a:rPr>
              <a:t>个结点之后。</a:t>
            </a:r>
            <a:endParaRPr lang="en-US" altLang="zh-CN" b="1" dirty="0">
              <a:ln w="1905"/>
              <a:solidFill>
                <a:schemeClr val="tx1"/>
              </a:solidFill>
              <a:ea typeface="楷体" panose="02010609060101010101" pitchFamily="49" charset="-122"/>
            </a:endParaRPr>
          </a:p>
          <a:p>
            <a:r>
              <a:rPr lang="en-US" altLang="zh-CN" b="1" dirty="0">
                <a:ln w="1905"/>
                <a:solidFill>
                  <a:schemeClr val="tx1"/>
                </a:solidFill>
                <a:ea typeface="楷体" panose="02010609060101010101" pitchFamily="49" charset="-122"/>
              </a:rPr>
              <a:t>        </a:t>
            </a:r>
            <a:r>
              <a:rPr lang="zh-CN" altLang="en-US" b="1" dirty="0">
                <a:ln w="1905"/>
                <a:solidFill>
                  <a:schemeClr val="tx1"/>
                </a:solidFill>
                <a:ea typeface="楷体" panose="02010609060101010101" pitchFamily="49" charset="-122"/>
              </a:rPr>
              <a:t>插入时首先将新节点的指针域指向第</a:t>
            </a:r>
            <a:r>
              <a:rPr lang="en-US" altLang="zh-CN" b="1" dirty="0" err="1">
                <a:ln w="1905"/>
                <a:solidFill>
                  <a:schemeClr val="tx1"/>
                </a:solidFill>
                <a:ea typeface="楷体" panose="02010609060101010101" pitchFamily="49" charset="-122"/>
              </a:rPr>
              <a:t>i</a:t>
            </a:r>
            <a:r>
              <a:rPr lang="zh-CN" altLang="en-US" b="1" dirty="0">
                <a:ln w="1905"/>
                <a:solidFill>
                  <a:schemeClr val="tx1"/>
                </a:solidFill>
                <a:ea typeface="楷体" panose="02010609060101010101" pitchFamily="49" charset="-122"/>
              </a:rPr>
              <a:t>个结点的后继节点，然后再将第</a:t>
            </a:r>
            <a:r>
              <a:rPr lang="en-US" altLang="zh-CN" b="1" dirty="0" err="1">
                <a:ln w="1905"/>
                <a:solidFill>
                  <a:schemeClr val="tx1"/>
                </a:solidFill>
                <a:ea typeface="楷体" panose="02010609060101010101" pitchFamily="49" charset="-122"/>
              </a:rPr>
              <a:t>i</a:t>
            </a:r>
            <a:r>
              <a:rPr lang="zh-CN" altLang="en-US" b="1" dirty="0">
                <a:ln w="1905"/>
                <a:solidFill>
                  <a:schemeClr val="tx1"/>
                </a:solidFill>
                <a:ea typeface="楷体" panose="02010609060101010101" pitchFamily="49" charset="-122"/>
              </a:rPr>
              <a:t>个结点的指针域指向新节点。注意顺序不可颠倒。当</a:t>
            </a:r>
            <a:r>
              <a:rPr lang="en-US" altLang="zh-CN" b="1" dirty="0" err="1">
                <a:ln w="1905"/>
                <a:solidFill>
                  <a:schemeClr val="tx1"/>
                </a:solidFill>
                <a:ea typeface="楷体" panose="02010609060101010101" pitchFamily="49" charset="-122"/>
              </a:rPr>
              <a:t>i</a:t>
            </a:r>
            <a:r>
              <a:rPr lang="en-US" altLang="zh-CN" b="1" dirty="0">
                <a:ln w="1905"/>
                <a:solidFill>
                  <a:schemeClr val="tx1"/>
                </a:solidFill>
                <a:ea typeface="楷体" panose="02010609060101010101" pitchFamily="49" charset="-122"/>
              </a:rPr>
              <a:t>=0</a:t>
            </a:r>
            <a:r>
              <a:rPr lang="zh-CN" altLang="en-US" b="1" dirty="0">
                <a:ln w="1905"/>
                <a:solidFill>
                  <a:schemeClr val="tx1"/>
                </a:solidFill>
                <a:ea typeface="楷体" panose="02010609060101010101" pitchFamily="49" charset="-122"/>
              </a:rPr>
              <a:t>时，表示头结点。 </a:t>
            </a:r>
            <a:endParaRPr lang="zh-CN" altLang="en-US" dirty="0">
              <a:solidFill>
                <a:schemeClr val="tx1"/>
              </a:solidFill>
              <a:ea typeface="楷体" panose="02010609060101010101" pitchFamily="49" charset="-122"/>
            </a:endParaRPr>
          </a:p>
        </p:txBody>
      </p:sp>
      <p:sp>
        <p:nvSpPr>
          <p:cNvPr id="9" name="Rectangle 4">
            <a:extLst>
              <a:ext uri="{FF2B5EF4-FFF2-40B4-BE49-F238E27FC236}">
                <a16:creationId xmlns:a16="http://schemas.microsoft.com/office/drawing/2014/main" id="{17EC93C8-4BA6-4805-8499-CF2B3E302B0E}"/>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99783"/>
                                        </p:tgtEl>
                                        <p:attrNameLst>
                                          <p:attrName>style.visibility</p:attrName>
                                        </p:attrNameLst>
                                      </p:cBhvr>
                                      <p:to>
                                        <p:strVal val="visible"/>
                                      </p:to>
                                    </p:set>
                                    <p:anim calcmode="lin" valueType="num">
                                      <p:cBhvr additive="base">
                                        <p:cTn id="7" dur="500" fill="hold"/>
                                        <p:tgtEl>
                                          <p:spTgt spid="1099783"/>
                                        </p:tgtEl>
                                        <p:attrNameLst>
                                          <p:attrName>ppt_x</p:attrName>
                                        </p:attrNameLst>
                                      </p:cBhvr>
                                      <p:tavLst>
                                        <p:tav tm="0">
                                          <p:val>
                                            <p:strVal val="0-#ppt_w/2"/>
                                          </p:val>
                                        </p:tav>
                                        <p:tav tm="100000">
                                          <p:val>
                                            <p:strVal val="#ppt_x"/>
                                          </p:val>
                                        </p:tav>
                                      </p:tavLst>
                                    </p:anim>
                                    <p:anim calcmode="lin" valueType="num">
                                      <p:cBhvr additive="base">
                                        <p:cTn id="8" dur="500" fill="hold"/>
                                        <p:tgtEl>
                                          <p:spTgt spid="109978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99784"/>
                                        </p:tgtEl>
                                        <p:attrNameLst>
                                          <p:attrName>style.visibility</p:attrName>
                                        </p:attrNameLst>
                                      </p:cBhvr>
                                      <p:to>
                                        <p:strVal val="visible"/>
                                      </p:to>
                                    </p:set>
                                    <p:animEffect transition="in" filter="box(out)">
                                      <p:cBhvr>
                                        <p:cTn id="13" dur="500"/>
                                        <p:tgtEl>
                                          <p:spTgt spid="109978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99785"/>
                                        </p:tgtEl>
                                        <p:attrNameLst>
                                          <p:attrName>style.visibility</p:attrName>
                                        </p:attrNameLst>
                                      </p:cBhvr>
                                      <p:to>
                                        <p:strVal val="visible"/>
                                      </p:to>
                                    </p:set>
                                    <p:animEffect transition="in" filter="box(out)">
                                      <p:cBhvr>
                                        <p:cTn id="18" dur="500"/>
                                        <p:tgtEl>
                                          <p:spTgt spid="1099785"/>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9783" grpId="0"/>
      <p:bldP spid="1099784" grpId="0"/>
      <p:bldP spid="1099785" grpId="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 name="Rectangle 4">
            <a:extLst>
              <a:ext uri="{FF2B5EF4-FFF2-40B4-BE49-F238E27FC236}">
                <a16:creationId xmlns:a16="http://schemas.microsoft.com/office/drawing/2014/main" id="{FCCBE4A3-8E24-402C-A4B3-4856D20EE65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
        <p:nvSpPr>
          <p:cNvPr id="1101840" name="Rectangle 16" descr="信纸"/>
          <p:cNvSpPr>
            <a:spLocks noChangeArrowheads="1"/>
          </p:cNvSpPr>
          <p:nvPr/>
        </p:nvSpPr>
        <p:spPr bwMode="auto">
          <a:xfrm>
            <a:off x="1705371" y="692696"/>
            <a:ext cx="8855119" cy="4702175"/>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b="1" dirty="0">
                <a:solidFill>
                  <a:srgbClr val="C00000"/>
                </a:solidFill>
                <a:ea typeface="楷体_GB2312" pitchFamily="49" charset="-122"/>
              </a:rPr>
              <a:t>void </a:t>
            </a:r>
            <a:r>
              <a:rPr lang="en-US" altLang="zh-CN" sz="2000" b="1" dirty="0" err="1">
                <a:solidFill>
                  <a:srgbClr val="C00000"/>
                </a:solidFill>
                <a:ea typeface="楷体_GB2312" pitchFamily="49" charset="-122"/>
              </a:rPr>
              <a:t>Insert_LinkList</a:t>
            </a:r>
            <a:r>
              <a:rPr lang="en-US" altLang="zh-CN" sz="2000" b="1" dirty="0">
                <a:solidFill>
                  <a:srgbClr val="C00000"/>
                </a:solidFill>
                <a:ea typeface="楷体_GB2312" pitchFamily="49" charset="-122"/>
              </a:rPr>
              <a:t>(NODE *head, NODE *</a:t>
            </a:r>
            <a:r>
              <a:rPr lang="en-US" altLang="zh-CN" sz="2000" b="1" dirty="0" err="1">
                <a:solidFill>
                  <a:srgbClr val="C00000"/>
                </a:solidFill>
                <a:ea typeface="楷体_GB2312" pitchFamily="49" charset="-122"/>
              </a:rPr>
              <a:t>pnew</a:t>
            </a:r>
            <a:r>
              <a:rPr lang="en-US" altLang="zh-CN" sz="2000" b="1" dirty="0">
                <a:solidFill>
                  <a:srgbClr val="C00000"/>
                </a:solidFill>
                <a:ea typeface="楷体_GB2312" pitchFamily="49" charset="-122"/>
              </a:rPr>
              <a:t>, </a:t>
            </a:r>
            <a:r>
              <a:rPr lang="en-US" altLang="zh-CN" sz="2000" b="1" dirty="0" err="1">
                <a:solidFill>
                  <a:srgbClr val="C00000"/>
                </a:solidFill>
                <a:ea typeface="楷体_GB2312" pitchFamily="49" charset="-122"/>
              </a:rPr>
              <a:t>int</a:t>
            </a:r>
            <a:r>
              <a:rPr lang="en-US" altLang="zh-CN" sz="2000" b="1" dirty="0">
                <a:solidFill>
                  <a:srgbClr val="C00000"/>
                </a:solidFill>
                <a:ea typeface="楷体_GB2312" pitchFamily="49" charset="-122"/>
              </a:rPr>
              <a:t> </a:t>
            </a:r>
            <a:r>
              <a:rPr lang="en-US" altLang="zh-CN" sz="2000" b="1" dirty="0" err="1">
                <a:solidFill>
                  <a:srgbClr val="C00000"/>
                </a:solidFill>
                <a:ea typeface="楷体_GB2312" pitchFamily="49" charset="-122"/>
              </a:rPr>
              <a:t>i</a:t>
            </a:r>
            <a:r>
              <a:rPr lang="en-US" altLang="zh-CN" sz="2000" b="1" dirty="0">
                <a:solidFill>
                  <a:srgbClr val="C00000"/>
                </a:solidFill>
                <a:ea typeface="楷体_GB2312" pitchFamily="49" charset="-122"/>
              </a:rPr>
              <a:t>)  </a:t>
            </a:r>
          </a:p>
          <a:p>
            <a:pPr marL="457200" indent="-457200"/>
            <a:r>
              <a:rPr lang="en-US" altLang="zh-CN" sz="2000" b="1" dirty="0">
                <a:ea typeface="楷体_GB2312" pitchFamily="49" charset="-122"/>
              </a:rPr>
              <a:t>{</a:t>
            </a:r>
          </a:p>
          <a:p>
            <a:pPr marL="457200" indent="-457200"/>
            <a:r>
              <a:rPr lang="en-US" altLang="zh-CN" sz="2000" b="1" dirty="0">
                <a:ea typeface="楷体_GB2312" pitchFamily="49" charset="-122"/>
              </a:rPr>
              <a:t>  NODE *p;</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j;</a:t>
            </a:r>
          </a:p>
          <a:p>
            <a:pPr marL="457200" indent="-457200"/>
            <a:r>
              <a:rPr lang="en-US" altLang="zh-CN" sz="2000" b="1" dirty="0">
                <a:solidFill>
                  <a:srgbClr val="C00000"/>
                </a:solidFill>
                <a:ea typeface="楷体_GB2312" pitchFamily="49" charset="-122"/>
              </a:rPr>
              <a:t>  p = head;</a:t>
            </a:r>
          </a:p>
          <a:p>
            <a:pPr marL="457200" indent="-457200"/>
            <a:r>
              <a:rPr lang="en-US" altLang="zh-CN" sz="2000" b="1" dirty="0">
                <a:ea typeface="楷体_GB2312" pitchFamily="49" charset="-122"/>
              </a:rPr>
              <a:t>  for (j = 0; j &lt; </a:t>
            </a:r>
            <a:r>
              <a:rPr lang="en-US" altLang="zh-CN" sz="2000" b="1" dirty="0" err="1">
                <a:ea typeface="楷体_GB2312" pitchFamily="49" charset="-122"/>
              </a:rPr>
              <a:t>i</a:t>
            </a:r>
            <a:r>
              <a:rPr lang="en-US" altLang="zh-CN" sz="2000" b="1" dirty="0">
                <a:ea typeface="楷体_GB2312" pitchFamily="49" charset="-122"/>
              </a:rPr>
              <a:t> &amp;&amp; p != NULL; j++)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将</a:t>
            </a:r>
            <a:r>
              <a:rPr lang="en-US" altLang="zh-CN" sz="1800" b="1" dirty="0">
                <a:solidFill>
                  <a:srgbClr val="002060"/>
                </a:solidFill>
                <a:latin typeface="+mn-lt"/>
                <a:ea typeface="楷体" pitchFamily="49" charset="-122"/>
              </a:rPr>
              <a:t>p</a:t>
            </a:r>
            <a:r>
              <a:rPr lang="zh-CN" altLang="en-US" sz="1800" b="1" dirty="0">
                <a:solidFill>
                  <a:srgbClr val="002060"/>
                </a:solidFill>
                <a:latin typeface="+mn-lt"/>
                <a:ea typeface="楷体" pitchFamily="49" charset="-122"/>
              </a:rPr>
              <a:t>指向要插入的第</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个节点</a:t>
            </a:r>
          </a:p>
          <a:p>
            <a:pPr marL="457200" indent="-457200"/>
            <a:r>
              <a:rPr lang="zh-CN" altLang="en-US" sz="2000" b="1" dirty="0">
                <a:ea typeface="楷体_GB2312" pitchFamily="49" charset="-122"/>
              </a:rPr>
              <a:t>      </a:t>
            </a:r>
            <a:r>
              <a:rPr lang="en-US" altLang="zh-CN" sz="2000" b="1" dirty="0">
                <a:ea typeface="楷体_GB2312" pitchFamily="49" charset="-122"/>
              </a:rPr>
              <a:t>p = p-&gt;next;</a:t>
            </a:r>
          </a:p>
          <a:p>
            <a:pPr marL="457200" indent="-457200"/>
            <a:r>
              <a:rPr lang="en-US" altLang="zh-CN" sz="2000" b="1" dirty="0">
                <a:ea typeface="楷体_GB2312" pitchFamily="49" charset="-122"/>
              </a:rPr>
              <a:t>  if (p == NULL)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表明链表中第</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个节点不存在</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("the %d node not </a:t>
            </a:r>
            <a:r>
              <a:rPr lang="en-US" altLang="zh-CN" sz="2000" b="1" dirty="0" err="1">
                <a:ea typeface="楷体_GB2312" pitchFamily="49" charset="-122"/>
              </a:rPr>
              <a:t>foundt</a:t>
            </a:r>
            <a:r>
              <a:rPr lang="en-US" altLang="zh-CN" sz="2000" b="1" dirty="0">
                <a:ea typeface="楷体_GB2312" pitchFamily="49" charset="-122"/>
              </a:rPr>
              <a:t>!\n",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return;</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solidFill>
                  <a:srgbClr val="C00000"/>
                </a:solidFill>
                <a:ea typeface="楷体_GB2312" pitchFamily="49" charset="-122"/>
              </a:rPr>
              <a:t>pnew</a:t>
            </a:r>
            <a:r>
              <a:rPr lang="en-US" altLang="zh-CN" sz="2000" b="1" dirty="0">
                <a:solidFill>
                  <a:srgbClr val="C00000"/>
                </a:solidFill>
                <a:ea typeface="楷体_GB2312" pitchFamily="49" charset="-122"/>
              </a:rPr>
              <a:t>-&gt;next = p-&gt;next ;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将插入节点的指针域指向第</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个节点的后继节点</a:t>
            </a:r>
          </a:p>
          <a:p>
            <a:pPr marL="457200" indent="-457200"/>
            <a:r>
              <a:rPr lang="zh-CN" altLang="en-US" sz="2000" b="1" dirty="0">
                <a:solidFill>
                  <a:srgbClr val="7030A0"/>
                </a:solidFill>
                <a:ea typeface="楷体_GB2312" pitchFamily="49" charset="-122"/>
              </a:rPr>
              <a:t>  </a:t>
            </a:r>
            <a:r>
              <a:rPr lang="en-US" altLang="zh-CN" sz="2000" b="1" dirty="0">
                <a:solidFill>
                  <a:srgbClr val="7030A0"/>
                </a:solidFill>
                <a:ea typeface="楷体_GB2312" pitchFamily="49" charset="-122"/>
              </a:rPr>
              <a:t>p-&gt;next = </a:t>
            </a:r>
            <a:r>
              <a:rPr lang="en-US" altLang="zh-CN" sz="2000" b="1" dirty="0" err="1">
                <a:solidFill>
                  <a:srgbClr val="7030A0"/>
                </a:solidFill>
                <a:ea typeface="楷体_GB2312" pitchFamily="49" charset="-122"/>
              </a:rPr>
              <a:t>pnew</a:t>
            </a:r>
            <a:r>
              <a:rPr lang="en-US" altLang="zh-CN" sz="2000" b="1" dirty="0">
                <a:solidFill>
                  <a:srgbClr val="7030A0"/>
                </a:solidFill>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将第</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个节点的指针域指向插入节点</a:t>
            </a:r>
          </a:p>
          <a:p>
            <a:pPr marL="457200" indent="-457200"/>
            <a:r>
              <a:rPr lang="en-US" altLang="zh-CN" sz="2000" b="1" dirty="0">
                <a:ea typeface="楷体_GB2312" pitchFamily="49" charset="-122"/>
              </a:rPr>
              <a:t>}</a:t>
            </a:r>
            <a:r>
              <a:rPr lang="en-US" altLang="zh-CN" sz="2000" dirty="0">
                <a:ea typeface="楷体_GB2312" pitchFamily="49" charset="-122"/>
              </a:rPr>
              <a:t> </a:t>
            </a:r>
          </a:p>
        </p:txBody>
      </p:sp>
      <p:grpSp>
        <p:nvGrpSpPr>
          <p:cNvPr id="1101883" name="Group 59"/>
          <p:cNvGrpSpPr>
            <a:grpSpLocks/>
          </p:cNvGrpSpPr>
          <p:nvPr/>
        </p:nvGrpSpPr>
        <p:grpSpPr bwMode="auto">
          <a:xfrm>
            <a:off x="1951493" y="5389156"/>
            <a:ext cx="7980363" cy="1546225"/>
            <a:chOff x="224" y="3326"/>
            <a:chExt cx="5027" cy="974"/>
          </a:xfrm>
        </p:grpSpPr>
        <p:grpSp>
          <p:nvGrpSpPr>
            <p:cNvPr id="1101877" name="Group 53"/>
            <p:cNvGrpSpPr>
              <a:grpSpLocks/>
            </p:cNvGrpSpPr>
            <p:nvPr/>
          </p:nvGrpSpPr>
          <p:grpSpPr bwMode="auto">
            <a:xfrm>
              <a:off x="224" y="3326"/>
              <a:ext cx="5027" cy="774"/>
              <a:chOff x="224" y="3326"/>
              <a:chExt cx="5027" cy="774"/>
            </a:xfrm>
          </p:grpSpPr>
          <p:grpSp>
            <p:nvGrpSpPr>
              <p:cNvPr id="1101841" name="Group 17"/>
              <p:cNvGrpSpPr>
                <a:grpSpLocks/>
              </p:cNvGrpSpPr>
              <p:nvPr/>
            </p:nvGrpSpPr>
            <p:grpSpPr bwMode="auto">
              <a:xfrm>
                <a:off x="841" y="3454"/>
                <a:ext cx="455" cy="635"/>
                <a:chOff x="1120" y="3157"/>
                <a:chExt cx="455" cy="635"/>
              </a:xfrm>
            </p:grpSpPr>
            <p:sp>
              <p:nvSpPr>
                <p:cNvPr id="1101842" name="Rectangle 18"/>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01843" name="Rectangle 19"/>
                <p:cNvSpPr>
                  <a:spLocks noChangeArrowheads="1"/>
                </p:cNvSpPr>
                <p:nvPr/>
              </p:nvSpPr>
              <p:spPr bwMode="auto">
                <a:xfrm>
                  <a:off x="1121" y="3338"/>
                  <a:ext cx="454" cy="454"/>
                </a:xfrm>
                <a:prstGeom prst="rect">
                  <a:avLst/>
                </a:prstGeom>
                <a:blipFill>
                  <a:blip r:embed="rId4" cstate="print"/>
                  <a:tile tx="0" ty="0" sx="100000" sy="100000" flip="none" algn="tl"/>
                </a:blipFill>
                <a:ln w="19050">
                  <a:solidFill>
                    <a:srgbClr val="7030A0"/>
                  </a:solidFill>
                  <a:miter lim="800000"/>
                  <a:headEnd/>
                  <a:tailEnd/>
                </a:ln>
                <a:effectLst/>
              </p:spPr>
              <p:txBody>
                <a:bodyPr wrap="none" anchor="ctr"/>
                <a:lstStyle/>
                <a:p>
                  <a:endParaRPr lang="zh-CN" altLang="en-US"/>
                </a:p>
              </p:txBody>
            </p:sp>
          </p:grpSp>
          <p:grpSp>
            <p:nvGrpSpPr>
              <p:cNvPr id="1101844" name="Group 20"/>
              <p:cNvGrpSpPr>
                <a:grpSpLocks/>
              </p:cNvGrpSpPr>
              <p:nvPr/>
            </p:nvGrpSpPr>
            <p:grpSpPr bwMode="auto">
              <a:xfrm>
                <a:off x="224" y="3326"/>
                <a:ext cx="608" cy="250"/>
                <a:chOff x="503" y="3030"/>
                <a:chExt cx="608" cy="250"/>
              </a:xfrm>
            </p:grpSpPr>
            <p:sp>
              <p:nvSpPr>
                <p:cNvPr id="1101845" name="Line 21"/>
                <p:cNvSpPr>
                  <a:spLocks noChangeShapeType="1"/>
                </p:cNvSpPr>
                <p:nvPr/>
              </p:nvSpPr>
              <p:spPr bwMode="auto">
                <a:xfrm>
                  <a:off x="793" y="3248"/>
                  <a:ext cx="318" cy="0"/>
                </a:xfrm>
                <a:prstGeom prst="line">
                  <a:avLst/>
                </a:prstGeom>
                <a:noFill/>
                <a:ln w="28575">
                  <a:solidFill>
                    <a:srgbClr val="C00000"/>
                  </a:solidFill>
                  <a:round/>
                  <a:headEnd/>
                  <a:tailEnd type="stealth" w="lg" len="lg"/>
                </a:ln>
                <a:effectLst/>
              </p:spPr>
              <p:txBody>
                <a:bodyPr/>
                <a:lstStyle/>
                <a:p>
                  <a:endParaRPr lang="zh-CN" altLang="en-US"/>
                </a:p>
              </p:txBody>
            </p:sp>
            <p:sp>
              <p:nvSpPr>
                <p:cNvPr id="1101846" name="Text Box 22"/>
                <p:cNvSpPr txBox="1">
                  <a:spLocks noChangeArrowheads="1"/>
                </p:cNvSpPr>
                <p:nvPr/>
              </p:nvSpPr>
              <p:spPr bwMode="auto">
                <a:xfrm>
                  <a:off x="503" y="3030"/>
                  <a:ext cx="499"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C00000"/>
                      </a:solidFill>
                    </a:rPr>
                    <a:t>head</a:t>
                  </a:r>
                </a:p>
              </p:txBody>
            </p:sp>
          </p:grpSp>
          <p:grpSp>
            <p:nvGrpSpPr>
              <p:cNvPr id="1101847" name="Group 23"/>
              <p:cNvGrpSpPr>
                <a:grpSpLocks/>
              </p:cNvGrpSpPr>
              <p:nvPr/>
            </p:nvGrpSpPr>
            <p:grpSpPr bwMode="auto">
              <a:xfrm>
                <a:off x="1598" y="3455"/>
                <a:ext cx="455" cy="635"/>
                <a:chOff x="1120" y="3157"/>
                <a:chExt cx="455" cy="635"/>
              </a:xfrm>
            </p:grpSpPr>
            <p:sp>
              <p:nvSpPr>
                <p:cNvPr id="1101848" name="Rectangle 24"/>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01849" name="Rectangle 25"/>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101850" name="Group 26"/>
              <p:cNvGrpSpPr>
                <a:grpSpLocks/>
              </p:cNvGrpSpPr>
              <p:nvPr/>
            </p:nvGrpSpPr>
            <p:grpSpPr bwMode="auto">
              <a:xfrm>
                <a:off x="2373" y="3465"/>
                <a:ext cx="455" cy="635"/>
                <a:chOff x="1120" y="3157"/>
                <a:chExt cx="455" cy="635"/>
              </a:xfrm>
            </p:grpSpPr>
            <p:sp>
              <p:nvSpPr>
                <p:cNvPr id="1101851" name="Rectangle 27"/>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01852" name="Rectangle 28"/>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101853" name="Group 29"/>
              <p:cNvGrpSpPr>
                <a:grpSpLocks/>
              </p:cNvGrpSpPr>
              <p:nvPr/>
            </p:nvGrpSpPr>
            <p:grpSpPr bwMode="auto">
              <a:xfrm>
                <a:off x="3994" y="3448"/>
                <a:ext cx="455" cy="635"/>
                <a:chOff x="1120" y="3157"/>
                <a:chExt cx="455" cy="635"/>
              </a:xfrm>
            </p:grpSpPr>
            <p:sp>
              <p:nvSpPr>
                <p:cNvPr id="1101854" name="Rectangle 30"/>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01855" name="Rectangle 31"/>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101856" name="Group 32"/>
              <p:cNvGrpSpPr>
                <a:grpSpLocks/>
              </p:cNvGrpSpPr>
              <p:nvPr/>
            </p:nvGrpSpPr>
            <p:grpSpPr bwMode="auto">
              <a:xfrm>
                <a:off x="4796" y="3440"/>
                <a:ext cx="455" cy="635"/>
                <a:chOff x="1120" y="3157"/>
                <a:chExt cx="455" cy="635"/>
              </a:xfrm>
            </p:grpSpPr>
            <p:sp>
              <p:nvSpPr>
                <p:cNvPr id="1101857" name="Rectangle 33"/>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01858" name="Rectangle 34"/>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sp>
            <p:nvSpPr>
              <p:cNvPr id="1101866" name="Line 42"/>
              <p:cNvSpPr>
                <a:spLocks noChangeShapeType="1"/>
              </p:cNvSpPr>
              <p:nvPr/>
            </p:nvSpPr>
            <p:spPr bwMode="auto">
              <a:xfrm>
                <a:off x="1084" y="3548"/>
                <a:ext cx="499" cy="0"/>
              </a:xfrm>
              <a:prstGeom prst="line">
                <a:avLst/>
              </a:prstGeom>
              <a:noFill/>
              <a:ln w="28575">
                <a:solidFill>
                  <a:srgbClr val="C00000"/>
                </a:solidFill>
                <a:round/>
                <a:headEnd/>
                <a:tailEnd type="stealth" w="lg" len="lg"/>
              </a:ln>
              <a:effectLst/>
            </p:spPr>
            <p:txBody>
              <a:bodyPr/>
              <a:lstStyle/>
              <a:p>
                <a:endParaRPr lang="zh-CN" altLang="en-US"/>
              </a:p>
            </p:txBody>
          </p:sp>
          <p:sp>
            <p:nvSpPr>
              <p:cNvPr id="1101867" name="Line 43"/>
              <p:cNvSpPr>
                <a:spLocks noChangeShapeType="1"/>
              </p:cNvSpPr>
              <p:nvPr/>
            </p:nvSpPr>
            <p:spPr bwMode="auto">
              <a:xfrm>
                <a:off x="1859" y="3549"/>
                <a:ext cx="499" cy="0"/>
              </a:xfrm>
              <a:prstGeom prst="line">
                <a:avLst/>
              </a:prstGeom>
              <a:noFill/>
              <a:ln w="28575">
                <a:solidFill>
                  <a:srgbClr val="C00000"/>
                </a:solidFill>
                <a:round/>
                <a:headEnd/>
                <a:tailEnd type="stealth" w="lg" len="lg"/>
              </a:ln>
              <a:effectLst/>
            </p:spPr>
            <p:txBody>
              <a:bodyPr/>
              <a:lstStyle/>
              <a:p>
                <a:endParaRPr lang="zh-CN" altLang="en-US"/>
              </a:p>
            </p:txBody>
          </p:sp>
          <p:sp>
            <p:nvSpPr>
              <p:cNvPr id="1101868" name="Line 44"/>
              <p:cNvSpPr>
                <a:spLocks noChangeShapeType="1"/>
              </p:cNvSpPr>
              <p:nvPr/>
            </p:nvSpPr>
            <p:spPr bwMode="auto">
              <a:xfrm>
                <a:off x="4276" y="3539"/>
                <a:ext cx="499" cy="0"/>
              </a:xfrm>
              <a:prstGeom prst="line">
                <a:avLst/>
              </a:prstGeom>
              <a:noFill/>
              <a:ln w="28575">
                <a:solidFill>
                  <a:srgbClr val="C00000"/>
                </a:solidFill>
                <a:round/>
                <a:headEnd/>
                <a:tailEnd type="stealth" w="lg" len="lg"/>
              </a:ln>
              <a:effectLst/>
            </p:spPr>
            <p:txBody>
              <a:bodyPr/>
              <a:lstStyle/>
              <a:p>
                <a:endParaRPr lang="zh-CN" altLang="en-US"/>
              </a:p>
            </p:txBody>
          </p:sp>
          <p:sp>
            <p:nvSpPr>
              <p:cNvPr id="1101869" name="Line 45"/>
              <p:cNvSpPr>
                <a:spLocks noChangeShapeType="1"/>
              </p:cNvSpPr>
              <p:nvPr/>
            </p:nvSpPr>
            <p:spPr bwMode="auto">
              <a:xfrm>
                <a:off x="2626" y="3548"/>
                <a:ext cx="1360" cy="0"/>
              </a:xfrm>
              <a:prstGeom prst="line">
                <a:avLst/>
              </a:prstGeom>
              <a:noFill/>
              <a:ln w="28575">
                <a:solidFill>
                  <a:srgbClr val="C00000"/>
                </a:solidFill>
                <a:round/>
                <a:headEnd/>
                <a:tailEnd type="stealth" w="lg" len="lg"/>
              </a:ln>
              <a:effectLst/>
            </p:spPr>
            <p:txBody>
              <a:bodyPr/>
              <a:lstStyle/>
              <a:p>
                <a:endParaRPr lang="zh-CN" altLang="en-US"/>
              </a:p>
            </p:txBody>
          </p:sp>
          <p:sp>
            <p:nvSpPr>
              <p:cNvPr id="1101871" name="Text Box 47"/>
              <p:cNvSpPr txBox="1">
                <a:spLocks noChangeArrowheads="1"/>
              </p:cNvSpPr>
              <p:nvPr/>
            </p:nvSpPr>
            <p:spPr bwMode="auto">
              <a:xfrm>
                <a:off x="1669" y="3720"/>
                <a:ext cx="317" cy="250"/>
              </a:xfrm>
              <a:prstGeom prst="rect">
                <a:avLst/>
              </a:prstGeom>
              <a:noFill/>
              <a:ln w="9525">
                <a:noFill/>
                <a:miter lim="800000"/>
                <a:headEnd/>
                <a:tailEnd/>
              </a:ln>
              <a:effectLst/>
            </p:spPr>
            <p:txBody>
              <a:bodyPr>
                <a:spAutoFit/>
              </a:bodyPr>
              <a:lstStyle/>
              <a:p>
                <a:pPr>
                  <a:spcBef>
                    <a:spcPct val="50000"/>
                  </a:spcBef>
                </a:pPr>
                <a:r>
                  <a:rPr lang="en-US" altLang="zh-CN" sz="2000" b="1"/>
                  <a:t>70</a:t>
                </a:r>
              </a:p>
            </p:txBody>
          </p:sp>
          <p:sp>
            <p:nvSpPr>
              <p:cNvPr id="1101872" name="Text Box 48"/>
              <p:cNvSpPr txBox="1">
                <a:spLocks noChangeArrowheads="1"/>
              </p:cNvSpPr>
              <p:nvPr/>
            </p:nvSpPr>
            <p:spPr bwMode="auto">
              <a:xfrm>
                <a:off x="2453" y="3712"/>
                <a:ext cx="317" cy="250"/>
              </a:xfrm>
              <a:prstGeom prst="rect">
                <a:avLst/>
              </a:prstGeom>
              <a:noFill/>
              <a:ln w="9525">
                <a:noFill/>
                <a:miter lim="800000"/>
                <a:headEnd/>
                <a:tailEnd/>
              </a:ln>
              <a:effectLst/>
            </p:spPr>
            <p:txBody>
              <a:bodyPr>
                <a:spAutoFit/>
              </a:bodyPr>
              <a:lstStyle/>
              <a:p>
                <a:pPr>
                  <a:spcBef>
                    <a:spcPct val="50000"/>
                  </a:spcBef>
                </a:pPr>
                <a:r>
                  <a:rPr lang="en-US" altLang="zh-CN" sz="2000" b="1"/>
                  <a:t>65</a:t>
                </a:r>
              </a:p>
            </p:txBody>
          </p:sp>
          <p:sp>
            <p:nvSpPr>
              <p:cNvPr id="1101874" name="Text Box 50"/>
              <p:cNvSpPr txBox="1">
                <a:spLocks noChangeArrowheads="1"/>
              </p:cNvSpPr>
              <p:nvPr/>
            </p:nvSpPr>
            <p:spPr bwMode="auto">
              <a:xfrm>
                <a:off x="4066" y="3696"/>
                <a:ext cx="317" cy="250"/>
              </a:xfrm>
              <a:prstGeom prst="rect">
                <a:avLst/>
              </a:prstGeom>
              <a:noFill/>
              <a:ln w="9525">
                <a:noFill/>
                <a:miter lim="800000"/>
                <a:headEnd/>
                <a:tailEnd/>
              </a:ln>
              <a:effectLst/>
            </p:spPr>
            <p:txBody>
              <a:bodyPr>
                <a:spAutoFit/>
              </a:bodyPr>
              <a:lstStyle/>
              <a:p>
                <a:pPr>
                  <a:spcBef>
                    <a:spcPct val="50000"/>
                  </a:spcBef>
                </a:pPr>
                <a:r>
                  <a:rPr lang="en-US" altLang="zh-CN" sz="2000" b="1"/>
                  <a:t>78</a:t>
                </a:r>
              </a:p>
            </p:txBody>
          </p:sp>
          <p:sp>
            <p:nvSpPr>
              <p:cNvPr id="1101875" name="Text Box 51"/>
              <p:cNvSpPr txBox="1">
                <a:spLocks noChangeArrowheads="1"/>
              </p:cNvSpPr>
              <p:nvPr/>
            </p:nvSpPr>
            <p:spPr bwMode="auto">
              <a:xfrm>
                <a:off x="4858" y="3684"/>
                <a:ext cx="317" cy="250"/>
              </a:xfrm>
              <a:prstGeom prst="rect">
                <a:avLst/>
              </a:prstGeom>
              <a:noFill/>
              <a:ln w="9525">
                <a:noFill/>
                <a:miter lim="800000"/>
                <a:headEnd/>
                <a:tailEnd/>
              </a:ln>
              <a:effectLst/>
            </p:spPr>
            <p:txBody>
              <a:bodyPr>
                <a:spAutoFit/>
              </a:bodyPr>
              <a:lstStyle/>
              <a:p>
                <a:pPr>
                  <a:spcBef>
                    <a:spcPct val="50000"/>
                  </a:spcBef>
                </a:pPr>
                <a:r>
                  <a:rPr lang="en-US" altLang="zh-CN" sz="2000" b="1"/>
                  <a:t>90</a:t>
                </a:r>
              </a:p>
            </p:txBody>
          </p:sp>
          <p:sp>
            <p:nvSpPr>
              <p:cNvPr id="1101876" name="Rectangle 52"/>
              <p:cNvSpPr>
                <a:spLocks noChangeArrowheads="1"/>
              </p:cNvSpPr>
              <p:nvPr/>
            </p:nvSpPr>
            <p:spPr bwMode="auto">
              <a:xfrm>
                <a:off x="4903" y="3421"/>
                <a:ext cx="228" cy="192"/>
              </a:xfrm>
              <a:prstGeom prst="rect">
                <a:avLst/>
              </a:prstGeom>
              <a:noFill/>
              <a:ln w="9525">
                <a:noFill/>
                <a:miter lim="800000"/>
                <a:headEnd/>
                <a:tailEnd/>
              </a:ln>
              <a:effectLst/>
            </p:spPr>
            <p:txBody>
              <a:bodyPr wrap="none">
                <a:spAutoFit/>
              </a:bodyPr>
              <a:lstStyle/>
              <a:p>
                <a:r>
                  <a:rPr lang="en-US" altLang="zh-CN" sz="1400" b="1">
                    <a:solidFill>
                      <a:schemeClr val="accent2"/>
                    </a:solidFill>
                  </a:rPr>
                  <a:t>∧</a:t>
                </a:r>
              </a:p>
            </p:txBody>
          </p:sp>
        </p:grpSp>
        <p:sp>
          <p:nvSpPr>
            <p:cNvPr id="1101878" name="Text Box 54"/>
            <p:cNvSpPr txBox="1">
              <a:spLocks noChangeArrowheads="1"/>
            </p:cNvSpPr>
            <p:nvPr/>
          </p:nvSpPr>
          <p:spPr bwMode="auto">
            <a:xfrm>
              <a:off x="956" y="4048"/>
              <a:ext cx="227"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C00000"/>
                  </a:solidFill>
                </a:rPr>
                <a:t>0</a:t>
              </a:r>
            </a:p>
          </p:txBody>
        </p:sp>
        <p:sp>
          <p:nvSpPr>
            <p:cNvPr id="1101879" name="Text Box 55"/>
            <p:cNvSpPr txBox="1">
              <a:spLocks noChangeArrowheads="1"/>
            </p:cNvSpPr>
            <p:nvPr/>
          </p:nvSpPr>
          <p:spPr bwMode="auto">
            <a:xfrm>
              <a:off x="1713" y="4040"/>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1</a:t>
              </a:r>
            </a:p>
          </p:txBody>
        </p:sp>
        <p:sp>
          <p:nvSpPr>
            <p:cNvPr id="1101880" name="Text Box 56"/>
            <p:cNvSpPr txBox="1">
              <a:spLocks noChangeArrowheads="1"/>
            </p:cNvSpPr>
            <p:nvPr/>
          </p:nvSpPr>
          <p:spPr bwMode="auto">
            <a:xfrm>
              <a:off x="2488" y="4050"/>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2</a:t>
              </a:r>
            </a:p>
          </p:txBody>
        </p:sp>
        <p:sp>
          <p:nvSpPr>
            <p:cNvPr id="1101881" name="Text Box 57"/>
            <p:cNvSpPr txBox="1">
              <a:spLocks noChangeArrowheads="1"/>
            </p:cNvSpPr>
            <p:nvPr/>
          </p:nvSpPr>
          <p:spPr bwMode="auto">
            <a:xfrm>
              <a:off x="4105" y="4025"/>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3</a:t>
              </a:r>
            </a:p>
          </p:txBody>
        </p:sp>
        <p:sp>
          <p:nvSpPr>
            <p:cNvPr id="1101882" name="Text Box 58"/>
            <p:cNvSpPr txBox="1">
              <a:spLocks noChangeArrowheads="1"/>
            </p:cNvSpPr>
            <p:nvPr/>
          </p:nvSpPr>
          <p:spPr bwMode="auto">
            <a:xfrm>
              <a:off x="4907" y="4026"/>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4</a:t>
              </a:r>
            </a:p>
          </p:txBody>
        </p:sp>
      </p:grpSp>
      <p:grpSp>
        <p:nvGrpSpPr>
          <p:cNvPr id="1101891" name="Group 67"/>
          <p:cNvGrpSpPr>
            <a:grpSpLocks/>
          </p:cNvGrpSpPr>
          <p:nvPr/>
        </p:nvGrpSpPr>
        <p:grpSpPr bwMode="auto">
          <a:xfrm>
            <a:off x="6025018" y="5882868"/>
            <a:ext cx="1376363" cy="1008062"/>
            <a:chOff x="2790" y="3637"/>
            <a:chExt cx="867" cy="635"/>
          </a:xfrm>
        </p:grpSpPr>
        <p:grpSp>
          <p:nvGrpSpPr>
            <p:cNvPr id="1101887" name="Group 63"/>
            <p:cNvGrpSpPr>
              <a:grpSpLocks/>
            </p:cNvGrpSpPr>
            <p:nvPr/>
          </p:nvGrpSpPr>
          <p:grpSpPr bwMode="auto">
            <a:xfrm>
              <a:off x="3202" y="3637"/>
              <a:ext cx="455" cy="635"/>
              <a:chOff x="3175" y="3637"/>
              <a:chExt cx="455" cy="635"/>
            </a:xfrm>
          </p:grpSpPr>
          <p:grpSp>
            <p:nvGrpSpPr>
              <p:cNvPr id="1101862" name="Group 38"/>
              <p:cNvGrpSpPr>
                <a:grpSpLocks/>
              </p:cNvGrpSpPr>
              <p:nvPr/>
            </p:nvGrpSpPr>
            <p:grpSpPr bwMode="auto">
              <a:xfrm>
                <a:off x="3175" y="3637"/>
                <a:ext cx="455" cy="635"/>
                <a:chOff x="1120" y="3157"/>
                <a:chExt cx="455" cy="635"/>
              </a:xfrm>
            </p:grpSpPr>
            <p:sp>
              <p:nvSpPr>
                <p:cNvPr id="1101863" name="Rectangle 39"/>
                <p:cNvSpPr>
                  <a:spLocks noChangeArrowheads="1"/>
                </p:cNvSpPr>
                <p:nvPr/>
              </p:nvSpPr>
              <p:spPr bwMode="auto">
                <a:xfrm>
                  <a:off x="1120" y="3157"/>
                  <a:ext cx="454" cy="182"/>
                </a:xfrm>
                <a:prstGeom prst="rect">
                  <a:avLst/>
                </a:prstGeom>
                <a:gradFill rotWithShape="1">
                  <a:gsLst>
                    <a:gs pos="0">
                      <a:srgbClr val="969696"/>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01864" name="Rectangle 40"/>
                <p:cNvSpPr>
                  <a:spLocks noChangeArrowheads="1"/>
                </p:cNvSpPr>
                <p:nvPr/>
              </p:nvSpPr>
              <p:spPr bwMode="auto">
                <a:xfrm>
                  <a:off x="1121" y="3338"/>
                  <a:ext cx="454" cy="454"/>
                </a:xfrm>
                <a:prstGeom prst="rect">
                  <a:avLst/>
                </a:prstGeom>
                <a:gradFill rotWithShape="1">
                  <a:gsLst>
                    <a:gs pos="0">
                      <a:srgbClr val="BEDFC4"/>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sp>
            <p:nvSpPr>
              <p:cNvPr id="1101873" name="Text Box 49"/>
              <p:cNvSpPr txBox="1">
                <a:spLocks noChangeArrowheads="1"/>
              </p:cNvSpPr>
              <p:nvPr/>
            </p:nvSpPr>
            <p:spPr bwMode="auto">
              <a:xfrm>
                <a:off x="3255" y="3911"/>
                <a:ext cx="317" cy="250"/>
              </a:xfrm>
              <a:prstGeom prst="rect">
                <a:avLst/>
              </a:prstGeom>
              <a:noFill/>
              <a:ln w="9525">
                <a:noFill/>
                <a:miter lim="800000"/>
                <a:headEnd/>
                <a:tailEnd/>
              </a:ln>
              <a:effectLst/>
            </p:spPr>
            <p:txBody>
              <a:bodyPr>
                <a:spAutoFit/>
              </a:bodyPr>
              <a:lstStyle/>
              <a:p>
                <a:pPr>
                  <a:spcBef>
                    <a:spcPct val="50000"/>
                  </a:spcBef>
                </a:pPr>
                <a:r>
                  <a:rPr lang="en-US" altLang="zh-CN" sz="2000" b="1"/>
                  <a:t>65</a:t>
                </a:r>
              </a:p>
            </p:txBody>
          </p:sp>
        </p:grpSp>
        <p:grpSp>
          <p:nvGrpSpPr>
            <p:cNvPr id="1101890" name="Group 66"/>
            <p:cNvGrpSpPr>
              <a:grpSpLocks/>
            </p:cNvGrpSpPr>
            <p:nvPr/>
          </p:nvGrpSpPr>
          <p:grpSpPr bwMode="auto">
            <a:xfrm>
              <a:off x="2790" y="3765"/>
              <a:ext cx="499" cy="332"/>
              <a:chOff x="2790" y="3702"/>
              <a:chExt cx="499" cy="332"/>
            </a:xfrm>
          </p:grpSpPr>
          <p:sp>
            <p:nvSpPr>
              <p:cNvPr id="1101885" name="Line 61"/>
              <p:cNvSpPr>
                <a:spLocks noChangeShapeType="1"/>
              </p:cNvSpPr>
              <p:nvPr/>
            </p:nvSpPr>
            <p:spPr bwMode="auto">
              <a:xfrm flipV="1">
                <a:off x="3043" y="3702"/>
                <a:ext cx="136" cy="182"/>
              </a:xfrm>
              <a:prstGeom prst="line">
                <a:avLst/>
              </a:prstGeom>
              <a:noFill/>
              <a:ln w="28575">
                <a:solidFill>
                  <a:srgbClr val="002060"/>
                </a:solidFill>
                <a:round/>
                <a:headEnd/>
                <a:tailEnd type="stealth" w="lg" len="lg"/>
              </a:ln>
              <a:effectLst/>
            </p:spPr>
            <p:txBody>
              <a:bodyPr/>
              <a:lstStyle/>
              <a:p>
                <a:endParaRPr lang="zh-CN" altLang="en-US"/>
              </a:p>
            </p:txBody>
          </p:sp>
          <p:sp>
            <p:nvSpPr>
              <p:cNvPr id="1101886" name="Text Box 62"/>
              <p:cNvSpPr txBox="1">
                <a:spLocks noChangeArrowheads="1"/>
              </p:cNvSpPr>
              <p:nvPr/>
            </p:nvSpPr>
            <p:spPr bwMode="auto">
              <a:xfrm>
                <a:off x="2790" y="3803"/>
                <a:ext cx="499" cy="231"/>
              </a:xfrm>
              <a:prstGeom prst="rect">
                <a:avLst/>
              </a:prstGeom>
              <a:noFill/>
              <a:ln w="9525">
                <a:noFill/>
                <a:miter lim="800000"/>
                <a:headEnd/>
                <a:tailEnd/>
              </a:ln>
              <a:effectLst/>
            </p:spPr>
            <p:txBody>
              <a:bodyPr>
                <a:spAutoFit/>
              </a:bodyPr>
              <a:lstStyle/>
              <a:p>
                <a:pPr>
                  <a:spcBef>
                    <a:spcPct val="50000"/>
                  </a:spcBef>
                </a:pPr>
                <a:r>
                  <a:rPr lang="en-US" altLang="zh-CN" sz="1800" b="1" dirty="0" err="1">
                    <a:solidFill>
                      <a:srgbClr val="002060"/>
                    </a:solidFill>
                  </a:rPr>
                  <a:t>pnew</a:t>
                </a:r>
                <a:endParaRPr lang="en-US" altLang="zh-CN" sz="1800" b="1" dirty="0">
                  <a:solidFill>
                    <a:srgbClr val="002060"/>
                  </a:solidFill>
                </a:endParaRPr>
              </a:p>
            </p:txBody>
          </p:sp>
        </p:grpSp>
      </p:grpSp>
      <p:sp>
        <p:nvSpPr>
          <p:cNvPr id="1101889" name="AutoShape 65"/>
          <p:cNvSpPr>
            <a:spLocks noChangeArrowheads="1"/>
          </p:cNvSpPr>
          <p:nvPr/>
        </p:nvSpPr>
        <p:spPr bwMode="auto">
          <a:xfrm>
            <a:off x="6356747" y="1354683"/>
            <a:ext cx="1223962" cy="431800"/>
          </a:xfrm>
          <a:prstGeom prst="wedgeRoundRectCallout">
            <a:avLst>
              <a:gd name="adj1" fmla="val 61801"/>
              <a:gd name="adj2" fmla="val -123162"/>
              <a:gd name="adj3" fmla="val 16667"/>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1800" b="1" dirty="0">
                <a:solidFill>
                  <a:srgbClr val="CC0000"/>
                </a:solidFill>
                <a:latin typeface="+mn-lt"/>
                <a:ea typeface="楷体" pitchFamily="49" charset="-122"/>
              </a:rPr>
              <a:t>假设</a:t>
            </a:r>
            <a:r>
              <a:rPr lang="en-US" altLang="zh-CN" sz="1800" b="1" dirty="0" err="1">
                <a:solidFill>
                  <a:srgbClr val="CC0000"/>
                </a:solidFill>
                <a:latin typeface="+mn-lt"/>
                <a:ea typeface="楷体" pitchFamily="49" charset="-122"/>
              </a:rPr>
              <a:t>i</a:t>
            </a:r>
            <a:r>
              <a:rPr lang="en-US" altLang="zh-CN" sz="1800" b="1" dirty="0">
                <a:solidFill>
                  <a:srgbClr val="CC0000"/>
                </a:solidFill>
                <a:latin typeface="+mn-lt"/>
                <a:ea typeface="楷体" pitchFamily="49" charset="-122"/>
              </a:rPr>
              <a:t> = 2</a:t>
            </a:r>
          </a:p>
        </p:txBody>
      </p:sp>
      <p:grpSp>
        <p:nvGrpSpPr>
          <p:cNvPr id="1101898" name="Group 74"/>
          <p:cNvGrpSpPr>
            <a:grpSpLocks/>
          </p:cNvGrpSpPr>
          <p:nvPr/>
        </p:nvGrpSpPr>
        <p:grpSpPr bwMode="auto">
          <a:xfrm>
            <a:off x="2437268" y="5857468"/>
            <a:ext cx="434975" cy="512762"/>
            <a:chOff x="674" y="3621"/>
            <a:chExt cx="274" cy="323"/>
          </a:xfrm>
        </p:grpSpPr>
        <p:sp>
          <p:nvSpPr>
            <p:cNvPr id="1101892" name="Line 68"/>
            <p:cNvSpPr>
              <a:spLocks noChangeShapeType="1"/>
            </p:cNvSpPr>
            <p:nvPr/>
          </p:nvSpPr>
          <p:spPr bwMode="auto">
            <a:xfrm flipV="1">
              <a:off x="793" y="3621"/>
              <a:ext cx="155" cy="172"/>
            </a:xfrm>
            <a:prstGeom prst="line">
              <a:avLst/>
            </a:prstGeom>
            <a:noFill/>
            <a:ln w="28575">
              <a:solidFill>
                <a:srgbClr val="7030A0"/>
              </a:solidFill>
              <a:round/>
              <a:headEnd/>
              <a:tailEnd type="stealth" w="lg" len="lg"/>
            </a:ln>
            <a:effectLst/>
          </p:spPr>
          <p:txBody>
            <a:bodyPr/>
            <a:lstStyle/>
            <a:p>
              <a:endParaRPr lang="zh-CN" altLang="en-US">
                <a:solidFill>
                  <a:srgbClr val="7030A0"/>
                </a:solidFill>
              </a:endParaRPr>
            </a:p>
          </p:txBody>
        </p:sp>
        <p:sp>
          <p:nvSpPr>
            <p:cNvPr id="1101893" name="Text Box 69"/>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7030A0"/>
                  </a:solidFill>
                </a:rPr>
                <a:t>p</a:t>
              </a:r>
            </a:p>
          </p:txBody>
        </p:sp>
      </p:grpSp>
      <p:grpSp>
        <p:nvGrpSpPr>
          <p:cNvPr id="1101899" name="Group 75"/>
          <p:cNvGrpSpPr>
            <a:grpSpLocks/>
          </p:cNvGrpSpPr>
          <p:nvPr/>
        </p:nvGrpSpPr>
        <p:grpSpPr bwMode="auto">
          <a:xfrm>
            <a:off x="3653293" y="5859056"/>
            <a:ext cx="434975" cy="512763"/>
            <a:chOff x="674" y="3621"/>
            <a:chExt cx="274" cy="323"/>
          </a:xfrm>
        </p:grpSpPr>
        <p:sp>
          <p:nvSpPr>
            <p:cNvPr id="1101900" name="Line 76"/>
            <p:cNvSpPr>
              <a:spLocks noChangeShapeType="1"/>
            </p:cNvSpPr>
            <p:nvPr/>
          </p:nvSpPr>
          <p:spPr bwMode="auto">
            <a:xfrm flipV="1">
              <a:off x="793" y="3621"/>
              <a:ext cx="155" cy="172"/>
            </a:xfrm>
            <a:prstGeom prst="line">
              <a:avLst/>
            </a:prstGeom>
            <a:noFill/>
            <a:ln w="28575">
              <a:solidFill>
                <a:srgbClr val="7030A0"/>
              </a:solidFill>
              <a:round/>
              <a:headEnd/>
              <a:tailEnd type="stealth" w="lg" len="lg"/>
            </a:ln>
            <a:effectLst/>
          </p:spPr>
          <p:txBody>
            <a:bodyPr/>
            <a:lstStyle/>
            <a:p>
              <a:endParaRPr lang="zh-CN" altLang="en-US" dirty="0">
                <a:solidFill>
                  <a:srgbClr val="7030A0"/>
                </a:solidFill>
              </a:endParaRPr>
            </a:p>
          </p:txBody>
        </p:sp>
        <p:sp>
          <p:nvSpPr>
            <p:cNvPr id="1101901" name="Text Box 77"/>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7030A0"/>
                  </a:solidFill>
                </a:rPr>
                <a:t>p</a:t>
              </a:r>
            </a:p>
          </p:txBody>
        </p:sp>
      </p:grpSp>
      <p:sp useBgFill="1">
        <p:nvSpPr>
          <p:cNvPr id="1101902" name="Rectangle 78"/>
          <p:cNvSpPr>
            <a:spLocks noChangeArrowheads="1"/>
          </p:cNvSpPr>
          <p:nvPr/>
        </p:nvSpPr>
        <p:spPr bwMode="auto">
          <a:xfrm>
            <a:off x="2410281" y="5820988"/>
            <a:ext cx="504825" cy="503238"/>
          </a:xfrm>
          <a:prstGeom prst="rect">
            <a:avLst/>
          </a:prstGeom>
          <a:ln w="9525">
            <a:noFill/>
            <a:miter lim="800000"/>
            <a:headEnd/>
            <a:tailEnd/>
          </a:ln>
          <a:effectLst/>
        </p:spPr>
        <p:txBody>
          <a:bodyPr wrap="none" anchor="ctr"/>
          <a:lstStyle/>
          <a:p>
            <a:endParaRPr lang="zh-CN" altLang="en-US"/>
          </a:p>
        </p:txBody>
      </p:sp>
      <p:grpSp>
        <p:nvGrpSpPr>
          <p:cNvPr id="1101903" name="Group 79"/>
          <p:cNvGrpSpPr>
            <a:grpSpLocks/>
          </p:cNvGrpSpPr>
          <p:nvPr/>
        </p:nvGrpSpPr>
        <p:grpSpPr bwMode="auto">
          <a:xfrm>
            <a:off x="4869318" y="5860643"/>
            <a:ext cx="434975" cy="512762"/>
            <a:chOff x="674" y="3621"/>
            <a:chExt cx="274" cy="323"/>
          </a:xfrm>
        </p:grpSpPr>
        <p:sp>
          <p:nvSpPr>
            <p:cNvPr id="1101904" name="Line 80"/>
            <p:cNvSpPr>
              <a:spLocks noChangeShapeType="1"/>
            </p:cNvSpPr>
            <p:nvPr/>
          </p:nvSpPr>
          <p:spPr bwMode="auto">
            <a:xfrm flipV="1">
              <a:off x="793" y="3621"/>
              <a:ext cx="155" cy="172"/>
            </a:xfrm>
            <a:prstGeom prst="line">
              <a:avLst/>
            </a:prstGeom>
            <a:noFill/>
            <a:ln w="28575">
              <a:solidFill>
                <a:srgbClr val="7030A0"/>
              </a:solidFill>
              <a:round/>
              <a:headEnd/>
              <a:tailEnd type="stealth" w="lg" len="lg"/>
            </a:ln>
            <a:effectLst/>
          </p:spPr>
          <p:txBody>
            <a:bodyPr/>
            <a:lstStyle/>
            <a:p>
              <a:endParaRPr lang="zh-CN" altLang="en-US" dirty="0">
                <a:solidFill>
                  <a:srgbClr val="7030A0"/>
                </a:solidFill>
              </a:endParaRPr>
            </a:p>
          </p:txBody>
        </p:sp>
        <p:sp>
          <p:nvSpPr>
            <p:cNvPr id="1101905" name="Text Box 81"/>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7030A0"/>
                  </a:solidFill>
                </a:rPr>
                <a:t>p</a:t>
              </a:r>
            </a:p>
          </p:txBody>
        </p:sp>
      </p:grpSp>
      <p:sp useBgFill="1">
        <p:nvSpPr>
          <p:cNvPr id="1101906" name="Rectangle 82"/>
          <p:cNvSpPr>
            <a:spLocks noChangeArrowheads="1"/>
          </p:cNvSpPr>
          <p:nvPr/>
        </p:nvSpPr>
        <p:spPr bwMode="auto">
          <a:xfrm>
            <a:off x="3654881" y="5822577"/>
            <a:ext cx="441325" cy="503237"/>
          </a:xfrm>
          <a:prstGeom prst="rect">
            <a:avLst/>
          </a:prstGeom>
          <a:ln w="9525">
            <a:noFill/>
            <a:miter lim="800000"/>
            <a:headEnd/>
            <a:tailEnd/>
          </a:ln>
          <a:effectLst/>
        </p:spPr>
        <p:txBody>
          <a:bodyPr wrap="none" anchor="ctr"/>
          <a:lstStyle/>
          <a:p>
            <a:endParaRPr lang="zh-CN" altLang="en-US"/>
          </a:p>
        </p:txBody>
      </p:sp>
      <p:sp useBgFill="1">
        <p:nvSpPr>
          <p:cNvPr id="1101907" name="Rectangle 83"/>
          <p:cNvSpPr>
            <a:spLocks noChangeArrowheads="1"/>
          </p:cNvSpPr>
          <p:nvPr/>
        </p:nvSpPr>
        <p:spPr bwMode="auto">
          <a:xfrm>
            <a:off x="6299655" y="5603502"/>
            <a:ext cx="1612900" cy="217487"/>
          </a:xfrm>
          <a:prstGeom prst="rect">
            <a:avLst/>
          </a:prstGeom>
          <a:ln w="9525">
            <a:noFill/>
            <a:miter lim="800000"/>
            <a:headEnd/>
            <a:tailEnd/>
          </a:ln>
          <a:effectLst/>
        </p:spPr>
        <p:txBody>
          <a:bodyPr wrap="none" anchor="ctr"/>
          <a:lstStyle/>
          <a:p>
            <a:endParaRPr lang="zh-CN" altLang="en-US"/>
          </a:p>
        </p:txBody>
      </p:sp>
      <p:grpSp>
        <p:nvGrpSpPr>
          <p:cNvPr id="1101911" name="Group 87"/>
          <p:cNvGrpSpPr>
            <a:grpSpLocks/>
          </p:cNvGrpSpPr>
          <p:nvPr/>
        </p:nvGrpSpPr>
        <p:grpSpPr bwMode="auto">
          <a:xfrm>
            <a:off x="7077531" y="5741581"/>
            <a:ext cx="835025" cy="288925"/>
            <a:chOff x="3597" y="3548"/>
            <a:chExt cx="526" cy="182"/>
          </a:xfrm>
        </p:grpSpPr>
        <p:sp>
          <p:nvSpPr>
            <p:cNvPr id="1101908" name="Line 84"/>
            <p:cNvSpPr>
              <a:spLocks noChangeShapeType="1"/>
            </p:cNvSpPr>
            <p:nvPr/>
          </p:nvSpPr>
          <p:spPr bwMode="auto">
            <a:xfrm>
              <a:off x="3941" y="3548"/>
              <a:ext cx="182" cy="0"/>
            </a:xfrm>
            <a:prstGeom prst="line">
              <a:avLst/>
            </a:prstGeom>
            <a:noFill/>
            <a:ln w="28575">
              <a:solidFill>
                <a:srgbClr val="C00000"/>
              </a:solidFill>
              <a:round/>
              <a:headEnd/>
              <a:tailEnd type="stealth" w="lg" len="lg"/>
            </a:ln>
            <a:effectLst/>
          </p:spPr>
          <p:txBody>
            <a:bodyPr/>
            <a:lstStyle/>
            <a:p>
              <a:endParaRPr lang="zh-CN" altLang="en-US"/>
            </a:p>
          </p:txBody>
        </p:sp>
        <p:sp>
          <p:nvSpPr>
            <p:cNvPr id="1101909" name="Line 85"/>
            <p:cNvSpPr>
              <a:spLocks noChangeShapeType="1"/>
            </p:cNvSpPr>
            <p:nvPr/>
          </p:nvSpPr>
          <p:spPr bwMode="auto">
            <a:xfrm>
              <a:off x="3951" y="3548"/>
              <a:ext cx="0" cy="181"/>
            </a:xfrm>
            <a:prstGeom prst="line">
              <a:avLst/>
            </a:prstGeom>
            <a:noFill/>
            <a:ln w="28575">
              <a:solidFill>
                <a:srgbClr val="C00000"/>
              </a:solidFill>
              <a:round/>
              <a:headEnd/>
              <a:tailEnd/>
            </a:ln>
            <a:effectLst/>
          </p:spPr>
          <p:txBody>
            <a:bodyPr/>
            <a:lstStyle/>
            <a:p>
              <a:endParaRPr lang="zh-CN" altLang="en-US"/>
            </a:p>
          </p:txBody>
        </p:sp>
        <p:sp>
          <p:nvSpPr>
            <p:cNvPr id="1101910" name="Line 86"/>
            <p:cNvSpPr>
              <a:spLocks noChangeShapeType="1"/>
            </p:cNvSpPr>
            <p:nvPr/>
          </p:nvSpPr>
          <p:spPr bwMode="auto">
            <a:xfrm>
              <a:off x="3597" y="3730"/>
              <a:ext cx="363" cy="0"/>
            </a:xfrm>
            <a:prstGeom prst="line">
              <a:avLst/>
            </a:prstGeom>
            <a:noFill/>
            <a:ln w="28575">
              <a:solidFill>
                <a:srgbClr val="C00000"/>
              </a:solidFill>
              <a:round/>
              <a:headEnd/>
              <a:tailEnd/>
            </a:ln>
            <a:effectLst/>
          </p:spPr>
          <p:txBody>
            <a:bodyPr/>
            <a:lstStyle/>
            <a:p>
              <a:endParaRPr lang="zh-CN" altLang="en-US"/>
            </a:p>
          </p:txBody>
        </p:sp>
      </p:grpSp>
      <p:grpSp>
        <p:nvGrpSpPr>
          <p:cNvPr id="1101914" name="Group 90"/>
          <p:cNvGrpSpPr>
            <a:grpSpLocks/>
          </p:cNvGrpSpPr>
          <p:nvPr/>
        </p:nvGrpSpPr>
        <p:grpSpPr bwMode="auto">
          <a:xfrm>
            <a:off x="6299655" y="5727294"/>
            <a:ext cx="360362" cy="287337"/>
            <a:chOff x="3107" y="3539"/>
            <a:chExt cx="227" cy="181"/>
          </a:xfrm>
        </p:grpSpPr>
        <p:sp>
          <p:nvSpPr>
            <p:cNvPr id="1101912" name="Line 88"/>
            <p:cNvSpPr>
              <a:spLocks noChangeShapeType="1"/>
            </p:cNvSpPr>
            <p:nvPr/>
          </p:nvSpPr>
          <p:spPr bwMode="auto">
            <a:xfrm>
              <a:off x="3107" y="3711"/>
              <a:ext cx="227" cy="0"/>
            </a:xfrm>
            <a:prstGeom prst="line">
              <a:avLst/>
            </a:prstGeom>
            <a:noFill/>
            <a:ln w="28575">
              <a:solidFill>
                <a:srgbClr val="C00000"/>
              </a:solidFill>
              <a:round/>
              <a:headEnd/>
              <a:tailEnd type="stealth" w="lg" len="lg"/>
            </a:ln>
            <a:effectLst/>
          </p:spPr>
          <p:txBody>
            <a:bodyPr/>
            <a:lstStyle/>
            <a:p>
              <a:endParaRPr lang="zh-CN" altLang="en-US"/>
            </a:p>
          </p:txBody>
        </p:sp>
        <p:sp>
          <p:nvSpPr>
            <p:cNvPr id="1101913" name="Line 89"/>
            <p:cNvSpPr>
              <a:spLocks noChangeShapeType="1"/>
            </p:cNvSpPr>
            <p:nvPr/>
          </p:nvSpPr>
          <p:spPr bwMode="auto">
            <a:xfrm>
              <a:off x="3107" y="3539"/>
              <a:ext cx="0" cy="181"/>
            </a:xfrm>
            <a:prstGeom prst="line">
              <a:avLst/>
            </a:prstGeom>
            <a:noFill/>
            <a:ln w="28575">
              <a:solidFill>
                <a:srgbClr val="C00000"/>
              </a:solidFill>
              <a:round/>
              <a:headEnd/>
              <a:tailEnd/>
            </a:ln>
            <a:effectLst/>
          </p:spPr>
          <p:txBody>
            <a:bodyPr/>
            <a:lstStyle/>
            <a:p>
              <a:endParaRPr lang="zh-CN" altLang="en-US"/>
            </a:p>
          </p:txBody>
        </p:sp>
      </p:grpSp>
      <p:sp>
        <p:nvSpPr>
          <p:cNvPr id="3" name="文本框 2">
            <a:extLst>
              <a:ext uri="{FF2B5EF4-FFF2-40B4-BE49-F238E27FC236}">
                <a16:creationId xmlns:a16="http://schemas.microsoft.com/office/drawing/2014/main" id="{C0B96DFE-1963-4E94-BC51-1438191F5D65}"/>
              </a:ext>
            </a:extLst>
          </p:cNvPr>
          <p:cNvSpPr txBox="1"/>
          <p:nvPr/>
        </p:nvSpPr>
        <p:spPr>
          <a:xfrm>
            <a:off x="625462" y="791229"/>
            <a:ext cx="553998" cy="5806123"/>
          </a:xfrm>
          <a:prstGeom prst="rect">
            <a:avLst/>
          </a:prstGeom>
          <a:noFill/>
        </p:spPr>
        <p:txBody>
          <a:bodyPr vert="eaVert" wrap="square" rtlCol="0">
            <a:spAutoFit/>
          </a:bodyPr>
          <a:lstStyle/>
          <a:p>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链表插入操作函数</a:t>
            </a:r>
            <a:r>
              <a:rPr lang="en-US" altLang="zh-CN" b="1" dirty="0" err="1">
                <a:solidFill>
                  <a:srgbClr val="C00000"/>
                </a:solidFill>
                <a:latin typeface="楷体" panose="02010609060101010101" pitchFamily="49" charset="-122"/>
                <a:ea typeface="楷体" panose="02010609060101010101" pitchFamily="49" charset="-122"/>
              </a:rPr>
              <a:t>Insert_LinkList</a:t>
            </a:r>
            <a:r>
              <a:rPr lang="en-US" altLang="zh-CN" dirty="0">
                <a:solidFill>
                  <a:srgbClr val="C00000"/>
                </a:solidFill>
                <a:latin typeface="楷体" panose="02010609060101010101" pitchFamily="49" charset="-122"/>
                <a:ea typeface="楷体" panose="02010609060101010101" pitchFamily="49" charset="-122"/>
              </a:rPr>
              <a:t> </a:t>
            </a:r>
            <a:endParaRPr lang="zh-CN" altLang="en-US" dirty="0">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01840">
                                            <p:txEl>
                                              <p:pRg st="0" end="0"/>
                                            </p:txEl>
                                          </p:spTgt>
                                        </p:tgtEl>
                                        <p:attrNameLst>
                                          <p:attrName>style.visibility</p:attrName>
                                        </p:attrNameLst>
                                      </p:cBhvr>
                                      <p:to>
                                        <p:strVal val="visible"/>
                                      </p:to>
                                    </p:set>
                                    <p:anim calcmode="lin" valueType="num">
                                      <p:cBhvr additive="base">
                                        <p:cTn id="7" dur="500" fill="hold"/>
                                        <p:tgtEl>
                                          <p:spTgt spid="11018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0184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101840">
                                            <p:txEl>
                                              <p:pRg st="1" end="1"/>
                                            </p:txEl>
                                          </p:spTgt>
                                        </p:tgtEl>
                                        <p:attrNameLst>
                                          <p:attrName>style.visibility</p:attrName>
                                        </p:attrNameLst>
                                      </p:cBhvr>
                                      <p:to>
                                        <p:strVal val="visible"/>
                                      </p:to>
                                    </p:set>
                                    <p:anim calcmode="lin" valueType="num">
                                      <p:cBhvr additive="base">
                                        <p:cTn id="11" dur="500" fill="hold"/>
                                        <p:tgtEl>
                                          <p:spTgt spid="110184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0184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101840">
                                            <p:txEl>
                                              <p:pRg st="2" end="2"/>
                                            </p:txEl>
                                          </p:spTgt>
                                        </p:tgtEl>
                                        <p:attrNameLst>
                                          <p:attrName>style.visibility</p:attrName>
                                        </p:attrNameLst>
                                      </p:cBhvr>
                                      <p:to>
                                        <p:strVal val="visible"/>
                                      </p:to>
                                    </p:set>
                                    <p:anim calcmode="lin" valueType="num">
                                      <p:cBhvr additive="base">
                                        <p:cTn id="15" dur="500" fill="hold"/>
                                        <p:tgtEl>
                                          <p:spTgt spid="110184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0184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101840">
                                            <p:txEl>
                                              <p:pRg st="3" end="3"/>
                                            </p:txEl>
                                          </p:spTgt>
                                        </p:tgtEl>
                                        <p:attrNameLst>
                                          <p:attrName>style.visibility</p:attrName>
                                        </p:attrNameLst>
                                      </p:cBhvr>
                                      <p:to>
                                        <p:strVal val="visible"/>
                                      </p:to>
                                    </p:set>
                                    <p:anim calcmode="lin" valueType="num">
                                      <p:cBhvr additive="base">
                                        <p:cTn id="19" dur="500" fill="hold"/>
                                        <p:tgtEl>
                                          <p:spTgt spid="110184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01840">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par>
                          <p:cTn id="21" fill="hold">
                            <p:stCondLst>
                              <p:cond delay="500"/>
                            </p:stCondLst>
                            <p:childTnLst>
                              <p:par>
                                <p:cTn id="22" presetID="18" presetClass="entr" presetSubtype="12" fill="hold" grpId="0" nodeType="afterEffect">
                                  <p:stCondLst>
                                    <p:cond delay="0"/>
                                  </p:stCondLst>
                                  <p:childTnLst>
                                    <p:set>
                                      <p:cBhvr>
                                        <p:cTn id="23" dur="1" fill="hold">
                                          <p:stCondLst>
                                            <p:cond delay="0"/>
                                          </p:stCondLst>
                                        </p:cTn>
                                        <p:tgtEl>
                                          <p:spTgt spid="1101889"/>
                                        </p:tgtEl>
                                        <p:attrNameLst>
                                          <p:attrName>style.visibility</p:attrName>
                                        </p:attrNameLst>
                                      </p:cBhvr>
                                      <p:to>
                                        <p:strVal val="visible"/>
                                      </p:to>
                                    </p:set>
                                    <p:animEffect transition="in" filter="strips(downLeft)">
                                      <p:cBhvr>
                                        <p:cTn id="24" dur="500"/>
                                        <p:tgtEl>
                                          <p:spTgt spid="1101889"/>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par>
                          <p:cTn id="25" fill="hold">
                            <p:stCondLst>
                              <p:cond delay="1000"/>
                            </p:stCondLst>
                            <p:childTnLst>
                              <p:par>
                                <p:cTn id="26" presetID="18" presetClass="entr" presetSubtype="3" fill="hold" nodeType="afterEffect">
                                  <p:stCondLst>
                                    <p:cond delay="0"/>
                                  </p:stCondLst>
                                  <p:childTnLst>
                                    <p:set>
                                      <p:cBhvr>
                                        <p:cTn id="27" dur="1" fill="hold">
                                          <p:stCondLst>
                                            <p:cond delay="0"/>
                                          </p:stCondLst>
                                        </p:cTn>
                                        <p:tgtEl>
                                          <p:spTgt spid="1101891"/>
                                        </p:tgtEl>
                                        <p:attrNameLst>
                                          <p:attrName>style.visibility</p:attrName>
                                        </p:attrNameLst>
                                      </p:cBhvr>
                                      <p:to>
                                        <p:strVal val="visible"/>
                                      </p:to>
                                    </p:set>
                                    <p:animEffect transition="in" filter="strips(upRight)">
                                      <p:cBhvr>
                                        <p:cTn id="28" dur="500"/>
                                        <p:tgtEl>
                                          <p:spTgt spid="1101891"/>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101840">
                                            <p:txEl>
                                              <p:pRg st="4" end="4"/>
                                            </p:txEl>
                                          </p:spTgt>
                                        </p:tgtEl>
                                        <p:attrNameLst>
                                          <p:attrName>style.visibility</p:attrName>
                                        </p:attrNameLst>
                                      </p:cBhvr>
                                      <p:to>
                                        <p:strVal val="visible"/>
                                      </p:to>
                                    </p:set>
                                    <p:anim calcmode="lin" valueType="num">
                                      <p:cBhvr additive="base">
                                        <p:cTn id="33" dur="500" fill="hold"/>
                                        <p:tgtEl>
                                          <p:spTgt spid="110184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101840">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18" presetClass="entr" presetSubtype="3" fill="hold" nodeType="afterEffect">
                                  <p:stCondLst>
                                    <p:cond delay="0"/>
                                  </p:stCondLst>
                                  <p:childTnLst>
                                    <p:set>
                                      <p:cBhvr>
                                        <p:cTn id="37" dur="1" fill="hold">
                                          <p:stCondLst>
                                            <p:cond delay="0"/>
                                          </p:stCondLst>
                                        </p:cTn>
                                        <p:tgtEl>
                                          <p:spTgt spid="1101898"/>
                                        </p:tgtEl>
                                        <p:attrNameLst>
                                          <p:attrName>style.visibility</p:attrName>
                                        </p:attrNameLst>
                                      </p:cBhvr>
                                      <p:to>
                                        <p:strVal val="visible"/>
                                      </p:to>
                                    </p:set>
                                    <p:animEffect transition="in" filter="strips(upRight)">
                                      <p:cBhvr>
                                        <p:cTn id="38" dur="500"/>
                                        <p:tgtEl>
                                          <p:spTgt spid="1101898"/>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101840">
                                            <p:txEl>
                                              <p:pRg st="5" end="5"/>
                                            </p:txEl>
                                          </p:spTgt>
                                        </p:tgtEl>
                                        <p:attrNameLst>
                                          <p:attrName>style.visibility</p:attrName>
                                        </p:attrNameLst>
                                      </p:cBhvr>
                                      <p:to>
                                        <p:strVal val="visible"/>
                                      </p:to>
                                    </p:set>
                                    <p:anim calcmode="lin" valueType="num">
                                      <p:cBhvr additive="base">
                                        <p:cTn id="43" dur="500" fill="hold"/>
                                        <p:tgtEl>
                                          <p:spTgt spid="1101840">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01840">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par>
                                <p:cTn id="45" presetID="2" presetClass="entr" presetSubtype="4" fill="hold" nodeType="withEffect">
                                  <p:stCondLst>
                                    <p:cond delay="0"/>
                                  </p:stCondLst>
                                  <p:childTnLst>
                                    <p:set>
                                      <p:cBhvr>
                                        <p:cTn id="46" dur="1" fill="hold">
                                          <p:stCondLst>
                                            <p:cond delay="0"/>
                                          </p:stCondLst>
                                        </p:cTn>
                                        <p:tgtEl>
                                          <p:spTgt spid="1101840">
                                            <p:txEl>
                                              <p:pRg st="6" end="6"/>
                                            </p:txEl>
                                          </p:spTgt>
                                        </p:tgtEl>
                                        <p:attrNameLst>
                                          <p:attrName>style.visibility</p:attrName>
                                        </p:attrNameLst>
                                      </p:cBhvr>
                                      <p:to>
                                        <p:strVal val="visible"/>
                                      </p:to>
                                    </p:set>
                                    <p:anim calcmode="lin" valueType="num">
                                      <p:cBhvr additive="base">
                                        <p:cTn id="47" dur="500" fill="hold"/>
                                        <p:tgtEl>
                                          <p:spTgt spid="1101840">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01840">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16" fill="hold" grpId="0" nodeType="clickEffect">
                                  <p:stCondLst>
                                    <p:cond delay="0"/>
                                  </p:stCondLst>
                                  <p:childTnLst>
                                    <p:set>
                                      <p:cBhvr>
                                        <p:cTn id="52" dur="1" fill="hold">
                                          <p:stCondLst>
                                            <p:cond delay="0"/>
                                          </p:stCondLst>
                                        </p:cTn>
                                        <p:tgtEl>
                                          <p:spTgt spid="1101902"/>
                                        </p:tgtEl>
                                        <p:attrNameLst>
                                          <p:attrName>style.visibility</p:attrName>
                                        </p:attrNameLst>
                                      </p:cBhvr>
                                      <p:to>
                                        <p:strVal val="visible"/>
                                      </p:to>
                                    </p:set>
                                    <p:animEffect transition="in" filter="box(in)">
                                      <p:cBhvr>
                                        <p:cTn id="53" dur="500"/>
                                        <p:tgtEl>
                                          <p:spTgt spid="1101902"/>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par>
                          <p:cTn id="54" fill="hold">
                            <p:stCondLst>
                              <p:cond delay="500"/>
                            </p:stCondLst>
                            <p:childTnLst>
                              <p:par>
                                <p:cTn id="55" presetID="18" presetClass="entr" presetSubtype="3" fill="hold" nodeType="afterEffect">
                                  <p:stCondLst>
                                    <p:cond delay="0"/>
                                  </p:stCondLst>
                                  <p:childTnLst>
                                    <p:set>
                                      <p:cBhvr>
                                        <p:cTn id="56" dur="1" fill="hold">
                                          <p:stCondLst>
                                            <p:cond delay="0"/>
                                          </p:stCondLst>
                                        </p:cTn>
                                        <p:tgtEl>
                                          <p:spTgt spid="1101899"/>
                                        </p:tgtEl>
                                        <p:attrNameLst>
                                          <p:attrName>style.visibility</p:attrName>
                                        </p:attrNameLst>
                                      </p:cBhvr>
                                      <p:to>
                                        <p:strVal val="visible"/>
                                      </p:to>
                                    </p:set>
                                    <p:animEffect transition="in" filter="strips(upRight)">
                                      <p:cBhvr>
                                        <p:cTn id="57" dur="500"/>
                                        <p:tgtEl>
                                          <p:spTgt spid="1101899"/>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1101906"/>
                                        </p:tgtEl>
                                        <p:attrNameLst>
                                          <p:attrName>style.visibility</p:attrName>
                                        </p:attrNameLst>
                                      </p:cBhvr>
                                      <p:to>
                                        <p:strVal val="visible"/>
                                      </p:to>
                                    </p:set>
                                    <p:animEffect transition="in" filter="box(in)">
                                      <p:cBhvr>
                                        <p:cTn id="62" dur="500"/>
                                        <p:tgtEl>
                                          <p:spTgt spid="1101906"/>
                                        </p:tgtEl>
                                      </p:cBhvr>
                                    </p:animEffect>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par>
                          <p:cTn id="63" fill="hold">
                            <p:stCondLst>
                              <p:cond delay="500"/>
                            </p:stCondLst>
                            <p:childTnLst>
                              <p:par>
                                <p:cTn id="64" presetID="18" presetClass="entr" presetSubtype="3" fill="hold" nodeType="afterEffect">
                                  <p:stCondLst>
                                    <p:cond delay="0"/>
                                  </p:stCondLst>
                                  <p:childTnLst>
                                    <p:set>
                                      <p:cBhvr>
                                        <p:cTn id="65" dur="1" fill="hold">
                                          <p:stCondLst>
                                            <p:cond delay="0"/>
                                          </p:stCondLst>
                                        </p:cTn>
                                        <p:tgtEl>
                                          <p:spTgt spid="1101903"/>
                                        </p:tgtEl>
                                        <p:attrNameLst>
                                          <p:attrName>style.visibility</p:attrName>
                                        </p:attrNameLst>
                                      </p:cBhvr>
                                      <p:to>
                                        <p:strVal val="visible"/>
                                      </p:to>
                                    </p:set>
                                    <p:animEffect transition="in" filter="strips(upRight)">
                                      <p:cBhvr>
                                        <p:cTn id="66" dur="500"/>
                                        <p:tgtEl>
                                          <p:spTgt spid="1101903"/>
                                        </p:tgtEl>
                                      </p:cBhvr>
                                    </p:animEffect>
                                  </p:childTnLst>
                                  <p:subTnLst>
                                    <p:audio>
                                      <p:cMediaNode>
                                        <p:cTn display="0" masterRel="sameClick">
                                          <p:stCondLst>
                                            <p:cond evt="begin" delay="0">
                                              <p:tn val="64"/>
                                            </p:cond>
                                          </p:stCondLst>
                                          <p:endCondLst>
                                            <p:cond evt="onStopAudio" delay="0">
                                              <p:tgtEl>
                                                <p:sldTgt/>
                                              </p:tgtEl>
                                            </p:cond>
                                          </p:endCondLst>
                                        </p:cTn>
                                        <p:tgtEl>
                                          <p:sndTgt r:embed="rId3" name="camera.wav"/>
                                        </p:tgtEl>
                                      </p:cMediaNode>
                                    </p:audio>
                                  </p:sub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101840">
                                            <p:txEl>
                                              <p:pRg st="7" end="7"/>
                                            </p:txEl>
                                          </p:spTgt>
                                        </p:tgtEl>
                                        <p:attrNameLst>
                                          <p:attrName>style.visibility</p:attrName>
                                        </p:attrNameLst>
                                      </p:cBhvr>
                                      <p:to>
                                        <p:strVal val="visible"/>
                                      </p:to>
                                    </p:set>
                                    <p:anim calcmode="lin" valueType="num">
                                      <p:cBhvr additive="base">
                                        <p:cTn id="71" dur="500" fill="hold"/>
                                        <p:tgtEl>
                                          <p:spTgt spid="1101840">
                                            <p:txEl>
                                              <p:pRg st="7" end="7"/>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101840">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par>
                                <p:cTn id="73" presetID="2" presetClass="entr" presetSubtype="4" fill="hold" nodeType="withEffect">
                                  <p:stCondLst>
                                    <p:cond delay="0"/>
                                  </p:stCondLst>
                                  <p:childTnLst>
                                    <p:set>
                                      <p:cBhvr>
                                        <p:cTn id="74" dur="1" fill="hold">
                                          <p:stCondLst>
                                            <p:cond delay="0"/>
                                          </p:stCondLst>
                                        </p:cTn>
                                        <p:tgtEl>
                                          <p:spTgt spid="1101840">
                                            <p:txEl>
                                              <p:pRg st="8" end="8"/>
                                            </p:txEl>
                                          </p:spTgt>
                                        </p:tgtEl>
                                        <p:attrNameLst>
                                          <p:attrName>style.visibility</p:attrName>
                                        </p:attrNameLst>
                                      </p:cBhvr>
                                      <p:to>
                                        <p:strVal val="visible"/>
                                      </p:to>
                                    </p:set>
                                    <p:anim calcmode="lin" valueType="num">
                                      <p:cBhvr additive="base">
                                        <p:cTn id="75" dur="500" fill="hold"/>
                                        <p:tgtEl>
                                          <p:spTgt spid="1101840">
                                            <p:txEl>
                                              <p:pRg st="8" end="8"/>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1101840">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par>
                                <p:cTn id="77" presetID="2" presetClass="entr" presetSubtype="4" fill="hold" nodeType="withEffect">
                                  <p:stCondLst>
                                    <p:cond delay="0"/>
                                  </p:stCondLst>
                                  <p:childTnLst>
                                    <p:set>
                                      <p:cBhvr>
                                        <p:cTn id="78" dur="1" fill="hold">
                                          <p:stCondLst>
                                            <p:cond delay="0"/>
                                          </p:stCondLst>
                                        </p:cTn>
                                        <p:tgtEl>
                                          <p:spTgt spid="1101840">
                                            <p:txEl>
                                              <p:pRg st="9" end="9"/>
                                            </p:txEl>
                                          </p:spTgt>
                                        </p:tgtEl>
                                        <p:attrNameLst>
                                          <p:attrName>style.visibility</p:attrName>
                                        </p:attrNameLst>
                                      </p:cBhvr>
                                      <p:to>
                                        <p:strVal val="visible"/>
                                      </p:to>
                                    </p:set>
                                    <p:anim calcmode="lin" valueType="num">
                                      <p:cBhvr additive="base">
                                        <p:cTn id="79" dur="500" fill="hold"/>
                                        <p:tgtEl>
                                          <p:spTgt spid="1101840">
                                            <p:txEl>
                                              <p:pRg st="9" end="9"/>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101840">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par>
                                <p:cTn id="81" presetID="2" presetClass="entr" presetSubtype="4" fill="hold" nodeType="withEffect">
                                  <p:stCondLst>
                                    <p:cond delay="0"/>
                                  </p:stCondLst>
                                  <p:childTnLst>
                                    <p:set>
                                      <p:cBhvr>
                                        <p:cTn id="82" dur="1" fill="hold">
                                          <p:stCondLst>
                                            <p:cond delay="0"/>
                                          </p:stCondLst>
                                        </p:cTn>
                                        <p:tgtEl>
                                          <p:spTgt spid="1101840">
                                            <p:txEl>
                                              <p:pRg st="10" end="10"/>
                                            </p:txEl>
                                          </p:spTgt>
                                        </p:tgtEl>
                                        <p:attrNameLst>
                                          <p:attrName>style.visibility</p:attrName>
                                        </p:attrNameLst>
                                      </p:cBhvr>
                                      <p:to>
                                        <p:strVal val="visible"/>
                                      </p:to>
                                    </p:set>
                                    <p:anim calcmode="lin" valueType="num">
                                      <p:cBhvr additive="base">
                                        <p:cTn id="83" dur="500" fill="hold"/>
                                        <p:tgtEl>
                                          <p:spTgt spid="1101840">
                                            <p:txEl>
                                              <p:pRg st="10" end="10"/>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1101840">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par>
                                <p:cTn id="85" presetID="2" presetClass="entr" presetSubtype="4" fill="hold" nodeType="withEffect">
                                  <p:stCondLst>
                                    <p:cond delay="0"/>
                                  </p:stCondLst>
                                  <p:childTnLst>
                                    <p:set>
                                      <p:cBhvr>
                                        <p:cTn id="86" dur="1" fill="hold">
                                          <p:stCondLst>
                                            <p:cond delay="0"/>
                                          </p:stCondLst>
                                        </p:cTn>
                                        <p:tgtEl>
                                          <p:spTgt spid="1101840">
                                            <p:txEl>
                                              <p:pRg st="11" end="11"/>
                                            </p:txEl>
                                          </p:spTgt>
                                        </p:tgtEl>
                                        <p:attrNameLst>
                                          <p:attrName>style.visibility</p:attrName>
                                        </p:attrNameLst>
                                      </p:cBhvr>
                                      <p:to>
                                        <p:strVal val="visible"/>
                                      </p:to>
                                    </p:set>
                                    <p:anim calcmode="lin" valueType="num">
                                      <p:cBhvr additive="base">
                                        <p:cTn id="87" dur="500" fill="hold"/>
                                        <p:tgtEl>
                                          <p:spTgt spid="1101840">
                                            <p:txEl>
                                              <p:pRg st="11" end="11"/>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1101840">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5"/>
                                            </p:cond>
                                          </p:stCondLst>
                                          <p:endCondLst>
                                            <p:cond evt="onStopAudio" delay="0">
                                              <p:tgtEl>
                                                <p:sldTgt/>
                                              </p:tgtEl>
                                            </p:cond>
                                          </p:endCondLst>
                                        </p:cTn>
                                        <p:tgtEl>
                                          <p:sndTgt r:embed="rId3" name="camera.wav"/>
                                        </p:tgtEl>
                                      </p:cMediaNode>
                                    </p:audio>
                                  </p:subTnLst>
                                </p:cTn>
                              </p:par>
                              <p:par>
                                <p:cTn id="89" presetID="2" presetClass="entr" presetSubtype="4" fill="hold" nodeType="withEffect">
                                  <p:stCondLst>
                                    <p:cond delay="0"/>
                                  </p:stCondLst>
                                  <p:childTnLst>
                                    <p:set>
                                      <p:cBhvr>
                                        <p:cTn id="90" dur="1" fill="hold">
                                          <p:stCondLst>
                                            <p:cond delay="0"/>
                                          </p:stCondLst>
                                        </p:cTn>
                                        <p:tgtEl>
                                          <p:spTgt spid="1101840">
                                            <p:txEl>
                                              <p:pRg st="12" end="12"/>
                                            </p:txEl>
                                          </p:spTgt>
                                        </p:tgtEl>
                                        <p:attrNameLst>
                                          <p:attrName>style.visibility</p:attrName>
                                        </p:attrNameLst>
                                      </p:cBhvr>
                                      <p:to>
                                        <p:strVal val="visible"/>
                                      </p:to>
                                    </p:set>
                                    <p:anim calcmode="lin" valueType="num">
                                      <p:cBhvr additive="base">
                                        <p:cTn id="91" dur="500" fill="hold"/>
                                        <p:tgtEl>
                                          <p:spTgt spid="1101840">
                                            <p:txEl>
                                              <p:pRg st="12" end="12"/>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101840">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3" fill="hold">
                            <p:stCondLst>
                              <p:cond delay="500"/>
                            </p:stCondLst>
                            <p:childTnLst>
                              <p:par>
                                <p:cTn id="94" presetID="4" presetClass="entr" presetSubtype="16" fill="hold" grpId="0" nodeType="afterEffect">
                                  <p:stCondLst>
                                    <p:cond delay="0"/>
                                  </p:stCondLst>
                                  <p:childTnLst>
                                    <p:set>
                                      <p:cBhvr>
                                        <p:cTn id="95" dur="1" fill="hold">
                                          <p:stCondLst>
                                            <p:cond delay="0"/>
                                          </p:stCondLst>
                                        </p:cTn>
                                        <p:tgtEl>
                                          <p:spTgt spid="1101907"/>
                                        </p:tgtEl>
                                        <p:attrNameLst>
                                          <p:attrName>style.visibility</p:attrName>
                                        </p:attrNameLst>
                                      </p:cBhvr>
                                      <p:to>
                                        <p:strVal val="visible"/>
                                      </p:to>
                                    </p:set>
                                    <p:animEffect transition="in" filter="box(in)">
                                      <p:cBhvr>
                                        <p:cTn id="96" dur="500"/>
                                        <p:tgtEl>
                                          <p:spTgt spid="1101907"/>
                                        </p:tgtEl>
                                      </p:cBhvr>
                                    </p:animEffect>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par>
                          <p:cTn id="97" fill="hold">
                            <p:stCondLst>
                              <p:cond delay="1000"/>
                            </p:stCondLst>
                            <p:childTnLst>
                              <p:par>
                                <p:cTn id="98" presetID="18" presetClass="entr" presetSubtype="3" fill="hold" nodeType="afterEffect">
                                  <p:stCondLst>
                                    <p:cond delay="0"/>
                                  </p:stCondLst>
                                  <p:childTnLst>
                                    <p:set>
                                      <p:cBhvr>
                                        <p:cTn id="99" dur="1" fill="hold">
                                          <p:stCondLst>
                                            <p:cond delay="0"/>
                                          </p:stCondLst>
                                        </p:cTn>
                                        <p:tgtEl>
                                          <p:spTgt spid="1101911"/>
                                        </p:tgtEl>
                                        <p:attrNameLst>
                                          <p:attrName>style.visibility</p:attrName>
                                        </p:attrNameLst>
                                      </p:cBhvr>
                                      <p:to>
                                        <p:strVal val="visible"/>
                                      </p:to>
                                    </p:set>
                                    <p:animEffect transition="in" filter="strips(upRight)">
                                      <p:cBhvr>
                                        <p:cTn id="100" dur="500"/>
                                        <p:tgtEl>
                                          <p:spTgt spid="1101911"/>
                                        </p:tgtEl>
                                      </p:cBhvr>
                                    </p:animEffect>
                                  </p:childTnLst>
                                  <p:subTnLst>
                                    <p:audio>
                                      <p:cMediaNode>
                                        <p:cTn display="0" masterRel="sameClick">
                                          <p:stCondLst>
                                            <p:cond evt="begin" delay="0">
                                              <p:tn val="98"/>
                                            </p:cond>
                                          </p:stCondLst>
                                          <p:endCondLst>
                                            <p:cond evt="onStopAudio" delay="0">
                                              <p:tgtEl>
                                                <p:sldTgt/>
                                              </p:tgtEl>
                                            </p:cond>
                                          </p:endCondLst>
                                        </p:cTn>
                                        <p:tgtEl>
                                          <p:sndTgt r:embed="rId3" name="camera.wav"/>
                                        </p:tgtEl>
                                      </p:cMediaNode>
                                    </p:audio>
                                  </p:subTnLst>
                                </p:cTn>
                              </p:par>
                            </p:childTnLst>
                          </p:cTn>
                        </p:par>
                      </p:childTnLst>
                    </p:cTn>
                  </p:par>
                  <p:par>
                    <p:cTn id="101" fill="hold">
                      <p:stCondLst>
                        <p:cond delay="indefinite"/>
                      </p:stCondLst>
                      <p:childTnLst>
                        <p:par>
                          <p:cTn id="102" fill="hold">
                            <p:stCondLst>
                              <p:cond delay="0"/>
                            </p:stCondLst>
                            <p:childTnLst>
                              <p:par>
                                <p:cTn id="103" presetID="2" presetClass="entr" presetSubtype="4" fill="hold" nodeType="clickEffect">
                                  <p:stCondLst>
                                    <p:cond delay="0"/>
                                  </p:stCondLst>
                                  <p:childTnLst>
                                    <p:set>
                                      <p:cBhvr>
                                        <p:cTn id="104" dur="1" fill="hold">
                                          <p:stCondLst>
                                            <p:cond delay="0"/>
                                          </p:stCondLst>
                                        </p:cTn>
                                        <p:tgtEl>
                                          <p:spTgt spid="1101840">
                                            <p:txEl>
                                              <p:pRg st="13" end="13"/>
                                            </p:txEl>
                                          </p:spTgt>
                                        </p:tgtEl>
                                        <p:attrNameLst>
                                          <p:attrName>style.visibility</p:attrName>
                                        </p:attrNameLst>
                                      </p:cBhvr>
                                      <p:to>
                                        <p:strVal val="visible"/>
                                      </p:to>
                                    </p:set>
                                    <p:anim calcmode="lin" valueType="num">
                                      <p:cBhvr additive="base">
                                        <p:cTn id="105" dur="500" fill="hold"/>
                                        <p:tgtEl>
                                          <p:spTgt spid="1101840">
                                            <p:txEl>
                                              <p:pRg st="13" end="13"/>
                                            </p:txEl>
                                          </p:spTgt>
                                        </p:tgtEl>
                                        <p:attrNameLst>
                                          <p:attrName>ppt_x</p:attrName>
                                        </p:attrNameLst>
                                      </p:cBhvr>
                                      <p:tavLst>
                                        <p:tav tm="0">
                                          <p:val>
                                            <p:strVal val="#ppt_x"/>
                                          </p:val>
                                        </p:tav>
                                        <p:tav tm="100000">
                                          <p:val>
                                            <p:strVal val="#ppt_x"/>
                                          </p:val>
                                        </p:tav>
                                      </p:tavLst>
                                    </p:anim>
                                    <p:anim calcmode="lin" valueType="num">
                                      <p:cBhvr additive="base">
                                        <p:cTn id="106" dur="500" fill="hold"/>
                                        <p:tgtEl>
                                          <p:spTgt spid="1101840">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3"/>
                                            </p:cond>
                                          </p:stCondLst>
                                          <p:endCondLst>
                                            <p:cond evt="onStopAudio" delay="0">
                                              <p:tgtEl>
                                                <p:sldTgt/>
                                              </p:tgtEl>
                                            </p:cond>
                                          </p:endCondLst>
                                        </p:cTn>
                                        <p:tgtEl>
                                          <p:sndTgt r:embed="rId3" name="camera.wav"/>
                                        </p:tgtEl>
                                      </p:cMediaNode>
                                    </p:audio>
                                  </p:subTnLst>
                                </p:cTn>
                              </p:par>
                            </p:childTnLst>
                          </p:cTn>
                        </p:par>
                        <p:par>
                          <p:cTn id="107" fill="hold">
                            <p:stCondLst>
                              <p:cond delay="500"/>
                            </p:stCondLst>
                            <p:childTnLst>
                              <p:par>
                                <p:cTn id="108" presetID="18" presetClass="entr" presetSubtype="6" fill="hold" nodeType="afterEffect">
                                  <p:stCondLst>
                                    <p:cond delay="0"/>
                                  </p:stCondLst>
                                  <p:childTnLst>
                                    <p:set>
                                      <p:cBhvr>
                                        <p:cTn id="109" dur="1" fill="hold">
                                          <p:stCondLst>
                                            <p:cond delay="0"/>
                                          </p:stCondLst>
                                        </p:cTn>
                                        <p:tgtEl>
                                          <p:spTgt spid="1101914"/>
                                        </p:tgtEl>
                                        <p:attrNameLst>
                                          <p:attrName>style.visibility</p:attrName>
                                        </p:attrNameLst>
                                      </p:cBhvr>
                                      <p:to>
                                        <p:strVal val="visible"/>
                                      </p:to>
                                    </p:set>
                                    <p:animEffect transition="in" filter="strips(downRight)">
                                      <p:cBhvr>
                                        <p:cTn id="110" dur="500"/>
                                        <p:tgtEl>
                                          <p:spTgt spid="1101914"/>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889" grpId="0" animBg="1"/>
      <p:bldP spid="1101902" grpId="0" animBg="1"/>
      <p:bldP spid="1101906" grpId="0" animBg="1"/>
      <p:bldP spid="1101907"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3877" name="Rectangle 5"/>
          <p:cNvSpPr>
            <a:spLocks noChangeArrowheads="1"/>
          </p:cNvSpPr>
          <p:nvPr/>
        </p:nvSpPr>
        <p:spPr bwMode="auto">
          <a:xfrm>
            <a:off x="601366" y="799907"/>
            <a:ext cx="3970959" cy="523220"/>
          </a:xfrm>
          <a:prstGeom prst="rect">
            <a:avLst/>
          </a:prstGeom>
          <a:noFill/>
          <a:ln w="9525">
            <a:noFill/>
            <a:miter lim="800000"/>
            <a:headEnd/>
            <a:tailEnd/>
          </a:ln>
          <a:effectLst/>
        </p:spPr>
        <p:txBody>
          <a:bodyPr wrap="none" anchor="ctr">
            <a:spAutoFit/>
          </a:bodyPr>
          <a:lstStyle/>
          <a:p>
            <a:pPr>
              <a:tabLst>
                <a:tab pos="457200" algn="l"/>
              </a:tabLst>
            </a:pPr>
            <a:r>
              <a:rPr lang="en-US" altLang="zh-CN" sz="2800" b="1" dirty="0">
                <a:solidFill>
                  <a:srgbClr val="C00000"/>
                </a:solidFill>
                <a:latin typeface="+mn-lt"/>
                <a:ea typeface="楷体" pitchFamily="49" charset="-122"/>
              </a:rPr>
              <a:t>2</a:t>
            </a:r>
            <a:r>
              <a:rPr lang="zh-CN" altLang="en-US" sz="2800" b="1" dirty="0">
                <a:solidFill>
                  <a:srgbClr val="C00000"/>
                </a:solidFill>
                <a:latin typeface="+mn-lt"/>
                <a:ea typeface="楷体" pitchFamily="49" charset="-122"/>
              </a:rPr>
              <a:t>、线性链表的基本操作</a:t>
            </a:r>
          </a:p>
        </p:txBody>
      </p:sp>
      <p:sp>
        <p:nvSpPr>
          <p:cNvPr id="1103878" name="Rectangle 6"/>
          <p:cNvSpPr>
            <a:spLocks noChangeArrowheads="1"/>
          </p:cNvSpPr>
          <p:nvPr/>
        </p:nvSpPr>
        <p:spPr bwMode="auto">
          <a:xfrm>
            <a:off x="1184686" y="1455167"/>
            <a:ext cx="2751074"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685800" algn="l"/>
              </a:tabLst>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链表的删除操作</a:t>
            </a:r>
          </a:p>
        </p:txBody>
      </p:sp>
      <p:sp>
        <p:nvSpPr>
          <p:cNvPr id="1103879" name="Rectangle 7"/>
          <p:cNvSpPr>
            <a:spLocks noChangeArrowheads="1"/>
          </p:cNvSpPr>
          <p:nvPr/>
        </p:nvSpPr>
        <p:spPr bwMode="auto">
          <a:xfrm>
            <a:off x="911547" y="2154083"/>
            <a:ext cx="10224766" cy="830997"/>
          </a:xfrm>
          <a:prstGeom prst="rect">
            <a:avLst/>
          </a:prstGeom>
          <a:noFill/>
          <a:ln w="9525">
            <a:noFill/>
            <a:miter lim="800000"/>
            <a:headEnd/>
            <a:tailEnd/>
          </a:ln>
          <a:effectLst/>
        </p:spPr>
        <p:txBody>
          <a:bodyPr wrap="square" anchor="ctr">
            <a:spAutoFit/>
          </a:bodyPr>
          <a:lstStyle/>
          <a:p>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含义：</a:t>
            </a:r>
            <a:r>
              <a:rPr lang="zh-CN" altLang="en-US" b="1" dirty="0">
                <a:latin typeface="+mn-lt"/>
                <a:ea typeface="楷体" panose="02010609060101010101" pitchFamily="49" charset="-122"/>
              </a:rPr>
              <a:t>删除链表中的第</a:t>
            </a:r>
            <a:r>
              <a:rPr lang="en-US" altLang="zh-CN" b="1" dirty="0" err="1">
                <a:latin typeface="+mn-lt"/>
                <a:ea typeface="楷体" panose="02010609060101010101" pitchFamily="49" charset="-122"/>
              </a:rPr>
              <a:t>i</a:t>
            </a:r>
            <a:r>
              <a:rPr lang="zh-CN" altLang="en-US" b="1" dirty="0">
                <a:latin typeface="+mn-lt"/>
                <a:ea typeface="楷体" panose="02010609060101010101" pitchFamily="49" charset="-122"/>
              </a:rPr>
              <a:t>个结点</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a:t>
            </a:r>
            <a:r>
              <a:rPr lang="zh-CN" altLang="en-US" b="1" dirty="0">
                <a:latin typeface="+mn-lt"/>
                <a:ea typeface="楷体" panose="02010609060101010101" pitchFamily="49" charset="-122"/>
              </a:rPr>
              <a:t>，使线性表的长度减</a:t>
            </a:r>
            <a:r>
              <a:rPr lang="en-US" altLang="zh-CN" b="1" dirty="0">
                <a:latin typeface="+mn-lt"/>
                <a:ea typeface="楷体" panose="02010609060101010101" pitchFamily="49" charset="-122"/>
              </a:rPr>
              <a:t>1</a:t>
            </a:r>
            <a:r>
              <a:rPr lang="zh-CN" altLang="en-US" b="1" dirty="0">
                <a:latin typeface="+mn-lt"/>
                <a:ea typeface="楷体" panose="02010609060101010101" pitchFamily="49" charset="-122"/>
              </a:rPr>
              <a:t>。删除前，结点</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i-1</a:t>
            </a:r>
            <a:r>
              <a:rPr lang="zh-CN" altLang="en-US" b="1" dirty="0">
                <a:latin typeface="+mn-lt"/>
                <a:ea typeface="楷体" panose="02010609060101010101" pitchFamily="49" charset="-122"/>
              </a:rPr>
              <a:t>是</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a:t>
            </a:r>
            <a:r>
              <a:rPr lang="zh-CN" altLang="en-US" b="1" dirty="0">
                <a:latin typeface="+mn-lt"/>
                <a:ea typeface="楷体" panose="02010609060101010101" pitchFamily="49" charset="-122"/>
              </a:rPr>
              <a:t>的前驱，</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i+1</a:t>
            </a:r>
            <a:r>
              <a:rPr lang="zh-CN" altLang="en-US" b="1" dirty="0">
                <a:latin typeface="+mn-lt"/>
                <a:ea typeface="楷体" panose="02010609060101010101" pitchFamily="49" charset="-122"/>
              </a:rPr>
              <a:t>是</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a:t>
            </a:r>
            <a:r>
              <a:rPr lang="zh-CN" altLang="en-US" b="1" dirty="0">
                <a:latin typeface="+mn-lt"/>
                <a:ea typeface="楷体" panose="02010609060101010101" pitchFamily="49" charset="-122"/>
              </a:rPr>
              <a:t>的后继；删除后，结点</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i+1</a:t>
            </a:r>
            <a:r>
              <a:rPr lang="zh-CN" altLang="en-US" b="1" dirty="0">
                <a:latin typeface="+mn-lt"/>
                <a:ea typeface="楷体" panose="02010609060101010101" pitchFamily="49" charset="-122"/>
              </a:rPr>
              <a:t>成为</a:t>
            </a:r>
            <a:r>
              <a:rPr lang="en-US" altLang="zh-CN" b="1" dirty="0">
                <a:latin typeface="+mn-lt"/>
                <a:ea typeface="楷体" panose="02010609060101010101" pitchFamily="49" charset="-122"/>
              </a:rPr>
              <a:t>N</a:t>
            </a:r>
            <a:r>
              <a:rPr lang="en-US" altLang="zh-CN" b="1" baseline="-25000" dirty="0">
                <a:latin typeface="+mn-lt"/>
                <a:ea typeface="楷体" panose="02010609060101010101" pitchFamily="49" charset="-122"/>
              </a:rPr>
              <a:t>i-1</a:t>
            </a:r>
            <a:r>
              <a:rPr lang="zh-CN" altLang="en-US" b="1" dirty="0">
                <a:latin typeface="+mn-lt"/>
                <a:ea typeface="楷体" panose="02010609060101010101" pitchFamily="49" charset="-122"/>
              </a:rPr>
              <a:t>的后继。</a:t>
            </a:r>
            <a:r>
              <a:rPr lang="zh-CN" altLang="en-US" dirty="0">
                <a:latin typeface="+mn-lt"/>
                <a:ea typeface="楷体" panose="02010609060101010101" pitchFamily="49" charset="-122"/>
              </a:rPr>
              <a:t> </a:t>
            </a:r>
          </a:p>
        </p:txBody>
      </p:sp>
      <p:sp>
        <p:nvSpPr>
          <p:cNvPr id="1103880" name="Rectangle 8"/>
          <p:cNvSpPr>
            <a:spLocks noChangeArrowheads="1"/>
          </p:cNvSpPr>
          <p:nvPr/>
        </p:nvSpPr>
        <p:spPr bwMode="auto">
          <a:xfrm>
            <a:off x="911547" y="3336662"/>
            <a:ext cx="10368905" cy="2554545"/>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ea typeface="隶书" pitchFamily="49" charset="-122"/>
              </a:rPr>
              <a:t>        </a:t>
            </a:r>
            <a:r>
              <a:rPr lang="zh-CN" altLang="en-US" b="1" dirty="0">
                <a:solidFill>
                  <a:srgbClr val="C00000"/>
                </a:solidFill>
                <a:latin typeface="楷体" panose="02010609060101010101" pitchFamily="49" charset="-122"/>
                <a:ea typeface="楷体" panose="02010609060101010101" pitchFamily="49" charset="-122"/>
              </a:rPr>
              <a:t>基本思想：</a:t>
            </a:r>
            <a:endParaRPr lang="en-US" altLang="zh-CN" b="1" dirty="0">
              <a:solidFill>
                <a:srgbClr val="C00000"/>
              </a:solidFill>
              <a:latin typeface="楷体" panose="02010609060101010101" pitchFamily="49" charset="-122"/>
              <a:ea typeface="楷体" panose="02010609060101010101" pitchFamily="49" charset="-122"/>
            </a:endParaRPr>
          </a:p>
          <a:p>
            <a:endParaRPr lang="en-US" altLang="zh-CN" sz="1200" b="1" dirty="0">
              <a:solidFill>
                <a:srgbClr val="C00000"/>
              </a:solidFill>
              <a:latin typeface="楷体" panose="02010609060101010101" pitchFamily="49" charset="-122"/>
              <a:ea typeface="楷体" panose="02010609060101010101" pitchFamily="49" charset="-122"/>
            </a:endParaRPr>
          </a:p>
          <a:p>
            <a:r>
              <a:rPr lang="en-US" altLang="zh-CN" b="1" dirty="0">
                <a:solidFill>
                  <a:schemeClr val="tx1"/>
                </a:solidFill>
                <a:ea typeface="隶书" pitchFamily="49" charset="-122"/>
              </a:rPr>
              <a:t>      </a:t>
            </a:r>
            <a:r>
              <a:rPr lang="zh-CN" altLang="en-US" b="1" dirty="0">
                <a:ln w="1905"/>
                <a:solidFill>
                  <a:schemeClr val="tx1"/>
                </a:solidFill>
                <a:ea typeface="楷体" panose="02010609060101010101" pitchFamily="49" charset="-122"/>
              </a:rPr>
              <a:t>（</a:t>
            </a:r>
            <a:r>
              <a:rPr lang="en-US" altLang="zh-CN" b="1" dirty="0">
                <a:ln w="1905"/>
                <a:solidFill>
                  <a:schemeClr val="tx1"/>
                </a:solidFill>
                <a:ea typeface="楷体" panose="02010609060101010101" pitchFamily="49" charset="-122"/>
              </a:rPr>
              <a:t>1</a:t>
            </a:r>
            <a:r>
              <a:rPr lang="zh-CN" altLang="en-US" b="1" dirty="0">
                <a:ln w="1905"/>
                <a:solidFill>
                  <a:schemeClr val="tx1"/>
                </a:solidFill>
                <a:ea typeface="楷体" panose="02010609060101010101" pitchFamily="49" charset="-122"/>
              </a:rPr>
              <a:t>）通过单链表的头指针</a:t>
            </a:r>
            <a:r>
              <a:rPr lang="en-US" altLang="zh-CN" b="1" dirty="0">
                <a:ln w="1905"/>
                <a:solidFill>
                  <a:schemeClr val="tx1"/>
                </a:solidFill>
                <a:ea typeface="楷体" panose="02010609060101010101" pitchFamily="49" charset="-122"/>
              </a:rPr>
              <a:t>head</a:t>
            </a:r>
            <a:r>
              <a:rPr lang="zh-CN" altLang="en-US" b="1" dirty="0">
                <a:ln w="1905"/>
                <a:solidFill>
                  <a:schemeClr val="tx1"/>
                </a:solidFill>
                <a:ea typeface="楷体" panose="02010609060101010101" pitchFamily="49" charset="-122"/>
              </a:rPr>
              <a:t>，首先找到链表中指向第</a:t>
            </a:r>
            <a:r>
              <a:rPr lang="en-US" altLang="zh-CN" b="1" dirty="0" err="1">
                <a:ln w="1905"/>
                <a:solidFill>
                  <a:schemeClr val="tx1"/>
                </a:solidFill>
                <a:ea typeface="楷体" panose="02010609060101010101" pitchFamily="49" charset="-122"/>
              </a:rPr>
              <a:t>i</a:t>
            </a:r>
            <a:r>
              <a:rPr lang="zh-CN" altLang="en-US" b="1" dirty="0">
                <a:ln w="1905"/>
                <a:solidFill>
                  <a:schemeClr val="tx1"/>
                </a:solidFill>
                <a:ea typeface="楷体" panose="02010609060101010101" pitchFamily="49" charset="-122"/>
              </a:rPr>
              <a:t>个结点的前驱结点的指针</a:t>
            </a:r>
            <a:r>
              <a:rPr lang="en-US" altLang="zh-CN" b="1" dirty="0">
                <a:ln w="1905"/>
                <a:solidFill>
                  <a:schemeClr val="tx1"/>
                </a:solidFill>
                <a:ea typeface="楷体" panose="02010609060101010101" pitchFamily="49" charset="-122"/>
              </a:rPr>
              <a:t>p</a:t>
            </a:r>
            <a:r>
              <a:rPr lang="zh-CN" altLang="en-US" b="1" dirty="0">
                <a:ln w="1905"/>
                <a:solidFill>
                  <a:schemeClr val="tx1"/>
                </a:solidFill>
                <a:ea typeface="楷体" panose="02010609060101010101" pitchFamily="49" charset="-122"/>
              </a:rPr>
              <a:t>和指向第</a:t>
            </a:r>
            <a:r>
              <a:rPr lang="en-US" altLang="zh-CN" b="1" dirty="0" err="1">
                <a:ln w="1905"/>
                <a:solidFill>
                  <a:schemeClr val="tx1"/>
                </a:solidFill>
                <a:ea typeface="楷体" panose="02010609060101010101" pitchFamily="49" charset="-122"/>
              </a:rPr>
              <a:t>i</a:t>
            </a:r>
            <a:r>
              <a:rPr lang="zh-CN" altLang="en-US" b="1" dirty="0">
                <a:ln w="1905"/>
                <a:solidFill>
                  <a:schemeClr val="tx1"/>
                </a:solidFill>
                <a:ea typeface="楷体" panose="02010609060101010101" pitchFamily="49" charset="-122"/>
              </a:rPr>
              <a:t>个结点的指针</a:t>
            </a:r>
            <a:r>
              <a:rPr lang="en-US" altLang="zh-CN" b="1" dirty="0">
                <a:ln w="1905"/>
                <a:solidFill>
                  <a:schemeClr val="tx1"/>
                </a:solidFill>
                <a:ea typeface="楷体" panose="02010609060101010101" pitchFamily="49" charset="-122"/>
              </a:rPr>
              <a:t>q</a:t>
            </a:r>
            <a:r>
              <a:rPr lang="zh-CN" altLang="en-US" b="1" dirty="0">
                <a:ln w="1905"/>
                <a:solidFill>
                  <a:schemeClr val="tx1"/>
                </a:solidFill>
                <a:ea typeface="楷体" panose="02010609060101010101" pitchFamily="49" charset="-122"/>
              </a:rPr>
              <a:t>；</a:t>
            </a:r>
            <a:endParaRPr lang="en-US" altLang="zh-CN" b="1" dirty="0">
              <a:ln w="1905"/>
              <a:solidFill>
                <a:schemeClr val="tx1"/>
              </a:solidFill>
              <a:ea typeface="楷体" panose="02010609060101010101" pitchFamily="49" charset="-122"/>
            </a:endParaRPr>
          </a:p>
          <a:p>
            <a:r>
              <a:rPr lang="en-US" altLang="zh-CN" b="1" dirty="0">
                <a:ln w="1905"/>
                <a:solidFill>
                  <a:schemeClr val="tx1"/>
                </a:solidFill>
                <a:ea typeface="楷体" panose="02010609060101010101" pitchFamily="49" charset="-122"/>
              </a:rPr>
              <a:t>      </a:t>
            </a:r>
            <a:r>
              <a:rPr lang="zh-CN" altLang="en-US" b="1" dirty="0">
                <a:ln w="1905"/>
                <a:solidFill>
                  <a:schemeClr val="tx1"/>
                </a:solidFill>
                <a:ea typeface="楷体" panose="02010609060101010101" pitchFamily="49" charset="-122"/>
              </a:rPr>
              <a:t>（</a:t>
            </a:r>
            <a:r>
              <a:rPr lang="en-US" altLang="zh-CN" b="1" dirty="0">
                <a:ln w="1905"/>
                <a:solidFill>
                  <a:schemeClr val="tx1"/>
                </a:solidFill>
                <a:ea typeface="楷体" panose="02010609060101010101" pitchFamily="49" charset="-122"/>
              </a:rPr>
              <a:t>2</a:t>
            </a:r>
            <a:r>
              <a:rPr lang="zh-CN" altLang="en-US" b="1" dirty="0">
                <a:ln w="1905"/>
                <a:solidFill>
                  <a:schemeClr val="tx1"/>
                </a:solidFill>
                <a:ea typeface="楷体" panose="02010609060101010101" pitchFamily="49" charset="-122"/>
              </a:rPr>
              <a:t>）然后删除第</a:t>
            </a:r>
            <a:r>
              <a:rPr lang="en-US" altLang="zh-CN" b="1" dirty="0" err="1">
                <a:ln w="1905"/>
                <a:solidFill>
                  <a:schemeClr val="tx1"/>
                </a:solidFill>
                <a:ea typeface="楷体" panose="02010609060101010101" pitchFamily="49" charset="-122"/>
              </a:rPr>
              <a:t>i</a:t>
            </a:r>
            <a:r>
              <a:rPr lang="zh-CN" altLang="en-US" b="1" dirty="0">
                <a:ln w="1905"/>
                <a:solidFill>
                  <a:schemeClr val="tx1"/>
                </a:solidFill>
                <a:ea typeface="楷体" panose="02010609060101010101" pitchFamily="49" charset="-122"/>
              </a:rPr>
              <a:t>个结点。</a:t>
            </a:r>
            <a:endParaRPr lang="en-US" altLang="zh-CN" b="1" dirty="0">
              <a:ln w="1905"/>
              <a:solidFill>
                <a:schemeClr val="tx1"/>
              </a:solidFill>
              <a:ea typeface="楷体" panose="02010609060101010101" pitchFamily="49" charset="-122"/>
            </a:endParaRPr>
          </a:p>
          <a:p>
            <a:r>
              <a:rPr lang="en-US" altLang="zh-CN" b="1" dirty="0">
                <a:ln w="1905"/>
                <a:solidFill>
                  <a:schemeClr val="tx1"/>
                </a:solidFill>
                <a:ea typeface="楷体" panose="02010609060101010101" pitchFamily="49" charset="-122"/>
              </a:rPr>
              <a:t>        </a:t>
            </a:r>
            <a:r>
              <a:rPr lang="zh-CN" altLang="en-US" b="1" dirty="0">
                <a:ln w="1905"/>
                <a:solidFill>
                  <a:schemeClr val="tx1"/>
                </a:solidFill>
                <a:ea typeface="楷体" panose="02010609060101010101" pitchFamily="49" charset="-122"/>
              </a:rPr>
              <a:t>删除时只需执行</a:t>
            </a:r>
            <a:r>
              <a:rPr lang="en-US" altLang="zh-CN" b="1" dirty="0">
                <a:ln w="1905"/>
                <a:solidFill>
                  <a:srgbClr val="C00000"/>
                </a:solidFill>
                <a:ea typeface="楷体" panose="02010609060101010101" pitchFamily="49" charset="-122"/>
              </a:rPr>
              <a:t>p-&gt;next = q-&gt;next</a:t>
            </a:r>
            <a:r>
              <a:rPr lang="zh-CN" altLang="en-US" b="1" dirty="0">
                <a:ln w="1905"/>
                <a:solidFill>
                  <a:schemeClr val="tx1"/>
                </a:solidFill>
                <a:ea typeface="楷体" panose="02010609060101010101" pitchFamily="49" charset="-122"/>
              </a:rPr>
              <a:t>即可，当然不要忘了释放结点</a:t>
            </a:r>
            <a:r>
              <a:rPr lang="en-US" altLang="zh-CN" b="1" dirty="0" err="1">
                <a:ln w="1905"/>
                <a:solidFill>
                  <a:schemeClr val="tx1"/>
                </a:solidFill>
                <a:ea typeface="楷体" panose="02010609060101010101" pitchFamily="49" charset="-122"/>
              </a:rPr>
              <a:t>i</a:t>
            </a:r>
            <a:r>
              <a:rPr lang="zh-CN" altLang="en-US" b="1" dirty="0">
                <a:ln w="1905"/>
                <a:solidFill>
                  <a:schemeClr val="tx1"/>
                </a:solidFill>
                <a:ea typeface="楷体" panose="02010609060101010101" pitchFamily="49" charset="-122"/>
              </a:rPr>
              <a:t>的内存单元。注意当</a:t>
            </a:r>
            <a:r>
              <a:rPr lang="en-US" altLang="zh-CN" b="1" dirty="0" err="1">
                <a:ln w="1905"/>
                <a:solidFill>
                  <a:schemeClr val="tx1"/>
                </a:solidFill>
                <a:ea typeface="楷体" panose="02010609060101010101" pitchFamily="49" charset="-122"/>
              </a:rPr>
              <a:t>i</a:t>
            </a:r>
            <a:r>
              <a:rPr lang="en-US" altLang="zh-CN" b="1" dirty="0">
                <a:ln w="1905"/>
                <a:solidFill>
                  <a:schemeClr val="tx1"/>
                </a:solidFill>
                <a:ea typeface="楷体" panose="02010609060101010101" pitchFamily="49" charset="-122"/>
              </a:rPr>
              <a:t>=0</a:t>
            </a:r>
            <a:r>
              <a:rPr lang="zh-CN" altLang="en-US" b="1" dirty="0">
                <a:ln w="1905"/>
                <a:solidFill>
                  <a:schemeClr val="tx1"/>
                </a:solidFill>
                <a:ea typeface="楷体" panose="02010609060101010101" pitchFamily="49" charset="-122"/>
              </a:rPr>
              <a:t>时，表示头结点，是不可删除的。 </a:t>
            </a:r>
          </a:p>
        </p:txBody>
      </p:sp>
      <p:sp>
        <p:nvSpPr>
          <p:cNvPr id="9" name="Rectangle 4">
            <a:extLst>
              <a:ext uri="{FF2B5EF4-FFF2-40B4-BE49-F238E27FC236}">
                <a16:creationId xmlns:a16="http://schemas.microsoft.com/office/drawing/2014/main" id="{0C285F78-5AEE-4626-BC9A-C263AF0A1A6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03878"/>
                                        </p:tgtEl>
                                        <p:attrNameLst>
                                          <p:attrName>style.visibility</p:attrName>
                                        </p:attrNameLst>
                                      </p:cBhvr>
                                      <p:to>
                                        <p:strVal val="visible"/>
                                      </p:to>
                                    </p:set>
                                    <p:anim calcmode="lin" valueType="num">
                                      <p:cBhvr additive="base">
                                        <p:cTn id="7" dur="500" fill="hold"/>
                                        <p:tgtEl>
                                          <p:spTgt spid="1103878"/>
                                        </p:tgtEl>
                                        <p:attrNameLst>
                                          <p:attrName>ppt_x</p:attrName>
                                        </p:attrNameLst>
                                      </p:cBhvr>
                                      <p:tavLst>
                                        <p:tav tm="0">
                                          <p:val>
                                            <p:strVal val="0-#ppt_w/2"/>
                                          </p:val>
                                        </p:tav>
                                        <p:tav tm="100000">
                                          <p:val>
                                            <p:strVal val="#ppt_x"/>
                                          </p:val>
                                        </p:tav>
                                      </p:tavLst>
                                    </p:anim>
                                    <p:anim calcmode="lin" valueType="num">
                                      <p:cBhvr additive="base">
                                        <p:cTn id="8" dur="500" fill="hold"/>
                                        <p:tgtEl>
                                          <p:spTgt spid="110387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03879"/>
                                        </p:tgtEl>
                                        <p:attrNameLst>
                                          <p:attrName>style.visibility</p:attrName>
                                        </p:attrNameLst>
                                      </p:cBhvr>
                                      <p:to>
                                        <p:strVal val="visible"/>
                                      </p:to>
                                    </p:set>
                                    <p:animEffect transition="in" filter="box(out)">
                                      <p:cBhvr>
                                        <p:cTn id="13" dur="500"/>
                                        <p:tgtEl>
                                          <p:spTgt spid="110387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03880"/>
                                        </p:tgtEl>
                                        <p:attrNameLst>
                                          <p:attrName>style.visibility</p:attrName>
                                        </p:attrNameLst>
                                      </p:cBhvr>
                                      <p:to>
                                        <p:strVal val="visible"/>
                                      </p:to>
                                    </p:set>
                                    <p:animEffect transition="in" filter="box(out)">
                                      <p:cBhvr>
                                        <p:cTn id="18" dur="500"/>
                                        <p:tgtEl>
                                          <p:spTgt spid="1103880"/>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3878" grpId="0"/>
      <p:bldP spid="1103879" grpId="0"/>
      <p:bldP spid="1103880" grpId="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 name="Rectangle 4">
            <a:extLst>
              <a:ext uri="{FF2B5EF4-FFF2-40B4-BE49-F238E27FC236}">
                <a16:creationId xmlns:a16="http://schemas.microsoft.com/office/drawing/2014/main" id="{DA5AB366-24C9-425E-B6D6-41850F22D0E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
        <p:nvSpPr>
          <p:cNvPr id="1105926" name="Rectangle 6" descr="信纸"/>
          <p:cNvSpPr>
            <a:spLocks noChangeArrowheads="1"/>
          </p:cNvSpPr>
          <p:nvPr/>
        </p:nvSpPr>
        <p:spPr bwMode="auto">
          <a:xfrm>
            <a:off x="1510012" y="509624"/>
            <a:ext cx="5876925" cy="4678204"/>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a:solidFill>
                  <a:srgbClr val="CC0000"/>
                </a:solidFill>
                <a:ea typeface="楷体_GB2312" pitchFamily="49" charset="-122"/>
              </a:rPr>
              <a:t>void </a:t>
            </a:r>
            <a:r>
              <a:rPr lang="en-US" altLang="zh-CN" sz="2000" b="1" dirty="0" err="1">
                <a:solidFill>
                  <a:srgbClr val="CC0000"/>
                </a:solidFill>
                <a:ea typeface="楷体_GB2312" pitchFamily="49" charset="-122"/>
              </a:rPr>
              <a:t>Delete_LinkList</a:t>
            </a:r>
            <a:r>
              <a:rPr lang="en-US" altLang="zh-CN" sz="2000" b="1" dirty="0">
                <a:solidFill>
                  <a:srgbClr val="CC0000"/>
                </a:solidFill>
                <a:ea typeface="楷体_GB2312" pitchFamily="49" charset="-122"/>
              </a:rPr>
              <a:t>(NODE *head, </a:t>
            </a:r>
            <a:r>
              <a:rPr lang="en-US" altLang="zh-CN" sz="2000" b="1" dirty="0" err="1">
                <a:solidFill>
                  <a:srgbClr val="CC0000"/>
                </a:solidFill>
                <a:ea typeface="楷体_GB2312" pitchFamily="49" charset="-122"/>
              </a:rPr>
              <a:t>int</a:t>
            </a:r>
            <a:r>
              <a:rPr lang="en-US" altLang="zh-CN" sz="2000" b="1" dirty="0">
                <a:solidFill>
                  <a:srgbClr val="CC0000"/>
                </a:solidFill>
                <a:ea typeface="楷体_GB2312" pitchFamily="49" charset="-122"/>
              </a:rPr>
              <a:t> </a:t>
            </a:r>
            <a:r>
              <a:rPr lang="en-US" altLang="zh-CN" sz="2000" b="1" dirty="0" err="1">
                <a:solidFill>
                  <a:srgbClr val="CC0000"/>
                </a:solidFill>
                <a:ea typeface="楷体_GB2312" pitchFamily="49" charset="-122"/>
              </a:rPr>
              <a:t>i</a:t>
            </a:r>
            <a:r>
              <a:rPr lang="en-US" altLang="zh-CN" sz="2000" b="1" dirty="0">
                <a:solidFill>
                  <a:srgbClr val="CC0000"/>
                </a:solidFill>
                <a:ea typeface="楷体_GB2312" pitchFamily="49" charset="-122"/>
              </a:rPr>
              <a:t>)  </a:t>
            </a:r>
          </a:p>
          <a:p>
            <a:pPr marL="457200" indent="-457200"/>
            <a:r>
              <a:rPr lang="en-US" altLang="zh-CN" sz="2000" b="1" dirty="0">
                <a:ea typeface="楷体_GB2312" pitchFamily="49" charset="-122"/>
              </a:rPr>
              <a:t>{</a:t>
            </a:r>
          </a:p>
          <a:p>
            <a:pPr marL="457200" indent="-457200"/>
            <a:r>
              <a:rPr lang="en-US" altLang="zh-CN" sz="2000" b="1" dirty="0">
                <a:ea typeface="楷体_GB2312" pitchFamily="49" charset="-122"/>
              </a:rPr>
              <a:t>  NODE *p,*q;</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j;</a:t>
            </a:r>
          </a:p>
          <a:p>
            <a:pPr marL="457200" indent="-457200"/>
            <a:r>
              <a:rPr lang="en-US" altLang="zh-CN" sz="2000" b="1" dirty="0">
                <a:ea typeface="楷体_GB2312" pitchFamily="49" charset="-122"/>
              </a:rPr>
              <a:t>  if (</a:t>
            </a:r>
            <a:r>
              <a:rPr lang="en-US" altLang="zh-CN" sz="2000" b="1" dirty="0" err="1">
                <a:ea typeface="楷体_GB2312" pitchFamily="49" charset="-122"/>
              </a:rPr>
              <a:t>i</a:t>
            </a:r>
            <a:r>
              <a:rPr lang="en-US" altLang="zh-CN" sz="2000" b="1" dirty="0">
                <a:ea typeface="楷体_GB2312" pitchFamily="49" charset="-122"/>
              </a:rPr>
              <a:t> == 0)   </a:t>
            </a:r>
            <a:r>
              <a:rPr lang="en-US" altLang="zh-CN" sz="1800" b="1" dirty="0">
                <a:solidFill>
                  <a:srgbClr val="002060"/>
                </a:solidFill>
                <a:ea typeface="楷体" pitchFamily="49" charset="-122"/>
              </a:rPr>
              <a:t>//</a:t>
            </a:r>
            <a:r>
              <a:rPr lang="zh-CN" altLang="en-US" sz="1800" b="1" dirty="0">
                <a:solidFill>
                  <a:srgbClr val="002060"/>
                </a:solidFill>
                <a:ea typeface="楷体" pitchFamily="49" charset="-122"/>
              </a:rPr>
              <a:t>删除的是头指针，则返回</a:t>
            </a:r>
            <a:endParaRPr lang="en-US" altLang="zh-CN" sz="1800" b="1" dirty="0">
              <a:solidFill>
                <a:srgbClr val="002060"/>
              </a:solidFill>
              <a:ea typeface="楷体_GB2312" pitchFamily="49" charset="-122"/>
            </a:endParaRPr>
          </a:p>
          <a:p>
            <a:pPr marL="457200" indent="-457200"/>
            <a:r>
              <a:rPr lang="en-US" altLang="zh-CN" sz="2000" b="1" dirty="0">
                <a:ea typeface="楷体_GB2312" pitchFamily="49" charset="-122"/>
              </a:rPr>
              <a:t>      return;   </a:t>
            </a:r>
            <a:endParaRPr lang="zh-CN" altLang="en-US" sz="1800" b="1" dirty="0">
              <a:solidFill>
                <a:schemeClr val="accent2"/>
              </a:solidFill>
              <a:latin typeface="+mn-lt"/>
              <a:ea typeface="楷体" pitchFamily="49" charset="-122"/>
            </a:endParaRPr>
          </a:p>
          <a:p>
            <a:pPr marL="457200" indent="-457200"/>
            <a:r>
              <a:rPr lang="zh-CN" altLang="en-US" sz="2000" b="1" dirty="0">
                <a:solidFill>
                  <a:srgbClr val="FF0066"/>
                </a:solidFill>
                <a:ea typeface="楷体_GB2312" pitchFamily="49" charset="-122"/>
              </a:rPr>
              <a:t>  </a:t>
            </a:r>
            <a:r>
              <a:rPr lang="en-US" altLang="zh-CN" sz="2000" b="1" dirty="0">
                <a:solidFill>
                  <a:srgbClr val="C00000"/>
                </a:solidFill>
                <a:ea typeface="楷体_GB2312" pitchFamily="49" charset="-122"/>
              </a:rPr>
              <a:t>p = head;</a:t>
            </a:r>
          </a:p>
          <a:p>
            <a:pPr marL="457200" indent="-457200"/>
            <a:r>
              <a:rPr lang="en-US" altLang="zh-CN" sz="1800" b="1" dirty="0">
                <a:solidFill>
                  <a:schemeClr val="accent2"/>
                </a:solidFill>
                <a:ea typeface="楷体_GB2312" pitchFamily="49" charset="-122"/>
              </a:rPr>
              <a:t>  </a:t>
            </a:r>
            <a:r>
              <a:rPr lang="en-US" altLang="zh-CN" sz="1800" b="1" dirty="0">
                <a:solidFill>
                  <a:srgbClr val="002060"/>
                </a:solidFill>
                <a:ea typeface="楷体" pitchFamily="49" charset="-122"/>
              </a:rPr>
              <a:t>//</a:t>
            </a:r>
            <a:r>
              <a:rPr lang="zh-CN" altLang="en-US" sz="1800" b="1" dirty="0">
                <a:solidFill>
                  <a:srgbClr val="002060"/>
                </a:solidFill>
                <a:ea typeface="楷体" pitchFamily="49" charset="-122"/>
              </a:rPr>
              <a:t>将</a:t>
            </a:r>
            <a:r>
              <a:rPr lang="en-US" altLang="zh-CN" sz="1800" b="1" dirty="0">
                <a:solidFill>
                  <a:srgbClr val="002060"/>
                </a:solidFill>
                <a:ea typeface="楷体" pitchFamily="49" charset="-122"/>
              </a:rPr>
              <a:t>p</a:t>
            </a:r>
            <a:r>
              <a:rPr lang="zh-CN" altLang="en-US" sz="1800" b="1" dirty="0">
                <a:solidFill>
                  <a:srgbClr val="002060"/>
                </a:solidFill>
                <a:ea typeface="楷体" pitchFamily="49" charset="-122"/>
              </a:rPr>
              <a:t>指向要删除的第</a:t>
            </a:r>
            <a:r>
              <a:rPr lang="en-US" altLang="zh-CN" sz="1800" b="1" dirty="0" err="1">
                <a:solidFill>
                  <a:srgbClr val="002060"/>
                </a:solidFill>
                <a:ea typeface="楷体" pitchFamily="49" charset="-122"/>
              </a:rPr>
              <a:t>i</a:t>
            </a:r>
            <a:r>
              <a:rPr lang="zh-CN" altLang="en-US" sz="1800" b="1" dirty="0">
                <a:solidFill>
                  <a:srgbClr val="002060"/>
                </a:solidFill>
                <a:ea typeface="楷体" pitchFamily="49" charset="-122"/>
              </a:rPr>
              <a:t>个节点的前驱节点</a:t>
            </a:r>
          </a:p>
          <a:p>
            <a:pPr marL="457200" indent="-457200"/>
            <a:r>
              <a:rPr lang="zh-CN" altLang="en-US" sz="2000" b="1" dirty="0">
                <a:ea typeface="楷体_GB2312" pitchFamily="49" charset="-122"/>
              </a:rPr>
              <a:t>  </a:t>
            </a:r>
            <a:r>
              <a:rPr lang="en-US" altLang="zh-CN" sz="2000" b="1" dirty="0">
                <a:ea typeface="楷体_GB2312" pitchFamily="49" charset="-122"/>
              </a:rPr>
              <a:t>for (j = 1; j &lt; </a:t>
            </a:r>
            <a:r>
              <a:rPr lang="en-US" altLang="zh-CN" sz="2000" b="1" dirty="0" err="1">
                <a:ea typeface="楷体_GB2312" pitchFamily="49" charset="-122"/>
              </a:rPr>
              <a:t>i</a:t>
            </a:r>
            <a:r>
              <a:rPr lang="en-US" altLang="zh-CN" sz="2000" b="1" dirty="0">
                <a:ea typeface="楷体_GB2312" pitchFamily="49" charset="-122"/>
              </a:rPr>
              <a:t> &amp;&amp; p-&gt;next != NULL; j++) </a:t>
            </a:r>
          </a:p>
          <a:p>
            <a:pPr marL="457200" indent="-457200"/>
            <a:r>
              <a:rPr lang="en-US" altLang="zh-CN" sz="2000" b="1" dirty="0">
                <a:solidFill>
                  <a:srgbClr val="7030A0"/>
                </a:solidFill>
                <a:ea typeface="楷体_GB2312" pitchFamily="49" charset="-122"/>
              </a:rPr>
              <a:t>      p = p-&gt;next;  </a:t>
            </a:r>
            <a:endParaRPr lang="en-US" altLang="zh-CN" sz="1800" b="1" dirty="0">
              <a:solidFill>
                <a:srgbClr val="7030A0"/>
              </a:solidFill>
              <a:ea typeface="楷体_GB2312" pitchFamily="49" charset="-122"/>
            </a:endParaRPr>
          </a:p>
          <a:p>
            <a:pPr marL="457200" indent="-457200"/>
            <a:r>
              <a:rPr lang="en-US" altLang="zh-CN" sz="2000" b="1" dirty="0">
                <a:ea typeface="楷体_GB2312" pitchFamily="49" charset="-122"/>
              </a:rPr>
              <a:t>  if (p-&gt;next == NULL)   </a:t>
            </a:r>
            <a:r>
              <a:rPr lang="en-US" altLang="zh-CN" sz="1800" b="1" dirty="0">
                <a:solidFill>
                  <a:srgbClr val="002060"/>
                </a:solidFill>
                <a:ea typeface="楷体" pitchFamily="49" charset="-122"/>
              </a:rPr>
              <a:t>//</a:t>
            </a:r>
            <a:r>
              <a:rPr lang="zh-CN" altLang="en-US" sz="1800" b="1" dirty="0">
                <a:solidFill>
                  <a:srgbClr val="002060"/>
                </a:solidFill>
                <a:ea typeface="楷体" pitchFamily="49" charset="-122"/>
              </a:rPr>
              <a:t>表明链表中第</a:t>
            </a:r>
            <a:r>
              <a:rPr lang="en-US" altLang="zh-CN" sz="1800" b="1" dirty="0" err="1">
                <a:solidFill>
                  <a:srgbClr val="002060"/>
                </a:solidFill>
                <a:ea typeface="楷体" pitchFamily="49" charset="-122"/>
              </a:rPr>
              <a:t>i</a:t>
            </a:r>
            <a:r>
              <a:rPr lang="zh-CN" altLang="en-US" sz="1800" b="1" dirty="0">
                <a:solidFill>
                  <a:srgbClr val="002060"/>
                </a:solidFill>
                <a:ea typeface="楷体" pitchFamily="49" charset="-122"/>
              </a:rPr>
              <a:t>个节点不存在</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("the %d node not </a:t>
            </a:r>
            <a:r>
              <a:rPr lang="en-US" altLang="zh-CN" sz="2000" b="1" dirty="0" err="1">
                <a:ea typeface="楷体_GB2312" pitchFamily="49" charset="-122"/>
              </a:rPr>
              <a:t>foundt</a:t>
            </a:r>
            <a:r>
              <a:rPr lang="en-US" altLang="zh-CN" sz="2000" b="1" dirty="0">
                <a:ea typeface="楷体_GB2312" pitchFamily="49" charset="-122"/>
              </a:rPr>
              <a:t>!\n",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return;</a:t>
            </a:r>
          </a:p>
          <a:p>
            <a:pPr marL="457200" indent="-457200"/>
            <a:r>
              <a:rPr lang="en-US" altLang="zh-CN" sz="2000" b="1" dirty="0">
                <a:ea typeface="楷体_GB2312" pitchFamily="49" charset="-122"/>
              </a:rPr>
              <a:t>  }  </a:t>
            </a:r>
          </a:p>
        </p:txBody>
      </p:sp>
      <p:grpSp>
        <p:nvGrpSpPr>
          <p:cNvPr id="1105991" name="Group 71"/>
          <p:cNvGrpSpPr>
            <a:grpSpLocks/>
          </p:cNvGrpSpPr>
          <p:nvPr/>
        </p:nvGrpSpPr>
        <p:grpSpPr bwMode="auto">
          <a:xfrm>
            <a:off x="1938637" y="5286060"/>
            <a:ext cx="6723062" cy="1546225"/>
            <a:chOff x="368" y="3326"/>
            <a:chExt cx="4235" cy="974"/>
          </a:xfrm>
        </p:grpSpPr>
        <p:grpSp>
          <p:nvGrpSpPr>
            <p:cNvPr id="1105929" name="Group 9"/>
            <p:cNvGrpSpPr>
              <a:grpSpLocks/>
            </p:cNvGrpSpPr>
            <p:nvPr/>
          </p:nvGrpSpPr>
          <p:grpSpPr bwMode="auto">
            <a:xfrm>
              <a:off x="985" y="3454"/>
              <a:ext cx="455" cy="635"/>
              <a:chOff x="1120" y="3157"/>
              <a:chExt cx="455" cy="635"/>
            </a:xfrm>
          </p:grpSpPr>
          <p:sp>
            <p:nvSpPr>
              <p:cNvPr id="1105930" name="Rectangle 10"/>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05931" name="Rectangle 11"/>
              <p:cNvSpPr>
                <a:spLocks noChangeArrowheads="1"/>
              </p:cNvSpPr>
              <p:nvPr/>
            </p:nvSpPr>
            <p:spPr bwMode="auto">
              <a:xfrm>
                <a:off x="1121" y="3338"/>
                <a:ext cx="454" cy="454"/>
              </a:xfrm>
              <a:prstGeom prst="rect">
                <a:avLst/>
              </a:prstGeom>
              <a:blipFill>
                <a:blip r:embed="rId4" cstate="print"/>
                <a:tile tx="0" ty="0" sx="100000" sy="100000" flip="none" algn="tl"/>
              </a:blipFill>
              <a:ln w="19050">
                <a:solidFill>
                  <a:srgbClr val="7030A0"/>
                </a:solidFill>
                <a:miter lim="800000"/>
                <a:headEnd/>
                <a:tailEnd/>
              </a:ln>
              <a:effectLst/>
            </p:spPr>
            <p:txBody>
              <a:bodyPr wrap="none" anchor="ctr"/>
              <a:lstStyle/>
              <a:p>
                <a:endParaRPr lang="zh-CN" altLang="en-US"/>
              </a:p>
            </p:txBody>
          </p:sp>
        </p:grpSp>
        <p:grpSp>
          <p:nvGrpSpPr>
            <p:cNvPr id="1105932" name="Group 12"/>
            <p:cNvGrpSpPr>
              <a:grpSpLocks/>
            </p:cNvGrpSpPr>
            <p:nvPr/>
          </p:nvGrpSpPr>
          <p:grpSpPr bwMode="auto">
            <a:xfrm>
              <a:off x="368" y="3326"/>
              <a:ext cx="608" cy="250"/>
              <a:chOff x="503" y="3030"/>
              <a:chExt cx="608" cy="250"/>
            </a:xfrm>
          </p:grpSpPr>
          <p:sp>
            <p:nvSpPr>
              <p:cNvPr id="1105933" name="Line 13"/>
              <p:cNvSpPr>
                <a:spLocks noChangeShapeType="1"/>
              </p:cNvSpPr>
              <p:nvPr/>
            </p:nvSpPr>
            <p:spPr bwMode="auto">
              <a:xfrm>
                <a:off x="793" y="3248"/>
                <a:ext cx="318" cy="0"/>
              </a:xfrm>
              <a:prstGeom prst="line">
                <a:avLst/>
              </a:prstGeom>
              <a:noFill/>
              <a:ln w="28575">
                <a:solidFill>
                  <a:srgbClr val="C00000"/>
                </a:solidFill>
                <a:round/>
                <a:headEnd/>
                <a:tailEnd type="stealth" w="lg" len="lg"/>
              </a:ln>
              <a:effectLst/>
            </p:spPr>
            <p:txBody>
              <a:bodyPr/>
              <a:lstStyle/>
              <a:p>
                <a:endParaRPr lang="zh-CN" altLang="en-US"/>
              </a:p>
            </p:txBody>
          </p:sp>
          <p:sp>
            <p:nvSpPr>
              <p:cNvPr id="1105934" name="Text Box 14"/>
              <p:cNvSpPr txBox="1">
                <a:spLocks noChangeArrowheads="1"/>
              </p:cNvSpPr>
              <p:nvPr/>
            </p:nvSpPr>
            <p:spPr bwMode="auto">
              <a:xfrm>
                <a:off x="503" y="3030"/>
                <a:ext cx="499"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C00000"/>
                    </a:solidFill>
                  </a:rPr>
                  <a:t>head</a:t>
                </a:r>
              </a:p>
            </p:txBody>
          </p:sp>
        </p:grpSp>
        <p:grpSp>
          <p:nvGrpSpPr>
            <p:cNvPr id="1105935" name="Group 15"/>
            <p:cNvGrpSpPr>
              <a:grpSpLocks/>
            </p:cNvGrpSpPr>
            <p:nvPr/>
          </p:nvGrpSpPr>
          <p:grpSpPr bwMode="auto">
            <a:xfrm>
              <a:off x="1742" y="3455"/>
              <a:ext cx="455" cy="635"/>
              <a:chOff x="1120" y="3157"/>
              <a:chExt cx="455" cy="635"/>
            </a:xfrm>
          </p:grpSpPr>
          <p:sp>
            <p:nvSpPr>
              <p:cNvPr id="1105936" name="Rectangle 16"/>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05937" name="Rectangle 17"/>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105938" name="Group 18"/>
            <p:cNvGrpSpPr>
              <a:grpSpLocks/>
            </p:cNvGrpSpPr>
            <p:nvPr/>
          </p:nvGrpSpPr>
          <p:grpSpPr bwMode="auto">
            <a:xfrm>
              <a:off x="2517" y="3465"/>
              <a:ext cx="455" cy="635"/>
              <a:chOff x="1120" y="3157"/>
              <a:chExt cx="455" cy="635"/>
            </a:xfrm>
          </p:grpSpPr>
          <p:sp>
            <p:nvSpPr>
              <p:cNvPr id="1105939" name="Rectangle 19"/>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05940" name="Rectangle 20"/>
              <p:cNvSpPr>
                <a:spLocks noChangeArrowheads="1"/>
              </p:cNvSpPr>
              <p:nvPr/>
            </p:nvSpPr>
            <p:spPr bwMode="auto">
              <a:xfrm>
                <a:off x="1121" y="3338"/>
                <a:ext cx="454" cy="454"/>
              </a:xfrm>
              <a:prstGeom prst="rect">
                <a:avLst/>
              </a:prstGeom>
              <a:gradFill rotWithShape="1">
                <a:gsLst>
                  <a:gs pos="0">
                    <a:srgbClr val="BEDFC4"/>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105941" name="Group 21"/>
            <p:cNvGrpSpPr>
              <a:grpSpLocks/>
            </p:cNvGrpSpPr>
            <p:nvPr/>
          </p:nvGrpSpPr>
          <p:grpSpPr bwMode="auto">
            <a:xfrm>
              <a:off x="3346" y="3448"/>
              <a:ext cx="455" cy="635"/>
              <a:chOff x="1120" y="3157"/>
              <a:chExt cx="455" cy="635"/>
            </a:xfrm>
          </p:grpSpPr>
          <p:sp>
            <p:nvSpPr>
              <p:cNvPr id="1105942" name="Rectangle 22"/>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05943" name="Rectangle 23"/>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105944" name="Group 24"/>
            <p:cNvGrpSpPr>
              <a:grpSpLocks/>
            </p:cNvGrpSpPr>
            <p:nvPr/>
          </p:nvGrpSpPr>
          <p:grpSpPr bwMode="auto">
            <a:xfrm>
              <a:off x="4148" y="3440"/>
              <a:ext cx="455" cy="635"/>
              <a:chOff x="1120" y="3157"/>
              <a:chExt cx="455" cy="635"/>
            </a:xfrm>
          </p:grpSpPr>
          <p:sp>
            <p:nvSpPr>
              <p:cNvPr id="1105945" name="Rectangle 25"/>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05946" name="Rectangle 26"/>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sp>
          <p:nvSpPr>
            <p:cNvPr id="1105947" name="Line 27"/>
            <p:cNvSpPr>
              <a:spLocks noChangeShapeType="1"/>
            </p:cNvSpPr>
            <p:nvPr/>
          </p:nvSpPr>
          <p:spPr bwMode="auto">
            <a:xfrm>
              <a:off x="1228" y="3548"/>
              <a:ext cx="499" cy="0"/>
            </a:xfrm>
            <a:prstGeom prst="line">
              <a:avLst/>
            </a:prstGeom>
            <a:noFill/>
            <a:ln w="28575">
              <a:solidFill>
                <a:srgbClr val="C00000"/>
              </a:solidFill>
              <a:round/>
              <a:headEnd/>
              <a:tailEnd type="stealth" w="lg" len="lg"/>
            </a:ln>
            <a:effectLst/>
          </p:spPr>
          <p:txBody>
            <a:bodyPr/>
            <a:lstStyle/>
            <a:p>
              <a:endParaRPr lang="zh-CN" altLang="en-US"/>
            </a:p>
          </p:txBody>
        </p:sp>
        <p:sp>
          <p:nvSpPr>
            <p:cNvPr id="1105948" name="Line 28"/>
            <p:cNvSpPr>
              <a:spLocks noChangeShapeType="1"/>
            </p:cNvSpPr>
            <p:nvPr/>
          </p:nvSpPr>
          <p:spPr bwMode="auto">
            <a:xfrm>
              <a:off x="2003" y="3549"/>
              <a:ext cx="499" cy="0"/>
            </a:xfrm>
            <a:prstGeom prst="line">
              <a:avLst/>
            </a:prstGeom>
            <a:noFill/>
            <a:ln w="28575">
              <a:solidFill>
                <a:srgbClr val="C00000"/>
              </a:solidFill>
              <a:round/>
              <a:headEnd/>
              <a:tailEnd type="stealth" w="lg" len="lg"/>
            </a:ln>
            <a:effectLst/>
          </p:spPr>
          <p:txBody>
            <a:bodyPr/>
            <a:lstStyle/>
            <a:p>
              <a:endParaRPr lang="zh-CN" altLang="en-US"/>
            </a:p>
          </p:txBody>
        </p:sp>
        <p:sp>
          <p:nvSpPr>
            <p:cNvPr id="1105949" name="Line 29"/>
            <p:cNvSpPr>
              <a:spLocks noChangeShapeType="1"/>
            </p:cNvSpPr>
            <p:nvPr/>
          </p:nvSpPr>
          <p:spPr bwMode="auto">
            <a:xfrm>
              <a:off x="3628" y="3539"/>
              <a:ext cx="499" cy="0"/>
            </a:xfrm>
            <a:prstGeom prst="line">
              <a:avLst/>
            </a:prstGeom>
            <a:noFill/>
            <a:ln w="28575">
              <a:solidFill>
                <a:srgbClr val="C00000"/>
              </a:solidFill>
              <a:round/>
              <a:headEnd/>
              <a:tailEnd type="stealth" w="lg" len="lg"/>
            </a:ln>
            <a:effectLst/>
          </p:spPr>
          <p:txBody>
            <a:bodyPr/>
            <a:lstStyle/>
            <a:p>
              <a:endParaRPr lang="zh-CN" altLang="en-US"/>
            </a:p>
          </p:txBody>
        </p:sp>
        <p:sp>
          <p:nvSpPr>
            <p:cNvPr id="1105950" name="Line 30"/>
            <p:cNvSpPr>
              <a:spLocks noChangeShapeType="1"/>
            </p:cNvSpPr>
            <p:nvPr/>
          </p:nvSpPr>
          <p:spPr bwMode="auto">
            <a:xfrm>
              <a:off x="2770" y="3548"/>
              <a:ext cx="567" cy="0"/>
            </a:xfrm>
            <a:prstGeom prst="line">
              <a:avLst/>
            </a:prstGeom>
            <a:noFill/>
            <a:ln w="28575">
              <a:solidFill>
                <a:srgbClr val="C00000"/>
              </a:solidFill>
              <a:round/>
              <a:headEnd/>
              <a:tailEnd type="stealth" w="lg" len="lg"/>
            </a:ln>
            <a:effectLst/>
          </p:spPr>
          <p:txBody>
            <a:bodyPr/>
            <a:lstStyle/>
            <a:p>
              <a:endParaRPr lang="zh-CN" altLang="en-US"/>
            </a:p>
          </p:txBody>
        </p:sp>
        <p:sp>
          <p:nvSpPr>
            <p:cNvPr id="1105951" name="Text Box 31"/>
            <p:cNvSpPr txBox="1">
              <a:spLocks noChangeArrowheads="1"/>
            </p:cNvSpPr>
            <p:nvPr/>
          </p:nvSpPr>
          <p:spPr bwMode="auto">
            <a:xfrm>
              <a:off x="1813" y="3720"/>
              <a:ext cx="317" cy="250"/>
            </a:xfrm>
            <a:prstGeom prst="rect">
              <a:avLst/>
            </a:prstGeom>
            <a:noFill/>
            <a:ln w="9525">
              <a:noFill/>
              <a:miter lim="800000"/>
              <a:headEnd/>
              <a:tailEnd/>
            </a:ln>
            <a:effectLst/>
          </p:spPr>
          <p:txBody>
            <a:bodyPr>
              <a:spAutoFit/>
            </a:bodyPr>
            <a:lstStyle/>
            <a:p>
              <a:pPr>
                <a:spcBef>
                  <a:spcPct val="50000"/>
                </a:spcBef>
              </a:pPr>
              <a:r>
                <a:rPr lang="en-US" altLang="zh-CN" sz="2000" b="1"/>
                <a:t>70</a:t>
              </a:r>
            </a:p>
          </p:txBody>
        </p:sp>
        <p:sp>
          <p:nvSpPr>
            <p:cNvPr id="1105952" name="Text Box 32"/>
            <p:cNvSpPr txBox="1">
              <a:spLocks noChangeArrowheads="1"/>
            </p:cNvSpPr>
            <p:nvPr/>
          </p:nvSpPr>
          <p:spPr bwMode="auto">
            <a:xfrm>
              <a:off x="2597" y="3712"/>
              <a:ext cx="317" cy="250"/>
            </a:xfrm>
            <a:prstGeom prst="rect">
              <a:avLst/>
            </a:prstGeom>
            <a:noFill/>
            <a:ln w="9525">
              <a:noFill/>
              <a:miter lim="800000"/>
              <a:headEnd/>
              <a:tailEnd/>
            </a:ln>
            <a:effectLst/>
          </p:spPr>
          <p:txBody>
            <a:bodyPr>
              <a:spAutoFit/>
            </a:bodyPr>
            <a:lstStyle/>
            <a:p>
              <a:pPr>
                <a:spcBef>
                  <a:spcPct val="50000"/>
                </a:spcBef>
              </a:pPr>
              <a:r>
                <a:rPr lang="en-US" altLang="zh-CN" sz="2000" b="1"/>
                <a:t>65</a:t>
              </a:r>
            </a:p>
          </p:txBody>
        </p:sp>
        <p:sp>
          <p:nvSpPr>
            <p:cNvPr id="1105953" name="Text Box 33"/>
            <p:cNvSpPr txBox="1">
              <a:spLocks noChangeArrowheads="1"/>
            </p:cNvSpPr>
            <p:nvPr/>
          </p:nvSpPr>
          <p:spPr bwMode="auto">
            <a:xfrm>
              <a:off x="3418" y="3696"/>
              <a:ext cx="317" cy="250"/>
            </a:xfrm>
            <a:prstGeom prst="rect">
              <a:avLst/>
            </a:prstGeom>
            <a:noFill/>
            <a:ln w="9525">
              <a:noFill/>
              <a:miter lim="800000"/>
              <a:headEnd/>
              <a:tailEnd/>
            </a:ln>
            <a:effectLst/>
          </p:spPr>
          <p:txBody>
            <a:bodyPr>
              <a:spAutoFit/>
            </a:bodyPr>
            <a:lstStyle/>
            <a:p>
              <a:pPr>
                <a:spcBef>
                  <a:spcPct val="50000"/>
                </a:spcBef>
              </a:pPr>
              <a:r>
                <a:rPr lang="en-US" altLang="zh-CN" sz="2000" b="1"/>
                <a:t>78</a:t>
              </a:r>
            </a:p>
          </p:txBody>
        </p:sp>
        <p:sp>
          <p:nvSpPr>
            <p:cNvPr id="1105954" name="Text Box 34"/>
            <p:cNvSpPr txBox="1">
              <a:spLocks noChangeArrowheads="1"/>
            </p:cNvSpPr>
            <p:nvPr/>
          </p:nvSpPr>
          <p:spPr bwMode="auto">
            <a:xfrm>
              <a:off x="4210" y="3684"/>
              <a:ext cx="317" cy="250"/>
            </a:xfrm>
            <a:prstGeom prst="rect">
              <a:avLst/>
            </a:prstGeom>
            <a:noFill/>
            <a:ln w="9525">
              <a:noFill/>
              <a:miter lim="800000"/>
              <a:headEnd/>
              <a:tailEnd/>
            </a:ln>
            <a:effectLst/>
          </p:spPr>
          <p:txBody>
            <a:bodyPr>
              <a:spAutoFit/>
            </a:bodyPr>
            <a:lstStyle/>
            <a:p>
              <a:pPr>
                <a:spcBef>
                  <a:spcPct val="50000"/>
                </a:spcBef>
              </a:pPr>
              <a:r>
                <a:rPr lang="en-US" altLang="zh-CN" sz="2000" b="1"/>
                <a:t>90</a:t>
              </a:r>
            </a:p>
          </p:txBody>
        </p:sp>
        <p:sp>
          <p:nvSpPr>
            <p:cNvPr id="1105955" name="Rectangle 35"/>
            <p:cNvSpPr>
              <a:spLocks noChangeArrowheads="1"/>
            </p:cNvSpPr>
            <p:nvPr/>
          </p:nvSpPr>
          <p:spPr bwMode="auto">
            <a:xfrm>
              <a:off x="4255" y="3421"/>
              <a:ext cx="228" cy="192"/>
            </a:xfrm>
            <a:prstGeom prst="rect">
              <a:avLst/>
            </a:prstGeom>
            <a:noFill/>
            <a:ln w="9525">
              <a:noFill/>
              <a:miter lim="800000"/>
              <a:headEnd/>
              <a:tailEnd/>
            </a:ln>
            <a:effectLst/>
          </p:spPr>
          <p:txBody>
            <a:bodyPr wrap="none">
              <a:spAutoFit/>
            </a:bodyPr>
            <a:lstStyle/>
            <a:p>
              <a:r>
                <a:rPr lang="en-US" altLang="zh-CN" sz="1400" b="1">
                  <a:solidFill>
                    <a:schemeClr val="accent2"/>
                  </a:solidFill>
                </a:rPr>
                <a:t>∧</a:t>
              </a:r>
            </a:p>
          </p:txBody>
        </p:sp>
        <p:sp>
          <p:nvSpPr>
            <p:cNvPr id="1105956" name="Text Box 36"/>
            <p:cNvSpPr txBox="1">
              <a:spLocks noChangeArrowheads="1"/>
            </p:cNvSpPr>
            <p:nvPr/>
          </p:nvSpPr>
          <p:spPr bwMode="auto">
            <a:xfrm>
              <a:off x="1100" y="4048"/>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rPr>
                <a:t>0</a:t>
              </a:r>
            </a:p>
          </p:txBody>
        </p:sp>
        <p:sp>
          <p:nvSpPr>
            <p:cNvPr id="1105957" name="Text Box 37"/>
            <p:cNvSpPr txBox="1">
              <a:spLocks noChangeArrowheads="1"/>
            </p:cNvSpPr>
            <p:nvPr/>
          </p:nvSpPr>
          <p:spPr bwMode="auto">
            <a:xfrm>
              <a:off x="1857" y="4040"/>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rPr>
                <a:t>1</a:t>
              </a:r>
            </a:p>
          </p:txBody>
        </p:sp>
        <p:sp>
          <p:nvSpPr>
            <p:cNvPr id="1105958" name="Text Box 38"/>
            <p:cNvSpPr txBox="1">
              <a:spLocks noChangeArrowheads="1"/>
            </p:cNvSpPr>
            <p:nvPr/>
          </p:nvSpPr>
          <p:spPr bwMode="auto">
            <a:xfrm>
              <a:off x="2632" y="4050"/>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rPr>
                <a:t>2</a:t>
              </a:r>
            </a:p>
          </p:txBody>
        </p:sp>
        <p:sp>
          <p:nvSpPr>
            <p:cNvPr id="1105959" name="Text Box 39"/>
            <p:cNvSpPr txBox="1">
              <a:spLocks noChangeArrowheads="1"/>
            </p:cNvSpPr>
            <p:nvPr/>
          </p:nvSpPr>
          <p:spPr bwMode="auto">
            <a:xfrm>
              <a:off x="3457" y="4025"/>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rPr>
                <a:t>3</a:t>
              </a:r>
            </a:p>
          </p:txBody>
        </p:sp>
        <p:sp>
          <p:nvSpPr>
            <p:cNvPr id="1105960" name="Text Box 40"/>
            <p:cNvSpPr txBox="1">
              <a:spLocks noChangeArrowheads="1"/>
            </p:cNvSpPr>
            <p:nvPr/>
          </p:nvSpPr>
          <p:spPr bwMode="auto">
            <a:xfrm>
              <a:off x="4259" y="4026"/>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rPr>
                <a:t>4</a:t>
              </a:r>
            </a:p>
          </p:txBody>
        </p:sp>
      </p:grpSp>
      <p:sp>
        <p:nvSpPr>
          <p:cNvPr id="1105970" name="AutoShape 50"/>
          <p:cNvSpPr>
            <a:spLocks noChangeArrowheads="1"/>
          </p:cNvSpPr>
          <p:nvPr/>
        </p:nvSpPr>
        <p:spPr bwMode="auto">
          <a:xfrm>
            <a:off x="7900491" y="1239835"/>
            <a:ext cx="1223962" cy="431800"/>
          </a:xfrm>
          <a:prstGeom prst="wedgeRoundRectCallout">
            <a:avLst>
              <a:gd name="adj1" fmla="val -192490"/>
              <a:gd name="adj2" fmla="val -161028"/>
              <a:gd name="adj3" fmla="val 16667"/>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1800" b="1" dirty="0">
                <a:solidFill>
                  <a:srgbClr val="C00000"/>
                </a:solidFill>
                <a:latin typeface="+mn-lt"/>
                <a:ea typeface="楷体" pitchFamily="49" charset="-122"/>
              </a:rPr>
              <a:t>假设</a:t>
            </a:r>
            <a:r>
              <a:rPr lang="en-US" altLang="zh-CN" sz="1800" b="1" dirty="0" err="1">
                <a:solidFill>
                  <a:srgbClr val="C00000"/>
                </a:solidFill>
                <a:ea typeface="楷体_GB2312" pitchFamily="49" charset="-122"/>
              </a:rPr>
              <a:t>i</a:t>
            </a:r>
            <a:r>
              <a:rPr lang="en-US" altLang="zh-CN" sz="1800" b="1" dirty="0">
                <a:solidFill>
                  <a:srgbClr val="C00000"/>
                </a:solidFill>
                <a:ea typeface="楷体_GB2312" pitchFamily="49" charset="-122"/>
              </a:rPr>
              <a:t> = 2</a:t>
            </a:r>
          </a:p>
        </p:txBody>
      </p:sp>
      <p:grpSp>
        <p:nvGrpSpPr>
          <p:cNvPr id="1105971" name="Group 51"/>
          <p:cNvGrpSpPr>
            <a:grpSpLocks/>
          </p:cNvGrpSpPr>
          <p:nvPr/>
        </p:nvGrpSpPr>
        <p:grpSpPr bwMode="auto">
          <a:xfrm>
            <a:off x="2390280" y="5748338"/>
            <a:ext cx="434975" cy="512762"/>
            <a:chOff x="674" y="3621"/>
            <a:chExt cx="274" cy="323"/>
          </a:xfrm>
        </p:grpSpPr>
        <p:sp>
          <p:nvSpPr>
            <p:cNvPr id="1105972" name="Line 52"/>
            <p:cNvSpPr>
              <a:spLocks noChangeShapeType="1"/>
            </p:cNvSpPr>
            <p:nvPr/>
          </p:nvSpPr>
          <p:spPr bwMode="auto">
            <a:xfrm flipV="1">
              <a:off x="793" y="3621"/>
              <a:ext cx="155" cy="172"/>
            </a:xfrm>
            <a:prstGeom prst="line">
              <a:avLst/>
            </a:prstGeom>
            <a:noFill/>
            <a:ln w="28575">
              <a:solidFill>
                <a:srgbClr val="7030A0"/>
              </a:solidFill>
              <a:round/>
              <a:headEnd/>
              <a:tailEnd type="stealth" w="lg" len="lg"/>
            </a:ln>
            <a:effectLst/>
          </p:spPr>
          <p:txBody>
            <a:bodyPr/>
            <a:lstStyle/>
            <a:p>
              <a:endParaRPr lang="zh-CN" altLang="en-US">
                <a:solidFill>
                  <a:srgbClr val="7030A0"/>
                </a:solidFill>
              </a:endParaRPr>
            </a:p>
          </p:txBody>
        </p:sp>
        <p:sp>
          <p:nvSpPr>
            <p:cNvPr id="1105973" name="Text Box 53"/>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7030A0"/>
                  </a:solidFill>
                </a:rPr>
                <a:t>p</a:t>
              </a:r>
            </a:p>
          </p:txBody>
        </p:sp>
      </p:grpSp>
      <p:grpSp>
        <p:nvGrpSpPr>
          <p:cNvPr id="1105992" name="Group 72"/>
          <p:cNvGrpSpPr>
            <a:grpSpLocks/>
          </p:cNvGrpSpPr>
          <p:nvPr/>
        </p:nvGrpSpPr>
        <p:grpSpPr bwMode="auto">
          <a:xfrm>
            <a:off x="3634880" y="5764213"/>
            <a:ext cx="434975" cy="512762"/>
            <a:chOff x="674" y="3621"/>
            <a:chExt cx="274" cy="323"/>
          </a:xfrm>
        </p:grpSpPr>
        <p:sp>
          <p:nvSpPr>
            <p:cNvPr id="1105993" name="Line 73"/>
            <p:cNvSpPr>
              <a:spLocks noChangeShapeType="1"/>
            </p:cNvSpPr>
            <p:nvPr/>
          </p:nvSpPr>
          <p:spPr bwMode="auto">
            <a:xfrm flipV="1">
              <a:off x="793" y="3621"/>
              <a:ext cx="155" cy="172"/>
            </a:xfrm>
            <a:prstGeom prst="line">
              <a:avLst/>
            </a:prstGeom>
            <a:noFill/>
            <a:ln w="28575">
              <a:solidFill>
                <a:srgbClr val="7030A0"/>
              </a:solidFill>
              <a:round/>
              <a:headEnd/>
              <a:tailEnd type="stealth" w="lg" len="lg"/>
            </a:ln>
            <a:effectLst/>
          </p:spPr>
          <p:txBody>
            <a:bodyPr/>
            <a:lstStyle/>
            <a:p>
              <a:endParaRPr lang="zh-CN" altLang="en-US">
                <a:solidFill>
                  <a:srgbClr val="7030A0"/>
                </a:solidFill>
              </a:endParaRPr>
            </a:p>
          </p:txBody>
        </p:sp>
        <p:sp>
          <p:nvSpPr>
            <p:cNvPr id="1105994" name="Text Box 74"/>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7030A0"/>
                  </a:solidFill>
                </a:rPr>
                <a:t>p</a:t>
              </a:r>
            </a:p>
          </p:txBody>
        </p:sp>
      </p:grpSp>
      <p:sp useBgFill="1">
        <p:nvSpPr>
          <p:cNvPr id="1105995" name="Rectangle 75"/>
          <p:cNvSpPr>
            <a:spLocks noChangeArrowheads="1"/>
          </p:cNvSpPr>
          <p:nvPr/>
        </p:nvSpPr>
        <p:spPr bwMode="auto">
          <a:xfrm>
            <a:off x="2356942" y="5737226"/>
            <a:ext cx="504825" cy="503237"/>
          </a:xfrm>
          <a:prstGeom prst="rect">
            <a:avLst/>
          </a:prstGeom>
          <a:ln w="9525">
            <a:noFill/>
            <a:miter lim="800000"/>
            <a:headEnd/>
            <a:tailEnd/>
          </a:ln>
          <a:effectLst/>
        </p:spPr>
        <p:txBody>
          <a:bodyPr wrap="none" anchor="ctr"/>
          <a:lstStyle/>
          <a:p>
            <a:endParaRPr lang="zh-CN" altLang="en-US"/>
          </a:p>
        </p:txBody>
      </p:sp>
      <p:grpSp>
        <p:nvGrpSpPr>
          <p:cNvPr id="1105996" name="Group 76"/>
          <p:cNvGrpSpPr>
            <a:grpSpLocks/>
          </p:cNvGrpSpPr>
          <p:nvPr/>
        </p:nvGrpSpPr>
        <p:grpSpPr bwMode="auto">
          <a:xfrm>
            <a:off x="4865192" y="5737226"/>
            <a:ext cx="434975" cy="512763"/>
            <a:chOff x="674" y="3621"/>
            <a:chExt cx="274" cy="323"/>
          </a:xfrm>
        </p:grpSpPr>
        <p:sp>
          <p:nvSpPr>
            <p:cNvPr id="1105997" name="Line 77"/>
            <p:cNvSpPr>
              <a:spLocks noChangeShapeType="1"/>
            </p:cNvSpPr>
            <p:nvPr/>
          </p:nvSpPr>
          <p:spPr bwMode="auto">
            <a:xfrm flipV="1">
              <a:off x="793" y="3621"/>
              <a:ext cx="155" cy="172"/>
            </a:xfrm>
            <a:prstGeom prst="line">
              <a:avLst/>
            </a:prstGeom>
            <a:noFill/>
            <a:ln w="28575">
              <a:solidFill>
                <a:srgbClr val="002060"/>
              </a:solidFill>
              <a:round/>
              <a:headEnd/>
              <a:tailEnd type="stealth" w="lg" len="lg"/>
            </a:ln>
            <a:effectLst/>
          </p:spPr>
          <p:txBody>
            <a:bodyPr/>
            <a:lstStyle/>
            <a:p>
              <a:endParaRPr lang="zh-CN" altLang="en-US"/>
            </a:p>
          </p:txBody>
        </p:sp>
        <p:sp>
          <p:nvSpPr>
            <p:cNvPr id="1105998" name="Text Box 78"/>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rPr>
                <a:t>q</a:t>
              </a:r>
            </a:p>
          </p:txBody>
        </p:sp>
      </p:grpSp>
      <p:grpSp>
        <p:nvGrpSpPr>
          <p:cNvPr id="1106001" name="Group 81"/>
          <p:cNvGrpSpPr>
            <a:grpSpLocks/>
          </p:cNvGrpSpPr>
          <p:nvPr/>
        </p:nvGrpSpPr>
        <p:grpSpPr bwMode="auto">
          <a:xfrm>
            <a:off x="4987430" y="5516564"/>
            <a:ext cx="1360487" cy="230187"/>
            <a:chOff x="2589" y="3475"/>
            <a:chExt cx="857" cy="145"/>
          </a:xfrm>
        </p:grpSpPr>
        <p:sp useBgFill="1">
          <p:nvSpPr>
            <p:cNvPr id="1105999" name="Rectangle 79"/>
            <p:cNvSpPr>
              <a:spLocks noChangeArrowheads="1"/>
            </p:cNvSpPr>
            <p:nvPr/>
          </p:nvSpPr>
          <p:spPr bwMode="auto">
            <a:xfrm>
              <a:off x="2589" y="3484"/>
              <a:ext cx="209" cy="117"/>
            </a:xfrm>
            <a:prstGeom prst="rect">
              <a:avLst/>
            </a:prstGeom>
            <a:ln w="9525">
              <a:noFill/>
              <a:miter lim="800000"/>
              <a:headEnd/>
              <a:tailEnd/>
            </a:ln>
            <a:effectLst/>
          </p:spPr>
          <p:txBody>
            <a:bodyPr wrap="none" anchor="ctr"/>
            <a:lstStyle/>
            <a:p>
              <a:endParaRPr lang="zh-CN" altLang="en-US"/>
            </a:p>
          </p:txBody>
        </p:sp>
        <p:sp useBgFill="1">
          <p:nvSpPr>
            <p:cNvPr id="1106000" name="Rectangle 80"/>
            <p:cNvSpPr>
              <a:spLocks noChangeArrowheads="1"/>
            </p:cNvSpPr>
            <p:nvPr/>
          </p:nvSpPr>
          <p:spPr bwMode="auto">
            <a:xfrm>
              <a:off x="3274" y="3475"/>
              <a:ext cx="172" cy="145"/>
            </a:xfrm>
            <a:prstGeom prst="rect">
              <a:avLst/>
            </a:prstGeom>
            <a:ln w="9525">
              <a:noFill/>
              <a:miter lim="800000"/>
              <a:headEnd/>
              <a:tailEnd/>
            </a:ln>
            <a:effectLst/>
          </p:spPr>
          <p:txBody>
            <a:bodyPr wrap="none" anchor="ctr"/>
            <a:lstStyle/>
            <a:p>
              <a:endParaRPr lang="zh-CN" altLang="en-US"/>
            </a:p>
          </p:txBody>
        </p:sp>
      </p:grpSp>
      <p:grpSp>
        <p:nvGrpSpPr>
          <p:cNvPr id="1106005" name="Group 85"/>
          <p:cNvGrpSpPr>
            <a:grpSpLocks/>
          </p:cNvGrpSpPr>
          <p:nvPr/>
        </p:nvGrpSpPr>
        <p:grpSpPr bwMode="auto">
          <a:xfrm>
            <a:off x="4990268" y="5285582"/>
            <a:ext cx="1331912" cy="360363"/>
            <a:chOff x="2599" y="3330"/>
            <a:chExt cx="834" cy="227"/>
          </a:xfrm>
        </p:grpSpPr>
        <p:sp>
          <p:nvSpPr>
            <p:cNvPr id="1106002" name="Line 82"/>
            <p:cNvSpPr>
              <a:spLocks noChangeShapeType="1"/>
            </p:cNvSpPr>
            <p:nvPr/>
          </p:nvSpPr>
          <p:spPr bwMode="auto">
            <a:xfrm>
              <a:off x="2608" y="3339"/>
              <a:ext cx="816" cy="0"/>
            </a:xfrm>
            <a:prstGeom prst="line">
              <a:avLst/>
            </a:prstGeom>
            <a:noFill/>
            <a:ln w="28575">
              <a:solidFill>
                <a:srgbClr val="C00000"/>
              </a:solidFill>
              <a:round/>
              <a:headEnd/>
              <a:tailEnd/>
            </a:ln>
            <a:effectLst/>
          </p:spPr>
          <p:txBody>
            <a:bodyPr/>
            <a:lstStyle/>
            <a:p>
              <a:endParaRPr lang="zh-CN" altLang="en-US"/>
            </a:p>
          </p:txBody>
        </p:sp>
        <p:sp>
          <p:nvSpPr>
            <p:cNvPr id="1106003" name="Line 83"/>
            <p:cNvSpPr>
              <a:spLocks noChangeShapeType="1"/>
            </p:cNvSpPr>
            <p:nvPr/>
          </p:nvSpPr>
          <p:spPr bwMode="auto">
            <a:xfrm>
              <a:off x="2599" y="3330"/>
              <a:ext cx="0" cy="227"/>
            </a:xfrm>
            <a:prstGeom prst="line">
              <a:avLst/>
            </a:prstGeom>
            <a:noFill/>
            <a:ln w="28575">
              <a:solidFill>
                <a:srgbClr val="C00000"/>
              </a:solidFill>
              <a:round/>
              <a:headEnd/>
              <a:tailEnd/>
            </a:ln>
            <a:effectLst/>
          </p:spPr>
          <p:txBody>
            <a:bodyPr/>
            <a:lstStyle/>
            <a:p>
              <a:endParaRPr lang="zh-CN" altLang="en-US"/>
            </a:p>
          </p:txBody>
        </p:sp>
        <p:sp>
          <p:nvSpPr>
            <p:cNvPr id="1106004" name="Line 84"/>
            <p:cNvSpPr>
              <a:spLocks noChangeShapeType="1"/>
            </p:cNvSpPr>
            <p:nvPr/>
          </p:nvSpPr>
          <p:spPr bwMode="auto">
            <a:xfrm>
              <a:off x="3433" y="3330"/>
              <a:ext cx="0" cy="227"/>
            </a:xfrm>
            <a:prstGeom prst="line">
              <a:avLst/>
            </a:prstGeom>
            <a:noFill/>
            <a:ln w="28575">
              <a:solidFill>
                <a:srgbClr val="C00000"/>
              </a:solidFill>
              <a:round/>
              <a:headEnd/>
              <a:tailEnd/>
            </a:ln>
            <a:effectLst/>
          </p:spPr>
          <p:txBody>
            <a:bodyPr/>
            <a:lstStyle/>
            <a:p>
              <a:endParaRPr lang="zh-CN" altLang="en-US"/>
            </a:p>
          </p:txBody>
        </p:sp>
      </p:grpSp>
      <p:sp useBgFill="1">
        <p:nvSpPr>
          <p:cNvPr id="1106006" name="Freeform 86"/>
          <p:cNvSpPr>
            <a:spLocks/>
          </p:cNvSpPr>
          <p:nvPr/>
        </p:nvSpPr>
        <p:spPr bwMode="auto">
          <a:xfrm>
            <a:off x="4942625" y="5414455"/>
            <a:ext cx="1319213" cy="1544638"/>
          </a:xfrm>
          <a:custGeom>
            <a:avLst/>
            <a:gdLst/>
            <a:ahLst/>
            <a:cxnLst>
              <a:cxn ang="0">
                <a:pos x="191" y="22"/>
              </a:cxn>
              <a:cxn ang="0">
                <a:pos x="165" y="65"/>
              </a:cxn>
              <a:cxn ang="0">
                <a:pos x="157" y="90"/>
              </a:cxn>
              <a:cxn ang="0">
                <a:pos x="88" y="185"/>
              </a:cxn>
              <a:cxn ang="0">
                <a:pos x="2" y="443"/>
              </a:cxn>
              <a:cxn ang="0">
                <a:pos x="139" y="795"/>
              </a:cxn>
              <a:cxn ang="0">
                <a:pos x="354" y="890"/>
              </a:cxn>
              <a:cxn ang="0">
                <a:pos x="690" y="864"/>
              </a:cxn>
              <a:cxn ang="0">
                <a:pos x="758" y="813"/>
              </a:cxn>
              <a:cxn ang="0">
                <a:pos x="801" y="770"/>
              </a:cxn>
              <a:cxn ang="0">
                <a:pos x="810" y="400"/>
              </a:cxn>
              <a:cxn ang="0">
                <a:pos x="776" y="280"/>
              </a:cxn>
              <a:cxn ang="0">
                <a:pos x="715" y="39"/>
              </a:cxn>
              <a:cxn ang="0">
                <a:pos x="587" y="30"/>
              </a:cxn>
              <a:cxn ang="0">
                <a:pos x="501" y="4"/>
              </a:cxn>
              <a:cxn ang="0">
                <a:pos x="191" y="22"/>
              </a:cxn>
            </a:cxnLst>
            <a:rect l="0" t="0" r="r" b="b"/>
            <a:pathLst>
              <a:path w="831" h="973">
                <a:moveTo>
                  <a:pt x="191" y="22"/>
                </a:moveTo>
                <a:cubicBezTo>
                  <a:pt x="164" y="98"/>
                  <a:pt x="203" y="0"/>
                  <a:pt x="165" y="65"/>
                </a:cubicBezTo>
                <a:cubicBezTo>
                  <a:pt x="161" y="73"/>
                  <a:pt x="162" y="83"/>
                  <a:pt x="157" y="90"/>
                </a:cubicBezTo>
                <a:cubicBezTo>
                  <a:pt x="138" y="121"/>
                  <a:pt x="101" y="149"/>
                  <a:pt x="88" y="185"/>
                </a:cubicBezTo>
                <a:cubicBezTo>
                  <a:pt x="58" y="271"/>
                  <a:pt x="32" y="357"/>
                  <a:pt x="2" y="443"/>
                </a:cubicBezTo>
                <a:cubicBezTo>
                  <a:pt x="10" y="605"/>
                  <a:pt x="0" y="701"/>
                  <a:pt x="139" y="795"/>
                </a:cubicBezTo>
                <a:cubicBezTo>
                  <a:pt x="185" y="861"/>
                  <a:pt x="279" y="877"/>
                  <a:pt x="354" y="890"/>
                </a:cubicBezTo>
                <a:cubicBezTo>
                  <a:pt x="442" y="973"/>
                  <a:pt x="594" y="913"/>
                  <a:pt x="690" y="864"/>
                </a:cubicBezTo>
                <a:cubicBezTo>
                  <a:pt x="712" y="853"/>
                  <a:pt x="740" y="829"/>
                  <a:pt x="758" y="813"/>
                </a:cubicBezTo>
                <a:cubicBezTo>
                  <a:pt x="773" y="800"/>
                  <a:pt x="801" y="770"/>
                  <a:pt x="801" y="770"/>
                </a:cubicBezTo>
                <a:cubicBezTo>
                  <a:pt x="831" y="626"/>
                  <a:pt x="823" y="623"/>
                  <a:pt x="810" y="400"/>
                </a:cubicBezTo>
                <a:cubicBezTo>
                  <a:pt x="808" y="363"/>
                  <a:pt x="783" y="317"/>
                  <a:pt x="776" y="280"/>
                </a:cubicBezTo>
                <a:cubicBezTo>
                  <a:pt x="775" y="259"/>
                  <a:pt x="797" y="52"/>
                  <a:pt x="715" y="39"/>
                </a:cubicBezTo>
                <a:cubicBezTo>
                  <a:pt x="673" y="32"/>
                  <a:pt x="630" y="33"/>
                  <a:pt x="587" y="30"/>
                </a:cubicBezTo>
                <a:cubicBezTo>
                  <a:pt x="558" y="21"/>
                  <a:pt x="530" y="12"/>
                  <a:pt x="501" y="4"/>
                </a:cubicBezTo>
                <a:cubicBezTo>
                  <a:pt x="242" y="14"/>
                  <a:pt x="345" y="4"/>
                  <a:pt x="191" y="22"/>
                </a:cubicBezTo>
                <a:close/>
              </a:path>
            </a:pathLst>
          </a:custGeom>
          <a:ln w="9525">
            <a:noFill/>
            <a:round/>
            <a:headEnd/>
            <a:tailEnd/>
          </a:ln>
          <a:effectLst/>
        </p:spPr>
        <p:txBody>
          <a:bodyPr/>
          <a:lstStyle/>
          <a:p>
            <a:endParaRPr lang="zh-CN" altLang="en-US"/>
          </a:p>
        </p:txBody>
      </p:sp>
      <p:sp>
        <p:nvSpPr>
          <p:cNvPr id="1105990" name="Rectangle 70" descr="信纸"/>
          <p:cNvSpPr>
            <a:spLocks noChangeArrowheads="1"/>
          </p:cNvSpPr>
          <p:nvPr/>
        </p:nvSpPr>
        <p:spPr bwMode="auto">
          <a:xfrm>
            <a:off x="7781528" y="3747492"/>
            <a:ext cx="4075112" cy="1409700"/>
          </a:xfrm>
          <a:prstGeom prst="rect">
            <a:avLst/>
          </a:prstGeom>
          <a:gradFill>
            <a:gsLst>
              <a:gs pos="0">
                <a:srgbClr val="CFCFD1"/>
              </a:gs>
              <a:gs pos="100000">
                <a:schemeClr val="bg1"/>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dirty="0">
                <a:solidFill>
                  <a:schemeClr val="accent1">
                    <a:lumMod val="50000"/>
                  </a:schemeClr>
                </a:solidFill>
              </a:rPr>
              <a:t> </a:t>
            </a:r>
            <a:r>
              <a:rPr lang="en-US" altLang="zh-CN" sz="2000" b="1" dirty="0">
                <a:solidFill>
                  <a:schemeClr val="accent1">
                    <a:lumMod val="50000"/>
                  </a:schemeClr>
                </a:solidFill>
                <a:ea typeface="楷体_GB2312" pitchFamily="49" charset="-122"/>
              </a:rPr>
              <a:t>q = p-&gt;next;   </a:t>
            </a:r>
            <a:r>
              <a:rPr lang="en-US" altLang="zh-CN" sz="1800" b="1" dirty="0">
                <a:solidFill>
                  <a:srgbClr val="002060"/>
                </a:solidFill>
                <a:ea typeface="楷体" pitchFamily="49" charset="-122"/>
              </a:rPr>
              <a:t>//q</a:t>
            </a:r>
            <a:r>
              <a:rPr lang="zh-CN" altLang="en-US" sz="1800" b="1" dirty="0">
                <a:solidFill>
                  <a:srgbClr val="002060"/>
                </a:solidFill>
                <a:ea typeface="楷体" pitchFamily="49" charset="-122"/>
              </a:rPr>
              <a:t>指向待删除的节点</a:t>
            </a:r>
            <a:r>
              <a:rPr lang="en-US" altLang="zh-CN" sz="1800" b="1" dirty="0" err="1">
                <a:solidFill>
                  <a:srgbClr val="002060"/>
                </a:solidFill>
                <a:ea typeface="楷体" pitchFamily="49" charset="-122"/>
              </a:rPr>
              <a:t>i</a:t>
            </a:r>
            <a:endParaRPr lang="en-US" altLang="zh-CN" sz="1800" b="1" dirty="0">
              <a:solidFill>
                <a:srgbClr val="002060"/>
              </a:solidFill>
              <a:ea typeface="楷体" pitchFamily="49" charset="-122"/>
            </a:endParaRPr>
          </a:p>
          <a:p>
            <a:pPr marL="457200" indent="-457200"/>
            <a:r>
              <a:rPr lang="en-US" altLang="zh-CN" sz="2000" b="1" dirty="0">
                <a:solidFill>
                  <a:srgbClr val="FF0000"/>
                </a:solidFill>
                <a:ea typeface="楷体_GB2312" pitchFamily="49" charset="-122"/>
              </a:rPr>
              <a:t>  </a:t>
            </a:r>
            <a:r>
              <a:rPr lang="en-US" altLang="zh-CN" sz="2000" b="1" dirty="0">
                <a:solidFill>
                  <a:srgbClr val="C00000"/>
                </a:solidFill>
                <a:ea typeface="楷体_GB2312" pitchFamily="49" charset="-122"/>
              </a:rPr>
              <a:t>p-&gt;next = q-&gt;next ;  </a:t>
            </a:r>
            <a:r>
              <a:rPr lang="en-US" altLang="zh-CN" sz="1800" b="1" dirty="0">
                <a:solidFill>
                  <a:srgbClr val="002060"/>
                </a:solidFill>
                <a:ea typeface="楷体" pitchFamily="49" charset="-122"/>
              </a:rPr>
              <a:t>//</a:t>
            </a:r>
            <a:r>
              <a:rPr lang="zh-CN" altLang="en-US" sz="1800" b="1" dirty="0">
                <a:solidFill>
                  <a:srgbClr val="002060"/>
                </a:solidFill>
                <a:ea typeface="楷体" pitchFamily="49" charset="-122"/>
              </a:rPr>
              <a:t>删除节点</a:t>
            </a:r>
            <a:r>
              <a:rPr lang="en-US" altLang="zh-CN" sz="1800" b="1" dirty="0" err="1">
                <a:solidFill>
                  <a:srgbClr val="002060"/>
                </a:solidFill>
                <a:ea typeface="楷体" pitchFamily="49" charset="-122"/>
              </a:rPr>
              <a:t>i</a:t>
            </a:r>
            <a:endParaRPr lang="en-US" altLang="zh-CN" sz="1800" b="1" dirty="0">
              <a:solidFill>
                <a:srgbClr val="002060"/>
              </a:solidFill>
              <a:ea typeface="楷体" pitchFamily="49" charset="-122"/>
            </a:endParaRPr>
          </a:p>
          <a:p>
            <a:pPr marL="457200" indent="-457200"/>
            <a:r>
              <a:rPr lang="en-US" altLang="zh-CN" sz="2000" b="1" dirty="0">
                <a:ea typeface="楷体_GB2312" pitchFamily="49" charset="-122"/>
              </a:rPr>
              <a:t>  </a:t>
            </a:r>
            <a:r>
              <a:rPr lang="en-US" altLang="zh-CN" sz="2000" b="1" dirty="0">
                <a:solidFill>
                  <a:srgbClr val="7030A0"/>
                </a:solidFill>
                <a:ea typeface="楷体_GB2312" pitchFamily="49" charset="-122"/>
              </a:rPr>
              <a:t>free(q);         </a:t>
            </a:r>
            <a:r>
              <a:rPr lang="en-US" altLang="zh-CN" sz="1800" b="1" dirty="0">
                <a:solidFill>
                  <a:srgbClr val="002060"/>
                </a:solidFill>
                <a:ea typeface="楷体" pitchFamily="49" charset="-122"/>
              </a:rPr>
              <a:t>//</a:t>
            </a:r>
            <a:r>
              <a:rPr lang="zh-CN" altLang="en-US" sz="1800" b="1" dirty="0">
                <a:solidFill>
                  <a:srgbClr val="002060"/>
                </a:solidFill>
                <a:ea typeface="楷体" pitchFamily="49" charset="-122"/>
              </a:rPr>
              <a:t>释放节点</a:t>
            </a:r>
            <a:r>
              <a:rPr lang="en-US" altLang="zh-CN" sz="1800" b="1" dirty="0" err="1">
                <a:solidFill>
                  <a:srgbClr val="002060"/>
                </a:solidFill>
                <a:ea typeface="楷体" pitchFamily="49" charset="-122"/>
              </a:rPr>
              <a:t>i</a:t>
            </a:r>
            <a:r>
              <a:rPr lang="zh-CN" altLang="en-US" sz="1800" b="1" dirty="0">
                <a:solidFill>
                  <a:srgbClr val="002060"/>
                </a:solidFill>
                <a:ea typeface="楷体" pitchFamily="49" charset="-122"/>
              </a:rPr>
              <a:t>的内存单元</a:t>
            </a:r>
          </a:p>
          <a:p>
            <a:pPr marL="457200" indent="-457200"/>
            <a:r>
              <a:rPr lang="en-US" altLang="zh-CN" sz="2000" b="1" dirty="0">
                <a:ea typeface="楷体_GB2312" pitchFamily="49" charset="-122"/>
              </a:rPr>
              <a:t>}</a:t>
            </a:r>
            <a:r>
              <a:rPr lang="en-US" altLang="zh-CN" sz="2000" dirty="0">
                <a:ea typeface="楷体_GB2312" pitchFamily="49" charset="-122"/>
              </a:rPr>
              <a:t> </a:t>
            </a:r>
          </a:p>
        </p:txBody>
      </p:sp>
      <p:sp>
        <p:nvSpPr>
          <p:cNvPr id="58" name="文本框 57">
            <a:extLst>
              <a:ext uri="{FF2B5EF4-FFF2-40B4-BE49-F238E27FC236}">
                <a16:creationId xmlns:a16="http://schemas.microsoft.com/office/drawing/2014/main" id="{A2E826FF-262D-43F6-8D5B-7927709B8945}"/>
              </a:ext>
            </a:extLst>
          </p:cNvPr>
          <p:cNvSpPr txBox="1"/>
          <p:nvPr/>
        </p:nvSpPr>
        <p:spPr>
          <a:xfrm>
            <a:off x="625462" y="791229"/>
            <a:ext cx="553998" cy="5806123"/>
          </a:xfrm>
          <a:prstGeom prst="rect">
            <a:avLst/>
          </a:prstGeom>
          <a:noFill/>
        </p:spPr>
        <p:txBody>
          <a:bodyPr vert="eaVert" wrap="square" rtlCol="0">
            <a:spAutoFit/>
          </a:bodyPr>
          <a:lstStyle/>
          <a:p>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链表删除操作函数</a:t>
            </a:r>
            <a:r>
              <a:rPr lang="en-US" altLang="zh-CN" b="1" dirty="0" err="1">
                <a:solidFill>
                  <a:srgbClr val="C00000"/>
                </a:solidFill>
                <a:latin typeface="楷体" panose="02010609060101010101" pitchFamily="49" charset="-122"/>
                <a:ea typeface="楷体" panose="02010609060101010101" pitchFamily="49" charset="-122"/>
              </a:rPr>
              <a:t>Delete_LinkList</a:t>
            </a:r>
            <a:r>
              <a:rPr lang="en-US" altLang="zh-CN" b="1" dirty="0">
                <a:solidFill>
                  <a:srgbClr val="C00000"/>
                </a:solidFill>
                <a:latin typeface="楷体" panose="02010609060101010101" pitchFamily="49" charset="-122"/>
                <a:ea typeface="楷体" panose="02010609060101010101" pitchFamily="49" charset="-122"/>
              </a:rPr>
              <a:t> </a:t>
            </a:r>
            <a:endParaRPr lang="zh-CN" altLang="en-US" dirty="0">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05926">
                                            <p:txEl>
                                              <p:pRg st="0" end="0"/>
                                            </p:txEl>
                                          </p:spTgt>
                                        </p:tgtEl>
                                        <p:attrNameLst>
                                          <p:attrName>style.visibility</p:attrName>
                                        </p:attrNameLst>
                                      </p:cBhvr>
                                      <p:to>
                                        <p:strVal val="visible"/>
                                      </p:to>
                                    </p:set>
                                    <p:anim calcmode="lin" valueType="num">
                                      <p:cBhvr additive="base">
                                        <p:cTn id="7" dur="500" fill="hold"/>
                                        <p:tgtEl>
                                          <p:spTgt spid="11059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05926">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105926">
                                            <p:txEl>
                                              <p:pRg st="1" end="1"/>
                                            </p:txEl>
                                          </p:spTgt>
                                        </p:tgtEl>
                                        <p:attrNameLst>
                                          <p:attrName>style.visibility</p:attrName>
                                        </p:attrNameLst>
                                      </p:cBhvr>
                                      <p:to>
                                        <p:strVal val="visible"/>
                                      </p:to>
                                    </p:set>
                                    <p:anim calcmode="lin" valueType="num">
                                      <p:cBhvr additive="base">
                                        <p:cTn id="11" dur="500" fill="hold"/>
                                        <p:tgtEl>
                                          <p:spTgt spid="110592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05926">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105926">
                                            <p:txEl>
                                              <p:pRg st="2" end="2"/>
                                            </p:txEl>
                                          </p:spTgt>
                                        </p:tgtEl>
                                        <p:attrNameLst>
                                          <p:attrName>style.visibility</p:attrName>
                                        </p:attrNameLst>
                                      </p:cBhvr>
                                      <p:to>
                                        <p:strVal val="visible"/>
                                      </p:to>
                                    </p:set>
                                    <p:anim calcmode="lin" valueType="num">
                                      <p:cBhvr additive="base">
                                        <p:cTn id="15" dur="500" fill="hold"/>
                                        <p:tgtEl>
                                          <p:spTgt spid="110592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05926">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105926">
                                            <p:txEl>
                                              <p:pRg st="3" end="3"/>
                                            </p:txEl>
                                          </p:spTgt>
                                        </p:tgtEl>
                                        <p:attrNameLst>
                                          <p:attrName>style.visibility</p:attrName>
                                        </p:attrNameLst>
                                      </p:cBhvr>
                                      <p:to>
                                        <p:strVal val="visible"/>
                                      </p:to>
                                    </p:set>
                                    <p:anim calcmode="lin" valueType="num">
                                      <p:cBhvr additive="base">
                                        <p:cTn id="19" dur="500" fill="hold"/>
                                        <p:tgtEl>
                                          <p:spTgt spid="110592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05926">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1105926">
                                            <p:txEl>
                                              <p:pRg st="4" end="4"/>
                                            </p:txEl>
                                          </p:spTgt>
                                        </p:tgtEl>
                                        <p:attrNameLst>
                                          <p:attrName>style.visibility</p:attrName>
                                        </p:attrNameLst>
                                      </p:cBhvr>
                                      <p:to>
                                        <p:strVal val="visible"/>
                                      </p:to>
                                    </p:set>
                                    <p:anim calcmode="lin" valueType="num">
                                      <p:cBhvr additive="base">
                                        <p:cTn id="23" dur="500" fill="hold"/>
                                        <p:tgtEl>
                                          <p:spTgt spid="110592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05926">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5" presetID="2" presetClass="entr" presetSubtype="4" fill="hold" nodeType="withEffect">
                                  <p:stCondLst>
                                    <p:cond delay="0"/>
                                  </p:stCondLst>
                                  <p:childTnLst>
                                    <p:set>
                                      <p:cBhvr>
                                        <p:cTn id="26" dur="1" fill="hold">
                                          <p:stCondLst>
                                            <p:cond delay="0"/>
                                          </p:stCondLst>
                                        </p:cTn>
                                        <p:tgtEl>
                                          <p:spTgt spid="1105926">
                                            <p:txEl>
                                              <p:pRg st="5" end="5"/>
                                            </p:txEl>
                                          </p:spTgt>
                                        </p:tgtEl>
                                        <p:attrNameLst>
                                          <p:attrName>style.visibility</p:attrName>
                                        </p:attrNameLst>
                                      </p:cBhvr>
                                      <p:to>
                                        <p:strVal val="visible"/>
                                      </p:to>
                                    </p:set>
                                    <p:anim calcmode="lin" valueType="num">
                                      <p:cBhvr additive="base">
                                        <p:cTn id="27" dur="500" fill="hold"/>
                                        <p:tgtEl>
                                          <p:spTgt spid="110592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05926">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9" fill="hold">
                            <p:stCondLst>
                              <p:cond delay="500"/>
                            </p:stCondLst>
                            <p:childTnLst>
                              <p:par>
                                <p:cTn id="30" presetID="18" presetClass="entr" presetSubtype="3" fill="hold" grpId="0" nodeType="afterEffect">
                                  <p:stCondLst>
                                    <p:cond delay="0"/>
                                  </p:stCondLst>
                                  <p:childTnLst>
                                    <p:set>
                                      <p:cBhvr>
                                        <p:cTn id="31" dur="1" fill="hold">
                                          <p:stCondLst>
                                            <p:cond delay="0"/>
                                          </p:stCondLst>
                                        </p:cTn>
                                        <p:tgtEl>
                                          <p:spTgt spid="1105970"/>
                                        </p:tgtEl>
                                        <p:attrNameLst>
                                          <p:attrName>style.visibility</p:attrName>
                                        </p:attrNameLst>
                                      </p:cBhvr>
                                      <p:to>
                                        <p:strVal val="visible"/>
                                      </p:to>
                                    </p:set>
                                    <p:animEffect transition="in" filter="strips(upRight)">
                                      <p:cBhvr>
                                        <p:cTn id="32" dur="500"/>
                                        <p:tgtEl>
                                          <p:spTgt spid="1105970"/>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05926">
                                            <p:txEl>
                                              <p:pRg st="6" end="6"/>
                                            </p:txEl>
                                          </p:spTgt>
                                        </p:tgtEl>
                                        <p:attrNameLst>
                                          <p:attrName>style.visibility</p:attrName>
                                        </p:attrNameLst>
                                      </p:cBhvr>
                                      <p:to>
                                        <p:strVal val="visible"/>
                                      </p:to>
                                    </p:set>
                                    <p:anim calcmode="lin" valueType="num">
                                      <p:cBhvr additive="base">
                                        <p:cTn id="37" dur="500" fill="hold"/>
                                        <p:tgtEl>
                                          <p:spTgt spid="1105926">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05926">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par>
                          <p:cTn id="39" fill="hold">
                            <p:stCondLst>
                              <p:cond delay="500"/>
                            </p:stCondLst>
                            <p:childTnLst>
                              <p:par>
                                <p:cTn id="40" presetID="18" presetClass="entr" presetSubtype="3" fill="hold" nodeType="afterEffect">
                                  <p:stCondLst>
                                    <p:cond delay="0"/>
                                  </p:stCondLst>
                                  <p:childTnLst>
                                    <p:set>
                                      <p:cBhvr>
                                        <p:cTn id="41" dur="1" fill="hold">
                                          <p:stCondLst>
                                            <p:cond delay="0"/>
                                          </p:stCondLst>
                                        </p:cTn>
                                        <p:tgtEl>
                                          <p:spTgt spid="1105971"/>
                                        </p:tgtEl>
                                        <p:attrNameLst>
                                          <p:attrName>style.visibility</p:attrName>
                                        </p:attrNameLst>
                                      </p:cBhvr>
                                      <p:to>
                                        <p:strVal val="visible"/>
                                      </p:to>
                                    </p:set>
                                    <p:animEffect transition="in" filter="strips(upRight)">
                                      <p:cBhvr>
                                        <p:cTn id="42" dur="500"/>
                                        <p:tgtEl>
                                          <p:spTgt spid="1105971"/>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105926">
                                            <p:txEl>
                                              <p:pRg st="7" end="7"/>
                                            </p:txEl>
                                          </p:spTgt>
                                        </p:tgtEl>
                                        <p:attrNameLst>
                                          <p:attrName>style.visibility</p:attrName>
                                        </p:attrNameLst>
                                      </p:cBhvr>
                                      <p:to>
                                        <p:strVal val="visible"/>
                                      </p:to>
                                    </p:set>
                                    <p:anim calcmode="lin" valueType="num">
                                      <p:cBhvr additive="base">
                                        <p:cTn id="47" dur="500" fill="hold"/>
                                        <p:tgtEl>
                                          <p:spTgt spid="1105926">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05926">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par>
                                <p:cTn id="49" presetID="2" presetClass="entr" presetSubtype="4" fill="hold" nodeType="withEffect">
                                  <p:stCondLst>
                                    <p:cond delay="0"/>
                                  </p:stCondLst>
                                  <p:childTnLst>
                                    <p:set>
                                      <p:cBhvr>
                                        <p:cTn id="50" dur="1" fill="hold">
                                          <p:stCondLst>
                                            <p:cond delay="0"/>
                                          </p:stCondLst>
                                        </p:cTn>
                                        <p:tgtEl>
                                          <p:spTgt spid="1105926">
                                            <p:txEl>
                                              <p:pRg st="8" end="8"/>
                                            </p:txEl>
                                          </p:spTgt>
                                        </p:tgtEl>
                                        <p:attrNameLst>
                                          <p:attrName>style.visibility</p:attrName>
                                        </p:attrNameLst>
                                      </p:cBhvr>
                                      <p:to>
                                        <p:strVal val="visible"/>
                                      </p:to>
                                    </p:set>
                                    <p:anim calcmode="lin" valueType="num">
                                      <p:cBhvr additive="base">
                                        <p:cTn id="51" dur="500" fill="hold"/>
                                        <p:tgtEl>
                                          <p:spTgt spid="1105926">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05926">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par>
                                <p:cTn id="53" presetID="2" presetClass="entr" presetSubtype="4" fill="hold" nodeType="withEffect">
                                  <p:stCondLst>
                                    <p:cond delay="0"/>
                                  </p:stCondLst>
                                  <p:childTnLst>
                                    <p:set>
                                      <p:cBhvr>
                                        <p:cTn id="54" dur="1" fill="hold">
                                          <p:stCondLst>
                                            <p:cond delay="0"/>
                                          </p:stCondLst>
                                        </p:cTn>
                                        <p:tgtEl>
                                          <p:spTgt spid="1105926">
                                            <p:txEl>
                                              <p:pRg st="9" end="9"/>
                                            </p:txEl>
                                          </p:spTgt>
                                        </p:tgtEl>
                                        <p:attrNameLst>
                                          <p:attrName>style.visibility</p:attrName>
                                        </p:attrNameLst>
                                      </p:cBhvr>
                                      <p:to>
                                        <p:strVal val="visible"/>
                                      </p:to>
                                    </p:set>
                                    <p:anim calcmode="lin" valueType="num">
                                      <p:cBhvr additive="base">
                                        <p:cTn id="55" dur="500" fill="hold"/>
                                        <p:tgtEl>
                                          <p:spTgt spid="1105926">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105926">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par>
                          <p:cTn id="57" fill="hold">
                            <p:stCondLst>
                              <p:cond delay="500"/>
                            </p:stCondLst>
                            <p:childTnLst>
                              <p:par>
                                <p:cTn id="58" presetID="4" presetClass="entr" presetSubtype="16" fill="hold" grpId="0" nodeType="afterEffect">
                                  <p:stCondLst>
                                    <p:cond delay="0"/>
                                  </p:stCondLst>
                                  <p:childTnLst>
                                    <p:set>
                                      <p:cBhvr>
                                        <p:cTn id="59" dur="1" fill="hold">
                                          <p:stCondLst>
                                            <p:cond delay="0"/>
                                          </p:stCondLst>
                                        </p:cTn>
                                        <p:tgtEl>
                                          <p:spTgt spid="1105995"/>
                                        </p:tgtEl>
                                        <p:attrNameLst>
                                          <p:attrName>style.visibility</p:attrName>
                                        </p:attrNameLst>
                                      </p:cBhvr>
                                      <p:to>
                                        <p:strVal val="visible"/>
                                      </p:to>
                                    </p:set>
                                    <p:animEffect transition="in" filter="box(in)">
                                      <p:cBhvr>
                                        <p:cTn id="60" dur="500"/>
                                        <p:tgtEl>
                                          <p:spTgt spid="1105995"/>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par>
                          <p:cTn id="61" fill="hold">
                            <p:stCondLst>
                              <p:cond delay="1000"/>
                            </p:stCondLst>
                            <p:childTnLst>
                              <p:par>
                                <p:cTn id="62" presetID="18" presetClass="entr" presetSubtype="3" fill="hold" nodeType="afterEffect">
                                  <p:stCondLst>
                                    <p:cond delay="0"/>
                                  </p:stCondLst>
                                  <p:childTnLst>
                                    <p:set>
                                      <p:cBhvr>
                                        <p:cTn id="63" dur="1" fill="hold">
                                          <p:stCondLst>
                                            <p:cond delay="0"/>
                                          </p:stCondLst>
                                        </p:cTn>
                                        <p:tgtEl>
                                          <p:spTgt spid="1105992"/>
                                        </p:tgtEl>
                                        <p:attrNameLst>
                                          <p:attrName>style.visibility</p:attrName>
                                        </p:attrNameLst>
                                      </p:cBhvr>
                                      <p:to>
                                        <p:strVal val="visible"/>
                                      </p:to>
                                    </p:set>
                                    <p:animEffect transition="in" filter="strips(upRight)">
                                      <p:cBhvr>
                                        <p:cTn id="64" dur="500"/>
                                        <p:tgtEl>
                                          <p:spTgt spid="1105992"/>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1105926">
                                            <p:txEl>
                                              <p:pRg st="10" end="10"/>
                                            </p:txEl>
                                          </p:spTgt>
                                        </p:tgtEl>
                                        <p:attrNameLst>
                                          <p:attrName>style.visibility</p:attrName>
                                        </p:attrNameLst>
                                      </p:cBhvr>
                                      <p:to>
                                        <p:strVal val="visible"/>
                                      </p:to>
                                    </p:set>
                                    <p:anim calcmode="lin" valueType="num">
                                      <p:cBhvr additive="base">
                                        <p:cTn id="69" dur="500" fill="hold"/>
                                        <p:tgtEl>
                                          <p:spTgt spid="1105926">
                                            <p:txEl>
                                              <p:pRg st="10" end="1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105926">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par>
                                <p:cTn id="71" presetID="2" presetClass="entr" presetSubtype="4" fill="hold" nodeType="withEffect">
                                  <p:stCondLst>
                                    <p:cond delay="0"/>
                                  </p:stCondLst>
                                  <p:childTnLst>
                                    <p:set>
                                      <p:cBhvr>
                                        <p:cTn id="72" dur="1" fill="hold">
                                          <p:stCondLst>
                                            <p:cond delay="0"/>
                                          </p:stCondLst>
                                        </p:cTn>
                                        <p:tgtEl>
                                          <p:spTgt spid="1105926">
                                            <p:txEl>
                                              <p:pRg st="11" end="11"/>
                                            </p:txEl>
                                          </p:spTgt>
                                        </p:tgtEl>
                                        <p:attrNameLst>
                                          <p:attrName>style.visibility</p:attrName>
                                        </p:attrNameLst>
                                      </p:cBhvr>
                                      <p:to>
                                        <p:strVal val="visible"/>
                                      </p:to>
                                    </p:set>
                                    <p:anim calcmode="lin" valueType="num">
                                      <p:cBhvr additive="base">
                                        <p:cTn id="73" dur="500" fill="hold"/>
                                        <p:tgtEl>
                                          <p:spTgt spid="1105926">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105926">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par>
                                <p:cTn id="75" presetID="2" presetClass="entr" presetSubtype="4" fill="hold" nodeType="withEffect">
                                  <p:stCondLst>
                                    <p:cond delay="0"/>
                                  </p:stCondLst>
                                  <p:childTnLst>
                                    <p:set>
                                      <p:cBhvr>
                                        <p:cTn id="76" dur="1" fill="hold">
                                          <p:stCondLst>
                                            <p:cond delay="0"/>
                                          </p:stCondLst>
                                        </p:cTn>
                                        <p:tgtEl>
                                          <p:spTgt spid="1105926">
                                            <p:txEl>
                                              <p:pRg st="12" end="12"/>
                                            </p:txEl>
                                          </p:spTgt>
                                        </p:tgtEl>
                                        <p:attrNameLst>
                                          <p:attrName>style.visibility</p:attrName>
                                        </p:attrNameLst>
                                      </p:cBhvr>
                                      <p:to>
                                        <p:strVal val="visible"/>
                                      </p:to>
                                    </p:set>
                                    <p:anim calcmode="lin" valueType="num">
                                      <p:cBhvr additive="base">
                                        <p:cTn id="77" dur="500" fill="hold"/>
                                        <p:tgtEl>
                                          <p:spTgt spid="1105926">
                                            <p:txEl>
                                              <p:pRg st="12" end="12"/>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105926">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par>
                                <p:cTn id="79" presetID="2" presetClass="entr" presetSubtype="4" fill="hold" nodeType="withEffect">
                                  <p:stCondLst>
                                    <p:cond delay="0"/>
                                  </p:stCondLst>
                                  <p:childTnLst>
                                    <p:set>
                                      <p:cBhvr>
                                        <p:cTn id="80" dur="1" fill="hold">
                                          <p:stCondLst>
                                            <p:cond delay="0"/>
                                          </p:stCondLst>
                                        </p:cTn>
                                        <p:tgtEl>
                                          <p:spTgt spid="1105926">
                                            <p:txEl>
                                              <p:pRg st="13" end="13"/>
                                            </p:txEl>
                                          </p:spTgt>
                                        </p:tgtEl>
                                        <p:attrNameLst>
                                          <p:attrName>style.visibility</p:attrName>
                                        </p:attrNameLst>
                                      </p:cBhvr>
                                      <p:to>
                                        <p:strVal val="visible"/>
                                      </p:to>
                                    </p:set>
                                    <p:anim calcmode="lin" valueType="num">
                                      <p:cBhvr additive="base">
                                        <p:cTn id="81" dur="500" fill="hold"/>
                                        <p:tgtEl>
                                          <p:spTgt spid="1105926">
                                            <p:txEl>
                                              <p:pRg st="13" end="13"/>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105926">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par>
                                <p:cTn id="83" presetID="2" presetClass="entr" presetSubtype="4" fill="hold" nodeType="withEffect">
                                  <p:stCondLst>
                                    <p:cond delay="0"/>
                                  </p:stCondLst>
                                  <p:childTnLst>
                                    <p:set>
                                      <p:cBhvr>
                                        <p:cTn id="84" dur="1" fill="hold">
                                          <p:stCondLst>
                                            <p:cond delay="0"/>
                                          </p:stCondLst>
                                        </p:cTn>
                                        <p:tgtEl>
                                          <p:spTgt spid="1105926">
                                            <p:txEl>
                                              <p:pRg st="14" end="14"/>
                                            </p:txEl>
                                          </p:spTgt>
                                        </p:tgtEl>
                                        <p:attrNameLst>
                                          <p:attrName>style.visibility</p:attrName>
                                        </p:attrNameLst>
                                      </p:cBhvr>
                                      <p:to>
                                        <p:strVal val="visible"/>
                                      </p:to>
                                    </p:set>
                                    <p:anim calcmode="lin" valueType="num">
                                      <p:cBhvr additive="base">
                                        <p:cTn id="85" dur="500" fill="hold"/>
                                        <p:tgtEl>
                                          <p:spTgt spid="1105926">
                                            <p:txEl>
                                              <p:pRg st="14" end="14"/>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105926">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3"/>
                                            </p:cond>
                                          </p:stCondLst>
                                          <p:endCondLst>
                                            <p:cond evt="onStopAudio" delay="0">
                                              <p:tgtEl>
                                                <p:sldTgt/>
                                              </p:tgtEl>
                                            </p:cond>
                                          </p:endCondLst>
                                        </p:cTn>
                                        <p:tgtEl>
                                          <p:sndTgt r:embed="rId3" name="camera.wav"/>
                                        </p:tgtEl>
                                      </p:cMediaNode>
                                    </p:audio>
                                  </p:sub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105990">
                                            <p:txEl>
                                              <p:pRg st="0" end="0"/>
                                            </p:txEl>
                                          </p:spTgt>
                                        </p:tgtEl>
                                        <p:attrNameLst>
                                          <p:attrName>style.visibility</p:attrName>
                                        </p:attrNameLst>
                                      </p:cBhvr>
                                      <p:to>
                                        <p:strVal val="visible"/>
                                      </p:to>
                                    </p:set>
                                    <p:anim calcmode="lin" valueType="num">
                                      <p:cBhvr additive="base">
                                        <p:cTn id="91" dur="500" fill="hold"/>
                                        <p:tgtEl>
                                          <p:spTgt spid="1105990">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10599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3" fill="hold">
                            <p:stCondLst>
                              <p:cond delay="500"/>
                            </p:stCondLst>
                            <p:childTnLst>
                              <p:par>
                                <p:cTn id="94" presetID="18" presetClass="entr" presetSubtype="3" fill="hold" nodeType="afterEffect">
                                  <p:stCondLst>
                                    <p:cond delay="0"/>
                                  </p:stCondLst>
                                  <p:childTnLst>
                                    <p:set>
                                      <p:cBhvr>
                                        <p:cTn id="95" dur="1" fill="hold">
                                          <p:stCondLst>
                                            <p:cond delay="0"/>
                                          </p:stCondLst>
                                        </p:cTn>
                                        <p:tgtEl>
                                          <p:spTgt spid="1105996"/>
                                        </p:tgtEl>
                                        <p:attrNameLst>
                                          <p:attrName>style.visibility</p:attrName>
                                        </p:attrNameLst>
                                      </p:cBhvr>
                                      <p:to>
                                        <p:strVal val="visible"/>
                                      </p:to>
                                    </p:set>
                                    <p:animEffect transition="in" filter="strips(upRight)">
                                      <p:cBhvr>
                                        <p:cTn id="96" dur="500"/>
                                        <p:tgtEl>
                                          <p:spTgt spid="1105996"/>
                                        </p:tgtEl>
                                      </p:cBhvr>
                                    </p:animEffect>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1105990">
                                            <p:txEl>
                                              <p:pRg st="1" end="1"/>
                                            </p:txEl>
                                          </p:spTgt>
                                        </p:tgtEl>
                                        <p:attrNameLst>
                                          <p:attrName>style.visibility</p:attrName>
                                        </p:attrNameLst>
                                      </p:cBhvr>
                                      <p:to>
                                        <p:strVal val="visible"/>
                                      </p:to>
                                    </p:set>
                                    <p:anim calcmode="lin" valueType="num">
                                      <p:cBhvr additive="base">
                                        <p:cTn id="101" dur="500" fill="hold"/>
                                        <p:tgtEl>
                                          <p:spTgt spid="1105990">
                                            <p:txEl>
                                              <p:pRg st="1" end="1"/>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110599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par>
                          <p:cTn id="103" fill="hold">
                            <p:stCondLst>
                              <p:cond delay="500"/>
                            </p:stCondLst>
                            <p:childTnLst>
                              <p:par>
                                <p:cTn id="104" presetID="4" presetClass="entr" presetSubtype="16" fill="hold" nodeType="afterEffect">
                                  <p:stCondLst>
                                    <p:cond delay="0"/>
                                  </p:stCondLst>
                                  <p:childTnLst>
                                    <p:set>
                                      <p:cBhvr>
                                        <p:cTn id="105" dur="1" fill="hold">
                                          <p:stCondLst>
                                            <p:cond delay="0"/>
                                          </p:stCondLst>
                                        </p:cTn>
                                        <p:tgtEl>
                                          <p:spTgt spid="1106001"/>
                                        </p:tgtEl>
                                        <p:attrNameLst>
                                          <p:attrName>style.visibility</p:attrName>
                                        </p:attrNameLst>
                                      </p:cBhvr>
                                      <p:to>
                                        <p:strVal val="visible"/>
                                      </p:to>
                                    </p:set>
                                    <p:animEffect transition="in" filter="box(in)">
                                      <p:cBhvr>
                                        <p:cTn id="106" dur="500"/>
                                        <p:tgtEl>
                                          <p:spTgt spid="1106001"/>
                                        </p:tgtEl>
                                      </p:cBhvr>
                                    </p:animEffect>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childTnLst>
                          </p:cTn>
                        </p:par>
                        <p:par>
                          <p:cTn id="107" fill="hold">
                            <p:stCondLst>
                              <p:cond delay="1000"/>
                            </p:stCondLst>
                            <p:childTnLst>
                              <p:par>
                                <p:cTn id="108" presetID="18" presetClass="entr" presetSubtype="3" fill="hold" nodeType="afterEffect">
                                  <p:stCondLst>
                                    <p:cond delay="0"/>
                                  </p:stCondLst>
                                  <p:childTnLst>
                                    <p:set>
                                      <p:cBhvr>
                                        <p:cTn id="109" dur="1" fill="hold">
                                          <p:stCondLst>
                                            <p:cond delay="0"/>
                                          </p:stCondLst>
                                        </p:cTn>
                                        <p:tgtEl>
                                          <p:spTgt spid="1106005"/>
                                        </p:tgtEl>
                                        <p:attrNameLst>
                                          <p:attrName>style.visibility</p:attrName>
                                        </p:attrNameLst>
                                      </p:cBhvr>
                                      <p:to>
                                        <p:strVal val="visible"/>
                                      </p:to>
                                    </p:set>
                                    <p:animEffect transition="in" filter="strips(upRight)">
                                      <p:cBhvr>
                                        <p:cTn id="110" dur="500"/>
                                        <p:tgtEl>
                                          <p:spTgt spid="1106005"/>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1105990">
                                            <p:txEl>
                                              <p:pRg st="2" end="2"/>
                                            </p:txEl>
                                          </p:spTgt>
                                        </p:tgtEl>
                                        <p:attrNameLst>
                                          <p:attrName>style.visibility</p:attrName>
                                        </p:attrNameLst>
                                      </p:cBhvr>
                                      <p:to>
                                        <p:strVal val="visible"/>
                                      </p:to>
                                    </p:set>
                                    <p:anim calcmode="lin" valueType="num">
                                      <p:cBhvr additive="base">
                                        <p:cTn id="115" dur="500" fill="hold"/>
                                        <p:tgtEl>
                                          <p:spTgt spid="1105990">
                                            <p:txEl>
                                              <p:pRg st="2" end="2"/>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110599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3"/>
                                            </p:cond>
                                          </p:stCondLst>
                                          <p:endCondLst>
                                            <p:cond evt="onStopAudio" delay="0">
                                              <p:tgtEl>
                                                <p:sldTgt/>
                                              </p:tgtEl>
                                            </p:cond>
                                          </p:endCondLst>
                                        </p:cTn>
                                        <p:tgtEl>
                                          <p:sndTgt r:embed="rId3" name="camera.wav"/>
                                        </p:tgtEl>
                                      </p:cMediaNode>
                                    </p:audio>
                                  </p:subTnLst>
                                </p:cTn>
                              </p:par>
                              <p:par>
                                <p:cTn id="117" presetID="2" presetClass="entr" presetSubtype="4" fill="hold" nodeType="withEffect">
                                  <p:stCondLst>
                                    <p:cond delay="0"/>
                                  </p:stCondLst>
                                  <p:childTnLst>
                                    <p:set>
                                      <p:cBhvr>
                                        <p:cTn id="118" dur="1" fill="hold">
                                          <p:stCondLst>
                                            <p:cond delay="0"/>
                                          </p:stCondLst>
                                        </p:cTn>
                                        <p:tgtEl>
                                          <p:spTgt spid="1105990">
                                            <p:txEl>
                                              <p:pRg st="3" end="3"/>
                                            </p:txEl>
                                          </p:spTgt>
                                        </p:tgtEl>
                                        <p:attrNameLst>
                                          <p:attrName>style.visibility</p:attrName>
                                        </p:attrNameLst>
                                      </p:cBhvr>
                                      <p:to>
                                        <p:strVal val="visible"/>
                                      </p:to>
                                    </p:set>
                                    <p:anim calcmode="lin" valueType="num">
                                      <p:cBhvr additive="base">
                                        <p:cTn id="119" dur="500" fill="hold"/>
                                        <p:tgtEl>
                                          <p:spTgt spid="1105990">
                                            <p:txEl>
                                              <p:pRg st="3" end="3"/>
                                            </p:txEl>
                                          </p:spTgt>
                                        </p:tgtEl>
                                        <p:attrNameLst>
                                          <p:attrName>ppt_x</p:attrName>
                                        </p:attrNameLst>
                                      </p:cBhvr>
                                      <p:tavLst>
                                        <p:tav tm="0">
                                          <p:val>
                                            <p:strVal val="#ppt_x"/>
                                          </p:val>
                                        </p:tav>
                                        <p:tav tm="100000">
                                          <p:val>
                                            <p:strVal val="#ppt_x"/>
                                          </p:val>
                                        </p:tav>
                                      </p:tavLst>
                                    </p:anim>
                                    <p:anim calcmode="lin" valueType="num">
                                      <p:cBhvr additive="base">
                                        <p:cTn id="120" dur="500" fill="hold"/>
                                        <p:tgtEl>
                                          <p:spTgt spid="1105990">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7"/>
                                            </p:cond>
                                          </p:stCondLst>
                                          <p:endCondLst>
                                            <p:cond evt="onStopAudio" delay="0">
                                              <p:tgtEl>
                                                <p:sldTgt/>
                                              </p:tgtEl>
                                            </p:cond>
                                          </p:endCondLst>
                                        </p:cTn>
                                        <p:tgtEl>
                                          <p:sndTgt r:embed="rId3" name="camera.wav"/>
                                        </p:tgtEl>
                                      </p:cMediaNode>
                                    </p:audio>
                                  </p:subTnLst>
                                </p:cTn>
                              </p:par>
                            </p:childTnLst>
                          </p:cTn>
                        </p:par>
                        <p:par>
                          <p:cTn id="121" fill="hold">
                            <p:stCondLst>
                              <p:cond delay="500"/>
                            </p:stCondLst>
                            <p:childTnLst>
                              <p:par>
                                <p:cTn id="122" presetID="4" presetClass="entr" presetSubtype="16" fill="hold" grpId="0" nodeType="afterEffect">
                                  <p:stCondLst>
                                    <p:cond delay="0"/>
                                  </p:stCondLst>
                                  <p:childTnLst>
                                    <p:set>
                                      <p:cBhvr>
                                        <p:cTn id="123" dur="1" fill="hold">
                                          <p:stCondLst>
                                            <p:cond delay="0"/>
                                          </p:stCondLst>
                                        </p:cTn>
                                        <p:tgtEl>
                                          <p:spTgt spid="1106006"/>
                                        </p:tgtEl>
                                        <p:attrNameLst>
                                          <p:attrName>style.visibility</p:attrName>
                                        </p:attrNameLst>
                                      </p:cBhvr>
                                      <p:to>
                                        <p:strVal val="visible"/>
                                      </p:to>
                                    </p:set>
                                    <p:animEffect transition="in" filter="box(in)">
                                      <p:cBhvr>
                                        <p:cTn id="124" dur="500"/>
                                        <p:tgtEl>
                                          <p:spTgt spid="1106006"/>
                                        </p:tgtEl>
                                      </p:cBhvr>
                                    </p:animEffect>
                                  </p:childTnLst>
                                  <p:subTnLst>
                                    <p:audio>
                                      <p:cMediaNode>
                                        <p:cTn display="0" masterRel="sameClick">
                                          <p:stCondLst>
                                            <p:cond evt="begin" delay="0">
                                              <p:tn val="12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70" grpId="0" animBg="1"/>
      <p:bldP spid="1105995" grpId="0" animBg="1"/>
      <p:bldP spid="1106006"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7973" name="Rectangle 5"/>
          <p:cNvSpPr>
            <a:spLocks noChangeArrowheads="1"/>
          </p:cNvSpPr>
          <p:nvPr/>
        </p:nvSpPr>
        <p:spPr bwMode="auto">
          <a:xfrm>
            <a:off x="601366" y="803975"/>
            <a:ext cx="3970959" cy="523220"/>
          </a:xfrm>
          <a:prstGeom prst="rect">
            <a:avLst/>
          </a:prstGeom>
          <a:noFill/>
          <a:ln w="9525">
            <a:noFill/>
            <a:miter lim="800000"/>
            <a:headEnd/>
            <a:tailEnd/>
          </a:ln>
          <a:effectLst/>
        </p:spPr>
        <p:txBody>
          <a:bodyPr wrap="none" anchor="ctr">
            <a:spAutoFit/>
          </a:bodyPr>
          <a:lstStyle/>
          <a:p>
            <a:pPr>
              <a:tabLst>
                <a:tab pos="457200" algn="l"/>
              </a:tabLst>
            </a:pPr>
            <a:r>
              <a:rPr lang="en-US" altLang="zh-CN" sz="2800" b="1" dirty="0">
                <a:solidFill>
                  <a:srgbClr val="C00000"/>
                </a:solidFill>
                <a:latin typeface="+mn-lt"/>
                <a:ea typeface="楷体" pitchFamily="49" charset="-122"/>
              </a:rPr>
              <a:t>2</a:t>
            </a:r>
            <a:r>
              <a:rPr lang="zh-CN" altLang="en-US" sz="2800" b="1" dirty="0">
                <a:solidFill>
                  <a:srgbClr val="C00000"/>
                </a:solidFill>
                <a:latin typeface="+mn-lt"/>
                <a:ea typeface="楷体" pitchFamily="49" charset="-122"/>
              </a:rPr>
              <a:t>、线性链表的基本操作</a:t>
            </a:r>
          </a:p>
        </p:txBody>
      </p:sp>
      <p:sp>
        <p:nvSpPr>
          <p:cNvPr id="1107974" name="Rectangle 6"/>
          <p:cNvSpPr>
            <a:spLocks noChangeArrowheads="1"/>
          </p:cNvSpPr>
          <p:nvPr/>
        </p:nvSpPr>
        <p:spPr bwMode="auto">
          <a:xfrm>
            <a:off x="1184686" y="1340223"/>
            <a:ext cx="2751074"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685800" algn="l"/>
              </a:tabLst>
            </a:pPr>
            <a:r>
              <a:rPr lang="en-US" altLang="zh-CN" b="1">
                <a:solidFill>
                  <a:srgbClr val="C00000"/>
                </a:solidFill>
                <a:latin typeface="+mn-lt"/>
                <a:ea typeface="楷体" pitchFamily="49" charset="-122"/>
              </a:rPr>
              <a:t> </a:t>
            </a:r>
            <a:r>
              <a:rPr lang="zh-CN" altLang="en-US" b="1">
                <a:solidFill>
                  <a:srgbClr val="C00000"/>
                </a:solidFill>
                <a:latin typeface="+mn-lt"/>
                <a:ea typeface="楷体" pitchFamily="49" charset="-122"/>
              </a:rPr>
              <a:t>链表的输出操作</a:t>
            </a:r>
          </a:p>
        </p:txBody>
      </p:sp>
      <p:sp>
        <p:nvSpPr>
          <p:cNvPr id="1107975" name="Rectangle 7"/>
          <p:cNvSpPr>
            <a:spLocks noChangeArrowheads="1"/>
          </p:cNvSpPr>
          <p:nvPr/>
        </p:nvSpPr>
        <p:spPr bwMode="auto">
          <a:xfrm>
            <a:off x="777674" y="1749956"/>
            <a:ext cx="10934950" cy="830997"/>
          </a:xfrm>
          <a:prstGeom prst="rect">
            <a:avLst/>
          </a:prstGeom>
          <a:noFill/>
          <a:ln w="9525">
            <a:noFill/>
            <a:miter lim="800000"/>
            <a:headEnd/>
            <a:tailEnd/>
          </a:ln>
          <a:effectLst/>
        </p:spPr>
        <p:txBody>
          <a:bodyPr wrap="square" anchor="ctr">
            <a:spAutoFit/>
          </a:bodyPr>
          <a:lstStyle/>
          <a:p>
            <a:r>
              <a:rPr lang="en-US" altLang="zh-CN" b="1" dirty="0">
                <a:solidFill>
                  <a:srgbClr val="CC0000"/>
                </a:solidFill>
                <a:ea typeface="隶书" pitchFamily="49" charset="-122"/>
              </a:rPr>
              <a:t>        </a:t>
            </a:r>
            <a:r>
              <a:rPr lang="zh-CN" altLang="en-US" b="1" dirty="0">
                <a:solidFill>
                  <a:srgbClr val="C00000"/>
                </a:solidFill>
                <a:latin typeface="楷体" panose="02010609060101010101" pitchFamily="49" charset="-122"/>
                <a:ea typeface="楷体" panose="02010609060101010101" pitchFamily="49" charset="-122"/>
              </a:rPr>
              <a:t>含义：</a:t>
            </a:r>
            <a:r>
              <a:rPr lang="zh-CN" altLang="en-US" b="1" dirty="0">
                <a:latin typeface="楷体" panose="02010609060101010101" pitchFamily="49" charset="-122"/>
                <a:ea typeface="楷体" panose="02010609060101010101" pitchFamily="49" charset="-122"/>
              </a:rPr>
              <a:t>将链表中节点的数据域的值显示出来。如果在输出过程中，对数据进行相应的比较，则可实现对链表的检索操作。</a:t>
            </a:r>
            <a:r>
              <a:rPr lang="zh-CN" altLang="en-US" dirty="0">
                <a:latin typeface="楷体" panose="02010609060101010101" pitchFamily="49" charset="-122"/>
                <a:ea typeface="楷体" panose="02010609060101010101" pitchFamily="49" charset="-122"/>
              </a:rPr>
              <a:t> </a:t>
            </a:r>
          </a:p>
        </p:txBody>
      </p:sp>
      <p:sp>
        <p:nvSpPr>
          <p:cNvPr id="1107976" name="Rectangle 8"/>
          <p:cNvSpPr>
            <a:spLocks noChangeArrowheads="1"/>
          </p:cNvSpPr>
          <p:nvPr/>
        </p:nvSpPr>
        <p:spPr bwMode="auto">
          <a:xfrm>
            <a:off x="751386" y="2622054"/>
            <a:ext cx="10934950" cy="1200329"/>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ea typeface="隶书" pitchFamily="49" charset="-122"/>
              </a:rPr>
              <a:t>        </a:t>
            </a:r>
            <a:r>
              <a:rPr lang="zh-CN" altLang="en-US" b="1" dirty="0">
                <a:solidFill>
                  <a:srgbClr val="C00000"/>
                </a:solidFill>
                <a:latin typeface="楷体" panose="02010609060101010101" pitchFamily="49" charset="-122"/>
                <a:ea typeface="楷体" panose="02010609060101010101" pitchFamily="49" charset="-122"/>
              </a:rPr>
              <a:t>基本思想：</a:t>
            </a:r>
            <a:r>
              <a:rPr lang="zh-CN" altLang="en-US" b="1" dirty="0">
                <a:ln w="1905"/>
                <a:solidFill>
                  <a:schemeClr val="tx1"/>
                </a:solidFill>
                <a:ea typeface="楷体" panose="02010609060101010101" pitchFamily="49" charset="-122"/>
              </a:rPr>
              <a:t>通过单链表的头指针</a:t>
            </a:r>
            <a:r>
              <a:rPr lang="en-US" altLang="zh-CN" b="1" dirty="0">
                <a:ln w="1905"/>
                <a:solidFill>
                  <a:schemeClr val="tx1"/>
                </a:solidFill>
                <a:ea typeface="楷体" panose="02010609060101010101" pitchFamily="49" charset="-122"/>
              </a:rPr>
              <a:t>head</a:t>
            </a:r>
            <a:r>
              <a:rPr lang="zh-CN" altLang="en-US" b="1" dirty="0">
                <a:ln w="1905"/>
                <a:solidFill>
                  <a:schemeClr val="tx1"/>
                </a:solidFill>
                <a:ea typeface="楷体" panose="02010609060101010101" pitchFamily="49" charset="-122"/>
              </a:rPr>
              <a:t>，使指针</a:t>
            </a:r>
            <a:r>
              <a:rPr lang="en-US" altLang="zh-CN" b="1" dirty="0">
                <a:ln w="1905"/>
                <a:solidFill>
                  <a:schemeClr val="tx1"/>
                </a:solidFill>
                <a:ea typeface="楷体" panose="02010609060101010101" pitchFamily="49" charset="-122"/>
              </a:rPr>
              <a:t>p</a:t>
            </a:r>
            <a:r>
              <a:rPr lang="zh-CN" altLang="en-US" b="1" dirty="0">
                <a:ln w="1905"/>
                <a:solidFill>
                  <a:schemeClr val="tx1"/>
                </a:solidFill>
                <a:ea typeface="楷体" panose="02010609060101010101" pitchFamily="49" charset="-122"/>
              </a:rPr>
              <a:t>指向实际数据链表的第一个结点，输出其数据值，接着</a:t>
            </a:r>
            <a:r>
              <a:rPr lang="en-US" altLang="zh-CN" b="1" dirty="0">
                <a:ln w="1905"/>
                <a:solidFill>
                  <a:schemeClr val="tx1"/>
                </a:solidFill>
                <a:ea typeface="楷体" panose="02010609060101010101" pitchFamily="49" charset="-122"/>
              </a:rPr>
              <a:t>p</a:t>
            </a:r>
            <a:r>
              <a:rPr lang="zh-CN" altLang="en-US" b="1" dirty="0">
                <a:ln w="1905"/>
                <a:solidFill>
                  <a:schemeClr val="tx1"/>
                </a:solidFill>
                <a:ea typeface="楷体" panose="02010609060101010101" pitchFamily="49" charset="-122"/>
              </a:rPr>
              <a:t>又指向下一个结点，输出其数据值，如此进行下去，直到尾结点的数据项输出完为止，即</a:t>
            </a:r>
            <a:r>
              <a:rPr lang="en-US" altLang="zh-CN" b="1" dirty="0">
                <a:ln w="1905"/>
                <a:solidFill>
                  <a:schemeClr val="tx1"/>
                </a:solidFill>
                <a:ea typeface="楷体" panose="02010609060101010101" pitchFamily="49" charset="-122"/>
              </a:rPr>
              <a:t>p</a:t>
            </a:r>
            <a:r>
              <a:rPr lang="zh-CN" altLang="en-US" b="1" dirty="0">
                <a:ln w="1905"/>
                <a:solidFill>
                  <a:schemeClr val="tx1"/>
                </a:solidFill>
                <a:ea typeface="楷体" panose="02010609060101010101" pitchFamily="49" charset="-122"/>
              </a:rPr>
              <a:t>为</a:t>
            </a:r>
            <a:r>
              <a:rPr lang="en-US" altLang="zh-CN" b="1" dirty="0">
                <a:ln w="1905"/>
                <a:solidFill>
                  <a:schemeClr val="tx1"/>
                </a:solidFill>
                <a:ea typeface="楷体" panose="02010609060101010101" pitchFamily="49" charset="-122"/>
              </a:rPr>
              <a:t>NULL</a:t>
            </a:r>
            <a:r>
              <a:rPr lang="zh-CN" altLang="en-US" b="1" dirty="0">
                <a:ln w="1905"/>
                <a:solidFill>
                  <a:schemeClr val="tx1"/>
                </a:solidFill>
                <a:ea typeface="楷体" panose="02010609060101010101" pitchFamily="49" charset="-122"/>
              </a:rPr>
              <a:t>为止。 </a:t>
            </a:r>
            <a:endParaRPr lang="zh-CN" altLang="en-US" dirty="0">
              <a:solidFill>
                <a:schemeClr val="tx1"/>
              </a:solidFill>
              <a:ea typeface="楷体" panose="02010609060101010101" pitchFamily="49" charset="-122"/>
            </a:endParaRPr>
          </a:p>
        </p:txBody>
      </p:sp>
      <p:sp>
        <p:nvSpPr>
          <p:cNvPr id="1107977" name="Rectangle 9" descr="信纸"/>
          <p:cNvSpPr>
            <a:spLocks noChangeArrowheads="1"/>
          </p:cNvSpPr>
          <p:nvPr/>
        </p:nvSpPr>
        <p:spPr bwMode="auto">
          <a:xfrm>
            <a:off x="2318588" y="4293096"/>
            <a:ext cx="6433741" cy="22637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tabLst>
                <a:tab pos="914400" algn="l"/>
              </a:tabLst>
            </a:pPr>
            <a:r>
              <a:rPr lang="en-US" altLang="zh-CN" sz="2000" b="1" dirty="0">
                <a:solidFill>
                  <a:srgbClr val="CC0000"/>
                </a:solidFill>
              </a:rPr>
              <a:t>void </a:t>
            </a:r>
            <a:r>
              <a:rPr lang="en-US" altLang="zh-CN" sz="2000" b="1" dirty="0" err="1">
                <a:solidFill>
                  <a:srgbClr val="CC0000"/>
                </a:solidFill>
              </a:rPr>
              <a:t>Display_LinkList</a:t>
            </a:r>
            <a:r>
              <a:rPr lang="en-US" altLang="zh-CN" sz="2000" b="1" dirty="0">
                <a:solidFill>
                  <a:srgbClr val="CC0000"/>
                </a:solidFill>
              </a:rPr>
              <a:t>(NODE *head)  </a:t>
            </a:r>
          </a:p>
          <a:p>
            <a:pPr>
              <a:tabLst>
                <a:tab pos="914400" algn="l"/>
              </a:tabLst>
            </a:pPr>
            <a:r>
              <a:rPr lang="en-US" altLang="zh-CN" sz="2000" b="1" dirty="0"/>
              <a:t>{</a:t>
            </a:r>
          </a:p>
          <a:p>
            <a:pPr>
              <a:tabLst>
                <a:tab pos="914400" algn="l"/>
              </a:tabLst>
            </a:pPr>
            <a:r>
              <a:rPr lang="en-US" altLang="zh-CN" sz="2000" b="1" dirty="0"/>
              <a:t>  NODE *p;</a:t>
            </a:r>
          </a:p>
          <a:p>
            <a:pPr>
              <a:tabLst>
                <a:tab pos="914400" algn="l"/>
              </a:tabLst>
            </a:pPr>
            <a:r>
              <a:rPr lang="en-US" altLang="zh-CN" sz="2000" b="1" dirty="0"/>
              <a:t>  for (p = head-&gt;next; p != NULL; p = p-&gt;next)</a:t>
            </a:r>
          </a:p>
          <a:p>
            <a:pPr>
              <a:tabLst>
                <a:tab pos="914400" algn="l"/>
              </a:tabLst>
            </a:pPr>
            <a:r>
              <a:rPr lang="en-US" altLang="zh-CN" sz="2000" b="1" dirty="0"/>
              <a:t>      </a:t>
            </a:r>
            <a:r>
              <a:rPr lang="en-US" altLang="zh-CN" sz="2000" b="1" dirty="0" err="1"/>
              <a:t>printf</a:t>
            </a:r>
            <a:r>
              <a:rPr lang="en-US" altLang="zh-CN" sz="2000" b="1" dirty="0"/>
              <a:t> ("%d ", p-&gt;score);</a:t>
            </a:r>
          </a:p>
          <a:p>
            <a:pPr>
              <a:tabLst>
                <a:tab pos="914400" algn="l"/>
              </a:tabLst>
            </a:pPr>
            <a:r>
              <a:rPr lang="en-US" altLang="zh-CN" sz="2000" b="1" dirty="0"/>
              <a:t>  </a:t>
            </a:r>
            <a:r>
              <a:rPr lang="en-US" altLang="zh-CN" sz="2000" b="1" dirty="0" err="1"/>
              <a:t>printf</a:t>
            </a:r>
            <a:r>
              <a:rPr lang="en-US" altLang="zh-CN" sz="2000" b="1" dirty="0"/>
              <a:t> ("\n");</a:t>
            </a:r>
          </a:p>
          <a:p>
            <a:pPr>
              <a:tabLst>
                <a:tab pos="914400" algn="l"/>
              </a:tabLst>
            </a:pPr>
            <a:r>
              <a:rPr lang="en-US" altLang="zh-CN" sz="2000" b="1" dirty="0"/>
              <a:t>}</a:t>
            </a:r>
          </a:p>
        </p:txBody>
      </p:sp>
      <p:sp>
        <p:nvSpPr>
          <p:cNvPr id="1107978" name="Rectangle 10"/>
          <p:cNvSpPr>
            <a:spLocks noChangeArrowheads="1"/>
          </p:cNvSpPr>
          <p:nvPr/>
        </p:nvSpPr>
        <p:spPr bwMode="auto">
          <a:xfrm>
            <a:off x="832991" y="3822175"/>
            <a:ext cx="6540573" cy="461665"/>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链表输出操作函数</a:t>
            </a:r>
            <a:r>
              <a:rPr lang="en-US" altLang="zh-CN" b="1" dirty="0" err="1">
                <a:solidFill>
                  <a:srgbClr val="C00000"/>
                </a:solidFill>
                <a:latin typeface="楷体" panose="02010609060101010101" pitchFamily="49" charset="-122"/>
                <a:ea typeface="楷体" panose="02010609060101010101" pitchFamily="49" charset="-122"/>
              </a:rPr>
              <a:t>Display_LinkList</a:t>
            </a:r>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a:t>
            </a:r>
          </a:p>
        </p:txBody>
      </p:sp>
      <p:sp>
        <p:nvSpPr>
          <p:cNvPr id="11" name="Rectangle 4">
            <a:extLst>
              <a:ext uri="{FF2B5EF4-FFF2-40B4-BE49-F238E27FC236}">
                <a16:creationId xmlns:a16="http://schemas.microsoft.com/office/drawing/2014/main" id="{A6F10A00-6E81-46A6-A4FB-7903705120E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07974"/>
                                        </p:tgtEl>
                                        <p:attrNameLst>
                                          <p:attrName>style.visibility</p:attrName>
                                        </p:attrNameLst>
                                      </p:cBhvr>
                                      <p:to>
                                        <p:strVal val="visible"/>
                                      </p:to>
                                    </p:set>
                                    <p:anim calcmode="lin" valueType="num">
                                      <p:cBhvr additive="base">
                                        <p:cTn id="7" dur="500" fill="hold"/>
                                        <p:tgtEl>
                                          <p:spTgt spid="1107974"/>
                                        </p:tgtEl>
                                        <p:attrNameLst>
                                          <p:attrName>ppt_x</p:attrName>
                                        </p:attrNameLst>
                                      </p:cBhvr>
                                      <p:tavLst>
                                        <p:tav tm="0">
                                          <p:val>
                                            <p:strVal val="0-#ppt_w/2"/>
                                          </p:val>
                                        </p:tav>
                                        <p:tav tm="100000">
                                          <p:val>
                                            <p:strVal val="#ppt_x"/>
                                          </p:val>
                                        </p:tav>
                                      </p:tavLst>
                                    </p:anim>
                                    <p:anim calcmode="lin" valueType="num">
                                      <p:cBhvr additive="base">
                                        <p:cTn id="8" dur="500" fill="hold"/>
                                        <p:tgtEl>
                                          <p:spTgt spid="110797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07975"/>
                                        </p:tgtEl>
                                        <p:attrNameLst>
                                          <p:attrName>style.visibility</p:attrName>
                                        </p:attrNameLst>
                                      </p:cBhvr>
                                      <p:to>
                                        <p:strVal val="visible"/>
                                      </p:to>
                                    </p:set>
                                    <p:animEffect transition="in" filter="box(out)">
                                      <p:cBhvr>
                                        <p:cTn id="13" dur="500"/>
                                        <p:tgtEl>
                                          <p:spTgt spid="1107975"/>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07976"/>
                                        </p:tgtEl>
                                        <p:attrNameLst>
                                          <p:attrName>style.visibility</p:attrName>
                                        </p:attrNameLst>
                                      </p:cBhvr>
                                      <p:to>
                                        <p:strVal val="visible"/>
                                      </p:to>
                                    </p:set>
                                    <p:animEffect transition="in" filter="box(out)">
                                      <p:cBhvr>
                                        <p:cTn id="18" dur="500"/>
                                        <p:tgtEl>
                                          <p:spTgt spid="110797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07978"/>
                                        </p:tgtEl>
                                        <p:attrNameLst>
                                          <p:attrName>style.visibility</p:attrName>
                                        </p:attrNameLst>
                                      </p:cBhvr>
                                      <p:to>
                                        <p:strVal val="visible"/>
                                      </p:to>
                                    </p:set>
                                    <p:animEffect transition="in" filter="box(out)">
                                      <p:cBhvr>
                                        <p:cTn id="23" dur="500"/>
                                        <p:tgtEl>
                                          <p:spTgt spid="1107978"/>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07977"/>
                                        </p:tgtEl>
                                        <p:attrNameLst>
                                          <p:attrName>style.visibility</p:attrName>
                                        </p:attrNameLst>
                                      </p:cBhvr>
                                      <p:to>
                                        <p:strVal val="visible"/>
                                      </p:to>
                                    </p:set>
                                    <p:animEffect transition="in" filter="box(out)">
                                      <p:cBhvr>
                                        <p:cTn id="28" dur="500"/>
                                        <p:tgtEl>
                                          <p:spTgt spid="1107977"/>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7974" grpId="0"/>
      <p:bldP spid="1107975" grpId="0"/>
      <p:bldP spid="1107976" grpId="0"/>
      <p:bldP spid="1107977" grpId="0" animBg="1"/>
      <p:bldP spid="110797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0021" name="Rectangle 5"/>
          <p:cNvSpPr>
            <a:spLocks noChangeArrowheads="1"/>
          </p:cNvSpPr>
          <p:nvPr/>
        </p:nvSpPr>
        <p:spPr bwMode="auto">
          <a:xfrm>
            <a:off x="601366" y="907792"/>
            <a:ext cx="3970959" cy="523220"/>
          </a:xfrm>
          <a:prstGeom prst="rect">
            <a:avLst/>
          </a:prstGeom>
          <a:noFill/>
          <a:ln w="9525">
            <a:noFill/>
            <a:miter lim="800000"/>
            <a:headEnd/>
            <a:tailEnd/>
          </a:ln>
          <a:effectLst/>
        </p:spPr>
        <p:txBody>
          <a:bodyPr wrap="none" anchor="ctr">
            <a:spAutoFit/>
          </a:bodyPr>
          <a:lstStyle/>
          <a:p>
            <a:pPr>
              <a:tabLst>
                <a:tab pos="457200" algn="l"/>
              </a:tabLst>
            </a:pPr>
            <a:r>
              <a:rPr lang="en-US" altLang="zh-CN" sz="2800" b="1" dirty="0">
                <a:solidFill>
                  <a:srgbClr val="C00000"/>
                </a:solidFill>
                <a:latin typeface="+mn-lt"/>
                <a:ea typeface="楷体" pitchFamily="49" charset="-122"/>
              </a:rPr>
              <a:t>2</a:t>
            </a:r>
            <a:r>
              <a:rPr lang="zh-CN" altLang="en-US" sz="2800" b="1" dirty="0">
                <a:solidFill>
                  <a:srgbClr val="C00000"/>
                </a:solidFill>
                <a:latin typeface="+mn-lt"/>
                <a:ea typeface="楷体" pitchFamily="49" charset="-122"/>
              </a:rPr>
              <a:t>、线性链表的基本操作</a:t>
            </a:r>
          </a:p>
        </p:txBody>
      </p:sp>
      <p:sp>
        <p:nvSpPr>
          <p:cNvPr id="1110022" name="Rectangle 6"/>
          <p:cNvSpPr>
            <a:spLocks noChangeArrowheads="1"/>
          </p:cNvSpPr>
          <p:nvPr/>
        </p:nvSpPr>
        <p:spPr bwMode="auto">
          <a:xfrm>
            <a:off x="1184686" y="1588056"/>
            <a:ext cx="2751074"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685800" algn="l"/>
              </a:tabLst>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链表的销毁操作</a:t>
            </a:r>
          </a:p>
        </p:txBody>
      </p:sp>
      <p:sp>
        <p:nvSpPr>
          <p:cNvPr id="1110023" name="Rectangle 7"/>
          <p:cNvSpPr>
            <a:spLocks noChangeArrowheads="1"/>
          </p:cNvSpPr>
          <p:nvPr/>
        </p:nvSpPr>
        <p:spPr bwMode="auto">
          <a:xfrm>
            <a:off x="789771" y="2162284"/>
            <a:ext cx="8296275" cy="457200"/>
          </a:xfrm>
          <a:prstGeom prst="rect">
            <a:avLst/>
          </a:prstGeom>
          <a:noFill/>
          <a:ln w="9525">
            <a:noFill/>
            <a:miter lim="800000"/>
            <a:headEnd/>
            <a:tailEnd/>
          </a:ln>
          <a:effectLst/>
        </p:spPr>
        <p:txBody>
          <a:bodyPr anchor="ctr">
            <a:spAutoFit/>
          </a:bodyPr>
          <a:lstStyle/>
          <a:p>
            <a:r>
              <a:rPr lang="en-US" altLang="zh-CN" b="1" dirty="0">
                <a:solidFill>
                  <a:srgbClr val="CC0000"/>
                </a:solidFill>
                <a:ea typeface="隶书" pitchFamily="49" charset="-122"/>
              </a:rPr>
              <a:t>        </a:t>
            </a:r>
            <a:r>
              <a:rPr lang="zh-CN" altLang="en-US" b="1" dirty="0">
                <a:solidFill>
                  <a:srgbClr val="C00000"/>
                </a:solidFill>
                <a:latin typeface="楷体" panose="02010609060101010101" pitchFamily="49" charset="-122"/>
                <a:ea typeface="楷体" panose="02010609060101010101" pitchFamily="49" charset="-122"/>
              </a:rPr>
              <a:t>含义：</a:t>
            </a:r>
            <a:r>
              <a:rPr lang="zh-CN" altLang="en-US" b="1" dirty="0">
                <a:latin typeface="楷体" panose="02010609060101010101" pitchFamily="49" charset="-122"/>
                <a:ea typeface="楷体" panose="02010609060101010101" pitchFamily="49" charset="-122"/>
              </a:rPr>
              <a:t>将创建的链表从内存中释放掉，达到销毁的目的。</a:t>
            </a:r>
            <a:endParaRPr lang="zh-CN" altLang="en-US" dirty="0">
              <a:latin typeface="楷体" panose="02010609060101010101" pitchFamily="49" charset="-122"/>
              <a:ea typeface="楷体" panose="02010609060101010101" pitchFamily="49" charset="-122"/>
            </a:endParaRPr>
          </a:p>
        </p:txBody>
      </p:sp>
      <p:sp>
        <p:nvSpPr>
          <p:cNvPr id="1110024" name="Rectangle 8"/>
          <p:cNvSpPr>
            <a:spLocks noChangeArrowheads="1"/>
          </p:cNvSpPr>
          <p:nvPr/>
        </p:nvSpPr>
        <p:spPr bwMode="auto">
          <a:xfrm>
            <a:off x="789105" y="2876743"/>
            <a:ext cx="10923519" cy="1200329"/>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ea typeface="隶书" pitchFamily="49" charset="-122"/>
              </a:rPr>
              <a:t>        </a:t>
            </a:r>
            <a:r>
              <a:rPr lang="zh-CN" altLang="en-US" b="1" dirty="0">
                <a:solidFill>
                  <a:srgbClr val="C00000"/>
                </a:solidFill>
                <a:latin typeface="楷体" panose="02010609060101010101" pitchFamily="49" charset="-122"/>
                <a:ea typeface="楷体" panose="02010609060101010101" pitchFamily="49" charset="-122"/>
              </a:rPr>
              <a:t>基本思想：</a:t>
            </a:r>
            <a:r>
              <a:rPr lang="zh-CN" altLang="en-US" b="1" dirty="0">
                <a:latin typeface="楷体" panose="02010609060101010101" pitchFamily="49" charset="-122"/>
                <a:ea typeface="楷体" panose="02010609060101010101" pitchFamily="49" charset="-122"/>
              </a:rPr>
              <a:t>每次删除头节点的后继节点，最后删除头节点。注意，不要以为只要删除了头节点就可以删除整个链表</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要知道链表是一个节点一个节点建立起来的，所以销毁它也必须一个一个节点的删除才行。 </a:t>
            </a:r>
          </a:p>
        </p:txBody>
      </p:sp>
      <p:sp>
        <p:nvSpPr>
          <p:cNvPr id="9" name="Rectangle 4">
            <a:extLst>
              <a:ext uri="{FF2B5EF4-FFF2-40B4-BE49-F238E27FC236}">
                <a16:creationId xmlns:a16="http://schemas.microsoft.com/office/drawing/2014/main" id="{12FBF8FC-A581-4CA3-A0FE-7F70432EF1B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10022"/>
                                        </p:tgtEl>
                                        <p:attrNameLst>
                                          <p:attrName>style.visibility</p:attrName>
                                        </p:attrNameLst>
                                      </p:cBhvr>
                                      <p:to>
                                        <p:strVal val="visible"/>
                                      </p:to>
                                    </p:set>
                                    <p:anim calcmode="lin" valueType="num">
                                      <p:cBhvr additive="base">
                                        <p:cTn id="7" dur="500" fill="hold"/>
                                        <p:tgtEl>
                                          <p:spTgt spid="1110022"/>
                                        </p:tgtEl>
                                        <p:attrNameLst>
                                          <p:attrName>ppt_x</p:attrName>
                                        </p:attrNameLst>
                                      </p:cBhvr>
                                      <p:tavLst>
                                        <p:tav tm="0">
                                          <p:val>
                                            <p:strVal val="0-#ppt_w/2"/>
                                          </p:val>
                                        </p:tav>
                                        <p:tav tm="100000">
                                          <p:val>
                                            <p:strVal val="#ppt_x"/>
                                          </p:val>
                                        </p:tav>
                                      </p:tavLst>
                                    </p:anim>
                                    <p:anim calcmode="lin" valueType="num">
                                      <p:cBhvr additive="base">
                                        <p:cTn id="8" dur="500" fill="hold"/>
                                        <p:tgtEl>
                                          <p:spTgt spid="11100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10023"/>
                                        </p:tgtEl>
                                        <p:attrNameLst>
                                          <p:attrName>style.visibility</p:attrName>
                                        </p:attrNameLst>
                                      </p:cBhvr>
                                      <p:to>
                                        <p:strVal val="visible"/>
                                      </p:to>
                                    </p:set>
                                    <p:animEffect transition="in" filter="box(out)">
                                      <p:cBhvr>
                                        <p:cTn id="13" dur="500"/>
                                        <p:tgtEl>
                                          <p:spTgt spid="1110023"/>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10024"/>
                                        </p:tgtEl>
                                        <p:attrNameLst>
                                          <p:attrName>style.visibility</p:attrName>
                                        </p:attrNameLst>
                                      </p:cBhvr>
                                      <p:to>
                                        <p:strVal val="visible"/>
                                      </p:to>
                                    </p:set>
                                    <p:animEffect transition="in" filter="box(out)">
                                      <p:cBhvr>
                                        <p:cTn id="18" dur="500"/>
                                        <p:tgtEl>
                                          <p:spTgt spid="1110024"/>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0022" grpId="0"/>
      <p:bldP spid="1110023" grpId="0"/>
      <p:bldP spid="1110024" grpId="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2074" name="Rectangle 10" descr="信纸"/>
          <p:cNvSpPr>
            <a:spLocks noChangeArrowheads="1"/>
          </p:cNvSpPr>
          <p:nvPr/>
        </p:nvSpPr>
        <p:spPr bwMode="auto">
          <a:xfrm>
            <a:off x="6281415" y="937369"/>
            <a:ext cx="4783137" cy="3787775"/>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2000" b="1" dirty="0">
                <a:solidFill>
                  <a:srgbClr val="CC0000"/>
                </a:solidFill>
              </a:rPr>
              <a:t>void </a:t>
            </a:r>
            <a:r>
              <a:rPr lang="en-US" altLang="zh-CN" sz="2000" b="1" dirty="0" err="1">
                <a:solidFill>
                  <a:srgbClr val="CC0000"/>
                </a:solidFill>
              </a:rPr>
              <a:t>Free_LinkList</a:t>
            </a:r>
            <a:r>
              <a:rPr lang="en-US" altLang="zh-CN" sz="2000" b="1" dirty="0">
                <a:solidFill>
                  <a:srgbClr val="CC0000"/>
                </a:solidFill>
              </a:rPr>
              <a:t>(NODE *head)</a:t>
            </a:r>
            <a:r>
              <a:rPr lang="en-US" altLang="zh-CN" sz="2000" b="1" dirty="0"/>
              <a:t>  </a:t>
            </a:r>
          </a:p>
          <a:p>
            <a:pPr marL="457200" indent="-457200">
              <a:tabLst>
                <a:tab pos="914400" algn="l"/>
              </a:tabLst>
            </a:pPr>
            <a:r>
              <a:rPr lang="en-US" altLang="zh-CN" sz="2000" b="1" dirty="0"/>
              <a:t>{</a:t>
            </a:r>
          </a:p>
          <a:p>
            <a:pPr marL="457200" indent="-457200">
              <a:tabLst>
                <a:tab pos="914400" algn="l"/>
              </a:tabLst>
            </a:pPr>
            <a:r>
              <a:rPr lang="en-US" altLang="zh-CN" sz="2000" b="1" dirty="0"/>
              <a:t>  NODE *p, *q;</a:t>
            </a:r>
          </a:p>
          <a:p>
            <a:pPr marL="457200" indent="-457200">
              <a:tabLst>
                <a:tab pos="914400" algn="l"/>
              </a:tabLst>
            </a:pPr>
            <a:r>
              <a:rPr lang="en-US" altLang="zh-CN" sz="2000" b="1" dirty="0">
                <a:solidFill>
                  <a:srgbClr val="C00000"/>
                </a:solidFill>
              </a:rPr>
              <a:t>  p = head;</a:t>
            </a:r>
          </a:p>
          <a:p>
            <a:pPr marL="457200" indent="-457200">
              <a:tabLst>
                <a:tab pos="914400" algn="l"/>
              </a:tabLst>
            </a:pPr>
            <a:r>
              <a:rPr lang="en-US" altLang="zh-CN" sz="2000" b="1" dirty="0"/>
              <a:t>  while (p-&gt;next != NULL)</a:t>
            </a:r>
          </a:p>
          <a:p>
            <a:pPr marL="457200" indent="-457200">
              <a:tabLst>
                <a:tab pos="914400" algn="l"/>
              </a:tabLst>
            </a:pPr>
            <a:r>
              <a:rPr lang="en-US" altLang="zh-CN" sz="2000" b="1" dirty="0"/>
              <a:t>  {</a:t>
            </a:r>
          </a:p>
          <a:p>
            <a:pPr marL="457200" indent="-457200">
              <a:tabLst>
                <a:tab pos="914400" algn="l"/>
              </a:tabLst>
            </a:pPr>
            <a:r>
              <a:rPr lang="en-US" altLang="zh-CN" sz="2000" b="1" dirty="0"/>
              <a:t>    q = p-&gt;next;</a:t>
            </a:r>
          </a:p>
          <a:p>
            <a:pPr marL="457200" indent="-457200">
              <a:tabLst>
                <a:tab pos="914400" algn="l"/>
              </a:tabLst>
            </a:pPr>
            <a:r>
              <a:rPr lang="en-US" altLang="zh-CN" sz="2000" b="1" dirty="0"/>
              <a:t>    p-&gt;next = q-&gt;next;</a:t>
            </a:r>
          </a:p>
          <a:p>
            <a:pPr marL="457200" indent="-457200">
              <a:tabLst>
                <a:tab pos="914400" algn="l"/>
              </a:tabLst>
            </a:pPr>
            <a:r>
              <a:rPr lang="en-US" altLang="zh-CN" sz="2000" b="1" dirty="0"/>
              <a:t>    free (q);</a:t>
            </a:r>
          </a:p>
          <a:p>
            <a:pPr marL="457200" indent="-457200">
              <a:tabLst>
                <a:tab pos="914400" algn="l"/>
              </a:tabLst>
            </a:pPr>
            <a:r>
              <a:rPr lang="en-US" altLang="zh-CN" sz="2000" b="1" dirty="0"/>
              <a:t>  }</a:t>
            </a:r>
          </a:p>
          <a:p>
            <a:pPr marL="457200" indent="-457200">
              <a:tabLst>
                <a:tab pos="914400" algn="l"/>
              </a:tabLst>
            </a:pPr>
            <a:r>
              <a:rPr lang="en-US" altLang="zh-CN" sz="2000" b="1" dirty="0"/>
              <a:t>  free (head);</a:t>
            </a:r>
          </a:p>
          <a:p>
            <a:pPr marL="457200" indent="-457200">
              <a:tabLst>
                <a:tab pos="914400" algn="l"/>
              </a:tabLst>
            </a:pPr>
            <a:r>
              <a:rPr lang="en-US" altLang="zh-CN" sz="2000" b="1" dirty="0"/>
              <a:t>}</a:t>
            </a:r>
          </a:p>
        </p:txBody>
      </p:sp>
      <p:sp>
        <p:nvSpPr>
          <p:cNvPr id="1112075" name="Rectangle 11"/>
          <p:cNvSpPr>
            <a:spLocks noChangeArrowheads="1"/>
          </p:cNvSpPr>
          <p:nvPr/>
        </p:nvSpPr>
        <p:spPr bwMode="auto">
          <a:xfrm>
            <a:off x="443760" y="1050280"/>
            <a:ext cx="6070893" cy="461665"/>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链表销毁操作函数</a:t>
            </a:r>
            <a:r>
              <a:rPr lang="en-US" altLang="zh-CN" b="1" dirty="0" err="1">
                <a:solidFill>
                  <a:srgbClr val="C00000"/>
                </a:solidFill>
                <a:latin typeface="楷体" panose="02010609060101010101" pitchFamily="49" charset="-122"/>
                <a:ea typeface="楷体" panose="02010609060101010101" pitchFamily="49" charset="-122"/>
              </a:rPr>
              <a:t>Free_LinkList</a:t>
            </a:r>
            <a:r>
              <a:rPr lang="en-US" altLang="zh-CN" dirty="0">
                <a:solidFill>
                  <a:srgbClr val="C00000"/>
                </a:solidFill>
                <a:latin typeface="楷体" panose="02010609060101010101" pitchFamily="49" charset="-122"/>
                <a:ea typeface="楷体" panose="02010609060101010101" pitchFamily="49" charset="-122"/>
              </a:rPr>
              <a:t> </a:t>
            </a:r>
            <a:r>
              <a:rPr lang="zh-CN" altLang="en-US" dirty="0">
                <a:solidFill>
                  <a:srgbClr val="C00000"/>
                </a:solidFill>
                <a:latin typeface="楷体" panose="02010609060101010101" pitchFamily="49" charset="-122"/>
                <a:ea typeface="楷体" panose="02010609060101010101" pitchFamily="49" charset="-122"/>
              </a:rPr>
              <a:t>。</a:t>
            </a:r>
          </a:p>
        </p:txBody>
      </p:sp>
      <p:grpSp>
        <p:nvGrpSpPr>
          <p:cNvPr id="1112076" name="Group 12"/>
          <p:cNvGrpSpPr>
            <a:grpSpLocks/>
          </p:cNvGrpSpPr>
          <p:nvPr/>
        </p:nvGrpSpPr>
        <p:grpSpPr bwMode="auto">
          <a:xfrm>
            <a:off x="2124923" y="5051426"/>
            <a:ext cx="6723062" cy="1546225"/>
            <a:chOff x="368" y="3326"/>
            <a:chExt cx="4235" cy="974"/>
          </a:xfrm>
        </p:grpSpPr>
        <p:grpSp>
          <p:nvGrpSpPr>
            <p:cNvPr id="1112077" name="Group 13"/>
            <p:cNvGrpSpPr>
              <a:grpSpLocks/>
            </p:cNvGrpSpPr>
            <p:nvPr/>
          </p:nvGrpSpPr>
          <p:grpSpPr bwMode="auto">
            <a:xfrm>
              <a:off x="985" y="3454"/>
              <a:ext cx="455" cy="635"/>
              <a:chOff x="1120" y="3157"/>
              <a:chExt cx="455" cy="635"/>
            </a:xfrm>
          </p:grpSpPr>
          <p:sp>
            <p:nvSpPr>
              <p:cNvPr id="1112078" name="Rectangle 14"/>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12079" name="Rectangle 15"/>
              <p:cNvSpPr>
                <a:spLocks noChangeArrowheads="1"/>
              </p:cNvSpPr>
              <p:nvPr/>
            </p:nvSpPr>
            <p:spPr bwMode="auto">
              <a:xfrm>
                <a:off x="1121" y="3338"/>
                <a:ext cx="454" cy="454"/>
              </a:xfrm>
              <a:prstGeom prst="rect">
                <a:avLst/>
              </a:prstGeom>
              <a:blipFill>
                <a:blip r:embed="rId5" cstate="print"/>
                <a:tile tx="0" ty="0" sx="100000" sy="100000" flip="none" algn="tl"/>
              </a:blipFill>
              <a:ln w="19050">
                <a:solidFill>
                  <a:srgbClr val="7030A0"/>
                </a:solidFill>
                <a:miter lim="800000"/>
                <a:headEnd/>
                <a:tailEnd/>
              </a:ln>
              <a:effectLst/>
            </p:spPr>
            <p:txBody>
              <a:bodyPr wrap="none" anchor="ctr"/>
              <a:lstStyle/>
              <a:p>
                <a:endParaRPr lang="zh-CN" altLang="en-US"/>
              </a:p>
            </p:txBody>
          </p:sp>
        </p:grpSp>
        <p:grpSp>
          <p:nvGrpSpPr>
            <p:cNvPr id="1112080" name="Group 16"/>
            <p:cNvGrpSpPr>
              <a:grpSpLocks/>
            </p:cNvGrpSpPr>
            <p:nvPr/>
          </p:nvGrpSpPr>
          <p:grpSpPr bwMode="auto">
            <a:xfrm>
              <a:off x="368" y="3326"/>
              <a:ext cx="608" cy="250"/>
              <a:chOff x="503" y="3030"/>
              <a:chExt cx="608" cy="250"/>
            </a:xfrm>
          </p:grpSpPr>
          <p:sp>
            <p:nvSpPr>
              <p:cNvPr id="1112081" name="Line 17"/>
              <p:cNvSpPr>
                <a:spLocks noChangeShapeType="1"/>
              </p:cNvSpPr>
              <p:nvPr/>
            </p:nvSpPr>
            <p:spPr bwMode="auto">
              <a:xfrm>
                <a:off x="793" y="3248"/>
                <a:ext cx="318" cy="0"/>
              </a:xfrm>
              <a:prstGeom prst="line">
                <a:avLst/>
              </a:prstGeom>
              <a:noFill/>
              <a:ln w="28575">
                <a:solidFill>
                  <a:srgbClr val="C00000"/>
                </a:solidFill>
                <a:round/>
                <a:headEnd/>
                <a:tailEnd type="stealth" w="lg" len="lg"/>
              </a:ln>
              <a:effectLst/>
            </p:spPr>
            <p:txBody>
              <a:bodyPr/>
              <a:lstStyle/>
              <a:p>
                <a:endParaRPr lang="zh-CN" altLang="en-US"/>
              </a:p>
            </p:txBody>
          </p:sp>
          <p:sp>
            <p:nvSpPr>
              <p:cNvPr id="1112082" name="Text Box 18"/>
              <p:cNvSpPr txBox="1">
                <a:spLocks noChangeArrowheads="1"/>
              </p:cNvSpPr>
              <p:nvPr/>
            </p:nvSpPr>
            <p:spPr bwMode="auto">
              <a:xfrm>
                <a:off x="503" y="303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head</a:t>
                </a:r>
              </a:p>
            </p:txBody>
          </p:sp>
        </p:grpSp>
        <p:grpSp>
          <p:nvGrpSpPr>
            <p:cNvPr id="1112083" name="Group 19"/>
            <p:cNvGrpSpPr>
              <a:grpSpLocks/>
            </p:cNvGrpSpPr>
            <p:nvPr/>
          </p:nvGrpSpPr>
          <p:grpSpPr bwMode="auto">
            <a:xfrm>
              <a:off x="1742" y="3455"/>
              <a:ext cx="455" cy="635"/>
              <a:chOff x="1120" y="3157"/>
              <a:chExt cx="455" cy="635"/>
            </a:xfrm>
          </p:grpSpPr>
          <p:sp>
            <p:nvSpPr>
              <p:cNvPr id="1112084" name="Rectangle 20"/>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12085" name="Rectangle 21"/>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112086" name="Group 22"/>
            <p:cNvGrpSpPr>
              <a:grpSpLocks/>
            </p:cNvGrpSpPr>
            <p:nvPr/>
          </p:nvGrpSpPr>
          <p:grpSpPr bwMode="auto">
            <a:xfrm>
              <a:off x="2517" y="3465"/>
              <a:ext cx="455" cy="635"/>
              <a:chOff x="1120" y="3157"/>
              <a:chExt cx="455" cy="635"/>
            </a:xfrm>
          </p:grpSpPr>
          <p:sp>
            <p:nvSpPr>
              <p:cNvPr id="1112087" name="Rectangle 23"/>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12088" name="Rectangle 24"/>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112089" name="Group 25"/>
            <p:cNvGrpSpPr>
              <a:grpSpLocks/>
            </p:cNvGrpSpPr>
            <p:nvPr/>
          </p:nvGrpSpPr>
          <p:grpSpPr bwMode="auto">
            <a:xfrm>
              <a:off x="3346" y="3448"/>
              <a:ext cx="455" cy="635"/>
              <a:chOff x="1120" y="3157"/>
              <a:chExt cx="455" cy="635"/>
            </a:xfrm>
          </p:grpSpPr>
          <p:sp>
            <p:nvSpPr>
              <p:cNvPr id="1112090" name="Rectangle 26"/>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12091" name="Rectangle 27"/>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grpSp>
          <p:nvGrpSpPr>
            <p:cNvPr id="1112092" name="Group 28"/>
            <p:cNvGrpSpPr>
              <a:grpSpLocks/>
            </p:cNvGrpSpPr>
            <p:nvPr/>
          </p:nvGrpSpPr>
          <p:grpSpPr bwMode="auto">
            <a:xfrm>
              <a:off x="4148" y="3440"/>
              <a:ext cx="455" cy="635"/>
              <a:chOff x="1120" y="3157"/>
              <a:chExt cx="455" cy="635"/>
            </a:xfrm>
          </p:grpSpPr>
          <p:sp>
            <p:nvSpPr>
              <p:cNvPr id="1112093" name="Rectangle 29"/>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sp>
            <p:nvSpPr>
              <p:cNvPr id="1112094" name="Rectangle 30"/>
              <p:cNvSpPr>
                <a:spLocks noChangeArrowheads="1"/>
              </p:cNvSpPr>
              <p:nvPr/>
            </p:nvSpPr>
            <p:spPr bwMode="auto">
              <a:xfrm>
                <a:off x="1121" y="3338"/>
                <a:ext cx="454" cy="454"/>
              </a:xfrm>
              <a:prstGeom prst="rect">
                <a:avLst/>
              </a:prstGeom>
              <a:gradFill rotWithShape="1">
                <a:gsLst>
                  <a:gs pos="0">
                    <a:srgbClr val="CFCFD1"/>
                  </a:gs>
                  <a:gs pos="100000">
                    <a:schemeClr val="bg1"/>
                  </a:gs>
                </a:gsLst>
                <a:lin ang="5400000" scaled="1"/>
              </a:gradFill>
              <a:ln w="19050">
                <a:solidFill>
                  <a:srgbClr val="7030A0"/>
                </a:solidFill>
                <a:miter lim="800000"/>
                <a:headEnd/>
                <a:tailEnd/>
              </a:ln>
              <a:effectLst/>
            </p:spPr>
            <p:txBody>
              <a:bodyPr wrap="none" anchor="ctr"/>
              <a:lstStyle/>
              <a:p>
                <a:endParaRPr lang="zh-CN" altLang="en-US"/>
              </a:p>
            </p:txBody>
          </p:sp>
        </p:grpSp>
        <p:sp>
          <p:nvSpPr>
            <p:cNvPr id="1112095" name="Line 31"/>
            <p:cNvSpPr>
              <a:spLocks noChangeShapeType="1"/>
            </p:cNvSpPr>
            <p:nvPr/>
          </p:nvSpPr>
          <p:spPr bwMode="auto">
            <a:xfrm>
              <a:off x="1228" y="3548"/>
              <a:ext cx="499" cy="0"/>
            </a:xfrm>
            <a:prstGeom prst="line">
              <a:avLst/>
            </a:prstGeom>
            <a:noFill/>
            <a:ln w="28575">
              <a:solidFill>
                <a:srgbClr val="C00000"/>
              </a:solidFill>
              <a:round/>
              <a:headEnd/>
              <a:tailEnd type="stealth" w="lg" len="lg"/>
            </a:ln>
            <a:effectLst/>
          </p:spPr>
          <p:txBody>
            <a:bodyPr/>
            <a:lstStyle/>
            <a:p>
              <a:endParaRPr lang="zh-CN" altLang="en-US"/>
            </a:p>
          </p:txBody>
        </p:sp>
        <p:sp>
          <p:nvSpPr>
            <p:cNvPr id="1112096" name="Line 32"/>
            <p:cNvSpPr>
              <a:spLocks noChangeShapeType="1"/>
            </p:cNvSpPr>
            <p:nvPr/>
          </p:nvSpPr>
          <p:spPr bwMode="auto">
            <a:xfrm>
              <a:off x="2003" y="3549"/>
              <a:ext cx="499" cy="0"/>
            </a:xfrm>
            <a:prstGeom prst="line">
              <a:avLst/>
            </a:prstGeom>
            <a:noFill/>
            <a:ln w="28575">
              <a:solidFill>
                <a:srgbClr val="C00000"/>
              </a:solidFill>
              <a:round/>
              <a:headEnd/>
              <a:tailEnd type="stealth" w="lg" len="lg"/>
            </a:ln>
            <a:effectLst/>
          </p:spPr>
          <p:txBody>
            <a:bodyPr/>
            <a:lstStyle/>
            <a:p>
              <a:endParaRPr lang="zh-CN" altLang="en-US"/>
            </a:p>
          </p:txBody>
        </p:sp>
        <p:sp>
          <p:nvSpPr>
            <p:cNvPr id="1112097" name="Line 33"/>
            <p:cNvSpPr>
              <a:spLocks noChangeShapeType="1"/>
            </p:cNvSpPr>
            <p:nvPr/>
          </p:nvSpPr>
          <p:spPr bwMode="auto">
            <a:xfrm>
              <a:off x="3628" y="3539"/>
              <a:ext cx="499" cy="0"/>
            </a:xfrm>
            <a:prstGeom prst="line">
              <a:avLst/>
            </a:prstGeom>
            <a:noFill/>
            <a:ln w="28575">
              <a:solidFill>
                <a:srgbClr val="C00000"/>
              </a:solidFill>
              <a:round/>
              <a:headEnd/>
              <a:tailEnd type="stealth" w="lg" len="lg"/>
            </a:ln>
            <a:effectLst/>
          </p:spPr>
          <p:txBody>
            <a:bodyPr/>
            <a:lstStyle/>
            <a:p>
              <a:endParaRPr lang="zh-CN" altLang="en-US"/>
            </a:p>
          </p:txBody>
        </p:sp>
        <p:sp>
          <p:nvSpPr>
            <p:cNvPr id="1112098" name="Line 34"/>
            <p:cNvSpPr>
              <a:spLocks noChangeShapeType="1"/>
            </p:cNvSpPr>
            <p:nvPr/>
          </p:nvSpPr>
          <p:spPr bwMode="auto">
            <a:xfrm>
              <a:off x="2770" y="3548"/>
              <a:ext cx="567" cy="0"/>
            </a:xfrm>
            <a:prstGeom prst="line">
              <a:avLst/>
            </a:prstGeom>
            <a:noFill/>
            <a:ln w="28575">
              <a:solidFill>
                <a:srgbClr val="C00000"/>
              </a:solidFill>
              <a:round/>
              <a:headEnd/>
              <a:tailEnd type="stealth" w="lg" len="lg"/>
            </a:ln>
            <a:effectLst/>
          </p:spPr>
          <p:txBody>
            <a:bodyPr/>
            <a:lstStyle/>
            <a:p>
              <a:endParaRPr lang="zh-CN" altLang="en-US"/>
            </a:p>
          </p:txBody>
        </p:sp>
        <p:sp>
          <p:nvSpPr>
            <p:cNvPr id="1112099" name="Text Box 35"/>
            <p:cNvSpPr txBox="1">
              <a:spLocks noChangeArrowheads="1"/>
            </p:cNvSpPr>
            <p:nvPr/>
          </p:nvSpPr>
          <p:spPr bwMode="auto">
            <a:xfrm>
              <a:off x="1813" y="3720"/>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70</a:t>
              </a:r>
            </a:p>
          </p:txBody>
        </p:sp>
        <p:sp>
          <p:nvSpPr>
            <p:cNvPr id="1112100" name="Text Box 36"/>
            <p:cNvSpPr txBox="1">
              <a:spLocks noChangeArrowheads="1"/>
            </p:cNvSpPr>
            <p:nvPr/>
          </p:nvSpPr>
          <p:spPr bwMode="auto">
            <a:xfrm>
              <a:off x="2597" y="3712"/>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65</a:t>
              </a:r>
            </a:p>
          </p:txBody>
        </p:sp>
        <p:sp>
          <p:nvSpPr>
            <p:cNvPr id="1112101" name="Text Box 37"/>
            <p:cNvSpPr txBox="1">
              <a:spLocks noChangeArrowheads="1"/>
            </p:cNvSpPr>
            <p:nvPr/>
          </p:nvSpPr>
          <p:spPr bwMode="auto">
            <a:xfrm>
              <a:off x="3418" y="3696"/>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78</a:t>
              </a:r>
            </a:p>
          </p:txBody>
        </p:sp>
        <p:sp>
          <p:nvSpPr>
            <p:cNvPr id="1112102" name="Text Box 38"/>
            <p:cNvSpPr txBox="1">
              <a:spLocks noChangeArrowheads="1"/>
            </p:cNvSpPr>
            <p:nvPr/>
          </p:nvSpPr>
          <p:spPr bwMode="auto">
            <a:xfrm>
              <a:off x="4210" y="3684"/>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90</a:t>
              </a:r>
            </a:p>
          </p:txBody>
        </p:sp>
        <p:sp>
          <p:nvSpPr>
            <p:cNvPr id="1112103" name="Rectangle 39"/>
            <p:cNvSpPr>
              <a:spLocks noChangeArrowheads="1"/>
            </p:cNvSpPr>
            <p:nvPr/>
          </p:nvSpPr>
          <p:spPr bwMode="auto">
            <a:xfrm>
              <a:off x="4255" y="3421"/>
              <a:ext cx="228" cy="192"/>
            </a:xfrm>
            <a:prstGeom prst="rect">
              <a:avLst/>
            </a:prstGeom>
            <a:noFill/>
            <a:ln w="9525">
              <a:noFill/>
              <a:miter lim="800000"/>
              <a:headEnd/>
              <a:tailEnd/>
            </a:ln>
            <a:effectLst/>
          </p:spPr>
          <p:txBody>
            <a:bodyPr wrap="none">
              <a:spAutoFit/>
            </a:bodyPr>
            <a:lstStyle/>
            <a:p>
              <a:r>
                <a:rPr lang="en-US" altLang="zh-CN" sz="1400" b="1">
                  <a:solidFill>
                    <a:schemeClr val="accent2"/>
                  </a:solidFill>
                  <a:effectLst>
                    <a:outerShdw blurRad="38100" dist="38100" dir="2700000" algn="tl">
                      <a:srgbClr val="000000"/>
                    </a:outerShdw>
                  </a:effectLst>
                </a:rPr>
                <a:t>∧</a:t>
              </a:r>
            </a:p>
          </p:txBody>
        </p:sp>
        <p:sp>
          <p:nvSpPr>
            <p:cNvPr id="1112104" name="Text Box 40"/>
            <p:cNvSpPr txBox="1">
              <a:spLocks noChangeArrowheads="1"/>
            </p:cNvSpPr>
            <p:nvPr/>
          </p:nvSpPr>
          <p:spPr bwMode="auto">
            <a:xfrm>
              <a:off x="1100" y="4048"/>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0</a:t>
              </a:r>
            </a:p>
          </p:txBody>
        </p:sp>
        <p:sp>
          <p:nvSpPr>
            <p:cNvPr id="1112105" name="Text Box 41"/>
            <p:cNvSpPr txBox="1">
              <a:spLocks noChangeArrowheads="1"/>
            </p:cNvSpPr>
            <p:nvPr/>
          </p:nvSpPr>
          <p:spPr bwMode="auto">
            <a:xfrm>
              <a:off x="1857" y="4040"/>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1</a:t>
              </a:r>
            </a:p>
          </p:txBody>
        </p:sp>
        <p:sp>
          <p:nvSpPr>
            <p:cNvPr id="1112106" name="Text Box 42"/>
            <p:cNvSpPr txBox="1">
              <a:spLocks noChangeArrowheads="1"/>
            </p:cNvSpPr>
            <p:nvPr/>
          </p:nvSpPr>
          <p:spPr bwMode="auto">
            <a:xfrm>
              <a:off x="2632" y="4050"/>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2</a:t>
              </a:r>
            </a:p>
          </p:txBody>
        </p:sp>
        <p:sp>
          <p:nvSpPr>
            <p:cNvPr id="1112107" name="Text Box 43"/>
            <p:cNvSpPr txBox="1">
              <a:spLocks noChangeArrowheads="1"/>
            </p:cNvSpPr>
            <p:nvPr/>
          </p:nvSpPr>
          <p:spPr bwMode="auto">
            <a:xfrm>
              <a:off x="3457" y="4025"/>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3</a:t>
              </a:r>
            </a:p>
          </p:txBody>
        </p:sp>
        <p:sp>
          <p:nvSpPr>
            <p:cNvPr id="1112108" name="Text Box 44"/>
            <p:cNvSpPr txBox="1">
              <a:spLocks noChangeArrowheads="1"/>
            </p:cNvSpPr>
            <p:nvPr/>
          </p:nvSpPr>
          <p:spPr bwMode="auto">
            <a:xfrm>
              <a:off x="4259" y="4026"/>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4</a:t>
              </a:r>
            </a:p>
          </p:txBody>
        </p:sp>
      </p:grpSp>
      <p:grpSp>
        <p:nvGrpSpPr>
          <p:cNvPr id="1112109" name="Group 45"/>
          <p:cNvGrpSpPr>
            <a:grpSpLocks/>
          </p:cNvGrpSpPr>
          <p:nvPr/>
        </p:nvGrpSpPr>
        <p:grpSpPr bwMode="auto">
          <a:xfrm>
            <a:off x="2602761" y="5532438"/>
            <a:ext cx="434975" cy="512762"/>
            <a:chOff x="674" y="3621"/>
            <a:chExt cx="274" cy="323"/>
          </a:xfrm>
        </p:grpSpPr>
        <p:sp>
          <p:nvSpPr>
            <p:cNvPr id="1112110" name="Line 46"/>
            <p:cNvSpPr>
              <a:spLocks noChangeShapeType="1"/>
            </p:cNvSpPr>
            <p:nvPr/>
          </p:nvSpPr>
          <p:spPr bwMode="auto">
            <a:xfrm flipV="1">
              <a:off x="793" y="3621"/>
              <a:ext cx="155" cy="172"/>
            </a:xfrm>
            <a:prstGeom prst="line">
              <a:avLst/>
            </a:prstGeom>
            <a:noFill/>
            <a:ln w="28575">
              <a:solidFill>
                <a:srgbClr val="7030A0"/>
              </a:solidFill>
              <a:round/>
              <a:headEnd/>
              <a:tailEnd type="stealth" w="lg" len="lg"/>
            </a:ln>
            <a:effectLst/>
          </p:spPr>
          <p:txBody>
            <a:bodyPr/>
            <a:lstStyle/>
            <a:p>
              <a:endParaRPr lang="zh-CN" altLang="en-US">
                <a:solidFill>
                  <a:srgbClr val="7030A0"/>
                </a:solidFill>
              </a:endParaRPr>
            </a:p>
          </p:txBody>
        </p:sp>
        <p:sp>
          <p:nvSpPr>
            <p:cNvPr id="1112111" name="Text Box 47"/>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7030A0"/>
                  </a:solidFill>
                </a:rPr>
                <a:t>p</a:t>
              </a:r>
            </a:p>
          </p:txBody>
        </p:sp>
      </p:grpSp>
      <p:grpSp>
        <p:nvGrpSpPr>
          <p:cNvPr id="1112115" name="Group 51"/>
          <p:cNvGrpSpPr>
            <a:grpSpLocks/>
          </p:cNvGrpSpPr>
          <p:nvPr/>
        </p:nvGrpSpPr>
        <p:grpSpPr bwMode="auto">
          <a:xfrm>
            <a:off x="3804499" y="5548313"/>
            <a:ext cx="434975" cy="512762"/>
            <a:chOff x="674" y="3621"/>
            <a:chExt cx="274" cy="323"/>
          </a:xfrm>
        </p:grpSpPr>
        <p:sp>
          <p:nvSpPr>
            <p:cNvPr id="1112116" name="Line 52"/>
            <p:cNvSpPr>
              <a:spLocks noChangeShapeType="1"/>
            </p:cNvSpPr>
            <p:nvPr/>
          </p:nvSpPr>
          <p:spPr bwMode="auto">
            <a:xfrm flipV="1">
              <a:off x="793" y="3621"/>
              <a:ext cx="155" cy="172"/>
            </a:xfrm>
            <a:prstGeom prst="line">
              <a:avLst/>
            </a:prstGeom>
            <a:noFill/>
            <a:ln w="28575">
              <a:solidFill>
                <a:srgbClr val="002060"/>
              </a:solidFill>
              <a:round/>
              <a:headEnd/>
              <a:tailEnd type="stealth" w="lg" len="lg"/>
            </a:ln>
            <a:effectLst/>
          </p:spPr>
          <p:txBody>
            <a:bodyPr/>
            <a:lstStyle/>
            <a:p>
              <a:endParaRPr lang="zh-CN" altLang="en-US">
                <a:solidFill>
                  <a:srgbClr val="002060"/>
                </a:solidFill>
              </a:endParaRPr>
            </a:p>
          </p:txBody>
        </p:sp>
        <p:sp>
          <p:nvSpPr>
            <p:cNvPr id="1112117" name="Text Box 53"/>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rPr>
                <a:t>q</a:t>
              </a:r>
            </a:p>
          </p:txBody>
        </p:sp>
      </p:grpSp>
      <p:grpSp>
        <p:nvGrpSpPr>
          <p:cNvPr id="1112121" name="Group 57"/>
          <p:cNvGrpSpPr>
            <a:grpSpLocks/>
          </p:cNvGrpSpPr>
          <p:nvPr/>
        </p:nvGrpSpPr>
        <p:grpSpPr bwMode="auto">
          <a:xfrm>
            <a:off x="4036274" y="5300663"/>
            <a:ext cx="1246187" cy="203200"/>
            <a:chOff x="1959" y="3339"/>
            <a:chExt cx="785" cy="128"/>
          </a:xfrm>
        </p:grpSpPr>
        <p:sp useBgFill="1">
          <p:nvSpPr>
            <p:cNvPr id="1112119" name="Rectangle 55"/>
            <p:cNvSpPr>
              <a:spLocks noChangeArrowheads="1"/>
            </p:cNvSpPr>
            <p:nvPr/>
          </p:nvSpPr>
          <p:spPr bwMode="auto">
            <a:xfrm>
              <a:off x="1959" y="3339"/>
              <a:ext cx="154" cy="111"/>
            </a:xfrm>
            <a:prstGeom prst="rect">
              <a:avLst/>
            </a:prstGeom>
            <a:ln w="9525">
              <a:noFill/>
              <a:miter lim="800000"/>
              <a:headEnd/>
              <a:tailEnd/>
            </a:ln>
            <a:effectLst/>
          </p:spPr>
          <p:txBody>
            <a:bodyPr wrap="none" anchor="ctr"/>
            <a:lstStyle/>
            <a:p>
              <a:endParaRPr lang="zh-CN" altLang="en-US"/>
            </a:p>
          </p:txBody>
        </p:sp>
        <p:sp useBgFill="1">
          <p:nvSpPr>
            <p:cNvPr id="1112120" name="Rectangle 56"/>
            <p:cNvSpPr>
              <a:spLocks noChangeArrowheads="1"/>
            </p:cNvSpPr>
            <p:nvPr/>
          </p:nvSpPr>
          <p:spPr bwMode="auto">
            <a:xfrm>
              <a:off x="2585" y="3339"/>
              <a:ext cx="159" cy="128"/>
            </a:xfrm>
            <a:prstGeom prst="rect">
              <a:avLst/>
            </a:prstGeom>
            <a:ln w="9525">
              <a:noFill/>
              <a:miter lim="800000"/>
              <a:headEnd/>
              <a:tailEnd/>
            </a:ln>
            <a:effectLst/>
          </p:spPr>
          <p:txBody>
            <a:bodyPr wrap="none" anchor="ctr"/>
            <a:lstStyle/>
            <a:p>
              <a:endParaRPr lang="zh-CN" altLang="en-US"/>
            </a:p>
          </p:txBody>
        </p:sp>
      </p:grpSp>
      <p:grpSp>
        <p:nvGrpSpPr>
          <p:cNvPr id="1112125" name="Group 61"/>
          <p:cNvGrpSpPr>
            <a:grpSpLocks/>
          </p:cNvGrpSpPr>
          <p:nvPr/>
        </p:nvGrpSpPr>
        <p:grpSpPr bwMode="auto">
          <a:xfrm>
            <a:off x="4044211" y="5056188"/>
            <a:ext cx="1223963" cy="361950"/>
            <a:chOff x="1964" y="3185"/>
            <a:chExt cx="771" cy="228"/>
          </a:xfrm>
        </p:grpSpPr>
        <p:sp>
          <p:nvSpPr>
            <p:cNvPr id="1112122" name="Line 58"/>
            <p:cNvSpPr>
              <a:spLocks noChangeShapeType="1"/>
            </p:cNvSpPr>
            <p:nvPr/>
          </p:nvSpPr>
          <p:spPr bwMode="auto">
            <a:xfrm>
              <a:off x="1964" y="3194"/>
              <a:ext cx="771" cy="0"/>
            </a:xfrm>
            <a:prstGeom prst="line">
              <a:avLst/>
            </a:prstGeom>
            <a:noFill/>
            <a:ln w="28575">
              <a:solidFill>
                <a:srgbClr val="C00000"/>
              </a:solidFill>
              <a:round/>
              <a:headEnd/>
              <a:tailEnd/>
            </a:ln>
            <a:effectLst/>
          </p:spPr>
          <p:txBody>
            <a:bodyPr/>
            <a:lstStyle/>
            <a:p>
              <a:endParaRPr lang="zh-CN" altLang="en-US"/>
            </a:p>
          </p:txBody>
        </p:sp>
        <p:sp>
          <p:nvSpPr>
            <p:cNvPr id="1112123" name="Line 59"/>
            <p:cNvSpPr>
              <a:spLocks noChangeShapeType="1"/>
            </p:cNvSpPr>
            <p:nvPr/>
          </p:nvSpPr>
          <p:spPr bwMode="auto">
            <a:xfrm>
              <a:off x="1973" y="3185"/>
              <a:ext cx="0" cy="227"/>
            </a:xfrm>
            <a:prstGeom prst="line">
              <a:avLst/>
            </a:prstGeom>
            <a:noFill/>
            <a:ln w="28575">
              <a:solidFill>
                <a:srgbClr val="C00000"/>
              </a:solidFill>
              <a:round/>
              <a:headEnd/>
              <a:tailEnd/>
            </a:ln>
            <a:effectLst/>
          </p:spPr>
          <p:txBody>
            <a:bodyPr/>
            <a:lstStyle/>
            <a:p>
              <a:endParaRPr lang="zh-CN" altLang="en-US"/>
            </a:p>
          </p:txBody>
        </p:sp>
        <p:sp>
          <p:nvSpPr>
            <p:cNvPr id="1112124" name="Line 60"/>
            <p:cNvSpPr>
              <a:spLocks noChangeShapeType="1"/>
            </p:cNvSpPr>
            <p:nvPr/>
          </p:nvSpPr>
          <p:spPr bwMode="auto">
            <a:xfrm>
              <a:off x="2730" y="3186"/>
              <a:ext cx="0" cy="227"/>
            </a:xfrm>
            <a:prstGeom prst="line">
              <a:avLst/>
            </a:prstGeom>
            <a:noFill/>
            <a:ln w="28575">
              <a:solidFill>
                <a:srgbClr val="C00000"/>
              </a:solidFill>
              <a:round/>
              <a:headEnd/>
              <a:tailEnd/>
            </a:ln>
            <a:effectLst/>
          </p:spPr>
          <p:txBody>
            <a:bodyPr/>
            <a:lstStyle/>
            <a:p>
              <a:endParaRPr lang="zh-CN" altLang="en-US"/>
            </a:p>
          </p:txBody>
        </p:sp>
      </p:grpSp>
      <p:sp useBgFill="1">
        <p:nvSpPr>
          <p:cNvPr id="1112126" name="Freeform 62"/>
          <p:cNvSpPr>
            <a:spLocks/>
          </p:cNvSpPr>
          <p:nvPr/>
        </p:nvSpPr>
        <p:spPr bwMode="auto">
          <a:xfrm>
            <a:off x="3829898" y="5130081"/>
            <a:ext cx="1554162" cy="1503363"/>
          </a:xfrm>
          <a:custGeom>
            <a:avLst/>
            <a:gdLst/>
            <a:ahLst/>
            <a:cxnLst>
              <a:cxn ang="0">
                <a:pos x="243" y="8"/>
              </a:cxn>
              <a:cxn ang="0">
                <a:pos x="200" y="215"/>
              </a:cxn>
              <a:cxn ang="0">
                <a:pos x="166" y="292"/>
              </a:cxn>
              <a:cxn ang="0">
                <a:pos x="114" y="318"/>
              </a:cxn>
              <a:cxn ang="0">
                <a:pos x="45" y="387"/>
              </a:cxn>
              <a:cxn ang="0">
                <a:pos x="11" y="490"/>
              </a:cxn>
              <a:cxn ang="0">
                <a:pos x="105" y="739"/>
              </a:cxn>
              <a:cxn ang="0">
                <a:pos x="200" y="799"/>
              </a:cxn>
              <a:cxn ang="0">
                <a:pos x="226" y="816"/>
              </a:cxn>
              <a:cxn ang="0">
                <a:pos x="337" y="877"/>
              </a:cxn>
              <a:cxn ang="0">
                <a:pos x="501" y="928"/>
              </a:cxn>
              <a:cxn ang="0">
                <a:pos x="759" y="902"/>
              </a:cxn>
              <a:cxn ang="0">
                <a:pos x="827" y="859"/>
              </a:cxn>
              <a:cxn ang="0">
                <a:pos x="879" y="825"/>
              </a:cxn>
              <a:cxn ang="0">
                <a:pos x="845" y="318"/>
              </a:cxn>
              <a:cxn ang="0">
                <a:pos x="836" y="146"/>
              </a:cxn>
              <a:cxn ang="0">
                <a:pos x="638" y="0"/>
              </a:cxn>
              <a:cxn ang="0">
                <a:pos x="243" y="8"/>
              </a:cxn>
            </a:cxnLst>
            <a:rect l="0" t="0" r="r" b="b"/>
            <a:pathLst>
              <a:path w="979" h="947">
                <a:moveTo>
                  <a:pt x="243" y="8"/>
                </a:moveTo>
                <a:cubicBezTo>
                  <a:pt x="236" y="83"/>
                  <a:pt x="224" y="144"/>
                  <a:pt x="200" y="215"/>
                </a:cubicBezTo>
                <a:cubicBezTo>
                  <a:pt x="192" y="240"/>
                  <a:pt x="186" y="272"/>
                  <a:pt x="166" y="292"/>
                </a:cubicBezTo>
                <a:cubicBezTo>
                  <a:pt x="143" y="315"/>
                  <a:pt x="140" y="305"/>
                  <a:pt x="114" y="318"/>
                </a:cubicBezTo>
                <a:cubicBezTo>
                  <a:pt x="83" y="334"/>
                  <a:pt x="64" y="359"/>
                  <a:pt x="45" y="387"/>
                </a:cubicBezTo>
                <a:cubicBezTo>
                  <a:pt x="34" y="421"/>
                  <a:pt x="22" y="455"/>
                  <a:pt x="11" y="490"/>
                </a:cubicBezTo>
                <a:cubicBezTo>
                  <a:pt x="16" y="585"/>
                  <a:pt x="0" y="701"/>
                  <a:pt x="105" y="739"/>
                </a:cubicBezTo>
                <a:cubicBezTo>
                  <a:pt x="131" y="764"/>
                  <a:pt x="169" y="779"/>
                  <a:pt x="200" y="799"/>
                </a:cubicBezTo>
                <a:cubicBezTo>
                  <a:pt x="209" y="805"/>
                  <a:pt x="226" y="816"/>
                  <a:pt x="226" y="816"/>
                </a:cubicBezTo>
                <a:cubicBezTo>
                  <a:pt x="257" y="863"/>
                  <a:pt x="279" y="862"/>
                  <a:pt x="337" y="877"/>
                </a:cubicBezTo>
                <a:cubicBezTo>
                  <a:pt x="393" y="892"/>
                  <a:pt x="442" y="919"/>
                  <a:pt x="501" y="928"/>
                </a:cubicBezTo>
                <a:cubicBezTo>
                  <a:pt x="688" y="921"/>
                  <a:pt x="659" y="947"/>
                  <a:pt x="759" y="902"/>
                </a:cubicBezTo>
                <a:cubicBezTo>
                  <a:pt x="808" y="880"/>
                  <a:pt x="781" y="891"/>
                  <a:pt x="827" y="859"/>
                </a:cubicBezTo>
                <a:cubicBezTo>
                  <a:pt x="844" y="847"/>
                  <a:pt x="879" y="825"/>
                  <a:pt x="879" y="825"/>
                </a:cubicBezTo>
                <a:cubicBezTo>
                  <a:pt x="979" y="673"/>
                  <a:pt x="894" y="476"/>
                  <a:pt x="845" y="318"/>
                </a:cubicBezTo>
                <a:cubicBezTo>
                  <a:pt x="842" y="261"/>
                  <a:pt x="841" y="203"/>
                  <a:pt x="836" y="146"/>
                </a:cubicBezTo>
                <a:cubicBezTo>
                  <a:pt x="827" y="46"/>
                  <a:pt x="714" y="23"/>
                  <a:pt x="638" y="0"/>
                </a:cubicBezTo>
                <a:cubicBezTo>
                  <a:pt x="506" y="3"/>
                  <a:pt x="375" y="8"/>
                  <a:pt x="243" y="8"/>
                </a:cubicBezTo>
                <a:close/>
              </a:path>
            </a:pathLst>
          </a:custGeom>
          <a:ln w="9525">
            <a:noFill/>
            <a:round/>
            <a:headEnd/>
            <a:tailEnd/>
          </a:ln>
          <a:effectLst/>
        </p:spPr>
        <p:txBody>
          <a:bodyPr/>
          <a:lstStyle/>
          <a:p>
            <a:endParaRPr lang="zh-CN" altLang="en-US"/>
          </a:p>
        </p:txBody>
      </p:sp>
      <p:grpSp>
        <p:nvGrpSpPr>
          <p:cNvPr id="1112130" name="Group 66"/>
          <p:cNvGrpSpPr>
            <a:grpSpLocks/>
          </p:cNvGrpSpPr>
          <p:nvPr/>
        </p:nvGrpSpPr>
        <p:grpSpPr bwMode="auto">
          <a:xfrm>
            <a:off x="6671941" y="2368496"/>
            <a:ext cx="3170237" cy="1565275"/>
            <a:chOff x="793" y="1389"/>
            <a:chExt cx="1997" cy="986"/>
          </a:xfrm>
        </p:grpSpPr>
        <p:sp>
          <p:nvSpPr>
            <p:cNvPr id="1112127" name="Line 63"/>
            <p:cNvSpPr>
              <a:spLocks noChangeShapeType="1"/>
            </p:cNvSpPr>
            <p:nvPr/>
          </p:nvSpPr>
          <p:spPr bwMode="auto">
            <a:xfrm>
              <a:off x="793" y="2368"/>
              <a:ext cx="1997" cy="0"/>
            </a:xfrm>
            <a:prstGeom prst="line">
              <a:avLst/>
            </a:prstGeom>
            <a:noFill/>
            <a:ln w="28575">
              <a:solidFill>
                <a:srgbClr val="7030A0"/>
              </a:solidFill>
              <a:round/>
              <a:headEnd/>
              <a:tailEnd/>
            </a:ln>
            <a:effectLst/>
          </p:spPr>
          <p:txBody>
            <a:bodyPr/>
            <a:lstStyle/>
            <a:p>
              <a:endParaRPr lang="zh-CN" altLang="en-US"/>
            </a:p>
          </p:txBody>
        </p:sp>
        <p:sp>
          <p:nvSpPr>
            <p:cNvPr id="1112128" name="Line 64"/>
            <p:cNvSpPr>
              <a:spLocks noChangeShapeType="1"/>
            </p:cNvSpPr>
            <p:nvPr/>
          </p:nvSpPr>
          <p:spPr bwMode="auto">
            <a:xfrm flipH="1">
              <a:off x="2426" y="1389"/>
              <a:ext cx="363" cy="0"/>
            </a:xfrm>
            <a:prstGeom prst="line">
              <a:avLst/>
            </a:prstGeom>
            <a:noFill/>
            <a:ln w="28575">
              <a:solidFill>
                <a:srgbClr val="7030A0"/>
              </a:solidFill>
              <a:round/>
              <a:headEnd/>
              <a:tailEnd type="stealth" w="lg" len="lg"/>
            </a:ln>
            <a:effectLst/>
          </p:spPr>
          <p:txBody>
            <a:bodyPr/>
            <a:lstStyle/>
            <a:p>
              <a:endParaRPr lang="zh-CN" altLang="en-US"/>
            </a:p>
          </p:txBody>
        </p:sp>
        <p:sp>
          <p:nvSpPr>
            <p:cNvPr id="1112129" name="Line 65"/>
            <p:cNvSpPr>
              <a:spLocks noChangeShapeType="1"/>
            </p:cNvSpPr>
            <p:nvPr/>
          </p:nvSpPr>
          <p:spPr bwMode="auto">
            <a:xfrm>
              <a:off x="2789" y="1389"/>
              <a:ext cx="0" cy="986"/>
            </a:xfrm>
            <a:prstGeom prst="line">
              <a:avLst/>
            </a:prstGeom>
            <a:noFill/>
            <a:ln w="28575">
              <a:solidFill>
                <a:srgbClr val="7030A0"/>
              </a:solidFill>
              <a:round/>
              <a:headEnd/>
              <a:tailEnd/>
            </a:ln>
            <a:effectLst/>
          </p:spPr>
          <p:txBody>
            <a:bodyPr/>
            <a:lstStyle/>
            <a:p>
              <a:endParaRPr lang="zh-CN" altLang="en-US"/>
            </a:p>
          </p:txBody>
        </p:sp>
      </p:grpSp>
      <p:grpSp>
        <p:nvGrpSpPr>
          <p:cNvPr id="1112131" name="Group 67"/>
          <p:cNvGrpSpPr>
            <a:grpSpLocks/>
          </p:cNvGrpSpPr>
          <p:nvPr/>
        </p:nvGrpSpPr>
        <p:grpSpPr bwMode="auto">
          <a:xfrm>
            <a:off x="5022111" y="5546726"/>
            <a:ext cx="434975" cy="512763"/>
            <a:chOff x="674" y="3621"/>
            <a:chExt cx="274" cy="323"/>
          </a:xfrm>
        </p:grpSpPr>
        <p:sp>
          <p:nvSpPr>
            <p:cNvPr id="1112132" name="Line 68"/>
            <p:cNvSpPr>
              <a:spLocks noChangeShapeType="1"/>
            </p:cNvSpPr>
            <p:nvPr/>
          </p:nvSpPr>
          <p:spPr bwMode="auto">
            <a:xfrm flipV="1">
              <a:off x="793" y="3621"/>
              <a:ext cx="155" cy="172"/>
            </a:xfrm>
            <a:prstGeom prst="line">
              <a:avLst/>
            </a:prstGeom>
            <a:noFill/>
            <a:ln w="28575">
              <a:solidFill>
                <a:srgbClr val="002060"/>
              </a:solidFill>
              <a:round/>
              <a:headEnd/>
              <a:tailEnd type="stealth" w="lg" len="lg"/>
            </a:ln>
            <a:effectLst/>
          </p:spPr>
          <p:txBody>
            <a:bodyPr/>
            <a:lstStyle/>
            <a:p>
              <a:endParaRPr lang="zh-CN" altLang="en-US">
                <a:solidFill>
                  <a:srgbClr val="002060"/>
                </a:solidFill>
              </a:endParaRPr>
            </a:p>
          </p:txBody>
        </p:sp>
        <p:sp>
          <p:nvSpPr>
            <p:cNvPr id="1112133" name="Text Box 69"/>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q</a:t>
              </a:r>
            </a:p>
          </p:txBody>
        </p:sp>
      </p:grpSp>
      <p:grpSp>
        <p:nvGrpSpPr>
          <p:cNvPr id="1112136" name="Group 72"/>
          <p:cNvGrpSpPr>
            <a:grpSpLocks/>
          </p:cNvGrpSpPr>
          <p:nvPr/>
        </p:nvGrpSpPr>
        <p:grpSpPr bwMode="auto">
          <a:xfrm>
            <a:off x="5137998" y="4941168"/>
            <a:ext cx="1439862" cy="633412"/>
            <a:chOff x="2653" y="3131"/>
            <a:chExt cx="907" cy="399"/>
          </a:xfrm>
        </p:grpSpPr>
        <p:sp useBgFill="1">
          <p:nvSpPr>
            <p:cNvPr id="1112134" name="Rectangle 70"/>
            <p:cNvSpPr>
              <a:spLocks noChangeArrowheads="1"/>
            </p:cNvSpPr>
            <p:nvPr/>
          </p:nvSpPr>
          <p:spPr bwMode="auto">
            <a:xfrm>
              <a:off x="2653" y="3131"/>
              <a:ext cx="227" cy="317"/>
            </a:xfrm>
            <a:prstGeom prst="rect">
              <a:avLst/>
            </a:prstGeom>
            <a:ln w="9525">
              <a:noFill/>
              <a:miter lim="800000"/>
              <a:headEnd/>
              <a:tailEnd/>
            </a:ln>
            <a:effectLst/>
          </p:spPr>
          <p:txBody>
            <a:bodyPr wrap="none" anchor="ctr"/>
            <a:lstStyle/>
            <a:p>
              <a:endParaRPr lang="zh-CN" altLang="en-US"/>
            </a:p>
          </p:txBody>
        </p:sp>
        <p:sp useBgFill="1">
          <p:nvSpPr>
            <p:cNvPr id="1112135" name="Rectangle 71"/>
            <p:cNvSpPr>
              <a:spLocks noChangeArrowheads="1"/>
            </p:cNvSpPr>
            <p:nvPr/>
          </p:nvSpPr>
          <p:spPr bwMode="auto">
            <a:xfrm>
              <a:off x="3365" y="3213"/>
              <a:ext cx="195" cy="317"/>
            </a:xfrm>
            <a:prstGeom prst="rect">
              <a:avLst/>
            </a:prstGeom>
            <a:ln w="9525">
              <a:noFill/>
              <a:miter lim="800000"/>
              <a:headEnd/>
              <a:tailEnd/>
            </a:ln>
            <a:effectLst/>
          </p:spPr>
          <p:txBody>
            <a:bodyPr wrap="none" anchor="ctr"/>
            <a:lstStyle/>
            <a:p>
              <a:endParaRPr lang="zh-CN" altLang="en-US"/>
            </a:p>
          </p:txBody>
        </p:sp>
      </p:grpSp>
      <p:grpSp>
        <p:nvGrpSpPr>
          <p:cNvPr id="1112139" name="Group 75"/>
          <p:cNvGrpSpPr>
            <a:grpSpLocks/>
          </p:cNvGrpSpPr>
          <p:nvPr/>
        </p:nvGrpSpPr>
        <p:grpSpPr bwMode="auto">
          <a:xfrm>
            <a:off x="5137998" y="5070476"/>
            <a:ext cx="1439862" cy="346075"/>
            <a:chOff x="2653" y="3194"/>
            <a:chExt cx="907" cy="218"/>
          </a:xfrm>
        </p:grpSpPr>
        <p:sp>
          <p:nvSpPr>
            <p:cNvPr id="1112137" name="Line 73"/>
            <p:cNvSpPr>
              <a:spLocks noChangeShapeType="1"/>
            </p:cNvSpPr>
            <p:nvPr/>
          </p:nvSpPr>
          <p:spPr bwMode="auto">
            <a:xfrm>
              <a:off x="2653" y="3194"/>
              <a:ext cx="907" cy="0"/>
            </a:xfrm>
            <a:prstGeom prst="line">
              <a:avLst/>
            </a:prstGeom>
            <a:noFill/>
            <a:ln w="28575">
              <a:solidFill>
                <a:srgbClr val="C00000"/>
              </a:solidFill>
              <a:round/>
              <a:headEnd/>
              <a:tailEnd/>
            </a:ln>
            <a:effectLst/>
          </p:spPr>
          <p:txBody>
            <a:bodyPr/>
            <a:lstStyle/>
            <a:p>
              <a:endParaRPr lang="zh-CN" altLang="en-US"/>
            </a:p>
          </p:txBody>
        </p:sp>
        <p:sp>
          <p:nvSpPr>
            <p:cNvPr id="1112138" name="Line 74"/>
            <p:cNvSpPr>
              <a:spLocks noChangeShapeType="1"/>
            </p:cNvSpPr>
            <p:nvPr/>
          </p:nvSpPr>
          <p:spPr bwMode="auto">
            <a:xfrm>
              <a:off x="3551" y="3203"/>
              <a:ext cx="0" cy="209"/>
            </a:xfrm>
            <a:prstGeom prst="line">
              <a:avLst/>
            </a:prstGeom>
            <a:noFill/>
            <a:ln w="28575">
              <a:solidFill>
                <a:srgbClr val="C00000"/>
              </a:solidFill>
              <a:round/>
              <a:headEnd/>
              <a:tailEnd/>
            </a:ln>
            <a:effectLst/>
          </p:spPr>
          <p:txBody>
            <a:bodyPr/>
            <a:lstStyle/>
            <a:p>
              <a:endParaRPr lang="zh-CN" altLang="en-US"/>
            </a:p>
          </p:txBody>
        </p:sp>
      </p:grpSp>
      <p:sp useBgFill="1">
        <p:nvSpPr>
          <p:cNvPr id="1112140" name="Rectangle 76"/>
          <p:cNvSpPr>
            <a:spLocks noChangeArrowheads="1"/>
          </p:cNvSpPr>
          <p:nvPr/>
        </p:nvSpPr>
        <p:spPr bwMode="auto">
          <a:xfrm>
            <a:off x="5066560" y="5199931"/>
            <a:ext cx="1295400" cy="1368425"/>
          </a:xfrm>
          <a:prstGeom prst="rect">
            <a:avLst/>
          </a:prstGeom>
          <a:ln w="9525">
            <a:noFill/>
            <a:miter lim="800000"/>
            <a:headEnd/>
            <a:tailEnd/>
          </a:ln>
          <a:effectLst/>
        </p:spPr>
        <p:txBody>
          <a:bodyPr wrap="none" anchor="ctr"/>
          <a:lstStyle/>
          <a:p>
            <a:endParaRPr lang="zh-CN" altLang="en-US"/>
          </a:p>
        </p:txBody>
      </p:sp>
      <p:grpSp>
        <p:nvGrpSpPr>
          <p:cNvPr id="1112141" name="Group 77"/>
          <p:cNvGrpSpPr>
            <a:grpSpLocks/>
          </p:cNvGrpSpPr>
          <p:nvPr/>
        </p:nvGrpSpPr>
        <p:grpSpPr bwMode="auto">
          <a:xfrm>
            <a:off x="6673527" y="2370083"/>
            <a:ext cx="3170238" cy="1565275"/>
            <a:chOff x="793" y="1389"/>
            <a:chExt cx="1997" cy="986"/>
          </a:xfrm>
        </p:grpSpPr>
        <p:sp>
          <p:nvSpPr>
            <p:cNvPr id="1112142" name="Line 78"/>
            <p:cNvSpPr>
              <a:spLocks noChangeShapeType="1"/>
            </p:cNvSpPr>
            <p:nvPr/>
          </p:nvSpPr>
          <p:spPr bwMode="auto">
            <a:xfrm>
              <a:off x="793" y="2368"/>
              <a:ext cx="1997" cy="0"/>
            </a:xfrm>
            <a:prstGeom prst="line">
              <a:avLst/>
            </a:prstGeom>
            <a:noFill/>
            <a:ln w="28575">
              <a:solidFill>
                <a:srgbClr val="7030A0"/>
              </a:solidFill>
              <a:round/>
              <a:headEnd/>
              <a:tailEnd/>
            </a:ln>
            <a:effectLst/>
          </p:spPr>
          <p:txBody>
            <a:bodyPr/>
            <a:lstStyle/>
            <a:p>
              <a:endParaRPr lang="zh-CN" altLang="en-US"/>
            </a:p>
          </p:txBody>
        </p:sp>
        <p:sp>
          <p:nvSpPr>
            <p:cNvPr id="1112143" name="Line 79"/>
            <p:cNvSpPr>
              <a:spLocks noChangeShapeType="1"/>
            </p:cNvSpPr>
            <p:nvPr/>
          </p:nvSpPr>
          <p:spPr bwMode="auto">
            <a:xfrm flipH="1">
              <a:off x="2426" y="1389"/>
              <a:ext cx="363" cy="0"/>
            </a:xfrm>
            <a:prstGeom prst="line">
              <a:avLst/>
            </a:prstGeom>
            <a:noFill/>
            <a:ln w="28575">
              <a:solidFill>
                <a:srgbClr val="7030A0"/>
              </a:solidFill>
              <a:round/>
              <a:headEnd/>
              <a:tailEnd type="stealth" w="lg" len="lg"/>
            </a:ln>
            <a:effectLst/>
          </p:spPr>
          <p:txBody>
            <a:bodyPr/>
            <a:lstStyle/>
            <a:p>
              <a:endParaRPr lang="zh-CN" altLang="en-US"/>
            </a:p>
          </p:txBody>
        </p:sp>
        <p:sp>
          <p:nvSpPr>
            <p:cNvPr id="1112144" name="Line 80"/>
            <p:cNvSpPr>
              <a:spLocks noChangeShapeType="1"/>
            </p:cNvSpPr>
            <p:nvPr/>
          </p:nvSpPr>
          <p:spPr bwMode="auto">
            <a:xfrm>
              <a:off x="2789" y="1389"/>
              <a:ext cx="0" cy="986"/>
            </a:xfrm>
            <a:prstGeom prst="line">
              <a:avLst/>
            </a:prstGeom>
            <a:noFill/>
            <a:ln w="28575">
              <a:solidFill>
                <a:srgbClr val="7030A0"/>
              </a:solidFill>
              <a:round/>
              <a:headEnd/>
              <a:tailEnd/>
            </a:ln>
            <a:effectLst/>
          </p:spPr>
          <p:txBody>
            <a:bodyPr/>
            <a:lstStyle/>
            <a:p>
              <a:endParaRPr lang="zh-CN" altLang="en-US"/>
            </a:p>
          </p:txBody>
        </p:sp>
      </p:grpSp>
      <p:grpSp>
        <p:nvGrpSpPr>
          <p:cNvPr id="1112145" name="Group 81"/>
          <p:cNvGrpSpPr>
            <a:grpSpLocks/>
          </p:cNvGrpSpPr>
          <p:nvPr/>
        </p:nvGrpSpPr>
        <p:grpSpPr bwMode="auto">
          <a:xfrm>
            <a:off x="6376249" y="5561013"/>
            <a:ext cx="434975" cy="512762"/>
            <a:chOff x="674" y="3621"/>
            <a:chExt cx="274" cy="323"/>
          </a:xfrm>
        </p:grpSpPr>
        <p:sp>
          <p:nvSpPr>
            <p:cNvPr id="1112146" name="Line 82"/>
            <p:cNvSpPr>
              <a:spLocks noChangeShapeType="1"/>
            </p:cNvSpPr>
            <p:nvPr/>
          </p:nvSpPr>
          <p:spPr bwMode="auto">
            <a:xfrm flipV="1">
              <a:off x="793" y="3621"/>
              <a:ext cx="155" cy="172"/>
            </a:xfrm>
            <a:prstGeom prst="line">
              <a:avLst/>
            </a:prstGeom>
            <a:noFill/>
            <a:ln w="28575">
              <a:solidFill>
                <a:srgbClr val="002060"/>
              </a:solidFill>
              <a:round/>
              <a:headEnd/>
              <a:tailEnd type="stealth" w="lg" len="lg"/>
            </a:ln>
            <a:effectLst/>
          </p:spPr>
          <p:txBody>
            <a:bodyPr/>
            <a:lstStyle/>
            <a:p>
              <a:endParaRPr lang="zh-CN" altLang="en-US">
                <a:solidFill>
                  <a:srgbClr val="002060"/>
                </a:solidFill>
              </a:endParaRPr>
            </a:p>
          </p:txBody>
        </p:sp>
        <p:sp>
          <p:nvSpPr>
            <p:cNvPr id="1112147" name="Text Box 83"/>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q</a:t>
              </a:r>
            </a:p>
          </p:txBody>
        </p:sp>
      </p:grpSp>
      <p:grpSp>
        <p:nvGrpSpPr>
          <p:cNvPr id="1112150" name="Group 86"/>
          <p:cNvGrpSpPr>
            <a:grpSpLocks/>
          </p:cNvGrpSpPr>
          <p:nvPr/>
        </p:nvGrpSpPr>
        <p:grpSpPr bwMode="auto">
          <a:xfrm>
            <a:off x="6404824" y="5084764"/>
            <a:ext cx="1398587" cy="541337"/>
            <a:chOff x="3451" y="3203"/>
            <a:chExt cx="881" cy="341"/>
          </a:xfrm>
        </p:grpSpPr>
        <p:sp useBgFill="1">
          <p:nvSpPr>
            <p:cNvPr id="1112148" name="Rectangle 84"/>
            <p:cNvSpPr>
              <a:spLocks noChangeArrowheads="1"/>
            </p:cNvSpPr>
            <p:nvPr/>
          </p:nvSpPr>
          <p:spPr bwMode="auto">
            <a:xfrm>
              <a:off x="3451" y="3203"/>
              <a:ext cx="272" cy="272"/>
            </a:xfrm>
            <a:prstGeom prst="rect">
              <a:avLst/>
            </a:prstGeom>
            <a:ln w="9525">
              <a:noFill/>
              <a:miter lim="800000"/>
              <a:headEnd/>
              <a:tailEnd/>
            </a:ln>
            <a:effectLst/>
          </p:spPr>
          <p:txBody>
            <a:bodyPr wrap="none" anchor="ctr"/>
            <a:lstStyle/>
            <a:p>
              <a:endParaRPr lang="zh-CN" altLang="en-US"/>
            </a:p>
          </p:txBody>
        </p:sp>
        <p:sp useBgFill="1">
          <p:nvSpPr>
            <p:cNvPr id="1112149" name="Rectangle 85"/>
            <p:cNvSpPr>
              <a:spLocks noChangeArrowheads="1"/>
            </p:cNvSpPr>
            <p:nvPr/>
          </p:nvSpPr>
          <p:spPr bwMode="auto">
            <a:xfrm>
              <a:off x="4195" y="3272"/>
              <a:ext cx="137" cy="272"/>
            </a:xfrm>
            <a:prstGeom prst="rect">
              <a:avLst/>
            </a:prstGeom>
            <a:ln w="9525">
              <a:noFill/>
              <a:miter lim="800000"/>
              <a:headEnd/>
              <a:tailEnd/>
            </a:ln>
            <a:effectLst/>
          </p:spPr>
          <p:txBody>
            <a:bodyPr wrap="none" anchor="ctr"/>
            <a:lstStyle/>
            <a:p>
              <a:endParaRPr lang="zh-CN" altLang="en-US"/>
            </a:p>
          </p:txBody>
        </p:sp>
      </p:grpSp>
      <p:grpSp>
        <p:nvGrpSpPr>
          <p:cNvPr id="1112153" name="Group 89"/>
          <p:cNvGrpSpPr>
            <a:grpSpLocks/>
          </p:cNvGrpSpPr>
          <p:nvPr/>
        </p:nvGrpSpPr>
        <p:grpSpPr bwMode="auto">
          <a:xfrm>
            <a:off x="6536586" y="5056188"/>
            <a:ext cx="1266825" cy="341312"/>
            <a:chOff x="3552" y="3185"/>
            <a:chExt cx="780" cy="215"/>
          </a:xfrm>
        </p:grpSpPr>
        <p:sp>
          <p:nvSpPr>
            <p:cNvPr id="1112151" name="Line 87"/>
            <p:cNvSpPr>
              <a:spLocks noChangeShapeType="1"/>
            </p:cNvSpPr>
            <p:nvPr/>
          </p:nvSpPr>
          <p:spPr bwMode="auto">
            <a:xfrm>
              <a:off x="3552" y="3194"/>
              <a:ext cx="771" cy="0"/>
            </a:xfrm>
            <a:prstGeom prst="line">
              <a:avLst/>
            </a:prstGeom>
            <a:noFill/>
            <a:ln w="28575">
              <a:solidFill>
                <a:srgbClr val="C00000"/>
              </a:solidFill>
              <a:round/>
              <a:headEnd/>
              <a:tailEnd/>
            </a:ln>
            <a:effectLst/>
          </p:spPr>
          <p:txBody>
            <a:bodyPr/>
            <a:lstStyle/>
            <a:p>
              <a:endParaRPr lang="zh-CN" altLang="en-US"/>
            </a:p>
          </p:txBody>
        </p:sp>
        <p:sp>
          <p:nvSpPr>
            <p:cNvPr id="1112152" name="Line 88"/>
            <p:cNvSpPr>
              <a:spLocks noChangeShapeType="1"/>
            </p:cNvSpPr>
            <p:nvPr/>
          </p:nvSpPr>
          <p:spPr bwMode="auto">
            <a:xfrm>
              <a:off x="4332" y="3185"/>
              <a:ext cx="0" cy="215"/>
            </a:xfrm>
            <a:prstGeom prst="line">
              <a:avLst/>
            </a:prstGeom>
            <a:noFill/>
            <a:ln w="28575">
              <a:solidFill>
                <a:srgbClr val="C00000"/>
              </a:solidFill>
              <a:round/>
              <a:headEnd/>
              <a:tailEnd/>
            </a:ln>
            <a:effectLst/>
          </p:spPr>
          <p:txBody>
            <a:bodyPr/>
            <a:lstStyle/>
            <a:p>
              <a:endParaRPr lang="zh-CN" altLang="en-US"/>
            </a:p>
          </p:txBody>
        </p:sp>
      </p:grpSp>
      <p:sp useBgFill="1">
        <p:nvSpPr>
          <p:cNvPr id="1112154" name="Rectangle 90"/>
          <p:cNvSpPr>
            <a:spLocks noChangeArrowheads="1"/>
          </p:cNvSpPr>
          <p:nvPr/>
        </p:nvSpPr>
        <p:spPr bwMode="auto">
          <a:xfrm>
            <a:off x="6425460" y="5158656"/>
            <a:ext cx="1295400" cy="1368425"/>
          </a:xfrm>
          <a:prstGeom prst="rect">
            <a:avLst/>
          </a:prstGeom>
          <a:ln w="9525">
            <a:noFill/>
            <a:miter lim="800000"/>
            <a:headEnd/>
            <a:tailEnd/>
          </a:ln>
          <a:effectLst/>
        </p:spPr>
        <p:txBody>
          <a:bodyPr wrap="none" anchor="ctr"/>
          <a:lstStyle/>
          <a:p>
            <a:endParaRPr lang="zh-CN" altLang="en-US"/>
          </a:p>
        </p:txBody>
      </p:sp>
      <p:grpSp>
        <p:nvGrpSpPr>
          <p:cNvPr id="1112155" name="Group 91"/>
          <p:cNvGrpSpPr>
            <a:grpSpLocks/>
          </p:cNvGrpSpPr>
          <p:nvPr/>
        </p:nvGrpSpPr>
        <p:grpSpPr bwMode="auto">
          <a:xfrm>
            <a:off x="7630374" y="5546726"/>
            <a:ext cx="434975" cy="512763"/>
            <a:chOff x="674" y="3621"/>
            <a:chExt cx="274" cy="323"/>
          </a:xfrm>
        </p:grpSpPr>
        <p:sp>
          <p:nvSpPr>
            <p:cNvPr id="1112156" name="Line 92"/>
            <p:cNvSpPr>
              <a:spLocks noChangeShapeType="1"/>
            </p:cNvSpPr>
            <p:nvPr/>
          </p:nvSpPr>
          <p:spPr bwMode="auto">
            <a:xfrm flipV="1">
              <a:off x="793" y="3621"/>
              <a:ext cx="155" cy="172"/>
            </a:xfrm>
            <a:prstGeom prst="line">
              <a:avLst/>
            </a:prstGeom>
            <a:noFill/>
            <a:ln w="28575">
              <a:solidFill>
                <a:srgbClr val="002060"/>
              </a:solidFill>
              <a:round/>
              <a:headEnd/>
              <a:tailEnd type="stealth" w="lg" len="lg"/>
            </a:ln>
            <a:effectLst/>
          </p:spPr>
          <p:txBody>
            <a:bodyPr/>
            <a:lstStyle/>
            <a:p>
              <a:endParaRPr lang="zh-CN" altLang="en-US">
                <a:solidFill>
                  <a:srgbClr val="002060"/>
                </a:solidFill>
              </a:endParaRPr>
            </a:p>
          </p:txBody>
        </p:sp>
        <p:sp>
          <p:nvSpPr>
            <p:cNvPr id="1112157" name="Text Box 93"/>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q</a:t>
              </a:r>
            </a:p>
          </p:txBody>
        </p:sp>
      </p:grpSp>
      <p:grpSp>
        <p:nvGrpSpPr>
          <p:cNvPr id="1112161" name="Group 97"/>
          <p:cNvGrpSpPr>
            <a:grpSpLocks/>
          </p:cNvGrpSpPr>
          <p:nvPr/>
        </p:nvGrpSpPr>
        <p:grpSpPr bwMode="auto">
          <a:xfrm>
            <a:off x="3410799" y="4984030"/>
            <a:ext cx="4675187" cy="503238"/>
            <a:chOff x="1565" y="3158"/>
            <a:chExt cx="2945" cy="317"/>
          </a:xfrm>
        </p:grpSpPr>
        <p:sp useBgFill="1">
          <p:nvSpPr>
            <p:cNvPr id="1112158" name="Rectangle 94"/>
            <p:cNvSpPr>
              <a:spLocks noChangeArrowheads="1"/>
            </p:cNvSpPr>
            <p:nvPr/>
          </p:nvSpPr>
          <p:spPr bwMode="auto">
            <a:xfrm>
              <a:off x="1846" y="3158"/>
              <a:ext cx="2664" cy="317"/>
            </a:xfrm>
            <a:prstGeom prst="rect">
              <a:avLst/>
            </a:prstGeom>
            <a:ln w="9525">
              <a:noFill/>
              <a:miter lim="800000"/>
              <a:headEnd/>
              <a:tailEnd/>
            </a:ln>
            <a:effectLst/>
          </p:spPr>
          <p:txBody>
            <a:bodyPr wrap="none" anchor="ctr"/>
            <a:lstStyle/>
            <a:p>
              <a:endParaRPr lang="zh-CN" altLang="en-US"/>
            </a:p>
          </p:txBody>
        </p:sp>
        <p:sp>
          <p:nvSpPr>
            <p:cNvPr id="1112160" name="Rectangle 96"/>
            <p:cNvSpPr>
              <a:spLocks noChangeArrowheads="1"/>
            </p:cNvSpPr>
            <p:nvPr/>
          </p:nvSpPr>
          <p:spPr bwMode="auto">
            <a:xfrm>
              <a:off x="1565" y="3339"/>
              <a:ext cx="226" cy="136"/>
            </a:xfrm>
            <a:prstGeom prst="rect">
              <a:avLst/>
            </a:prstGeom>
            <a:gradFill rotWithShape="1">
              <a:gsLst>
                <a:gs pos="0">
                  <a:srgbClr val="C0C0C0"/>
                </a:gs>
                <a:gs pos="100000">
                  <a:schemeClr val="bg1"/>
                </a:gs>
              </a:gsLst>
              <a:lin ang="5400000" scaled="1"/>
            </a:gradFill>
            <a:ln w="9525">
              <a:noFill/>
              <a:miter lim="800000"/>
              <a:headEnd/>
              <a:tailEnd/>
            </a:ln>
            <a:effectLst/>
          </p:spPr>
          <p:txBody>
            <a:bodyPr wrap="none" anchor="ctr"/>
            <a:lstStyle/>
            <a:p>
              <a:endParaRPr lang="zh-CN" altLang="en-US"/>
            </a:p>
          </p:txBody>
        </p:sp>
      </p:grpSp>
      <p:sp>
        <p:nvSpPr>
          <p:cNvPr id="1112159" name="Rectangle 95"/>
          <p:cNvSpPr>
            <a:spLocks noChangeArrowheads="1"/>
          </p:cNvSpPr>
          <p:nvPr/>
        </p:nvSpPr>
        <p:spPr bwMode="auto">
          <a:xfrm>
            <a:off x="3280623" y="5243513"/>
            <a:ext cx="361950" cy="304800"/>
          </a:xfrm>
          <a:prstGeom prst="rect">
            <a:avLst/>
          </a:prstGeom>
          <a:noFill/>
          <a:ln w="9525">
            <a:noFill/>
            <a:miter lim="800000"/>
            <a:headEnd/>
            <a:tailEnd/>
          </a:ln>
          <a:effectLst/>
        </p:spPr>
        <p:txBody>
          <a:bodyPr wrap="none">
            <a:spAutoFit/>
          </a:bodyPr>
          <a:lstStyle/>
          <a:p>
            <a:r>
              <a:rPr lang="en-US" altLang="zh-CN" sz="1400" b="1">
                <a:solidFill>
                  <a:schemeClr val="accent2"/>
                </a:solidFill>
                <a:effectLst>
                  <a:outerShdw blurRad="38100" dist="38100" dir="2700000" algn="tl">
                    <a:srgbClr val="000000"/>
                  </a:outerShdw>
                </a:effectLst>
              </a:rPr>
              <a:t>∧</a:t>
            </a:r>
          </a:p>
        </p:txBody>
      </p:sp>
      <p:grpSp>
        <p:nvGrpSpPr>
          <p:cNvPr id="1112162" name="Group 98"/>
          <p:cNvGrpSpPr>
            <a:grpSpLocks/>
          </p:cNvGrpSpPr>
          <p:nvPr/>
        </p:nvGrpSpPr>
        <p:grpSpPr bwMode="auto">
          <a:xfrm>
            <a:off x="6675116" y="2371671"/>
            <a:ext cx="3170237" cy="1565275"/>
            <a:chOff x="793" y="1389"/>
            <a:chExt cx="1997" cy="986"/>
          </a:xfrm>
        </p:grpSpPr>
        <p:sp>
          <p:nvSpPr>
            <p:cNvPr id="1112163" name="Line 99"/>
            <p:cNvSpPr>
              <a:spLocks noChangeShapeType="1"/>
            </p:cNvSpPr>
            <p:nvPr/>
          </p:nvSpPr>
          <p:spPr bwMode="auto">
            <a:xfrm>
              <a:off x="793" y="2368"/>
              <a:ext cx="1997" cy="0"/>
            </a:xfrm>
            <a:prstGeom prst="line">
              <a:avLst/>
            </a:prstGeom>
            <a:noFill/>
            <a:ln w="28575">
              <a:solidFill>
                <a:srgbClr val="7030A0"/>
              </a:solidFill>
              <a:round/>
              <a:headEnd/>
              <a:tailEnd/>
            </a:ln>
            <a:effectLst/>
          </p:spPr>
          <p:txBody>
            <a:bodyPr/>
            <a:lstStyle/>
            <a:p>
              <a:endParaRPr lang="zh-CN" altLang="en-US"/>
            </a:p>
          </p:txBody>
        </p:sp>
        <p:sp>
          <p:nvSpPr>
            <p:cNvPr id="1112164" name="Line 100"/>
            <p:cNvSpPr>
              <a:spLocks noChangeShapeType="1"/>
            </p:cNvSpPr>
            <p:nvPr/>
          </p:nvSpPr>
          <p:spPr bwMode="auto">
            <a:xfrm flipH="1">
              <a:off x="2426" y="1389"/>
              <a:ext cx="363" cy="0"/>
            </a:xfrm>
            <a:prstGeom prst="line">
              <a:avLst/>
            </a:prstGeom>
            <a:noFill/>
            <a:ln w="28575">
              <a:solidFill>
                <a:srgbClr val="7030A0"/>
              </a:solidFill>
              <a:round/>
              <a:headEnd/>
              <a:tailEnd type="stealth" w="lg" len="lg"/>
            </a:ln>
            <a:effectLst/>
          </p:spPr>
          <p:txBody>
            <a:bodyPr/>
            <a:lstStyle/>
            <a:p>
              <a:endParaRPr lang="zh-CN" altLang="en-US"/>
            </a:p>
          </p:txBody>
        </p:sp>
        <p:sp>
          <p:nvSpPr>
            <p:cNvPr id="1112165" name="Line 101"/>
            <p:cNvSpPr>
              <a:spLocks noChangeShapeType="1"/>
            </p:cNvSpPr>
            <p:nvPr/>
          </p:nvSpPr>
          <p:spPr bwMode="auto">
            <a:xfrm>
              <a:off x="2789" y="1389"/>
              <a:ext cx="0" cy="986"/>
            </a:xfrm>
            <a:prstGeom prst="line">
              <a:avLst/>
            </a:prstGeom>
            <a:noFill/>
            <a:ln w="28575">
              <a:solidFill>
                <a:srgbClr val="7030A0"/>
              </a:solidFill>
              <a:round/>
              <a:headEnd/>
              <a:tailEnd/>
            </a:ln>
            <a:effectLst/>
          </p:spPr>
          <p:txBody>
            <a:bodyPr/>
            <a:lstStyle/>
            <a:p>
              <a:endParaRPr lang="zh-CN" altLang="en-US"/>
            </a:p>
          </p:txBody>
        </p:sp>
      </p:grpSp>
      <p:sp useBgFill="1">
        <p:nvSpPr>
          <p:cNvPr id="1112166" name="Rectangle 102"/>
          <p:cNvSpPr>
            <a:spLocks noChangeArrowheads="1"/>
          </p:cNvSpPr>
          <p:nvPr/>
        </p:nvSpPr>
        <p:spPr bwMode="auto">
          <a:xfrm>
            <a:off x="7684348" y="5088806"/>
            <a:ext cx="1295400" cy="1368425"/>
          </a:xfrm>
          <a:prstGeom prst="rect">
            <a:avLst/>
          </a:prstGeom>
          <a:ln w="9525">
            <a:noFill/>
            <a:miter lim="800000"/>
            <a:headEnd/>
            <a:tailEnd/>
          </a:ln>
          <a:effectLst/>
        </p:spPr>
        <p:txBody>
          <a:bodyPr wrap="none" anchor="ctr"/>
          <a:lstStyle/>
          <a:p>
            <a:endParaRPr lang="zh-CN" altLang="en-US"/>
          </a:p>
        </p:txBody>
      </p:sp>
      <p:grpSp>
        <p:nvGrpSpPr>
          <p:cNvPr id="1112167" name="Group 103"/>
          <p:cNvGrpSpPr>
            <a:grpSpLocks/>
          </p:cNvGrpSpPr>
          <p:nvPr/>
        </p:nvGrpSpPr>
        <p:grpSpPr bwMode="auto">
          <a:xfrm>
            <a:off x="6676702" y="2373258"/>
            <a:ext cx="3170238" cy="1565275"/>
            <a:chOff x="793" y="1389"/>
            <a:chExt cx="1997" cy="986"/>
          </a:xfrm>
        </p:grpSpPr>
        <p:sp>
          <p:nvSpPr>
            <p:cNvPr id="1112168" name="Line 104"/>
            <p:cNvSpPr>
              <a:spLocks noChangeShapeType="1"/>
            </p:cNvSpPr>
            <p:nvPr/>
          </p:nvSpPr>
          <p:spPr bwMode="auto">
            <a:xfrm>
              <a:off x="793" y="2368"/>
              <a:ext cx="1997" cy="0"/>
            </a:xfrm>
            <a:prstGeom prst="line">
              <a:avLst/>
            </a:prstGeom>
            <a:noFill/>
            <a:ln w="28575">
              <a:solidFill>
                <a:srgbClr val="7030A0"/>
              </a:solidFill>
              <a:round/>
              <a:headEnd/>
              <a:tailEnd/>
            </a:ln>
            <a:effectLst>
              <a:outerShdw blurRad="50800" dist="38100" dir="2700000" algn="tl" rotWithShape="0">
                <a:prstClr val="black">
                  <a:alpha val="40000"/>
                </a:prstClr>
              </a:outerShdw>
            </a:effectLst>
          </p:spPr>
          <p:txBody>
            <a:bodyPr/>
            <a:lstStyle/>
            <a:p>
              <a:endParaRPr lang="zh-CN" altLang="en-US"/>
            </a:p>
          </p:txBody>
        </p:sp>
        <p:sp>
          <p:nvSpPr>
            <p:cNvPr id="1112169" name="Line 105"/>
            <p:cNvSpPr>
              <a:spLocks noChangeShapeType="1"/>
            </p:cNvSpPr>
            <p:nvPr/>
          </p:nvSpPr>
          <p:spPr bwMode="auto">
            <a:xfrm flipH="1">
              <a:off x="2426" y="1389"/>
              <a:ext cx="363" cy="0"/>
            </a:xfrm>
            <a:prstGeom prst="line">
              <a:avLst/>
            </a:prstGeom>
            <a:noFill/>
            <a:ln w="28575">
              <a:solidFill>
                <a:srgbClr val="7030A0"/>
              </a:solidFill>
              <a:round/>
              <a:headEnd/>
              <a:tailEnd type="stealth" w="lg" len="lg"/>
            </a:ln>
            <a:effectLst/>
          </p:spPr>
          <p:txBody>
            <a:bodyPr/>
            <a:lstStyle/>
            <a:p>
              <a:endParaRPr lang="zh-CN" altLang="en-US"/>
            </a:p>
          </p:txBody>
        </p:sp>
        <p:sp>
          <p:nvSpPr>
            <p:cNvPr id="1112170" name="Line 106"/>
            <p:cNvSpPr>
              <a:spLocks noChangeShapeType="1"/>
            </p:cNvSpPr>
            <p:nvPr/>
          </p:nvSpPr>
          <p:spPr bwMode="auto">
            <a:xfrm>
              <a:off x="2789" y="1389"/>
              <a:ext cx="0" cy="986"/>
            </a:xfrm>
            <a:prstGeom prst="line">
              <a:avLst/>
            </a:prstGeom>
            <a:noFill/>
            <a:ln w="28575">
              <a:solidFill>
                <a:srgbClr val="7030A0"/>
              </a:solidFill>
              <a:round/>
              <a:headEnd/>
              <a:tailEnd/>
            </a:ln>
            <a:effectLst>
              <a:outerShdw blurRad="50800" dist="38100" dir="2700000" algn="tl" rotWithShape="0">
                <a:prstClr val="black">
                  <a:alpha val="40000"/>
                </a:prstClr>
              </a:outerShdw>
            </a:effectLst>
          </p:spPr>
          <p:txBody>
            <a:bodyPr/>
            <a:lstStyle/>
            <a:p>
              <a:endParaRPr lang="zh-CN" altLang="en-US"/>
            </a:p>
          </p:txBody>
        </p:sp>
      </p:grpSp>
      <p:sp useBgFill="1">
        <p:nvSpPr>
          <p:cNvPr id="1112171" name="Rectangle 107"/>
          <p:cNvSpPr>
            <a:spLocks noChangeArrowheads="1"/>
          </p:cNvSpPr>
          <p:nvPr/>
        </p:nvSpPr>
        <p:spPr bwMode="auto">
          <a:xfrm>
            <a:off x="1997898" y="4971342"/>
            <a:ext cx="2160588" cy="1584325"/>
          </a:xfrm>
          <a:prstGeom prst="rect">
            <a:avLst/>
          </a:prstGeom>
          <a:ln w="9525">
            <a:noFill/>
            <a:miter lim="800000"/>
            <a:headEnd/>
            <a:tailEnd/>
          </a:ln>
          <a:effectLst/>
        </p:spPr>
        <p:txBody>
          <a:bodyPr wrap="none" anchor="ctr"/>
          <a:lstStyle/>
          <a:p>
            <a:endParaRPr lang="zh-CN" altLang="en-US"/>
          </a:p>
        </p:txBody>
      </p:sp>
      <p:sp>
        <p:nvSpPr>
          <p:cNvPr id="99" name="Rectangle 4">
            <a:extLst>
              <a:ext uri="{FF2B5EF4-FFF2-40B4-BE49-F238E27FC236}">
                <a16:creationId xmlns:a16="http://schemas.microsoft.com/office/drawing/2014/main" id="{B9A06882-FF39-4C5F-8256-63FC516EED4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
        <p:nvSpPr>
          <p:cNvPr id="97" name="iconfont-11194-5288587">
            <a:extLst>
              <a:ext uri="{FF2B5EF4-FFF2-40B4-BE49-F238E27FC236}">
                <a16:creationId xmlns:a16="http://schemas.microsoft.com/office/drawing/2014/main" id="{064B8B61-6DF8-4BF5-8ADF-5E2346AF1D7F}"/>
              </a:ext>
            </a:extLst>
          </p:cNvPr>
          <p:cNvSpPr/>
          <p:nvPr/>
        </p:nvSpPr>
        <p:spPr>
          <a:xfrm>
            <a:off x="1930687" y="1881584"/>
            <a:ext cx="2760673" cy="2955519"/>
          </a:xfrm>
          <a:custGeom>
            <a:avLst/>
            <a:gdLst>
              <a:gd name="connsiteX0" fmla="*/ 257583 w 424478"/>
              <a:gd name="connsiteY0" fmla="*/ 136241 h 454437"/>
              <a:gd name="connsiteX1" fmla="*/ 272825 w 424478"/>
              <a:gd name="connsiteY1" fmla="*/ 151480 h 454437"/>
              <a:gd name="connsiteX2" fmla="*/ 272825 w 424478"/>
              <a:gd name="connsiteY2" fmla="*/ 317579 h 454437"/>
              <a:gd name="connsiteX3" fmla="*/ 257583 w 424478"/>
              <a:gd name="connsiteY3" fmla="*/ 332817 h 454437"/>
              <a:gd name="connsiteX4" fmla="*/ 242341 w 424478"/>
              <a:gd name="connsiteY4" fmla="*/ 317579 h 454437"/>
              <a:gd name="connsiteX5" fmla="*/ 242341 w 424478"/>
              <a:gd name="connsiteY5" fmla="*/ 151480 h 454437"/>
              <a:gd name="connsiteX6" fmla="*/ 257583 w 424478"/>
              <a:gd name="connsiteY6" fmla="*/ 136241 h 454437"/>
              <a:gd name="connsiteX7" fmla="*/ 166705 w 424478"/>
              <a:gd name="connsiteY7" fmla="*/ 136241 h 454437"/>
              <a:gd name="connsiteX8" fmla="*/ 181947 w 424478"/>
              <a:gd name="connsiteY8" fmla="*/ 151480 h 454437"/>
              <a:gd name="connsiteX9" fmla="*/ 181947 w 424478"/>
              <a:gd name="connsiteY9" fmla="*/ 317579 h 454437"/>
              <a:gd name="connsiteX10" fmla="*/ 166705 w 424478"/>
              <a:gd name="connsiteY10" fmla="*/ 332817 h 454437"/>
              <a:gd name="connsiteX11" fmla="*/ 151463 w 424478"/>
              <a:gd name="connsiteY11" fmla="*/ 317579 h 454437"/>
              <a:gd name="connsiteX12" fmla="*/ 151463 w 424478"/>
              <a:gd name="connsiteY12" fmla="*/ 151480 h 454437"/>
              <a:gd name="connsiteX13" fmla="*/ 166705 w 424478"/>
              <a:gd name="connsiteY13" fmla="*/ 136241 h 454437"/>
              <a:gd name="connsiteX14" fmla="*/ 71286 w 424478"/>
              <a:gd name="connsiteY14" fmla="*/ 120719 h 454437"/>
              <a:gd name="connsiteX15" fmla="*/ 86525 w 424478"/>
              <a:gd name="connsiteY15" fmla="*/ 135957 h 454437"/>
              <a:gd name="connsiteX16" fmla="*/ 86525 w 424478"/>
              <a:gd name="connsiteY16" fmla="*/ 363007 h 454437"/>
              <a:gd name="connsiteX17" fmla="*/ 147477 w 424478"/>
              <a:gd name="connsiteY17" fmla="*/ 423961 h 454437"/>
              <a:gd name="connsiteX18" fmla="*/ 276716 w 424478"/>
              <a:gd name="connsiteY18" fmla="*/ 423961 h 454437"/>
              <a:gd name="connsiteX19" fmla="*/ 337668 w 424478"/>
              <a:gd name="connsiteY19" fmla="*/ 363007 h 454437"/>
              <a:gd name="connsiteX20" fmla="*/ 337668 w 424478"/>
              <a:gd name="connsiteY20" fmla="*/ 135957 h 454437"/>
              <a:gd name="connsiteX21" fmla="*/ 352906 w 424478"/>
              <a:gd name="connsiteY21" fmla="*/ 120719 h 454437"/>
              <a:gd name="connsiteX22" fmla="*/ 368430 w 424478"/>
              <a:gd name="connsiteY22" fmla="*/ 135957 h 454437"/>
              <a:gd name="connsiteX23" fmla="*/ 368430 w 424478"/>
              <a:gd name="connsiteY23" fmla="*/ 363007 h 454437"/>
              <a:gd name="connsiteX24" fmla="*/ 277001 w 424478"/>
              <a:gd name="connsiteY24" fmla="*/ 454437 h 454437"/>
              <a:gd name="connsiteX25" fmla="*/ 147477 w 424478"/>
              <a:gd name="connsiteY25" fmla="*/ 454437 h 454437"/>
              <a:gd name="connsiteX26" fmla="*/ 56048 w 424478"/>
              <a:gd name="connsiteY26" fmla="*/ 363007 h 454437"/>
              <a:gd name="connsiteX27" fmla="*/ 56048 w 424478"/>
              <a:gd name="connsiteY27" fmla="*/ 135957 h 454437"/>
              <a:gd name="connsiteX28" fmla="*/ 71286 w 424478"/>
              <a:gd name="connsiteY28" fmla="*/ 120719 h 454437"/>
              <a:gd name="connsiteX29" fmla="*/ 135317 w 424478"/>
              <a:gd name="connsiteY29" fmla="*/ 30191 h 454437"/>
              <a:gd name="connsiteX30" fmla="*/ 120075 w 424478"/>
              <a:gd name="connsiteY30" fmla="*/ 45429 h 454437"/>
              <a:gd name="connsiteX31" fmla="*/ 120075 w 424478"/>
              <a:gd name="connsiteY31" fmla="*/ 75906 h 454437"/>
              <a:gd name="connsiteX32" fmla="*/ 302974 w 424478"/>
              <a:gd name="connsiteY32" fmla="*/ 75906 h 454437"/>
              <a:gd name="connsiteX33" fmla="*/ 302355 w 424478"/>
              <a:gd name="connsiteY33" fmla="*/ 45429 h 454437"/>
              <a:gd name="connsiteX34" fmla="*/ 287733 w 424478"/>
              <a:gd name="connsiteY34" fmla="*/ 30191 h 454437"/>
              <a:gd name="connsiteX35" fmla="*/ 135936 w 424478"/>
              <a:gd name="connsiteY35" fmla="*/ 0 h 454437"/>
              <a:gd name="connsiteX36" fmla="*/ 288352 w 424478"/>
              <a:gd name="connsiteY36" fmla="*/ 0 h 454437"/>
              <a:gd name="connsiteX37" fmla="*/ 333457 w 424478"/>
              <a:gd name="connsiteY37" fmla="*/ 45429 h 454437"/>
              <a:gd name="connsiteX38" fmla="*/ 333457 w 424478"/>
              <a:gd name="connsiteY38" fmla="*/ 75906 h 454437"/>
              <a:gd name="connsiteX39" fmla="*/ 409046 w 424478"/>
              <a:gd name="connsiteY39" fmla="*/ 75906 h 454437"/>
              <a:gd name="connsiteX40" fmla="*/ 424478 w 424478"/>
              <a:gd name="connsiteY40" fmla="*/ 91288 h 454437"/>
              <a:gd name="connsiteX41" fmla="*/ 409046 w 424478"/>
              <a:gd name="connsiteY41" fmla="*/ 106669 h 454437"/>
              <a:gd name="connsiteX42" fmla="*/ 15241 w 424478"/>
              <a:gd name="connsiteY42" fmla="*/ 106669 h 454437"/>
              <a:gd name="connsiteX43" fmla="*/ 0 w 424478"/>
              <a:gd name="connsiteY43" fmla="*/ 91430 h 454437"/>
              <a:gd name="connsiteX44" fmla="*/ 15241 w 424478"/>
              <a:gd name="connsiteY44" fmla="*/ 76192 h 454437"/>
              <a:gd name="connsiteX45" fmla="*/ 90831 w 424478"/>
              <a:gd name="connsiteY45" fmla="*/ 76192 h 454437"/>
              <a:gd name="connsiteX46" fmla="*/ 90831 w 424478"/>
              <a:gd name="connsiteY46" fmla="*/ 45715 h 454437"/>
              <a:gd name="connsiteX47" fmla="*/ 135936 w 424478"/>
              <a:gd name="connsiteY47" fmla="*/ 0 h 454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24478" h="454437">
                <a:moveTo>
                  <a:pt x="257583" y="136241"/>
                </a:moveTo>
                <a:cubicBezTo>
                  <a:pt x="265966" y="136241"/>
                  <a:pt x="272825" y="143051"/>
                  <a:pt x="272825" y="151480"/>
                </a:cubicBezTo>
                <a:lnTo>
                  <a:pt x="272825" y="317579"/>
                </a:lnTo>
                <a:cubicBezTo>
                  <a:pt x="272825" y="326007"/>
                  <a:pt x="265966" y="332817"/>
                  <a:pt x="257583" y="332817"/>
                </a:cubicBezTo>
                <a:cubicBezTo>
                  <a:pt x="249152" y="332817"/>
                  <a:pt x="242341" y="326007"/>
                  <a:pt x="242341" y="317579"/>
                </a:cubicBezTo>
                <a:lnTo>
                  <a:pt x="242341" y="151480"/>
                </a:lnTo>
                <a:cubicBezTo>
                  <a:pt x="242341" y="143051"/>
                  <a:pt x="249152" y="136241"/>
                  <a:pt x="257583" y="136241"/>
                </a:cubicBezTo>
                <a:close/>
                <a:moveTo>
                  <a:pt x="166705" y="136241"/>
                </a:moveTo>
                <a:cubicBezTo>
                  <a:pt x="175136" y="136241"/>
                  <a:pt x="181947" y="143051"/>
                  <a:pt x="181947" y="151480"/>
                </a:cubicBezTo>
                <a:lnTo>
                  <a:pt x="181947" y="317579"/>
                </a:lnTo>
                <a:cubicBezTo>
                  <a:pt x="181947" y="326007"/>
                  <a:pt x="175136" y="332817"/>
                  <a:pt x="166705" y="332817"/>
                </a:cubicBezTo>
                <a:cubicBezTo>
                  <a:pt x="158322" y="332817"/>
                  <a:pt x="151463" y="326007"/>
                  <a:pt x="151463" y="317579"/>
                </a:cubicBezTo>
                <a:lnTo>
                  <a:pt x="151463" y="151480"/>
                </a:lnTo>
                <a:cubicBezTo>
                  <a:pt x="151463" y="143051"/>
                  <a:pt x="158322" y="136241"/>
                  <a:pt x="166705" y="136241"/>
                </a:cubicBezTo>
                <a:close/>
                <a:moveTo>
                  <a:pt x="71286" y="120719"/>
                </a:moveTo>
                <a:cubicBezTo>
                  <a:pt x="79715" y="120719"/>
                  <a:pt x="86525" y="127528"/>
                  <a:pt x="86525" y="135957"/>
                </a:cubicBezTo>
                <a:lnTo>
                  <a:pt x="86525" y="363007"/>
                </a:lnTo>
                <a:cubicBezTo>
                  <a:pt x="86525" y="396675"/>
                  <a:pt x="113810" y="423961"/>
                  <a:pt x="147477" y="423961"/>
                </a:cubicBezTo>
                <a:lnTo>
                  <a:pt x="276716" y="423961"/>
                </a:lnTo>
                <a:cubicBezTo>
                  <a:pt x="310382" y="423961"/>
                  <a:pt x="337668" y="396675"/>
                  <a:pt x="337668" y="363007"/>
                </a:cubicBezTo>
                <a:lnTo>
                  <a:pt x="337668" y="135957"/>
                </a:lnTo>
                <a:cubicBezTo>
                  <a:pt x="337668" y="127528"/>
                  <a:pt x="344478" y="120719"/>
                  <a:pt x="352906" y="120719"/>
                </a:cubicBezTo>
                <a:cubicBezTo>
                  <a:pt x="361430" y="120528"/>
                  <a:pt x="368430" y="127433"/>
                  <a:pt x="368430" y="135957"/>
                </a:cubicBezTo>
                <a:lnTo>
                  <a:pt x="368430" y="363007"/>
                </a:lnTo>
                <a:cubicBezTo>
                  <a:pt x="368430" y="413484"/>
                  <a:pt x="327525" y="454437"/>
                  <a:pt x="277001" y="454437"/>
                </a:cubicBezTo>
                <a:lnTo>
                  <a:pt x="147477" y="454437"/>
                </a:lnTo>
                <a:cubicBezTo>
                  <a:pt x="97001" y="454437"/>
                  <a:pt x="56048" y="413484"/>
                  <a:pt x="56048" y="363007"/>
                </a:cubicBezTo>
                <a:lnTo>
                  <a:pt x="56048" y="135957"/>
                </a:lnTo>
                <a:cubicBezTo>
                  <a:pt x="56048" y="127528"/>
                  <a:pt x="62858" y="120719"/>
                  <a:pt x="71286" y="120719"/>
                </a:cubicBezTo>
                <a:close/>
                <a:moveTo>
                  <a:pt x="135317" y="30191"/>
                </a:moveTo>
                <a:cubicBezTo>
                  <a:pt x="126982" y="30334"/>
                  <a:pt x="120266" y="37096"/>
                  <a:pt x="120075" y="45429"/>
                </a:cubicBezTo>
                <a:lnTo>
                  <a:pt x="120075" y="75906"/>
                </a:lnTo>
                <a:lnTo>
                  <a:pt x="302974" y="75906"/>
                </a:lnTo>
                <a:lnTo>
                  <a:pt x="302355" y="45429"/>
                </a:lnTo>
                <a:cubicBezTo>
                  <a:pt x="302736" y="37096"/>
                  <a:pt x="296068" y="30191"/>
                  <a:pt x="287733" y="30191"/>
                </a:cubicBezTo>
                <a:close/>
                <a:moveTo>
                  <a:pt x="135936" y="0"/>
                </a:moveTo>
                <a:lnTo>
                  <a:pt x="288352" y="0"/>
                </a:lnTo>
                <a:cubicBezTo>
                  <a:pt x="313310" y="190"/>
                  <a:pt x="333457" y="20477"/>
                  <a:pt x="333457" y="45429"/>
                </a:cubicBezTo>
                <a:lnTo>
                  <a:pt x="333457" y="75906"/>
                </a:lnTo>
                <a:lnTo>
                  <a:pt x="409046" y="75906"/>
                </a:lnTo>
                <a:cubicBezTo>
                  <a:pt x="417572" y="75906"/>
                  <a:pt x="424478" y="82811"/>
                  <a:pt x="424478" y="91288"/>
                </a:cubicBezTo>
                <a:cubicBezTo>
                  <a:pt x="424478" y="99812"/>
                  <a:pt x="417572" y="106669"/>
                  <a:pt x="409046" y="106669"/>
                </a:cubicBezTo>
                <a:lnTo>
                  <a:pt x="15241" y="106669"/>
                </a:lnTo>
                <a:cubicBezTo>
                  <a:pt x="6811" y="106669"/>
                  <a:pt x="0" y="99859"/>
                  <a:pt x="0" y="91430"/>
                </a:cubicBezTo>
                <a:cubicBezTo>
                  <a:pt x="0" y="83049"/>
                  <a:pt x="6811" y="76192"/>
                  <a:pt x="15241" y="76192"/>
                </a:cubicBezTo>
                <a:lnTo>
                  <a:pt x="90831" y="76192"/>
                </a:lnTo>
                <a:lnTo>
                  <a:pt x="90831" y="45715"/>
                </a:lnTo>
                <a:cubicBezTo>
                  <a:pt x="90640" y="20667"/>
                  <a:pt x="110835" y="190"/>
                  <a:pt x="135936" y="0"/>
                </a:cubicBezTo>
                <a:close/>
              </a:path>
            </a:pathLst>
          </a:cu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cSld>
  <p:clrMapOvr>
    <a:masterClrMapping/>
  </p:clrMapOvr>
  <p:transition>
    <p:cover/>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12074">
                                            <p:txEl>
                                              <p:pRg st="0" end="0"/>
                                            </p:txEl>
                                          </p:spTgt>
                                        </p:tgtEl>
                                        <p:attrNameLst>
                                          <p:attrName>style.visibility</p:attrName>
                                        </p:attrNameLst>
                                      </p:cBhvr>
                                      <p:to>
                                        <p:strVal val="visible"/>
                                      </p:to>
                                    </p:set>
                                    <p:anim calcmode="lin" valueType="num">
                                      <p:cBhvr additive="base">
                                        <p:cTn id="7" dur="500" fill="hold"/>
                                        <p:tgtEl>
                                          <p:spTgt spid="111207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12074">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112074">
                                            <p:txEl>
                                              <p:pRg st="1" end="1"/>
                                            </p:txEl>
                                          </p:spTgt>
                                        </p:tgtEl>
                                        <p:attrNameLst>
                                          <p:attrName>style.visibility</p:attrName>
                                        </p:attrNameLst>
                                      </p:cBhvr>
                                      <p:to>
                                        <p:strVal val="visible"/>
                                      </p:to>
                                    </p:set>
                                    <p:anim calcmode="lin" valueType="num">
                                      <p:cBhvr additive="base">
                                        <p:cTn id="11" dur="500" fill="hold"/>
                                        <p:tgtEl>
                                          <p:spTgt spid="111207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12074">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4"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112074">
                                            <p:txEl>
                                              <p:pRg st="2" end="2"/>
                                            </p:txEl>
                                          </p:spTgt>
                                        </p:tgtEl>
                                        <p:attrNameLst>
                                          <p:attrName>style.visibility</p:attrName>
                                        </p:attrNameLst>
                                      </p:cBhvr>
                                      <p:to>
                                        <p:strVal val="visible"/>
                                      </p:to>
                                    </p:set>
                                    <p:anim calcmode="lin" valueType="num">
                                      <p:cBhvr additive="base">
                                        <p:cTn id="15" dur="500" fill="hold"/>
                                        <p:tgtEl>
                                          <p:spTgt spid="111207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12074">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4" name="camera.wav"/>
                                        </p:tgtEl>
                                      </p:cMediaNode>
                                    </p:audio>
                                  </p:sub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112074">
                                            <p:txEl>
                                              <p:pRg st="3" end="3"/>
                                            </p:txEl>
                                          </p:spTgt>
                                        </p:tgtEl>
                                        <p:attrNameLst>
                                          <p:attrName>style.visibility</p:attrName>
                                        </p:attrNameLst>
                                      </p:cBhvr>
                                      <p:to>
                                        <p:strVal val="visible"/>
                                      </p:to>
                                    </p:set>
                                    <p:anim calcmode="lin" valueType="num">
                                      <p:cBhvr additive="base">
                                        <p:cTn id="21" dur="500" fill="hold"/>
                                        <p:tgtEl>
                                          <p:spTgt spid="111207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12074">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4" name="camera.wav"/>
                                        </p:tgtEl>
                                      </p:cMediaNode>
                                    </p:audio>
                                  </p:subTnLst>
                                </p:cTn>
                              </p:par>
                            </p:childTnLst>
                          </p:cTn>
                        </p:par>
                        <p:par>
                          <p:cTn id="23" fill="hold">
                            <p:stCondLst>
                              <p:cond delay="500"/>
                            </p:stCondLst>
                            <p:childTnLst>
                              <p:par>
                                <p:cTn id="24" presetID="18" presetClass="entr" presetSubtype="3" fill="hold" nodeType="afterEffect">
                                  <p:stCondLst>
                                    <p:cond delay="0"/>
                                  </p:stCondLst>
                                  <p:childTnLst>
                                    <p:set>
                                      <p:cBhvr>
                                        <p:cTn id="25" dur="1" fill="hold">
                                          <p:stCondLst>
                                            <p:cond delay="0"/>
                                          </p:stCondLst>
                                        </p:cTn>
                                        <p:tgtEl>
                                          <p:spTgt spid="1112109"/>
                                        </p:tgtEl>
                                        <p:attrNameLst>
                                          <p:attrName>style.visibility</p:attrName>
                                        </p:attrNameLst>
                                      </p:cBhvr>
                                      <p:to>
                                        <p:strVal val="visible"/>
                                      </p:to>
                                    </p:set>
                                    <p:animEffect transition="in" filter="strips(upRight)">
                                      <p:cBhvr>
                                        <p:cTn id="26" dur="500"/>
                                        <p:tgtEl>
                                          <p:spTgt spid="1112109"/>
                                        </p:tgtEl>
                                      </p:cBhvr>
                                    </p:animEffect>
                                  </p:childTnLst>
                                  <p:subTnLst>
                                    <p:audio>
                                      <p:cMediaNode>
                                        <p:cTn display="0" masterRel="sameClick">
                                          <p:stCondLst>
                                            <p:cond evt="begin" delay="0">
                                              <p:tn val="24"/>
                                            </p:cond>
                                          </p:stCondLst>
                                          <p:endCondLst>
                                            <p:cond evt="onStopAudio" delay="0">
                                              <p:tgtEl>
                                                <p:sldTgt/>
                                              </p:tgtEl>
                                            </p:cond>
                                          </p:endCondLst>
                                        </p:cTn>
                                        <p:tgtEl>
                                          <p:sndTgt r:embed="rId4"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12074">
                                            <p:txEl>
                                              <p:pRg st="4" end="4"/>
                                            </p:txEl>
                                          </p:spTgt>
                                        </p:tgtEl>
                                        <p:attrNameLst>
                                          <p:attrName>style.visibility</p:attrName>
                                        </p:attrNameLst>
                                      </p:cBhvr>
                                      <p:to>
                                        <p:strVal val="visible"/>
                                      </p:to>
                                    </p:set>
                                    <p:anim calcmode="lin" valueType="num">
                                      <p:cBhvr additive="base">
                                        <p:cTn id="31" dur="500" fill="hold"/>
                                        <p:tgtEl>
                                          <p:spTgt spid="111207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12074">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4" name="camera.wav"/>
                                        </p:tgtEl>
                                      </p:cMediaNode>
                                    </p:audio>
                                  </p:subTnLst>
                                </p:cTn>
                              </p:par>
                              <p:par>
                                <p:cTn id="33" presetID="2" presetClass="entr" presetSubtype="4" fill="hold" nodeType="withEffect">
                                  <p:stCondLst>
                                    <p:cond delay="0"/>
                                  </p:stCondLst>
                                  <p:childTnLst>
                                    <p:set>
                                      <p:cBhvr>
                                        <p:cTn id="34" dur="1" fill="hold">
                                          <p:stCondLst>
                                            <p:cond delay="0"/>
                                          </p:stCondLst>
                                        </p:cTn>
                                        <p:tgtEl>
                                          <p:spTgt spid="1112074">
                                            <p:txEl>
                                              <p:pRg st="5" end="5"/>
                                            </p:txEl>
                                          </p:spTgt>
                                        </p:tgtEl>
                                        <p:attrNameLst>
                                          <p:attrName>style.visibility</p:attrName>
                                        </p:attrNameLst>
                                      </p:cBhvr>
                                      <p:to>
                                        <p:strVal val="visible"/>
                                      </p:to>
                                    </p:set>
                                    <p:anim calcmode="lin" valueType="num">
                                      <p:cBhvr additive="base">
                                        <p:cTn id="35" dur="500" fill="hold"/>
                                        <p:tgtEl>
                                          <p:spTgt spid="1112074">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12074">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4"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112074">
                                            <p:txEl>
                                              <p:pRg st="6" end="6"/>
                                            </p:txEl>
                                          </p:spTgt>
                                        </p:tgtEl>
                                        <p:attrNameLst>
                                          <p:attrName>style.visibility</p:attrName>
                                        </p:attrNameLst>
                                      </p:cBhvr>
                                      <p:to>
                                        <p:strVal val="visible"/>
                                      </p:to>
                                    </p:set>
                                    <p:anim calcmode="lin" valueType="num">
                                      <p:cBhvr additive="base">
                                        <p:cTn id="41" dur="500" fill="hold"/>
                                        <p:tgtEl>
                                          <p:spTgt spid="1112074">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12074">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4" name="camera.wav"/>
                                        </p:tgtEl>
                                      </p:cMediaNode>
                                    </p:audio>
                                  </p:subTnLst>
                                </p:cTn>
                              </p:par>
                            </p:childTnLst>
                          </p:cTn>
                        </p:par>
                        <p:par>
                          <p:cTn id="43" fill="hold">
                            <p:stCondLst>
                              <p:cond delay="500"/>
                            </p:stCondLst>
                            <p:childTnLst>
                              <p:par>
                                <p:cTn id="44" presetID="18" presetClass="entr" presetSubtype="3" fill="hold" nodeType="afterEffect">
                                  <p:stCondLst>
                                    <p:cond delay="0"/>
                                  </p:stCondLst>
                                  <p:childTnLst>
                                    <p:set>
                                      <p:cBhvr>
                                        <p:cTn id="45" dur="1" fill="hold">
                                          <p:stCondLst>
                                            <p:cond delay="0"/>
                                          </p:stCondLst>
                                        </p:cTn>
                                        <p:tgtEl>
                                          <p:spTgt spid="1112115"/>
                                        </p:tgtEl>
                                        <p:attrNameLst>
                                          <p:attrName>style.visibility</p:attrName>
                                        </p:attrNameLst>
                                      </p:cBhvr>
                                      <p:to>
                                        <p:strVal val="visible"/>
                                      </p:to>
                                    </p:set>
                                    <p:animEffect transition="in" filter="strips(upRight)">
                                      <p:cBhvr>
                                        <p:cTn id="46" dur="500"/>
                                        <p:tgtEl>
                                          <p:spTgt spid="1112115"/>
                                        </p:tgtEl>
                                      </p:cBhvr>
                                    </p:animEffect>
                                  </p:childTnLst>
                                  <p:subTnLst>
                                    <p:audio>
                                      <p:cMediaNode>
                                        <p:cTn display="0" masterRel="sameClick">
                                          <p:stCondLst>
                                            <p:cond evt="begin" delay="0">
                                              <p:tn val="44"/>
                                            </p:cond>
                                          </p:stCondLst>
                                          <p:endCondLst>
                                            <p:cond evt="onStopAudio" delay="0">
                                              <p:tgtEl>
                                                <p:sldTgt/>
                                              </p:tgtEl>
                                            </p:cond>
                                          </p:endCondLst>
                                        </p:cTn>
                                        <p:tgtEl>
                                          <p:sndTgt r:embed="rId4" name="camera.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112074">
                                            <p:txEl>
                                              <p:pRg st="7" end="7"/>
                                            </p:txEl>
                                          </p:spTgt>
                                        </p:tgtEl>
                                        <p:attrNameLst>
                                          <p:attrName>style.visibility</p:attrName>
                                        </p:attrNameLst>
                                      </p:cBhvr>
                                      <p:to>
                                        <p:strVal val="visible"/>
                                      </p:to>
                                    </p:set>
                                    <p:anim calcmode="lin" valueType="num">
                                      <p:cBhvr additive="base">
                                        <p:cTn id="51" dur="500" fill="hold"/>
                                        <p:tgtEl>
                                          <p:spTgt spid="1112074">
                                            <p:txEl>
                                              <p:pRg st="7" end="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12074">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4" name="camera.wav"/>
                                        </p:tgtEl>
                                      </p:cMediaNode>
                                    </p:audio>
                                  </p:subTnLst>
                                </p:cTn>
                              </p:par>
                            </p:childTnLst>
                          </p:cTn>
                        </p:par>
                        <p:par>
                          <p:cTn id="53" fill="hold">
                            <p:stCondLst>
                              <p:cond delay="500"/>
                            </p:stCondLst>
                            <p:childTnLst>
                              <p:par>
                                <p:cTn id="54" presetID="4" presetClass="entr" presetSubtype="16" fill="hold" nodeType="afterEffect">
                                  <p:stCondLst>
                                    <p:cond delay="0"/>
                                  </p:stCondLst>
                                  <p:childTnLst>
                                    <p:set>
                                      <p:cBhvr>
                                        <p:cTn id="55" dur="1" fill="hold">
                                          <p:stCondLst>
                                            <p:cond delay="0"/>
                                          </p:stCondLst>
                                        </p:cTn>
                                        <p:tgtEl>
                                          <p:spTgt spid="1112121"/>
                                        </p:tgtEl>
                                        <p:attrNameLst>
                                          <p:attrName>style.visibility</p:attrName>
                                        </p:attrNameLst>
                                      </p:cBhvr>
                                      <p:to>
                                        <p:strVal val="visible"/>
                                      </p:to>
                                    </p:set>
                                    <p:animEffect transition="in" filter="box(in)">
                                      <p:cBhvr>
                                        <p:cTn id="56" dur="500"/>
                                        <p:tgtEl>
                                          <p:spTgt spid="1112121"/>
                                        </p:tgtEl>
                                      </p:cBhvr>
                                    </p:animEffect>
                                  </p:childTnLst>
                                  <p:subTnLst>
                                    <p:audio>
                                      <p:cMediaNode>
                                        <p:cTn display="0" masterRel="sameClick">
                                          <p:stCondLst>
                                            <p:cond evt="begin" delay="0">
                                              <p:tn val="54"/>
                                            </p:cond>
                                          </p:stCondLst>
                                          <p:endCondLst>
                                            <p:cond evt="onStopAudio" delay="0">
                                              <p:tgtEl>
                                                <p:sldTgt/>
                                              </p:tgtEl>
                                            </p:cond>
                                          </p:endCondLst>
                                        </p:cTn>
                                        <p:tgtEl>
                                          <p:sndTgt r:embed="rId4" name="camera.wav"/>
                                        </p:tgtEl>
                                      </p:cMediaNode>
                                    </p:audio>
                                  </p:subTnLst>
                                </p:cTn>
                              </p:par>
                            </p:childTnLst>
                          </p:cTn>
                        </p:par>
                        <p:par>
                          <p:cTn id="57" fill="hold">
                            <p:stCondLst>
                              <p:cond delay="1000"/>
                            </p:stCondLst>
                            <p:childTnLst>
                              <p:par>
                                <p:cTn id="58" presetID="18" presetClass="entr" presetSubtype="6" fill="hold" nodeType="afterEffect">
                                  <p:stCondLst>
                                    <p:cond delay="0"/>
                                  </p:stCondLst>
                                  <p:childTnLst>
                                    <p:set>
                                      <p:cBhvr>
                                        <p:cTn id="59" dur="1" fill="hold">
                                          <p:stCondLst>
                                            <p:cond delay="0"/>
                                          </p:stCondLst>
                                        </p:cTn>
                                        <p:tgtEl>
                                          <p:spTgt spid="1112125"/>
                                        </p:tgtEl>
                                        <p:attrNameLst>
                                          <p:attrName>style.visibility</p:attrName>
                                        </p:attrNameLst>
                                      </p:cBhvr>
                                      <p:to>
                                        <p:strVal val="visible"/>
                                      </p:to>
                                    </p:set>
                                    <p:animEffect transition="in" filter="strips(downRight)">
                                      <p:cBhvr>
                                        <p:cTn id="60" dur="500"/>
                                        <p:tgtEl>
                                          <p:spTgt spid="1112125"/>
                                        </p:tgtEl>
                                      </p:cBhvr>
                                    </p:animEffect>
                                  </p:childTnLst>
                                  <p:subTnLst>
                                    <p:audio>
                                      <p:cMediaNode>
                                        <p:cTn display="0" masterRel="sameClick">
                                          <p:stCondLst>
                                            <p:cond evt="begin" delay="0">
                                              <p:tn val="58"/>
                                            </p:cond>
                                          </p:stCondLst>
                                          <p:endCondLst>
                                            <p:cond evt="onStopAudio" delay="0">
                                              <p:tgtEl>
                                                <p:sldTgt/>
                                              </p:tgtEl>
                                            </p:cond>
                                          </p:endCondLst>
                                        </p:cTn>
                                        <p:tgtEl>
                                          <p:sndTgt r:embed="rId4" name="camera.wav"/>
                                        </p:tgtEl>
                                      </p:cMediaNode>
                                    </p:audio>
                                  </p:sub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112074">
                                            <p:txEl>
                                              <p:pRg st="8" end="8"/>
                                            </p:txEl>
                                          </p:spTgt>
                                        </p:tgtEl>
                                        <p:attrNameLst>
                                          <p:attrName>style.visibility</p:attrName>
                                        </p:attrNameLst>
                                      </p:cBhvr>
                                      <p:to>
                                        <p:strVal val="visible"/>
                                      </p:to>
                                    </p:set>
                                    <p:anim calcmode="lin" valueType="num">
                                      <p:cBhvr additive="base">
                                        <p:cTn id="65" dur="500" fill="hold"/>
                                        <p:tgtEl>
                                          <p:spTgt spid="1112074">
                                            <p:txEl>
                                              <p:pRg st="8" end="8"/>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112074">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3"/>
                                            </p:cond>
                                          </p:stCondLst>
                                          <p:endCondLst>
                                            <p:cond evt="onStopAudio" delay="0">
                                              <p:tgtEl>
                                                <p:sldTgt/>
                                              </p:tgtEl>
                                            </p:cond>
                                          </p:endCondLst>
                                        </p:cTn>
                                        <p:tgtEl>
                                          <p:sndTgt r:embed="rId4" name="camera.wav"/>
                                        </p:tgtEl>
                                      </p:cMediaNode>
                                    </p:audio>
                                  </p:subTnLst>
                                </p:cTn>
                              </p:par>
                              <p:par>
                                <p:cTn id="67" presetID="2" presetClass="entr" presetSubtype="4" fill="hold" nodeType="withEffect">
                                  <p:stCondLst>
                                    <p:cond delay="0"/>
                                  </p:stCondLst>
                                  <p:childTnLst>
                                    <p:set>
                                      <p:cBhvr>
                                        <p:cTn id="68" dur="1" fill="hold">
                                          <p:stCondLst>
                                            <p:cond delay="0"/>
                                          </p:stCondLst>
                                        </p:cTn>
                                        <p:tgtEl>
                                          <p:spTgt spid="1112074">
                                            <p:txEl>
                                              <p:pRg st="9" end="9"/>
                                            </p:txEl>
                                          </p:spTgt>
                                        </p:tgtEl>
                                        <p:attrNameLst>
                                          <p:attrName>style.visibility</p:attrName>
                                        </p:attrNameLst>
                                      </p:cBhvr>
                                      <p:to>
                                        <p:strVal val="visible"/>
                                      </p:to>
                                    </p:set>
                                    <p:anim calcmode="lin" valueType="num">
                                      <p:cBhvr additive="base">
                                        <p:cTn id="69" dur="500" fill="hold"/>
                                        <p:tgtEl>
                                          <p:spTgt spid="1112074">
                                            <p:txEl>
                                              <p:pRg st="9" end="9"/>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112074">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4" name="camera.wav"/>
                                        </p:tgtEl>
                                      </p:cMediaNode>
                                    </p:audio>
                                  </p:subTnLst>
                                </p:cTn>
                              </p:par>
                            </p:childTnLst>
                          </p:cTn>
                        </p:par>
                        <p:par>
                          <p:cTn id="71" fill="hold">
                            <p:stCondLst>
                              <p:cond delay="500"/>
                            </p:stCondLst>
                            <p:childTnLst>
                              <p:par>
                                <p:cTn id="72" presetID="4" presetClass="entr" presetSubtype="16" fill="hold" grpId="0" nodeType="afterEffect">
                                  <p:stCondLst>
                                    <p:cond delay="0"/>
                                  </p:stCondLst>
                                  <p:childTnLst>
                                    <p:set>
                                      <p:cBhvr>
                                        <p:cTn id="73" dur="1" fill="hold">
                                          <p:stCondLst>
                                            <p:cond delay="0"/>
                                          </p:stCondLst>
                                        </p:cTn>
                                        <p:tgtEl>
                                          <p:spTgt spid="1112126"/>
                                        </p:tgtEl>
                                        <p:attrNameLst>
                                          <p:attrName>style.visibility</p:attrName>
                                        </p:attrNameLst>
                                      </p:cBhvr>
                                      <p:to>
                                        <p:strVal val="visible"/>
                                      </p:to>
                                    </p:set>
                                    <p:animEffect transition="in" filter="box(in)">
                                      <p:cBhvr>
                                        <p:cTn id="74" dur="500"/>
                                        <p:tgtEl>
                                          <p:spTgt spid="1112126"/>
                                        </p:tgtEl>
                                      </p:cBhvr>
                                    </p:animEffect>
                                  </p:childTnLst>
                                  <p:subTnLst>
                                    <p:audio>
                                      <p:cMediaNode>
                                        <p:cTn display="0" masterRel="sameClick">
                                          <p:stCondLst>
                                            <p:cond evt="begin" delay="0">
                                              <p:tn val="72"/>
                                            </p:cond>
                                          </p:stCondLst>
                                          <p:endCondLst>
                                            <p:cond evt="onStopAudio" delay="0">
                                              <p:tgtEl>
                                                <p:sldTgt/>
                                              </p:tgtEl>
                                            </p:cond>
                                          </p:endCondLst>
                                        </p:cTn>
                                        <p:tgtEl>
                                          <p:sndTgt r:embed="rId4" name="camera.wav"/>
                                        </p:tgtEl>
                                      </p:cMediaNode>
                                    </p:audio>
                                  </p:subTnLst>
                                </p:cTn>
                              </p:par>
                            </p:childTnLst>
                          </p:cTn>
                        </p:par>
                      </p:childTnLst>
                    </p:cTn>
                  </p:par>
                  <p:par>
                    <p:cTn id="75" fill="hold">
                      <p:stCondLst>
                        <p:cond delay="indefinite"/>
                      </p:stCondLst>
                      <p:childTnLst>
                        <p:par>
                          <p:cTn id="76" fill="hold">
                            <p:stCondLst>
                              <p:cond delay="0"/>
                            </p:stCondLst>
                            <p:childTnLst>
                              <p:par>
                                <p:cTn id="77" presetID="18" presetClass="entr" presetSubtype="3" fill="hold" nodeType="clickEffect">
                                  <p:stCondLst>
                                    <p:cond delay="0"/>
                                  </p:stCondLst>
                                  <p:childTnLst>
                                    <p:set>
                                      <p:cBhvr>
                                        <p:cTn id="78" dur="1" fill="hold">
                                          <p:stCondLst>
                                            <p:cond delay="0"/>
                                          </p:stCondLst>
                                        </p:cTn>
                                        <p:tgtEl>
                                          <p:spTgt spid="1112130"/>
                                        </p:tgtEl>
                                        <p:attrNameLst>
                                          <p:attrName>style.visibility</p:attrName>
                                        </p:attrNameLst>
                                      </p:cBhvr>
                                      <p:to>
                                        <p:strVal val="visible"/>
                                      </p:to>
                                    </p:set>
                                    <p:animEffect transition="in" filter="strips(upRight)">
                                      <p:cBhvr>
                                        <p:cTn id="79" dur="500"/>
                                        <p:tgtEl>
                                          <p:spTgt spid="1112130"/>
                                        </p:tgtEl>
                                      </p:cBhvr>
                                    </p:animEffect>
                                  </p:childTnLst>
                                  <p:subTnLst>
                                    <p:set>
                                      <p:cBhvr override="childStyle">
                                        <p:cTn dur="1" fill="hold" display="0" masterRel="nextClick" afterEffect="1"/>
                                        <p:tgtEl>
                                          <p:spTgt spid="1112130"/>
                                        </p:tgtEl>
                                        <p:attrNameLst>
                                          <p:attrName>style.visibility</p:attrName>
                                        </p:attrNameLst>
                                      </p:cBhvr>
                                      <p:to>
                                        <p:strVal val="hidden"/>
                                      </p:to>
                                    </p:set>
                                    <p:audio>
                                      <p:cMediaNode>
                                        <p:cTn display="0" masterRel="sameClick">
                                          <p:stCondLst>
                                            <p:cond evt="begin" delay="0">
                                              <p:tn val="77"/>
                                            </p:cond>
                                          </p:stCondLst>
                                          <p:endCondLst>
                                            <p:cond evt="onStopAudio" delay="0">
                                              <p:tgtEl>
                                                <p:sldTgt/>
                                              </p:tgtEl>
                                            </p:cond>
                                          </p:endCondLst>
                                        </p:cTn>
                                        <p:tgtEl>
                                          <p:sndTgt r:embed="rId4" name="camera.wav"/>
                                        </p:tgtEl>
                                      </p:cMediaNode>
                                    </p:audio>
                                  </p:subTnLst>
                                </p:cTn>
                              </p:par>
                            </p:childTnLst>
                          </p:cTn>
                        </p:par>
                      </p:childTnLst>
                    </p:cTn>
                  </p:par>
                  <p:par>
                    <p:cTn id="80" fill="hold">
                      <p:stCondLst>
                        <p:cond delay="indefinite"/>
                      </p:stCondLst>
                      <p:childTnLst>
                        <p:par>
                          <p:cTn id="81" fill="hold">
                            <p:stCondLst>
                              <p:cond delay="0"/>
                            </p:stCondLst>
                            <p:childTnLst>
                              <p:par>
                                <p:cTn id="82" presetID="18" presetClass="entr" presetSubtype="3" fill="hold" nodeType="clickEffect">
                                  <p:stCondLst>
                                    <p:cond delay="0"/>
                                  </p:stCondLst>
                                  <p:childTnLst>
                                    <p:set>
                                      <p:cBhvr>
                                        <p:cTn id="83" dur="1" fill="hold">
                                          <p:stCondLst>
                                            <p:cond delay="0"/>
                                          </p:stCondLst>
                                        </p:cTn>
                                        <p:tgtEl>
                                          <p:spTgt spid="1112131"/>
                                        </p:tgtEl>
                                        <p:attrNameLst>
                                          <p:attrName>style.visibility</p:attrName>
                                        </p:attrNameLst>
                                      </p:cBhvr>
                                      <p:to>
                                        <p:strVal val="visible"/>
                                      </p:to>
                                    </p:set>
                                    <p:animEffect transition="in" filter="strips(upRight)">
                                      <p:cBhvr>
                                        <p:cTn id="84" dur="500"/>
                                        <p:tgtEl>
                                          <p:spTgt spid="1112131"/>
                                        </p:tgtEl>
                                      </p:cBhvr>
                                    </p:animEffect>
                                  </p:childTnLst>
                                  <p:subTnLst>
                                    <p:audio>
                                      <p:cMediaNode>
                                        <p:cTn display="0" masterRel="sameClick">
                                          <p:stCondLst>
                                            <p:cond evt="begin" delay="0">
                                              <p:tn val="82"/>
                                            </p:cond>
                                          </p:stCondLst>
                                          <p:endCondLst>
                                            <p:cond evt="onStopAudio" delay="0">
                                              <p:tgtEl>
                                                <p:sldTgt/>
                                              </p:tgtEl>
                                            </p:cond>
                                          </p:endCondLst>
                                        </p:cTn>
                                        <p:tgtEl>
                                          <p:sndTgt r:embed="rId4" name="camera.wav"/>
                                        </p:tgtEl>
                                      </p:cMediaNode>
                                    </p:audio>
                                  </p:subTnLst>
                                </p:cTn>
                              </p:par>
                            </p:childTnLst>
                          </p:cTn>
                        </p:par>
                      </p:childTnLst>
                    </p:cTn>
                  </p:par>
                  <p:par>
                    <p:cTn id="85" fill="hold">
                      <p:stCondLst>
                        <p:cond delay="indefinite"/>
                      </p:stCondLst>
                      <p:childTnLst>
                        <p:par>
                          <p:cTn id="86" fill="hold">
                            <p:stCondLst>
                              <p:cond delay="0"/>
                            </p:stCondLst>
                            <p:childTnLst>
                              <p:par>
                                <p:cTn id="87" presetID="4" presetClass="entr" presetSubtype="16" fill="hold" nodeType="clickEffect">
                                  <p:stCondLst>
                                    <p:cond delay="0"/>
                                  </p:stCondLst>
                                  <p:childTnLst>
                                    <p:set>
                                      <p:cBhvr>
                                        <p:cTn id="88" dur="1" fill="hold">
                                          <p:stCondLst>
                                            <p:cond delay="0"/>
                                          </p:stCondLst>
                                        </p:cTn>
                                        <p:tgtEl>
                                          <p:spTgt spid="1112136"/>
                                        </p:tgtEl>
                                        <p:attrNameLst>
                                          <p:attrName>style.visibility</p:attrName>
                                        </p:attrNameLst>
                                      </p:cBhvr>
                                      <p:to>
                                        <p:strVal val="visible"/>
                                      </p:to>
                                    </p:set>
                                    <p:animEffect transition="in" filter="box(in)">
                                      <p:cBhvr>
                                        <p:cTn id="89" dur="500"/>
                                        <p:tgtEl>
                                          <p:spTgt spid="1112136"/>
                                        </p:tgtEl>
                                      </p:cBhvr>
                                    </p:animEffect>
                                  </p:childTnLst>
                                  <p:subTnLst>
                                    <p:audio>
                                      <p:cMediaNode>
                                        <p:cTn display="0" masterRel="sameClick">
                                          <p:stCondLst>
                                            <p:cond evt="begin" delay="0">
                                              <p:tn val="87"/>
                                            </p:cond>
                                          </p:stCondLst>
                                          <p:endCondLst>
                                            <p:cond evt="onStopAudio" delay="0">
                                              <p:tgtEl>
                                                <p:sldTgt/>
                                              </p:tgtEl>
                                            </p:cond>
                                          </p:endCondLst>
                                        </p:cTn>
                                        <p:tgtEl>
                                          <p:sndTgt r:embed="rId4" name="camera.wav"/>
                                        </p:tgtEl>
                                      </p:cMediaNode>
                                    </p:audio>
                                  </p:subTnLst>
                                </p:cTn>
                              </p:par>
                            </p:childTnLst>
                          </p:cTn>
                        </p:par>
                        <p:par>
                          <p:cTn id="90" fill="hold">
                            <p:stCondLst>
                              <p:cond delay="500"/>
                            </p:stCondLst>
                            <p:childTnLst>
                              <p:par>
                                <p:cTn id="91" presetID="18" presetClass="entr" presetSubtype="6" fill="hold" nodeType="afterEffect">
                                  <p:stCondLst>
                                    <p:cond delay="0"/>
                                  </p:stCondLst>
                                  <p:childTnLst>
                                    <p:set>
                                      <p:cBhvr>
                                        <p:cTn id="92" dur="1" fill="hold">
                                          <p:stCondLst>
                                            <p:cond delay="0"/>
                                          </p:stCondLst>
                                        </p:cTn>
                                        <p:tgtEl>
                                          <p:spTgt spid="1112139"/>
                                        </p:tgtEl>
                                        <p:attrNameLst>
                                          <p:attrName>style.visibility</p:attrName>
                                        </p:attrNameLst>
                                      </p:cBhvr>
                                      <p:to>
                                        <p:strVal val="visible"/>
                                      </p:to>
                                    </p:set>
                                    <p:animEffect transition="in" filter="strips(downRight)">
                                      <p:cBhvr>
                                        <p:cTn id="93" dur="500"/>
                                        <p:tgtEl>
                                          <p:spTgt spid="1112139"/>
                                        </p:tgtEl>
                                      </p:cBhvr>
                                    </p:animEffect>
                                  </p:childTnLst>
                                  <p:subTnLst>
                                    <p:audio>
                                      <p:cMediaNode>
                                        <p:cTn display="0" masterRel="sameClick">
                                          <p:stCondLst>
                                            <p:cond evt="begin" delay="0">
                                              <p:tn val="91"/>
                                            </p:cond>
                                          </p:stCondLst>
                                          <p:endCondLst>
                                            <p:cond evt="onStopAudio" delay="0">
                                              <p:tgtEl>
                                                <p:sldTgt/>
                                              </p:tgtEl>
                                            </p:cond>
                                          </p:endCondLst>
                                        </p:cTn>
                                        <p:tgtEl>
                                          <p:sndTgt r:embed="rId4" name="camera.wav"/>
                                        </p:tgtEl>
                                      </p:cMediaNode>
                                    </p:audio>
                                  </p:subTnLst>
                                </p:cTn>
                              </p:par>
                            </p:childTnLst>
                          </p:cTn>
                        </p:par>
                      </p:childTnLst>
                    </p:cTn>
                  </p:par>
                  <p:par>
                    <p:cTn id="94" fill="hold">
                      <p:stCondLst>
                        <p:cond delay="indefinite"/>
                      </p:stCondLst>
                      <p:childTnLst>
                        <p:par>
                          <p:cTn id="95" fill="hold">
                            <p:stCondLst>
                              <p:cond delay="0"/>
                            </p:stCondLst>
                            <p:childTnLst>
                              <p:par>
                                <p:cTn id="96" presetID="4" presetClass="entr" presetSubtype="16" fill="hold" grpId="0" nodeType="clickEffect">
                                  <p:stCondLst>
                                    <p:cond delay="0"/>
                                  </p:stCondLst>
                                  <p:childTnLst>
                                    <p:set>
                                      <p:cBhvr>
                                        <p:cTn id="97" dur="1" fill="hold">
                                          <p:stCondLst>
                                            <p:cond delay="0"/>
                                          </p:stCondLst>
                                        </p:cTn>
                                        <p:tgtEl>
                                          <p:spTgt spid="1112140"/>
                                        </p:tgtEl>
                                        <p:attrNameLst>
                                          <p:attrName>style.visibility</p:attrName>
                                        </p:attrNameLst>
                                      </p:cBhvr>
                                      <p:to>
                                        <p:strVal val="visible"/>
                                      </p:to>
                                    </p:set>
                                    <p:animEffect transition="in" filter="box(in)">
                                      <p:cBhvr>
                                        <p:cTn id="98" dur="500"/>
                                        <p:tgtEl>
                                          <p:spTgt spid="1112140"/>
                                        </p:tgtEl>
                                      </p:cBhvr>
                                    </p:animEffect>
                                  </p:childTnLst>
                                  <p:subTnLst>
                                    <p:audio>
                                      <p:cMediaNode>
                                        <p:cTn display="0" masterRel="sameClick">
                                          <p:stCondLst>
                                            <p:cond evt="begin" delay="0">
                                              <p:tn val="96"/>
                                            </p:cond>
                                          </p:stCondLst>
                                          <p:endCondLst>
                                            <p:cond evt="onStopAudio" delay="0">
                                              <p:tgtEl>
                                                <p:sldTgt/>
                                              </p:tgtEl>
                                            </p:cond>
                                          </p:endCondLst>
                                        </p:cTn>
                                        <p:tgtEl>
                                          <p:sndTgt r:embed="rId4" name="camera.wav"/>
                                        </p:tgtEl>
                                      </p:cMediaNode>
                                    </p:audio>
                                  </p:subTnLst>
                                </p:cTn>
                              </p:par>
                            </p:childTnLst>
                          </p:cTn>
                        </p:par>
                      </p:childTnLst>
                    </p:cTn>
                  </p:par>
                  <p:par>
                    <p:cTn id="99" fill="hold">
                      <p:stCondLst>
                        <p:cond delay="indefinite"/>
                      </p:stCondLst>
                      <p:childTnLst>
                        <p:par>
                          <p:cTn id="100" fill="hold">
                            <p:stCondLst>
                              <p:cond delay="0"/>
                            </p:stCondLst>
                            <p:childTnLst>
                              <p:par>
                                <p:cTn id="101" presetID="18" presetClass="entr" presetSubtype="3" fill="hold" nodeType="clickEffect">
                                  <p:stCondLst>
                                    <p:cond delay="0"/>
                                  </p:stCondLst>
                                  <p:childTnLst>
                                    <p:set>
                                      <p:cBhvr>
                                        <p:cTn id="102" dur="1" fill="hold">
                                          <p:stCondLst>
                                            <p:cond delay="0"/>
                                          </p:stCondLst>
                                        </p:cTn>
                                        <p:tgtEl>
                                          <p:spTgt spid="1112141"/>
                                        </p:tgtEl>
                                        <p:attrNameLst>
                                          <p:attrName>style.visibility</p:attrName>
                                        </p:attrNameLst>
                                      </p:cBhvr>
                                      <p:to>
                                        <p:strVal val="visible"/>
                                      </p:to>
                                    </p:set>
                                    <p:animEffect transition="in" filter="strips(upRight)">
                                      <p:cBhvr>
                                        <p:cTn id="103" dur="500"/>
                                        <p:tgtEl>
                                          <p:spTgt spid="1112141"/>
                                        </p:tgtEl>
                                      </p:cBhvr>
                                    </p:animEffect>
                                  </p:childTnLst>
                                  <p:subTnLst>
                                    <p:set>
                                      <p:cBhvr override="childStyle">
                                        <p:cTn dur="1" fill="hold" display="0" masterRel="nextClick" afterEffect="1"/>
                                        <p:tgtEl>
                                          <p:spTgt spid="1112141"/>
                                        </p:tgtEl>
                                        <p:attrNameLst>
                                          <p:attrName>style.visibility</p:attrName>
                                        </p:attrNameLst>
                                      </p:cBhvr>
                                      <p:to>
                                        <p:strVal val="hidden"/>
                                      </p:to>
                                    </p:set>
                                    <p:audio>
                                      <p:cMediaNode>
                                        <p:cTn display="0" masterRel="sameClick">
                                          <p:stCondLst>
                                            <p:cond evt="begin" delay="0">
                                              <p:tn val="101"/>
                                            </p:cond>
                                          </p:stCondLst>
                                          <p:endCondLst>
                                            <p:cond evt="onStopAudio" delay="0">
                                              <p:tgtEl>
                                                <p:sldTgt/>
                                              </p:tgtEl>
                                            </p:cond>
                                          </p:endCondLst>
                                        </p:cTn>
                                        <p:tgtEl>
                                          <p:sndTgt r:embed="rId4" name="camera.wav"/>
                                        </p:tgtEl>
                                      </p:cMediaNode>
                                    </p:audio>
                                  </p:subTnLst>
                                </p:cTn>
                              </p:par>
                            </p:childTnLst>
                          </p:cTn>
                        </p:par>
                      </p:childTnLst>
                    </p:cTn>
                  </p:par>
                  <p:par>
                    <p:cTn id="104" fill="hold">
                      <p:stCondLst>
                        <p:cond delay="indefinite"/>
                      </p:stCondLst>
                      <p:childTnLst>
                        <p:par>
                          <p:cTn id="105" fill="hold">
                            <p:stCondLst>
                              <p:cond delay="0"/>
                            </p:stCondLst>
                            <p:childTnLst>
                              <p:par>
                                <p:cTn id="106" presetID="18" presetClass="entr" presetSubtype="3" fill="hold" nodeType="clickEffect">
                                  <p:stCondLst>
                                    <p:cond delay="0"/>
                                  </p:stCondLst>
                                  <p:childTnLst>
                                    <p:set>
                                      <p:cBhvr>
                                        <p:cTn id="107" dur="1" fill="hold">
                                          <p:stCondLst>
                                            <p:cond delay="0"/>
                                          </p:stCondLst>
                                        </p:cTn>
                                        <p:tgtEl>
                                          <p:spTgt spid="1112145"/>
                                        </p:tgtEl>
                                        <p:attrNameLst>
                                          <p:attrName>style.visibility</p:attrName>
                                        </p:attrNameLst>
                                      </p:cBhvr>
                                      <p:to>
                                        <p:strVal val="visible"/>
                                      </p:to>
                                    </p:set>
                                    <p:animEffect transition="in" filter="strips(upRight)">
                                      <p:cBhvr>
                                        <p:cTn id="108" dur="500"/>
                                        <p:tgtEl>
                                          <p:spTgt spid="1112145"/>
                                        </p:tgtEl>
                                      </p:cBhvr>
                                    </p:animEffect>
                                  </p:childTnLst>
                                  <p:subTnLst>
                                    <p:audio>
                                      <p:cMediaNode>
                                        <p:cTn display="0" masterRel="sameClick">
                                          <p:stCondLst>
                                            <p:cond evt="begin" delay="0">
                                              <p:tn val="106"/>
                                            </p:cond>
                                          </p:stCondLst>
                                          <p:endCondLst>
                                            <p:cond evt="onStopAudio" delay="0">
                                              <p:tgtEl>
                                                <p:sldTgt/>
                                              </p:tgtEl>
                                            </p:cond>
                                          </p:endCondLst>
                                        </p:cTn>
                                        <p:tgtEl>
                                          <p:sndTgt r:embed="rId4" name="camera.wav"/>
                                        </p:tgtEl>
                                      </p:cMediaNode>
                                    </p:audio>
                                  </p:subTnLst>
                                </p:cTn>
                              </p:par>
                            </p:childTnLst>
                          </p:cTn>
                        </p:par>
                      </p:childTnLst>
                    </p:cTn>
                  </p:par>
                  <p:par>
                    <p:cTn id="109" fill="hold">
                      <p:stCondLst>
                        <p:cond delay="indefinite"/>
                      </p:stCondLst>
                      <p:childTnLst>
                        <p:par>
                          <p:cTn id="110" fill="hold">
                            <p:stCondLst>
                              <p:cond delay="0"/>
                            </p:stCondLst>
                            <p:childTnLst>
                              <p:par>
                                <p:cTn id="111" presetID="4" presetClass="entr" presetSubtype="16" fill="hold" nodeType="clickEffect">
                                  <p:stCondLst>
                                    <p:cond delay="0"/>
                                  </p:stCondLst>
                                  <p:childTnLst>
                                    <p:set>
                                      <p:cBhvr>
                                        <p:cTn id="112" dur="1" fill="hold">
                                          <p:stCondLst>
                                            <p:cond delay="0"/>
                                          </p:stCondLst>
                                        </p:cTn>
                                        <p:tgtEl>
                                          <p:spTgt spid="1112150"/>
                                        </p:tgtEl>
                                        <p:attrNameLst>
                                          <p:attrName>style.visibility</p:attrName>
                                        </p:attrNameLst>
                                      </p:cBhvr>
                                      <p:to>
                                        <p:strVal val="visible"/>
                                      </p:to>
                                    </p:set>
                                    <p:animEffect transition="in" filter="box(in)">
                                      <p:cBhvr>
                                        <p:cTn id="113" dur="500"/>
                                        <p:tgtEl>
                                          <p:spTgt spid="1112150"/>
                                        </p:tgtEl>
                                      </p:cBhvr>
                                    </p:animEffect>
                                  </p:childTnLst>
                                  <p:subTnLst>
                                    <p:audio>
                                      <p:cMediaNode>
                                        <p:cTn display="0" masterRel="sameClick">
                                          <p:stCondLst>
                                            <p:cond evt="begin" delay="0">
                                              <p:tn val="111"/>
                                            </p:cond>
                                          </p:stCondLst>
                                          <p:endCondLst>
                                            <p:cond evt="onStopAudio" delay="0">
                                              <p:tgtEl>
                                                <p:sldTgt/>
                                              </p:tgtEl>
                                            </p:cond>
                                          </p:endCondLst>
                                        </p:cTn>
                                        <p:tgtEl>
                                          <p:sndTgt r:embed="rId4" name="camera.wav"/>
                                        </p:tgtEl>
                                      </p:cMediaNode>
                                    </p:audio>
                                  </p:subTnLst>
                                </p:cTn>
                              </p:par>
                            </p:childTnLst>
                          </p:cTn>
                        </p:par>
                        <p:par>
                          <p:cTn id="114" fill="hold">
                            <p:stCondLst>
                              <p:cond delay="500"/>
                            </p:stCondLst>
                            <p:childTnLst>
                              <p:par>
                                <p:cTn id="115" presetID="18" presetClass="entr" presetSubtype="6" fill="hold" nodeType="afterEffect">
                                  <p:stCondLst>
                                    <p:cond delay="0"/>
                                  </p:stCondLst>
                                  <p:childTnLst>
                                    <p:set>
                                      <p:cBhvr>
                                        <p:cTn id="116" dur="1" fill="hold">
                                          <p:stCondLst>
                                            <p:cond delay="0"/>
                                          </p:stCondLst>
                                        </p:cTn>
                                        <p:tgtEl>
                                          <p:spTgt spid="1112153"/>
                                        </p:tgtEl>
                                        <p:attrNameLst>
                                          <p:attrName>style.visibility</p:attrName>
                                        </p:attrNameLst>
                                      </p:cBhvr>
                                      <p:to>
                                        <p:strVal val="visible"/>
                                      </p:to>
                                    </p:set>
                                    <p:animEffect transition="in" filter="strips(downRight)">
                                      <p:cBhvr>
                                        <p:cTn id="117" dur="500"/>
                                        <p:tgtEl>
                                          <p:spTgt spid="1112153"/>
                                        </p:tgtEl>
                                      </p:cBhvr>
                                    </p:animEffect>
                                  </p:childTnLst>
                                  <p:subTnLst>
                                    <p:audio>
                                      <p:cMediaNode>
                                        <p:cTn display="0" masterRel="sameClick">
                                          <p:stCondLst>
                                            <p:cond evt="begin" delay="0">
                                              <p:tn val="115"/>
                                            </p:cond>
                                          </p:stCondLst>
                                          <p:endCondLst>
                                            <p:cond evt="onStopAudio" delay="0">
                                              <p:tgtEl>
                                                <p:sldTgt/>
                                              </p:tgtEl>
                                            </p:cond>
                                          </p:endCondLst>
                                        </p:cTn>
                                        <p:tgtEl>
                                          <p:sndTgt r:embed="rId4" name="camera.wav"/>
                                        </p:tgtEl>
                                      </p:cMediaNode>
                                    </p:audio>
                                  </p:subTnLst>
                                </p:cTn>
                              </p:par>
                            </p:childTnLst>
                          </p:cTn>
                        </p:par>
                      </p:childTnLst>
                    </p:cTn>
                  </p:par>
                  <p:par>
                    <p:cTn id="118" fill="hold">
                      <p:stCondLst>
                        <p:cond delay="indefinite"/>
                      </p:stCondLst>
                      <p:childTnLst>
                        <p:par>
                          <p:cTn id="119" fill="hold">
                            <p:stCondLst>
                              <p:cond delay="0"/>
                            </p:stCondLst>
                            <p:childTnLst>
                              <p:par>
                                <p:cTn id="120" presetID="4" presetClass="entr" presetSubtype="16" fill="hold" grpId="0" nodeType="clickEffect">
                                  <p:stCondLst>
                                    <p:cond delay="0"/>
                                  </p:stCondLst>
                                  <p:childTnLst>
                                    <p:set>
                                      <p:cBhvr>
                                        <p:cTn id="121" dur="1" fill="hold">
                                          <p:stCondLst>
                                            <p:cond delay="0"/>
                                          </p:stCondLst>
                                        </p:cTn>
                                        <p:tgtEl>
                                          <p:spTgt spid="1112154"/>
                                        </p:tgtEl>
                                        <p:attrNameLst>
                                          <p:attrName>style.visibility</p:attrName>
                                        </p:attrNameLst>
                                      </p:cBhvr>
                                      <p:to>
                                        <p:strVal val="visible"/>
                                      </p:to>
                                    </p:set>
                                    <p:animEffect transition="in" filter="box(in)">
                                      <p:cBhvr>
                                        <p:cTn id="122" dur="500"/>
                                        <p:tgtEl>
                                          <p:spTgt spid="1112154"/>
                                        </p:tgtEl>
                                      </p:cBhvr>
                                    </p:animEffect>
                                  </p:childTnLst>
                                  <p:subTnLst>
                                    <p:audio>
                                      <p:cMediaNode>
                                        <p:cTn display="0" masterRel="sameClick">
                                          <p:stCondLst>
                                            <p:cond evt="begin" delay="0">
                                              <p:tn val="120"/>
                                            </p:cond>
                                          </p:stCondLst>
                                          <p:endCondLst>
                                            <p:cond evt="onStopAudio" delay="0">
                                              <p:tgtEl>
                                                <p:sldTgt/>
                                              </p:tgtEl>
                                            </p:cond>
                                          </p:endCondLst>
                                        </p:cTn>
                                        <p:tgtEl>
                                          <p:sndTgt r:embed="rId4" name="camera.wav"/>
                                        </p:tgtEl>
                                      </p:cMediaNode>
                                    </p:audio>
                                  </p:subTnLst>
                                </p:cTn>
                              </p:par>
                            </p:childTnLst>
                          </p:cTn>
                        </p:par>
                      </p:childTnLst>
                    </p:cTn>
                  </p:par>
                  <p:par>
                    <p:cTn id="123" fill="hold">
                      <p:stCondLst>
                        <p:cond delay="indefinite"/>
                      </p:stCondLst>
                      <p:childTnLst>
                        <p:par>
                          <p:cTn id="124" fill="hold">
                            <p:stCondLst>
                              <p:cond delay="0"/>
                            </p:stCondLst>
                            <p:childTnLst>
                              <p:par>
                                <p:cTn id="125" presetID="18" presetClass="entr" presetSubtype="3" fill="hold" nodeType="clickEffect">
                                  <p:stCondLst>
                                    <p:cond delay="0"/>
                                  </p:stCondLst>
                                  <p:childTnLst>
                                    <p:set>
                                      <p:cBhvr>
                                        <p:cTn id="126" dur="1" fill="hold">
                                          <p:stCondLst>
                                            <p:cond delay="0"/>
                                          </p:stCondLst>
                                        </p:cTn>
                                        <p:tgtEl>
                                          <p:spTgt spid="1112162"/>
                                        </p:tgtEl>
                                        <p:attrNameLst>
                                          <p:attrName>style.visibility</p:attrName>
                                        </p:attrNameLst>
                                      </p:cBhvr>
                                      <p:to>
                                        <p:strVal val="visible"/>
                                      </p:to>
                                    </p:set>
                                    <p:animEffect transition="in" filter="strips(upRight)">
                                      <p:cBhvr>
                                        <p:cTn id="127" dur="500"/>
                                        <p:tgtEl>
                                          <p:spTgt spid="1112162"/>
                                        </p:tgtEl>
                                      </p:cBhvr>
                                    </p:animEffect>
                                  </p:childTnLst>
                                  <p:subTnLst>
                                    <p:set>
                                      <p:cBhvr override="childStyle">
                                        <p:cTn dur="1" fill="hold" display="0" masterRel="nextClick" afterEffect="1"/>
                                        <p:tgtEl>
                                          <p:spTgt spid="1112162"/>
                                        </p:tgtEl>
                                        <p:attrNameLst>
                                          <p:attrName>style.visibility</p:attrName>
                                        </p:attrNameLst>
                                      </p:cBhvr>
                                      <p:to>
                                        <p:strVal val="hidden"/>
                                      </p:to>
                                    </p:set>
                                    <p:audio>
                                      <p:cMediaNode>
                                        <p:cTn display="0" masterRel="sameClick">
                                          <p:stCondLst>
                                            <p:cond evt="begin" delay="0">
                                              <p:tn val="125"/>
                                            </p:cond>
                                          </p:stCondLst>
                                          <p:endCondLst>
                                            <p:cond evt="onStopAudio" delay="0">
                                              <p:tgtEl>
                                                <p:sldTgt/>
                                              </p:tgtEl>
                                            </p:cond>
                                          </p:endCondLst>
                                        </p:cTn>
                                        <p:tgtEl>
                                          <p:sndTgt r:embed="rId4" name="camera.wav"/>
                                        </p:tgtEl>
                                      </p:cMediaNode>
                                    </p:audio>
                                  </p:subTnLst>
                                </p:cTn>
                              </p:par>
                            </p:childTnLst>
                          </p:cTn>
                        </p:par>
                      </p:childTnLst>
                    </p:cTn>
                  </p:par>
                  <p:par>
                    <p:cTn id="128" fill="hold">
                      <p:stCondLst>
                        <p:cond delay="indefinite"/>
                      </p:stCondLst>
                      <p:childTnLst>
                        <p:par>
                          <p:cTn id="129" fill="hold">
                            <p:stCondLst>
                              <p:cond delay="0"/>
                            </p:stCondLst>
                            <p:childTnLst>
                              <p:par>
                                <p:cTn id="130" presetID="18" presetClass="entr" presetSubtype="3" fill="hold" nodeType="clickEffect">
                                  <p:stCondLst>
                                    <p:cond delay="0"/>
                                  </p:stCondLst>
                                  <p:childTnLst>
                                    <p:set>
                                      <p:cBhvr>
                                        <p:cTn id="131" dur="1" fill="hold">
                                          <p:stCondLst>
                                            <p:cond delay="0"/>
                                          </p:stCondLst>
                                        </p:cTn>
                                        <p:tgtEl>
                                          <p:spTgt spid="1112155"/>
                                        </p:tgtEl>
                                        <p:attrNameLst>
                                          <p:attrName>style.visibility</p:attrName>
                                        </p:attrNameLst>
                                      </p:cBhvr>
                                      <p:to>
                                        <p:strVal val="visible"/>
                                      </p:to>
                                    </p:set>
                                    <p:animEffect transition="in" filter="strips(upRight)">
                                      <p:cBhvr>
                                        <p:cTn id="132" dur="500"/>
                                        <p:tgtEl>
                                          <p:spTgt spid="1112155"/>
                                        </p:tgtEl>
                                      </p:cBhvr>
                                    </p:animEffect>
                                  </p:childTnLst>
                                  <p:subTnLst>
                                    <p:audio>
                                      <p:cMediaNode>
                                        <p:cTn display="0" masterRel="sameClick">
                                          <p:stCondLst>
                                            <p:cond evt="begin" delay="0">
                                              <p:tn val="130"/>
                                            </p:cond>
                                          </p:stCondLst>
                                          <p:endCondLst>
                                            <p:cond evt="onStopAudio" delay="0">
                                              <p:tgtEl>
                                                <p:sldTgt/>
                                              </p:tgtEl>
                                            </p:cond>
                                          </p:endCondLst>
                                        </p:cTn>
                                        <p:tgtEl>
                                          <p:sndTgt r:embed="rId4" name="camera.wav"/>
                                        </p:tgtEl>
                                      </p:cMediaNode>
                                    </p:audio>
                                  </p:subTnLst>
                                </p:cTn>
                              </p:par>
                            </p:childTnLst>
                          </p:cTn>
                        </p:par>
                      </p:childTnLst>
                    </p:cTn>
                  </p:par>
                  <p:par>
                    <p:cTn id="133" fill="hold">
                      <p:stCondLst>
                        <p:cond delay="indefinite"/>
                      </p:stCondLst>
                      <p:childTnLst>
                        <p:par>
                          <p:cTn id="134" fill="hold">
                            <p:stCondLst>
                              <p:cond delay="0"/>
                            </p:stCondLst>
                            <p:childTnLst>
                              <p:par>
                                <p:cTn id="135" presetID="4" presetClass="entr" presetSubtype="16" fill="hold" nodeType="clickEffect">
                                  <p:stCondLst>
                                    <p:cond delay="0"/>
                                  </p:stCondLst>
                                  <p:childTnLst>
                                    <p:set>
                                      <p:cBhvr>
                                        <p:cTn id="136" dur="1" fill="hold">
                                          <p:stCondLst>
                                            <p:cond delay="0"/>
                                          </p:stCondLst>
                                        </p:cTn>
                                        <p:tgtEl>
                                          <p:spTgt spid="1112161"/>
                                        </p:tgtEl>
                                        <p:attrNameLst>
                                          <p:attrName>style.visibility</p:attrName>
                                        </p:attrNameLst>
                                      </p:cBhvr>
                                      <p:to>
                                        <p:strVal val="visible"/>
                                      </p:to>
                                    </p:set>
                                    <p:animEffect transition="in" filter="box(in)">
                                      <p:cBhvr>
                                        <p:cTn id="137" dur="500"/>
                                        <p:tgtEl>
                                          <p:spTgt spid="1112161"/>
                                        </p:tgtEl>
                                      </p:cBhvr>
                                    </p:animEffect>
                                  </p:childTnLst>
                                  <p:subTnLst>
                                    <p:audio>
                                      <p:cMediaNode>
                                        <p:cTn display="0" masterRel="sameClick">
                                          <p:stCondLst>
                                            <p:cond evt="begin" delay="0">
                                              <p:tn val="135"/>
                                            </p:cond>
                                          </p:stCondLst>
                                          <p:endCondLst>
                                            <p:cond evt="onStopAudio" delay="0">
                                              <p:tgtEl>
                                                <p:sldTgt/>
                                              </p:tgtEl>
                                            </p:cond>
                                          </p:endCondLst>
                                        </p:cTn>
                                        <p:tgtEl>
                                          <p:sndTgt r:embed="rId4" name="camera.wav"/>
                                        </p:tgtEl>
                                      </p:cMediaNode>
                                    </p:audio>
                                  </p:subTnLst>
                                </p:cTn>
                              </p:par>
                            </p:childTnLst>
                          </p:cTn>
                        </p:par>
                        <p:par>
                          <p:cTn id="138" fill="hold">
                            <p:stCondLst>
                              <p:cond delay="500"/>
                            </p:stCondLst>
                            <p:childTnLst>
                              <p:par>
                                <p:cTn id="139" presetID="4" presetClass="entr" presetSubtype="16" fill="hold" grpId="0" nodeType="afterEffect">
                                  <p:stCondLst>
                                    <p:cond delay="0"/>
                                  </p:stCondLst>
                                  <p:childTnLst>
                                    <p:set>
                                      <p:cBhvr>
                                        <p:cTn id="140" dur="1" fill="hold">
                                          <p:stCondLst>
                                            <p:cond delay="0"/>
                                          </p:stCondLst>
                                        </p:cTn>
                                        <p:tgtEl>
                                          <p:spTgt spid="1112159"/>
                                        </p:tgtEl>
                                        <p:attrNameLst>
                                          <p:attrName>style.visibility</p:attrName>
                                        </p:attrNameLst>
                                      </p:cBhvr>
                                      <p:to>
                                        <p:strVal val="visible"/>
                                      </p:to>
                                    </p:set>
                                    <p:animEffect transition="in" filter="box(in)">
                                      <p:cBhvr>
                                        <p:cTn id="141" dur="500"/>
                                        <p:tgtEl>
                                          <p:spTgt spid="1112159"/>
                                        </p:tgtEl>
                                      </p:cBhvr>
                                    </p:animEffect>
                                  </p:childTnLst>
                                  <p:subTnLst>
                                    <p:audio>
                                      <p:cMediaNode>
                                        <p:cTn display="0" masterRel="sameClick">
                                          <p:stCondLst>
                                            <p:cond evt="begin" delay="0">
                                              <p:tn val="139"/>
                                            </p:cond>
                                          </p:stCondLst>
                                          <p:endCondLst>
                                            <p:cond evt="onStopAudio" delay="0">
                                              <p:tgtEl>
                                                <p:sldTgt/>
                                              </p:tgtEl>
                                            </p:cond>
                                          </p:endCondLst>
                                        </p:cTn>
                                        <p:tgtEl>
                                          <p:sndTgt r:embed="rId4" name="camera.wav"/>
                                        </p:tgtEl>
                                      </p:cMediaNode>
                                    </p:audio>
                                  </p:subTnLst>
                                </p:cTn>
                              </p:par>
                            </p:childTnLst>
                          </p:cTn>
                        </p:par>
                      </p:childTnLst>
                    </p:cTn>
                  </p:par>
                  <p:par>
                    <p:cTn id="142" fill="hold">
                      <p:stCondLst>
                        <p:cond delay="indefinite"/>
                      </p:stCondLst>
                      <p:childTnLst>
                        <p:par>
                          <p:cTn id="143" fill="hold">
                            <p:stCondLst>
                              <p:cond delay="0"/>
                            </p:stCondLst>
                            <p:childTnLst>
                              <p:par>
                                <p:cTn id="144" presetID="4" presetClass="entr" presetSubtype="16" fill="hold" grpId="0" nodeType="clickEffect">
                                  <p:stCondLst>
                                    <p:cond delay="0"/>
                                  </p:stCondLst>
                                  <p:childTnLst>
                                    <p:set>
                                      <p:cBhvr>
                                        <p:cTn id="145" dur="1" fill="hold">
                                          <p:stCondLst>
                                            <p:cond delay="0"/>
                                          </p:stCondLst>
                                        </p:cTn>
                                        <p:tgtEl>
                                          <p:spTgt spid="1112166"/>
                                        </p:tgtEl>
                                        <p:attrNameLst>
                                          <p:attrName>style.visibility</p:attrName>
                                        </p:attrNameLst>
                                      </p:cBhvr>
                                      <p:to>
                                        <p:strVal val="visible"/>
                                      </p:to>
                                    </p:set>
                                    <p:animEffect transition="in" filter="box(in)">
                                      <p:cBhvr>
                                        <p:cTn id="146" dur="500"/>
                                        <p:tgtEl>
                                          <p:spTgt spid="1112166"/>
                                        </p:tgtEl>
                                      </p:cBhvr>
                                    </p:animEffect>
                                  </p:childTnLst>
                                  <p:subTnLst>
                                    <p:audio>
                                      <p:cMediaNode>
                                        <p:cTn display="0" masterRel="sameClick">
                                          <p:stCondLst>
                                            <p:cond evt="begin" delay="0">
                                              <p:tn val="144"/>
                                            </p:cond>
                                          </p:stCondLst>
                                          <p:endCondLst>
                                            <p:cond evt="onStopAudio" delay="0">
                                              <p:tgtEl>
                                                <p:sldTgt/>
                                              </p:tgtEl>
                                            </p:cond>
                                          </p:endCondLst>
                                        </p:cTn>
                                        <p:tgtEl>
                                          <p:sndTgt r:embed="rId4" name="camera.wav"/>
                                        </p:tgtEl>
                                      </p:cMediaNode>
                                    </p:audio>
                                  </p:subTnLst>
                                </p:cTn>
                              </p:par>
                            </p:childTnLst>
                          </p:cTn>
                        </p:par>
                      </p:childTnLst>
                    </p:cTn>
                  </p:par>
                  <p:par>
                    <p:cTn id="147" fill="hold">
                      <p:stCondLst>
                        <p:cond delay="indefinite"/>
                      </p:stCondLst>
                      <p:childTnLst>
                        <p:par>
                          <p:cTn id="148" fill="hold">
                            <p:stCondLst>
                              <p:cond delay="0"/>
                            </p:stCondLst>
                            <p:childTnLst>
                              <p:par>
                                <p:cTn id="149" presetID="18" presetClass="entr" presetSubtype="3" fill="hold" nodeType="clickEffect">
                                  <p:stCondLst>
                                    <p:cond delay="0"/>
                                  </p:stCondLst>
                                  <p:childTnLst>
                                    <p:set>
                                      <p:cBhvr>
                                        <p:cTn id="150" dur="1" fill="hold">
                                          <p:stCondLst>
                                            <p:cond delay="0"/>
                                          </p:stCondLst>
                                        </p:cTn>
                                        <p:tgtEl>
                                          <p:spTgt spid="1112167"/>
                                        </p:tgtEl>
                                        <p:attrNameLst>
                                          <p:attrName>style.visibility</p:attrName>
                                        </p:attrNameLst>
                                      </p:cBhvr>
                                      <p:to>
                                        <p:strVal val="visible"/>
                                      </p:to>
                                    </p:set>
                                    <p:animEffect transition="in" filter="strips(upRight)">
                                      <p:cBhvr>
                                        <p:cTn id="151" dur="500"/>
                                        <p:tgtEl>
                                          <p:spTgt spid="1112167"/>
                                        </p:tgtEl>
                                      </p:cBhvr>
                                    </p:animEffect>
                                  </p:childTnLst>
                                  <p:subTnLst>
                                    <p:set>
                                      <p:cBhvr override="childStyle">
                                        <p:cTn dur="1" fill="hold" display="0" masterRel="nextClick" afterEffect="1"/>
                                        <p:tgtEl>
                                          <p:spTgt spid="1112167"/>
                                        </p:tgtEl>
                                        <p:attrNameLst>
                                          <p:attrName>style.visibility</p:attrName>
                                        </p:attrNameLst>
                                      </p:cBhvr>
                                      <p:to>
                                        <p:strVal val="hidden"/>
                                      </p:to>
                                    </p:set>
                                    <p:audio>
                                      <p:cMediaNode>
                                        <p:cTn display="0" masterRel="sameClick">
                                          <p:stCondLst>
                                            <p:cond evt="begin" delay="0">
                                              <p:tn val="149"/>
                                            </p:cond>
                                          </p:stCondLst>
                                          <p:endCondLst>
                                            <p:cond evt="onStopAudio" delay="0">
                                              <p:tgtEl>
                                                <p:sldTgt/>
                                              </p:tgtEl>
                                            </p:cond>
                                          </p:endCondLst>
                                        </p:cTn>
                                        <p:tgtEl>
                                          <p:sndTgt r:embed="rId4" name="camera.wav"/>
                                        </p:tgtEl>
                                      </p:cMediaNode>
                                    </p:audio>
                                  </p:subTnLst>
                                </p:cTn>
                              </p:par>
                            </p:childTnLst>
                          </p:cTn>
                        </p:par>
                      </p:childTnLst>
                    </p:cTn>
                  </p:par>
                  <p:par>
                    <p:cTn id="152" fill="hold">
                      <p:stCondLst>
                        <p:cond delay="indefinite"/>
                      </p:stCondLst>
                      <p:childTnLst>
                        <p:par>
                          <p:cTn id="153" fill="hold">
                            <p:stCondLst>
                              <p:cond delay="0"/>
                            </p:stCondLst>
                            <p:childTnLst>
                              <p:par>
                                <p:cTn id="154" presetID="2" presetClass="entr" presetSubtype="4" fill="hold" nodeType="clickEffect">
                                  <p:stCondLst>
                                    <p:cond delay="0"/>
                                  </p:stCondLst>
                                  <p:childTnLst>
                                    <p:set>
                                      <p:cBhvr>
                                        <p:cTn id="155" dur="1" fill="hold">
                                          <p:stCondLst>
                                            <p:cond delay="0"/>
                                          </p:stCondLst>
                                        </p:cTn>
                                        <p:tgtEl>
                                          <p:spTgt spid="1112074">
                                            <p:txEl>
                                              <p:pRg st="10" end="10"/>
                                            </p:txEl>
                                          </p:spTgt>
                                        </p:tgtEl>
                                        <p:attrNameLst>
                                          <p:attrName>style.visibility</p:attrName>
                                        </p:attrNameLst>
                                      </p:cBhvr>
                                      <p:to>
                                        <p:strVal val="visible"/>
                                      </p:to>
                                    </p:set>
                                    <p:anim calcmode="lin" valueType="num">
                                      <p:cBhvr additive="base">
                                        <p:cTn id="156" dur="500" fill="hold"/>
                                        <p:tgtEl>
                                          <p:spTgt spid="1112074">
                                            <p:txEl>
                                              <p:pRg st="10" end="10"/>
                                            </p:txEl>
                                          </p:spTgt>
                                        </p:tgtEl>
                                        <p:attrNameLst>
                                          <p:attrName>ppt_x</p:attrName>
                                        </p:attrNameLst>
                                      </p:cBhvr>
                                      <p:tavLst>
                                        <p:tav tm="0">
                                          <p:val>
                                            <p:strVal val="#ppt_x"/>
                                          </p:val>
                                        </p:tav>
                                        <p:tav tm="100000">
                                          <p:val>
                                            <p:strVal val="#ppt_x"/>
                                          </p:val>
                                        </p:tav>
                                      </p:tavLst>
                                    </p:anim>
                                    <p:anim calcmode="lin" valueType="num">
                                      <p:cBhvr additive="base">
                                        <p:cTn id="157" dur="500" fill="hold"/>
                                        <p:tgtEl>
                                          <p:spTgt spid="1112074">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4"/>
                                            </p:cond>
                                          </p:stCondLst>
                                          <p:endCondLst>
                                            <p:cond evt="onStopAudio" delay="0">
                                              <p:tgtEl>
                                                <p:sldTgt/>
                                              </p:tgtEl>
                                            </p:cond>
                                          </p:endCondLst>
                                        </p:cTn>
                                        <p:tgtEl>
                                          <p:sndTgt r:embed="rId4" name="camera.wav"/>
                                        </p:tgtEl>
                                      </p:cMediaNode>
                                    </p:audio>
                                  </p:subTnLst>
                                </p:cTn>
                              </p:par>
                              <p:par>
                                <p:cTn id="158" presetID="2" presetClass="entr" presetSubtype="4" fill="hold" nodeType="withEffect">
                                  <p:stCondLst>
                                    <p:cond delay="0"/>
                                  </p:stCondLst>
                                  <p:childTnLst>
                                    <p:set>
                                      <p:cBhvr>
                                        <p:cTn id="159" dur="1" fill="hold">
                                          <p:stCondLst>
                                            <p:cond delay="0"/>
                                          </p:stCondLst>
                                        </p:cTn>
                                        <p:tgtEl>
                                          <p:spTgt spid="1112074">
                                            <p:txEl>
                                              <p:pRg st="11" end="11"/>
                                            </p:txEl>
                                          </p:spTgt>
                                        </p:tgtEl>
                                        <p:attrNameLst>
                                          <p:attrName>style.visibility</p:attrName>
                                        </p:attrNameLst>
                                      </p:cBhvr>
                                      <p:to>
                                        <p:strVal val="visible"/>
                                      </p:to>
                                    </p:set>
                                    <p:anim calcmode="lin" valueType="num">
                                      <p:cBhvr additive="base">
                                        <p:cTn id="160" dur="500" fill="hold"/>
                                        <p:tgtEl>
                                          <p:spTgt spid="1112074">
                                            <p:txEl>
                                              <p:pRg st="11" end="11"/>
                                            </p:txEl>
                                          </p:spTgt>
                                        </p:tgtEl>
                                        <p:attrNameLst>
                                          <p:attrName>ppt_x</p:attrName>
                                        </p:attrNameLst>
                                      </p:cBhvr>
                                      <p:tavLst>
                                        <p:tav tm="0">
                                          <p:val>
                                            <p:strVal val="#ppt_x"/>
                                          </p:val>
                                        </p:tav>
                                        <p:tav tm="100000">
                                          <p:val>
                                            <p:strVal val="#ppt_x"/>
                                          </p:val>
                                        </p:tav>
                                      </p:tavLst>
                                    </p:anim>
                                    <p:anim calcmode="lin" valueType="num">
                                      <p:cBhvr additive="base">
                                        <p:cTn id="161" dur="500" fill="hold"/>
                                        <p:tgtEl>
                                          <p:spTgt spid="1112074">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8"/>
                                            </p:cond>
                                          </p:stCondLst>
                                          <p:endCondLst>
                                            <p:cond evt="onStopAudio" delay="0">
                                              <p:tgtEl>
                                                <p:sldTgt/>
                                              </p:tgtEl>
                                            </p:cond>
                                          </p:endCondLst>
                                        </p:cTn>
                                        <p:tgtEl>
                                          <p:sndTgt r:embed="rId4" name="camera.wav"/>
                                        </p:tgtEl>
                                      </p:cMediaNode>
                                    </p:audio>
                                  </p:subTnLst>
                                </p:cTn>
                              </p:par>
                            </p:childTnLst>
                          </p:cTn>
                        </p:par>
                      </p:childTnLst>
                    </p:cTn>
                  </p:par>
                  <p:par>
                    <p:cTn id="162" fill="hold">
                      <p:stCondLst>
                        <p:cond delay="indefinite"/>
                      </p:stCondLst>
                      <p:childTnLst>
                        <p:par>
                          <p:cTn id="163" fill="hold">
                            <p:stCondLst>
                              <p:cond delay="0"/>
                            </p:stCondLst>
                            <p:childTnLst>
                              <p:par>
                                <p:cTn id="164" presetID="4" presetClass="entr" presetSubtype="16" fill="hold" grpId="0" nodeType="clickEffect">
                                  <p:stCondLst>
                                    <p:cond delay="0"/>
                                  </p:stCondLst>
                                  <p:childTnLst>
                                    <p:set>
                                      <p:cBhvr>
                                        <p:cTn id="165" dur="1" fill="hold">
                                          <p:stCondLst>
                                            <p:cond delay="0"/>
                                          </p:stCondLst>
                                        </p:cTn>
                                        <p:tgtEl>
                                          <p:spTgt spid="1112171"/>
                                        </p:tgtEl>
                                        <p:attrNameLst>
                                          <p:attrName>style.visibility</p:attrName>
                                        </p:attrNameLst>
                                      </p:cBhvr>
                                      <p:to>
                                        <p:strVal val="visible"/>
                                      </p:to>
                                    </p:set>
                                    <p:animEffect transition="in" filter="box(in)">
                                      <p:cBhvr>
                                        <p:cTn id="166" dur="500"/>
                                        <p:tgtEl>
                                          <p:spTgt spid="1112171"/>
                                        </p:tgtEl>
                                      </p:cBhvr>
                                    </p:animEffect>
                                  </p:childTnLst>
                                  <p:subTnLst>
                                    <p:audio>
                                      <p:cMediaNode>
                                        <p:cTn display="0" masterRel="sameClick">
                                          <p:stCondLst>
                                            <p:cond evt="begin" delay="0">
                                              <p:tn val="164"/>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2126" grpId="0" animBg="1"/>
      <p:bldP spid="1112140" grpId="0" animBg="1"/>
      <p:bldP spid="1112154" grpId="0" animBg="1"/>
      <p:bldP spid="1112159" grpId="0"/>
      <p:bldP spid="1112166" grpId="0" animBg="1"/>
      <p:bldP spid="1112171"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4121" name="Rectangle 9"/>
          <p:cNvSpPr>
            <a:spLocks noChangeArrowheads="1"/>
          </p:cNvSpPr>
          <p:nvPr/>
        </p:nvSpPr>
        <p:spPr bwMode="auto">
          <a:xfrm>
            <a:off x="351956" y="1216868"/>
            <a:ext cx="10630020" cy="830997"/>
          </a:xfrm>
          <a:prstGeom prst="rect">
            <a:avLst/>
          </a:prstGeom>
          <a:noFill/>
          <a:ln w="9525">
            <a:noFill/>
            <a:miter lim="800000"/>
            <a:headEnd/>
            <a:tailEnd/>
          </a:ln>
          <a:effectLst/>
        </p:spPr>
        <p:txBody>
          <a:bodyPr wrap="square" anchor="ctr">
            <a:spAutoFit/>
          </a:bodyPr>
          <a:lstStyle/>
          <a:p>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1】 </a:t>
            </a:r>
            <a:r>
              <a:rPr lang="zh-CN" altLang="en-US" b="1" dirty="0">
                <a:solidFill>
                  <a:srgbClr val="C00000"/>
                </a:solidFill>
                <a:latin typeface="楷体" panose="02010609060101010101" pitchFamily="49" charset="-122"/>
                <a:ea typeface="楷体" panose="02010609060101010101" pitchFamily="49" charset="-122"/>
              </a:rPr>
              <a:t>建立一个学生成绩的线性链表，然后对其进行插入、删除、显示，最后销毁该链表。</a:t>
            </a:r>
          </a:p>
        </p:txBody>
      </p:sp>
      <p:sp>
        <p:nvSpPr>
          <p:cNvPr id="1114122" name="Rectangle 10" descr="信纸"/>
          <p:cNvSpPr>
            <a:spLocks noChangeArrowheads="1"/>
          </p:cNvSpPr>
          <p:nvPr/>
        </p:nvSpPr>
        <p:spPr bwMode="auto">
          <a:xfrm>
            <a:off x="506293" y="1561773"/>
            <a:ext cx="6457231" cy="4708981"/>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tabLst>
                <a:tab pos="914400" algn="l"/>
              </a:tabLst>
            </a:pPr>
            <a:r>
              <a:rPr lang="en-US" altLang="zh-CN" sz="2000" b="1" dirty="0">
                <a:ea typeface="楷体_GB2312" pitchFamily="49" charset="-122"/>
              </a:rPr>
              <a:t>#include &lt;</a:t>
            </a:r>
            <a:r>
              <a:rPr lang="en-US" altLang="zh-CN" sz="2000" b="1" dirty="0" err="1">
                <a:ea typeface="楷体_GB2312" pitchFamily="49" charset="-122"/>
              </a:rPr>
              <a:t>stdlib.h</a:t>
            </a:r>
            <a:r>
              <a:rPr lang="en-US" altLang="zh-CN" sz="2000" b="1" dirty="0">
                <a:ea typeface="楷体_GB2312" pitchFamily="49" charset="-122"/>
              </a:rPr>
              <a:t>&gt;</a:t>
            </a:r>
          </a:p>
          <a:p>
            <a:pPr marL="457200" indent="-457200">
              <a:tabLst>
                <a:tab pos="914400" algn="l"/>
              </a:tabLst>
            </a:pPr>
            <a:endParaRPr lang="en-US" altLang="zh-CN" sz="2000" b="1" dirty="0">
              <a:ea typeface="楷体_GB2312" pitchFamily="49" charset="-122"/>
            </a:endParaRPr>
          </a:p>
          <a:p>
            <a:pPr marL="457200" indent="-457200">
              <a:tabLst>
                <a:tab pos="914400" algn="l"/>
              </a:tabLst>
            </a:pPr>
            <a:r>
              <a:rPr lang="en-US" altLang="zh-CN" sz="2000" b="1" dirty="0" err="1">
                <a:ea typeface="楷体_GB2312" pitchFamily="49" charset="-122"/>
              </a:rPr>
              <a:t>struct</a:t>
            </a:r>
            <a:r>
              <a:rPr lang="en-US" altLang="zh-CN" sz="2000" b="1" dirty="0">
                <a:ea typeface="楷体_GB2312" pitchFamily="49" charset="-122"/>
              </a:rPr>
              <a:t> </a:t>
            </a:r>
            <a:r>
              <a:rPr lang="en-US" altLang="zh-CN" sz="2000" b="1" dirty="0" err="1">
                <a:ea typeface="楷体_GB2312" pitchFamily="49" charset="-122"/>
              </a:rPr>
              <a:t>Grade_Info</a:t>
            </a:r>
            <a:endParaRPr lang="en-US" altLang="zh-CN" sz="2000" b="1" dirty="0">
              <a:ea typeface="楷体_GB2312" pitchFamily="49" charset="-122"/>
            </a:endParaRPr>
          </a:p>
          <a:p>
            <a:pPr marL="457200" indent="-457200">
              <a:tabLst>
                <a:tab pos="914400" algn="l"/>
              </a:tabLst>
            </a:pP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score;</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struct</a:t>
            </a:r>
            <a:r>
              <a:rPr lang="en-US" altLang="zh-CN" sz="2000" b="1" dirty="0">
                <a:ea typeface="楷体_GB2312" pitchFamily="49" charset="-122"/>
              </a:rPr>
              <a:t> </a:t>
            </a:r>
            <a:r>
              <a:rPr lang="en-US" altLang="zh-CN" sz="2000" b="1" dirty="0" err="1">
                <a:ea typeface="楷体_GB2312" pitchFamily="49" charset="-122"/>
              </a:rPr>
              <a:t>Grade_Info</a:t>
            </a:r>
            <a:r>
              <a:rPr lang="en-US" altLang="zh-CN" sz="2000" b="1" dirty="0">
                <a:ea typeface="楷体_GB2312" pitchFamily="49" charset="-122"/>
              </a:rPr>
              <a:t> *next;</a:t>
            </a:r>
          </a:p>
          <a:p>
            <a:pPr marL="457200" indent="-457200">
              <a:tabLst>
                <a:tab pos="914400" algn="l"/>
              </a:tabLst>
            </a:pPr>
            <a:r>
              <a:rPr lang="en-US" altLang="zh-CN" sz="2000" b="1" dirty="0">
                <a:ea typeface="楷体_GB2312" pitchFamily="49" charset="-122"/>
              </a:rPr>
              <a:t>}</a:t>
            </a:r>
          </a:p>
          <a:p>
            <a:pPr marL="457200" indent="-457200">
              <a:tabLst>
                <a:tab pos="914400" algn="l"/>
              </a:tabLst>
            </a:pPr>
            <a:r>
              <a:rPr lang="en-US" altLang="zh-CN" sz="2000" b="1" dirty="0" err="1">
                <a:ea typeface="楷体_GB2312" pitchFamily="49" charset="-122"/>
              </a:rPr>
              <a:t>typedef</a:t>
            </a:r>
            <a:r>
              <a:rPr lang="en-US" altLang="zh-CN" sz="2000" b="1" dirty="0">
                <a:ea typeface="楷体_GB2312" pitchFamily="49" charset="-122"/>
              </a:rPr>
              <a:t> </a:t>
            </a:r>
            <a:r>
              <a:rPr lang="en-US" altLang="zh-CN" sz="2000" b="1" dirty="0" err="1">
                <a:ea typeface="楷体_GB2312" pitchFamily="49" charset="-122"/>
              </a:rPr>
              <a:t>struct</a:t>
            </a:r>
            <a:r>
              <a:rPr lang="en-US" altLang="zh-CN" sz="2000" b="1" dirty="0">
                <a:ea typeface="楷体_GB2312" pitchFamily="49" charset="-122"/>
              </a:rPr>
              <a:t> </a:t>
            </a:r>
            <a:r>
              <a:rPr lang="en-US" altLang="zh-CN" sz="2000" b="1" dirty="0" err="1">
                <a:ea typeface="楷体_GB2312" pitchFamily="49" charset="-122"/>
              </a:rPr>
              <a:t>Grade_Info</a:t>
            </a:r>
            <a:r>
              <a:rPr lang="en-US" altLang="zh-CN" sz="2000" b="1" dirty="0">
                <a:ea typeface="楷体_GB2312" pitchFamily="49" charset="-122"/>
              </a:rPr>
              <a:t> NODE; </a:t>
            </a:r>
          </a:p>
          <a:p>
            <a:pPr marL="457200" indent="-457200">
              <a:tabLst>
                <a:tab pos="914400" algn="l"/>
              </a:tabLst>
            </a:pPr>
            <a:endParaRPr lang="en-US" altLang="zh-CN" sz="2000" b="1" dirty="0">
              <a:ea typeface="楷体_GB2312" pitchFamily="49" charset="-122"/>
            </a:endParaRPr>
          </a:p>
          <a:p>
            <a:pPr marL="457200" indent="-457200">
              <a:tabLst>
                <a:tab pos="914400" algn="l"/>
              </a:tabLst>
            </a:pPr>
            <a:r>
              <a:rPr lang="en-US" altLang="zh-CN" sz="2000" b="1" dirty="0">
                <a:ea typeface="楷体_GB2312" pitchFamily="49" charset="-122"/>
              </a:rPr>
              <a:t>NODE *</a:t>
            </a:r>
            <a:r>
              <a:rPr lang="en-US" altLang="zh-CN" sz="2000" b="1" dirty="0" err="1">
                <a:ea typeface="楷体_GB2312" pitchFamily="49" charset="-122"/>
              </a:rPr>
              <a:t>Create_LinkList</a:t>
            </a:r>
            <a:r>
              <a:rPr lang="en-US" altLang="zh-CN" sz="2000" b="1" dirty="0">
                <a:ea typeface="楷体_GB2312" pitchFamily="49" charset="-122"/>
              </a:rPr>
              <a:t> ( );</a:t>
            </a:r>
          </a:p>
          <a:p>
            <a:pPr marL="457200" indent="-457200">
              <a:tabLst>
                <a:tab pos="914400" algn="l"/>
              </a:tabLst>
            </a:pPr>
            <a:r>
              <a:rPr lang="en-US" altLang="zh-CN" sz="2000" b="1" dirty="0">
                <a:ea typeface="楷体_GB2312" pitchFamily="49" charset="-122"/>
              </a:rPr>
              <a:t>void </a:t>
            </a:r>
            <a:r>
              <a:rPr lang="en-US" altLang="zh-CN" sz="2000" b="1" dirty="0" err="1">
                <a:ea typeface="楷体_GB2312" pitchFamily="49" charset="-122"/>
              </a:rPr>
              <a:t>Insert_LinkList</a:t>
            </a:r>
            <a:r>
              <a:rPr lang="en-US" altLang="zh-CN" sz="2000" b="1" dirty="0">
                <a:ea typeface="楷体_GB2312" pitchFamily="49" charset="-122"/>
              </a:rPr>
              <a:t> (NODE *head, NODE *</a:t>
            </a:r>
            <a:r>
              <a:rPr lang="en-US" altLang="zh-CN" sz="2000" b="1" dirty="0" err="1">
                <a:ea typeface="楷体_GB2312" pitchFamily="49" charset="-122"/>
              </a:rPr>
              <a:t>pnew</a:t>
            </a:r>
            <a:r>
              <a:rPr lang="en-US" altLang="zh-CN" sz="2000" b="1" dirty="0">
                <a:ea typeface="楷体_GB2312" pitchFamily="49" charset="-122"/>
              </a:rPr>
              <a:t>, int </a:t>
            </a:r>
            <a:r>
              <a:rPr lang="en-US" altLang="zh-CN" sz="2000" b="1" dirty="0" err="1">
                <a:ea typeface="楷体_GB2312" pitchFamily="49" charset="-122"/>
              </a:rPr>
              <a:t>i</a:t>
            </a: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void </a:t>
            </a:r>
            <a:r>
              <a:rPr lang="en-US" altLang="zh-CN" sz="2000" b="1" dirty="0" err="1">
                <a:ea typeface="楷体_GB2312" pitchFamily="49" charset="-122"/>
              </a:rPr>
              <a:t>Delete_LinkList</a:t>
            </a:r>
            <a:r>
              <a:rPr lang="en-US" altLang="zh-CN" sz="2000" b="1" dirty="0">
                <a:ea typeface="楷体_GB2312" pitchFamily="49" charset="-122"/>
              </a:rPr>
              <a:t> (NODE *head,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a:t>
            </a:r>
          </a:p>
          <a:p>
            <a:pPr marL="457200" indent="-457200">
              <a:tabLst>
                <a:tab pos="914400" algn="l"/>
              </a:tabLst>
            </a:pPr>
            <a:r>
              <a:rPr lang="en-US" altLang="zh-CN" sz="2000" b="1" dirty="0">
                <a:ea typeface="楷体_GB2312" pitchFamily="49" charset="-122"/>
              </a:rPr>
              <a:t>void </a:t>
            </a:r>
            <a:r>
              <a:rPr lang="en-US" altLang="zh-CN" sz="2000" b="1" dirty="0" err="1">
                <a:ea typeface="楷体_GB2312" pitchFamily="49" charset="-122"/>
              </a:rPr>
              <a:t>Display_LinkList</a:t>
            </a:r>
            <a:r>
              <a:rPr lang="en-US" altLang="zh-CN" sz="2000" b="1" dirty="0">
                <a:ea typeface="楷体_GB2312" pitchFamily="49" charset="-122"/>
              </a:rPr>
              <a:t> (NODE *head);</a:t>
            </a:r>
          </a:p>
          <a:p>
            <a:pPr marL="457200" indent="-457200">
              <a:tabLst>
                <a:tab pos="914400" algn="l"/>
              </a:tabLst>
            </a:pPr>
            <a:r>
              <a:rPr lang="en-US" altLang="zh-CN" sz="2000" b="1" dirty="0">
                <a:ea typeface="楷体_GB2312" pitchFamily="49" charset="-122"/>
              </a:rPr>
              <a:t>void </a:t>
            </a:r>
            <a:r>
              <a:rPr lang="en-US" altLang="zh-CN" sz="2000" b="1" dirty="0" err="1">
                <a:ea typeface="楷体_GB2312" pitchFamily="49" charset="-122"/>
              </a:rPr>
              <a:t>Free_LinkList</a:t>
            </a:r>
            <a:r>
              <a:rPr lang="en-US" altLang="zh-CN" sz="2000" b="1" dirty="0">
                <a:ea typeface="楷体_GB2312" pitchFamily="49" charset="-122"/>
              </a:rPr>
              <a:t> (NODE *head);  </a:t>
            </a:r>
          </a:p>
        </p:txBody>
      </p:sp>
      <p:sp>
        <p:nvSpPr>
          <p:cNvPr id="1114117" name="Rectangle 5"/>
          <p:cNvSpPr>
            <a:spLocks noChangeArrowheads="1"/>
          </p:cNvSpPr>
          <p:nvPr/>
        </p:nvSpPr>
        <p:spPr bwMode="auto">
          <a:xfrm>
            <a:off x="613508" y="817548"/>
            <a:ext cx="3610284" cy="523220"/>
          </a:xfrm>
          <a:prstGeom prst="rect">
            <a:avLst/>
          </a:prstGeom>
          <a:noFill/>
          <a:ln w="9525">
            <a:noFill/>
            <a:miter lim="800000"/>
            <a:headEnd/>
            <a:tailEnd/>
          </a:ln>
          <a:effectLst/>
        </p:spPr>
        <p:txBody>
          <a:bodyPr wrap="none" anchor="ctr">
            <a:spAutoFit/>
          </a:bodyPr>
          <a:lstStyle/>
          <a:p>
            <a:pPr marL="457200" indent="-457200">
              <a:tabLst>
                <a:tab pos="457200" algn="l"/>
              </a:tabLst>
            </a:pPr>
            <a:r>
              <a:rPr lang="en-US" altLang="zh-CN" sz="2800" b="1" dirty="0">
                <a:solidFill>
                  <a:srgbClr val="C00000"/>
                </a:solidFill>
                <a:latin typeface="+mn-lt"/>
                <a:ea typeface="楷体" pitchFamily="49" charset="-122"/>
              </a:rPr>
              <a:t>3</a:t>
            </a:r>
            <a:r>
              <a:rPr lang="zh-CN" altLang="en-US" sz="2800" b="1" dirty="0">
                <a:solidFill>
                  <a:srgbClr val="C00000"/>
                </a:solidFill>
                <a:latin typeface="+mn-lt"/>
                <a:ea typeface="楷体" pitchFamily="49" charset="-122"/>
              </a:rPr>
              <a:t>、线性链表应用举例</a:t>
            </a:r>
          </a:p>
        </p:txBody>
      </p:sp>
      <p:sp>
        <p:nvSpPr>
          <p:cNvPr id="1114123" name="Rectangle 11" descr="信纸"/>
          <p:cNvSpPr>
            <a:spLocks noChangeArrowheads="1"/>
          </p:cNvSpPr>
          <p:nvPr/>
        </p:nvSpPr>
        <p:spPr bwMode="auto">
          <a:xfrm>
            <a:off x="7110139" y="1124744"/>
            <a:ext cx="4962525" cy="5556250"/>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marL="457200" indent="-457200">
              <a:tabLst>
                <a:tab pos="914400" algn="l"/>
              </a:tabLst>
            </a:pPr>
            <a:r>
              <a:rPr lang="en-US" altLang="zh-CN" sz="2000" b="1" dirty="0" err="1">
                <a:solidFill>
                  <a:srgbClr val="CC0000"/>
                </a:solidFill>
                <a:ea typeface="楷体_GB2312" pitchFamily="49" charset="-122"/>
              </a:rPr>
              <a:t>int</a:t>
            </a:r>
            <a:r>
              <a:rPr lang="en-US" altLang="zh-CN" sz="2000" b="1" dirty="0">
                <a:solidFill>
                  <a:srgbClr val="CC0000"/>
                </a:solidFill>
                <a:ea typeface="楷体_GB2312" pitchFamily="49" charset="-122"/>
              </a:rPr>
              <a:t> main ( )</a:t>
            </a:r>
          </a:p>
          <a:p>
            <a:pPr marL="457200" indent="-457200">
              <a:tabLst>
                <a:tab pos="914400" algn="l"/>
              </a:tabLst>
            </a:pP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NODE *head, *</a:t>
            </a:r>
            <a:r>
              <a:rPr lang="en-US" altLang="zh-CN" sz="2000" b="1" dirty="0" err="1">
                <a:ea typeface="楷体_GB2312" pitchFamily="49" charset="-122"/>
              </a:rPr>
              <a:t>pnew</a:t>
            </a: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head = </a:t>
            </a:r>
            <a:r>
              <a:rPr lang="en-US" altLang="zh-CN" sz="2000" b="1" dirty="0" err="1">
                <a:ea typeface="楷体_GB2312" pitchFamily="49" charset="-122"/>
              </a:rPr>
              <a:t>Create_LinkList</a:t>
            </a:r>
            <a:r>
              <a:rPr lang="en-US" altLang="zh-CN" sz="2000" b="1" dirty="0">
                <a:ea typeface="楷体_GB2312" pitchFamily="49" charset="-122"/>
              </a:rPr>
              <a:t> ( );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创建链表</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if (head == NULL)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创建失败</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return -1;</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("after create: ");</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Display_LinkList</a:t>
            </a:r>
            <a:r>
              <a:rPr lang="en-US" altLang="zh-CN" sz="2000" b="1" dirty="0">
                <a:ea typeface="楷体_GB2312" pitchFamily="49" charset="-122"/>
              </a:rPr>
              <a:t> (head);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输出链表中的值</a:t>
            </a:r>
          </a:p>
          <a:p>
            <a:pPr marL="457200" indent="-457200">
              <a:tabLst>
                <a:tab pos="914400" algn="l"/>
              </a:tabLst>
            </a:pPr>
            <a:r>
              <a:rPr lang="zh-CN" altLang="en-US" sz="1800" b="1" dirty="0">
                <a:solidFill>
                  <a:srgbClr val="002060"/>
                </a:solidFill>
                <a:latin typeface="+mn-lt"/>
                <a:ea typeface="楷体"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新建一插入的节点</a:t>
            </a:r>
          </a:p>
          <a:p>
            <a:pPr marL="457200" indent="-457200">
              <a:tabLst>
                <a:tab pos="914400" algn="l"/>
              </a:tabLst>
            </a:pPr>
            <a:r>
              <a:rPr lang="zh-CN" altLang="en-US" sz="2000" b="1" dirty="0">
                <a:ea typeface="楷体_GB2312" pitchFamily="49" charset="-122"/>
              </a:rPr>
              <a:t>  </a:t>
            </a:r>
            <a:r>
              <a:rPr lang="en-US" altLang="zh-CN" sz="2000" b="1" dirty="0" err="1">
                <a:ea typeface="楷体_GB2312" pitchFamily="49" charset="-122"/>
              </a:rPr>
              <a:t>pnew</a:t>
            </a:r>
            <a:r>
              <a:rPr lang="en-US" altLang="zh-CN" sz="2000" b="1" dirty="0">
                <a:ea typeface="楷体_GB2312" pitchFamily="49" charset="-122"/>
              </a:rPr>
              <a:t> = (NODE *)</a:t>
            </a:r>
            <a:r>
              <a:rPr lang="en-US" altLang="zh-CN" sz="2000" b="1" dirty="0" err="1">
                <a:ea typeface="楷体_GB2312" pitchFamily="49" charset="-122"/>
              </a:rPr>
              <a:t>malloc</a:t>
            </a:r>
            <a:r>
              <a:rPr lang="en-US" altLang="zh-CN" sz="2000" b="1" dirty="0">
                <a:ea typeface="楷体_GB2312" pitchFamily="49" charset="-122"/>
              </a:rPr>
              <a:t> (</a:t>
            </a:r>
            <a:r>
              <a:rPr lang="en-US" altLang="zh-CN" sz="2000" b="1" dirty="0" err="1">
                <a:ea typeface="楷体_GB2312" pitchFamily="49" charset="-122"/>
              </a:rPr>
              <a:t>sizeof</a:t>
            </a:r>
            <a:r>
              <a:rPr lang="en-US" altLang="zh-CN" sz="2000" b="1" dirty="0">
                <a:ea typeface="楷体_GB2312" pitchFamily="49" charset="-122"/>
              </a:rPr>
              <a:t>(NODE));  </a:t>
            </a:r>
          </a:p>
          <a:p>
            <a:pPr marL="457200" indent="-457200">
              <a:tabLst>
                <a:tab pos="914400" algn="l"/>
              </a:tabLst>
            </a:pPr>
            <a:r>
              <a:rPr lang="en-US" altLang="zh-CN" sz="2000" b="1" dirty="0">
                <a:ea typeface="楷体_GB2312" pitchFamily="49" charset="-122"/>
              </a:rPr>
              <a:t>  if (</a:t>
            </a:r>
            <a:r>
              <a:rPr lang="en-US" altLang="zh-CN" sz="2000" b="1" dirty="0" err="1">
                <a:ea typeface="楷体_GB2312" pitchFamily="49" charset="-122"/>
              </a:rPr>
              <a:t>pnew</a:t>
            </a:r>
            <a:r>
              <a:rPr lang="en-US" altLang="zh-CN" sz="2000" b="1" dirty="0">
                <a:ea typeface="楷体_GB2312" pitchFamily="49" charset="-122"/>
              </a:rPr>
              <a:t> == NULL)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创建失败</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则返回</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("no enough memory!\n");</a:t>
            </a:r>
          </a:p>
          <a:p>
            <a:pPr marL="457200" indent="-457200">
              <a:tabLst>
                <a:tab pos="914400" algn="l"/>
              </a:tabLst>
            </a:pPr>
            <a:r>
              <a:rPr lang="en-US" altLang="zh-CN" sz="2000" b="1" dirty="0">
                <a:ea typeface="楷体_GB2312" pitchFamily="49" charset="-122"/>
              </a:rPr>
              <a:t>    return -1;</a:t>
            </a:r>
          </a:p>
          <a:p>
            <a:pPr marL="457200" indent="-457200">
              <a:tabLst>
                <a:tab pos="914400" algn="l"/>
              </a:tabLst>
            </a:pPr>
            <a:r>
              <a:rPr lang="en-US" altLang="zh-CN" sz="2000" b="1" dirty="0">
                <a:ea typeface="楷体_GB2312" pitchFamily="49" charset="-122"/>
              </a:rPr>
              <a:t>  }  </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pnew</a:t>
            </a:r>
            <a:r>
              <a:rPr lang="en-US" altLang="zh-CN" sz="2000" b="1" dirty="0">
                <a:ea typeface="楷体_GB2312" pitchFamily="49" charset="-122"/>
              </a:rPr>
              <a:t>-&gt;score = 88;  </a:t>
            </a:r>
          </a:p>
          <a:p>
            <a:pPr marL="457200" indent="-457200">
              <a:tabLst>
                <a:tab pos="914400" algn="l"/>
              </a:tabLst>
            </a:pPr>
            <a:r>
              <a:rPr lang="en-US" altLang="zh-CN" sz="1800" b="1" dirty="0">
                <a:solidFill>
                  <a:schemeClr val="accent2"/>
                </a:solidFill>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将新节点插入节点</a:t>
            </a:r>
            <a:r>
              <a:rPr lang="en-US" altLang="zh-CN" sz="1800" b="1" dirty="0">
                <a:solidFill>
                  <a:srgbClr val="002060"/>
                </a:solidFill>
                <a:latin typeface="+mn-lt"/>
                <a:ea typeface="楷体" pitchFamily="49" charset="-122"/>
              </a:rPr>
              <a:t>3</a:t>
            </a:r>
            <a:r>
              <a:rPr lang="zh-CN" altLang="en-US" sz="1800" b="1" dirty="0">
                <a:solidFill>
                  <a:srgbClr val="002060"/>
                </a:solidFill>
                <a:latin typeface="+mn-lt"/>
                <a:ea typeface="楷体" pitchFamily="49" charset="-122"/>
              </a:rPr>
              <a:t>的后面</a:t>
            </a:r>
          </a:p>
          <a:p>
            <a:pPr marL="457200" indent="-457200">
              <a:tabLst>
                <a:tab pos="914400" algn="l"/>
              </a:tabLst>
            </a:pPr>
            <a:r>
              <a:rPr lang="zh-CN" altLang="en-US" sz="2000" b="1" dirty="0">
                <a:ea typeface="楷体_GB2312" pitchFamily="49" charset="-122"/>
              </a:rPr>
              <a:t>  </a:t>
            </a:r>
            <a:r>
              <a:rPr lang="en-US" altLang="zh-CN" sz="2000" b="1" dirty="0" err="1">
                <a:ea typeface="楷体_GB2312" pitchFamily="49" charset="-122"/>
              </a:rPr>
              <a:t>Insert_LinkList</a:t>
            </a:r>
            <a:r>
              <a:rPr lang="en-US" altLang="zh-CN" sz="2000" b="1" dirty="0">
                <a:ea typeface="楷体_GB2312" pitchFamily="49" charset="-122"/>
              </a:rPr>
              <a:t> (head, </a:t>
            </a:r>
            <a:r>
              <a:rPr lang="en-US" altLang="zh-CN" sz="2000" b="1" dirty="0" err="1">
                <a:ea typeface="楷体_GB2312" pitchFamily="49" charset="-122"/>
              </a:rPr>
              <a:t>pnew</a:t>
            </a:r>
            <a:r>
              <a:rPr lang="en-US" altLang="zh-CN" sz="2000" b="1" dirty="0">
                <a:ea typeface="楷体_GB2312" pitchFamily="49" charset="-122"/>
              </a:rPr>
              <a:t>, 3);      </a:t>
            </a:r>
          </a:p>
        </p:txBody>
      </p:sp>
      <p:sp>
        <p:nvSpPr>
          <p:cNvPr id="1114124" name="Rectangle 12" descr="信纸"/>
          <p:cNvSpPr>
            <a:spLocks noChangeArrowheads="1"/>
          </p:cNvSpPr>
          <p:nvPr/>
        </p:nvSpPr>
        <p:spPr bwMode="auto">
          <a:xfrm>
            <a:off x="1196407" y="2347938"/>
            <a:ext cx="5767117" cy="2554545"/>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("after insert: ");</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Display_LinkList</a:t>
            </a:r>
            <a:r>
              <a:rPr lang="en-US" altLang="zh-CN" sz="2000" b="1" dirty="0">
                <a:ea typeface="楷体_GB2312" pitchFamily="49" charset="-122"/>
              </a:rPr>
              <a:t> (head);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输出链表中的值</a:t>
            </a:r>
          </a:p>
          <a:p>
            <a:pPr marL="457200" indent="-457200">
              <a:tabLst>
                <a:tab pos="914400" algn="l"/>
              </a:tabLst>
            </a:pPr>
            <a:r>
              <a:rPr lang="zh-CN" altLang="en-US" sz="2000" b="1" dirty="0">
                <a:ea typeface="楷体_GB2312" pitchFamily="49" charset="-122"/>
              </a:rPr>
              <a:t>  </a:t>
            </a:r>
            <a:r>
              <a:rPr lang="en-US" altLang="zh-CN" sz="2000" b="1" dirty="0" err="1">
                <a:ea typeface="楷体_GB2312" pitchFamily="49" charset="-122"/>
              </a:rPr>
              <a:t>Delete_LinkList</a:t>
            </a:r>
            <a:r>
              <a:rPr lang="en-US" altLang="zh-CN" sz="2000" b="1" dirty="0">
                <a:ea typeface="楷体_GB2312" pitchFamily="49" charset="-122"/>
              </a:rPr>
              <a:t> (head, 3);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删除链表中节点</a:t>
            </a:r>
            <a:r>
              <a:rPr lang="en-US" altLang="zh-CN" sz="1800" b="1" dirty="0">
                <a:solidFill>
                  <a:srgbClr val="002060"/>
                </a:solidFill>
                <a:latin typeface="+mn-lt"/>
                <a:ea typeface="楷体" pitchFamily="49" charset="-122"/>
              </a:rPr>
              <a:t>3</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("after delete: ");</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Display_LinkList</a:t>
            </a:r>
            <a:r>
              <a:rPr lang="en-US" altLang="zh-CN" sz="2000" b="1" dirty="0">
                <a:ea typeface="楷体_GB2312" pitchFamily="49" charset="-122"/>
              </a:rPr>
              <a:t> (head);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输出链表中的值</a:t>
            </a:r>
          </a:p>
          <a:p>
            <a:pPr marL="457200" indent="-457200">
              <a:tabLst>
                <a:tab pos="914400" algn="l"/>
              </a:tabLst>
            </a:pPr>
            <a:r>
              <a:rPr lang="zh-CN" altLang="en-US" sz="2000" b="1" dirty="0">
                <a:ea typeface="楷体_GB2312" pitchFamily="49" charset="-122"/>
              </a:rPr>
              <a:t>  </a:t>
            </a:r>
            <a:r>
              <a:rPr lang="en-US" altLang="zh-CN" sz="2000" b="1" dirty="0" err="1">
                <a:ea typeface="楷体_GB2312" pitchFamily="49" charset="-122"/>
              </a:rPr>
              <a:t>Free_LinkList</a:t>
            </a:r>
            <a:r>
              <a:rPr lang="en-US" altLang="zh-CN" sz="2000" b="1" dirty="0">
                <a:ea typeface="楷体_GB2312" pitchFamily="49" charset="-122"/>
              </a:rPr>
              <a:t> (head);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销毁链表</a:t>
            </a:r>
          </a:p>
          <a:p>
            <a:pPr marL="457200" indent="-457200">
              <a:tabLst>
                <a:tab pos="914400" algn="l"/>
              </a:tabLst>
            </a:pPr>
            <a:r>
              <a:rPr lang="en-US" altLang="zh-CN" sz="2000" b="1" dirty="0">
                <a:ea typeface="楷体_GB2312" pitchFamily="49" charset="-122"/>
              </a:rPr>
              <a:t>  return 0;</a:t>
            </a:r>
          </a:p>
          <a:p>
            <a:pPr marL="457200" indent="-457200">
              <a:tabLst>
                <a:tab pos="914400" algn="l"/>
              </a:tabLst>
            </a:pPr>
            <a:r>
              <a:rPr lang="en-US" altLang="zh-CN" sz="2000" b="1" dirty="0">
                <a:ea typeface="楷体_GB2312" pitchFamily="49" charset="-122"/>
              </a:rPr>
              <a:t>}</a:t>
            </a:r>
          </a:p>
        </p:txBody>
      </p:sp>
      <p:sp>
        <p:nvSpPr>
          <p:cNvPr id="1114125" name="Rectangle 13"/>
          <p:cNvSpPr>
            <a:spLocks noChangeArrowheads="1"/>
          </p:cNvSpPr>
          <p:nvPr/>
        </p:nvSpPr>
        <p:spPr bwMode="auto">
          <a:xfrm>
            <a:off x="1199456" y="5378985"/>
            <a:ext cx="5779146" cy="1323439"/>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C00000"/>
                </a:solidFill>
                <a:latin typeface="+mn-lt"/>
                <a:ea typeface="隶书" pitchFamily="49" charset="-122"/>
              </a:rPr>
              <a:t>运行结果</a:t>
            </a:r>
            <a:r>
              <a:rPr lang="en-US" altLang="zh-CN" sz="2000" b="1" dirty="0">
                <a:latin typeface="+mn-lt"/>
                <a:ea typeface="隶书" pitchFamily="49" charset="-122"/>
              </a:rPr>
              <a:t>(</a:t>
            </a:r>
            <a:r>
              <a:rPr lang="zh-CN" altLang="en-US" sz="2000" b="1" dirty="0">
                <a:latin typeface="+mn-lt"/>
                <a:ea typeface="隶书" pitchFamily="49" charset="-122"/>
              </a:rPr>
              <a:t>假设输入为：</a:t>
            </a:r>
            <a:r>
              <a:rPr lang="en-US" altLang="zh-CN" sz="2000" b="1" dirty="0">
                <a:latin typeface="+mn-lt"/>
                <a:ea typeface="隶书" pitchFamily="49" charset="-122"/>
              </a:rPr>
              <a:t>70  65  78  90  95  85  -1 )</a:t>
            </a:r>
            <a:r>
              <a:rPr lang="zh-CN" altLang="en-US" sz="2000" b="1" dirty="0">
                <a:ea typeface="楷体_GB2312" pitchFamily="49" charset="-122"/>
              </a:rPr>
              <a:t>：</a:t>
            </a:r>
          </a:p>
          <a:p>
            <a:r>
              <a:rPr lang="en-US" altLang="zh-CN" sz="2000" b="1" dirty="0">
                <a:solidFill>
                  <a:srgbClr val="002060"/>
                </a:solidFill>
                <a:ea typeface="楷体_GB2312" pitchFamily="49" charset="-122"/>
              </a:rPr>
              <a:t>after create</a:t>
            </a:r>
            <a:r>
              <a:rPr lang="zh-CN" altLang="en-US" sz="2000" b="1" dirty="0">
                <a:solidFill>
                  <a:srgbClr val="002060"/>
                </a:solidFill>
                <a:ea typeface="楷体_GB2312" pitchFamily="49" charset="-122"/>
              </a:rPr>
              <a:t>：</a:t>
            </a:r>
            <a:r>
              <a:rPr lang="en-US" altLang="zh-CN" sz="2000" b="1" dirty="0">
                <a:solidFill>
                  <a:srgbClr val="002060"/>
                </a:solidFill>
                <a:ea typeface="楷体_GB2312" pitchFamily="49" charset="-122"/>
              </a:rPr>
              <a:t>70  65  78  90  95  85</a:t>
            </a:r>
          </a:p>
          <a:p>
            <a:r>
              <a:rPr lang="en-US" altLang="zh-CN" sz="2000" b="1" dirty="0">
                <a:solidFill>
                  <a:srgbClr val="002060"/>
                </a:solidFill>
                <a:ea typeface="楷体_GB2312" pitchFamily="49" charset="-122"/>
              </a:rPr>
              <a:t>after insert</a:t>
            </a:r>
            <a:r>
              <a:rPr lang="zh-CN" altLang="en-US" sz="2000" b="1" dirty="0">
                <a:solidFill>
                  <a:srgbClr val="002060"/>
                </a:solidFill>
                <a:ea typeface="楷体_GB2312" pitchFamily="49" charset="-122"/>
              </a:rPr>
              <a:t>：</a:t>
            </a:r>
            <a:r>
              <a:rPr lang="en-US" altLang="zh-CN" sz="2000" b="1" dirty="0">
                <a:solidFill>
                  <a:srgbClr val="002060"/>
                </a:solidFill>
                <a:ea typeface="楷体_GB2312" pitchFamily="49" charset="-122"/>
              </a:rPr>
              <a:t>70  65  78  88  90  95  85</a:t>
            </a:r>
          </a:p>
          <a:p>
            <a:r>
              <a:rPr lang="en-US" altLang="zh-CN" sz="2000" b="1" dirty="0">
                <a:solidFill>
                  <a:srgbClr val="002060"/>
                </a:solidFill>
                <a:ea typeface="楷体_GB2312" pitchFamily="49" charset="-122"/>
              </a:rPr>
              <a:t>after delete</a:t>
            </a:r>
            <a:r>
              <a:rPr lang="zh-CN" altLang="en-US" sz="2000" b="1" dirty="0">
                <a:solidFill>
                  <a:srgbClr val="002060"/>
                </a:solidFill>
                <a:ea typeface="楷体_GB2312" pitchFamily="49" charset="-122"/>
              </a:rPr>
              <a:t>：</a:t>
            </a:r>
            <a:r>
              <a:rPr lang="en-US" altLang="zh-CN" sz="2000" b="1" dirty="0">
                <a:solidFill>
                  <a:srgbClr val="002060"/>
                </a:solidFill>
                <a:ea typeface="楷体_GB2312" pitchFamily="49" charset="-122"/>
              </a:rPr>
              <a:t>70  65  88  90  95  85</a:t>
            </a:r>
          </a:p>
        </p:txBody>
      </p:sp>
      <p:sp>
        <p:nvSpPr>
          <p:cNvPr id="11" name="Rectangle 4">
            <a:extLst>
              <a:ext uri="{FF2B5EF4-FFF2-40B4-BE49-F238E27FC236}">
                <a16:creationId xmlns:a16="http://schemas.microsoft.com/office/drawing/2014/main" id="{C64ACC65-ED36-4DF6-8EB3-D0850CDC977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14121"/>
                                        </p:tgtEl>
                                        <p:attrNameLst>
                                          <p:attrName>style.visibility</p:attrName>
                                        </p:attrNameLst>
                                      </p:cBhvr>
                                      <p:to>
                                        <p:strVal val="visible"/>
                                      </p:to>
                                    </p:set>
                                    <p:animEffect transition="in" filter="box(out)">
                                      <p:cBhvr>
                                        <p:cTn id="7" dur="500"/>
                                        <p:tgtEl>
                                          <p:spTgt spid="111412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14122"/>
                                        </p:tgtEl>
                                        <p:attrNameLst>
                                          <p:attrName>style.visibility</p:attrName>
                                        </p:attrNameLst>
                                      </p:cBhvr>
                                      <p:to>
                                        <p:strVal val="visible"/>
                                      </p:to>
                                    </p:set>
                                    <p:animEffect transition="in" filter="box(out)">
                                      <p:cBhvr>
                                        <p:cTn id="12" dur="500"/>
                                        <p:tgtEl>
                                          <p:spTgt spid="111412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14123"/>
                                        </p:tgtEl>
                                        <p:attrNameLst>
                                          <p:attrName>style.visibility</p:attrName>
                                        </p:attrNameLst>
                                      </p:cBhvr>
                                      <p:to>
                                        <p:strVal val="visible"/>
                                      </p:to>
                                    </p:set>
                                    <p:animEffect transition="in" filter="box(out)">
                                      <p:cBhvr>
                                        <p:cTn id="17" dur="500"/>
                                        <p:tgtEl>
                                          <p:spTgt spid="1114123"/>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14124"/>
                                        </p:tgtEl>
                                        <p:attrNameLst>
                                          <p:attrName>style.visibility</p:attrName>
                                        </p:attrNameLst>
                                      </p:cBhvr>
                                      <p:to>
                                        <p:strVal val="visible"/>
                                      </p:to>
                                    </p:set>
                                    <p:animEffect transition="in" filter="box(out)">
                                      <p:cBhvr>
                                        <p:cTn id="22" dur="500"/>
                                        <p:tgtEl>
                                          <p:spTgt spid="1114124"/>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14125"/>
                                        </p:tgtEl>
                                        <p:attrNameLst>
                                          <p:attrName>style.visibility</p:attrName>
                                        </p:attrNameLst>
                                      </p:cBhvr>
                                      <p:to>
                                        <p:strVal val="visible"/>
                                      </p:to>
                                    </p:set>
                                    <p:animEffect transition="in" filter="box(out)">
                                      <p:cBhvr>
                                        <p:cTn id="27" dur="500"/>
                                        <p:tgtEl>
                                          <p:spTgt spid="1114125"/>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4121" grpId="0"/>
      <p:bldP spid="1114122" grpId="0" animBg="1"/>
      <p:bldP spid="1114123" grpId="0" animBg="1"/>
      <p:bldP spid="1114124" grpId="0" animBg="1"/>
      <p:bldP spid="1114125"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2305" name="Rectangle 1"/>
          <p:cNvSpPr>
            <a:spLocks noChangeArrowheads="1"/>
          </p:cNvSpPr>
          <p:nvPr/>
        </p:nvSpPr>
        <p:spPr bwMode="auto">
          <a:xfrm>
            <a:off x="402100" y="2354104"/>
            <a:ext cx="11255628" cy="1938992"/>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indent="268288"/>
            <a:r>
              <a:rPr kumimoji="0" lang="zh-CN" altLang="en-US" sz="2000" b="1" dirty="0">
                <a:solidFill>
                  <a:srgbClr val="FF0000"/>
                </a:solidFill>
                <a:ea typeface="隶书" pitchFamily="49" charset="-122"/>
                <a:cs typeface="Times New Roman" pitchFamily="18" charset="0"/>
              </a:rPr>
              <a:t>    </a:t>
            </a:r>
            <a:r>
              <a:rPr kumimoji="0" lang="zh-CN" altLang="en-US" sz="2000" b="1" dirty="0">
                <a:solidFill>
                  <a:srgbClr val="C00000"/>
                </a:solidFill>
                <a:latin typeface="楷体" panose="02010609060101010101" pitchFamily="49" charset="-122"/>
                <a:ea typeface="楷体" panose="02010609060101010101" pitchFamily="49" charset="-122"/>
                <a:cs typeface="Times New Roman" pitchFamily="18" charset="0"/>
              </a:rPr>
              <a:t>设计思想：</a:t>
            </a:r>
            <a:endParaRPr kumimoji="0" lang="en-US" altLang="zh-CN" sz="2000" b="1" dirty="0">
              <a:solidFill>
                <a:srgbClr val="C00000"/>
              </a:solidFill>
              <a:latin typeface="楷体" panose="02010609060101010101" pitchFamily="49" charset="-122"/>
              <a:ea typeface="楷体" panose="02010609060101010101" pitchFamily="49" charset="-122"/>
              <a:cs typeface="Times New Roman" pitchFamily="18" charset="0"/>
            </a:endParaRPr>
          </a:p>
          <a:p>
            <a:pPr indent="268288"/>
            <a:r>
              <a:rPr kumimoji="0" lang="en-US" altLang="zh-CN" sz="2000" b="1" dirty="0">
                <a:ln w="1905"/>
                <a:solidFill>
                  <a:srgbClr val="C00000"/>
                </a:solidFill>
                <a:latin typeface="楷体" panose="02010609060101010101" pitchFamily="49" charset="-122"/>
                <a:ea typeface="楷体" panose="02010609060101010101" pitchFamily="49" charset="-122"/>
                <a:cs typeface="Times New Roman" pitchFamily="18" charset="0"/>
              </a:rPr>
              <a:t>  </a:t>
            </a:r>
            <a:r>
              <a:rPr kumimoji="0" lang="zh-CN" altLang="en-US" sz="2000" b="1" dirty="0">
                <a:ln w="1905"/>
                <a:solidFill>
                  <a:schemeClr val="tx1"/>
                </a:solidFill>
                <a:ea typeface="楷体" pitchFamily="49" charset="-122"/>
                <a:cs typeface="Times New Roman" pitchFamily="18" charset="0"/>
              </a:rPr>
              <a:t>根据题目要求，关键问题有两个：</a:t>
            </a:r>
            <a:endParaRPr kumimoji="0" lang="zh-CN" altLang="en-US" sz="2000" b="1" dirty="0">
              <a:ln w="1905"/>
              <a:solidFill>
                <a:schemeClr val="tx1"/>
              </a:solidFill>
              <a:ea typeface="楷体" pitchFamily="49" charset="-122"/>
              <a:cs typeface="宋体" pitchFamily="2" charset="-122"/>
            </a:endParaRPr>
          </a:p>
          <a:p>
            <a:pPr indent="269875" eaLnBrk="0" hangingPunct="0"/>
            <a:r>
              <a:rPr kumimoji="0" lang="en-US" altLang="zh-CN" sz="2000" b="1" dirty="0">
                <a:ln w="1905"/>
                <a:solidFill>
                  <a:srgbClr val="002060"/>
                </a:solidFill>
                <a:ea typeface="楷体" pitchFamily="49" charset="-122"/>
                <a:cs typeface="Times New Roman" pitchFamily="18" charset="0"/>
              </a:rPr>
              <a:t>    1</a:t>
            </a:r>
            <a:r>
              <a:rPr kumimoji="0" lang="zh-CN" altLang="en-US" sz="2000" b="1" dirty="0">
                <a:ln w="1905"/>
                <a:solidFill>
                  <a:srgbClr val="002060"/>
                </a:solidFill>
                <a:ea typeface="楷体" pitchFamily="49" charset="-122"/>
                <a:cs typeface="Times New Roman" pitchFamily="18" charset="0"/>
              </a:rPr>
              <a:t>、建立含有</a:t>
            </a:r>
            <a:r>
              <a:rPr kumimoji="0" lang="zh-CN" altLang="zh-CN" sz="2000" b="1" dirty="0">
                <a:ln w="1905"/>
                <a:solidFill>
                  <a:srgbClr val="002060"/>
                </a:solidFill>
                <a:ea typeface="楷体" pitchFamily="49" charset="-122"/>
                <a:cs typeface="Times New Roman" pitchFamily="18" charset="0"/>
              </a:rPr>
              <a:t>num</a:t>
            </a:r>
            <a:r>
              <a:rPr kumimoji="0" lang="zh-CN" altLang="en-US" sz="2000" b="1" dirty="0">
                <a:ln w="1905"/>
                <a:solidFill>
                  <a:srgbClr val="002060"/>
                </a:solidFill>
                <a:ea typeface="楷体" pitchFamily="49" charset="-122"/>
                <a:cs typeface="Times New Roman" pitchFamily="18" charset="0"/>
              </a:rPr>
              <a:t>个数据结点的有序链表。</a:t>
            </a:r>
            <a:r>
              <a:rPr kumimoji="0" lang="zh-CN" altLang="en-US" sz="2000" b="1" dirty="0">
                <a:ln w="1905"/>
                <a:solidFill>
                  <a:schemeClr val="tx1"/>
                </a:solidFill>
                <a:ea typeface="楷体" pitchFamily="49" charset="-122"/>
                <a:cs typeface="Times New Roman" pitchFamily="18" charset="0"/>
              </a:rPr>
              <a:t>可以借鉴插入排序的思想，将每次输入的整数插入到链表正确的位置，以保持降序排列。这里的关键就是如何找到插入的正确位置，我们知道如果在链表中某个结点</a:t>
            </a:r>
            <a:r>
              <a:rPr kumimoji="0" lang="zh-CN" altLang="zh-CN" sz="2000" b="1" dirty="0">
                <a:ln w="1905"/>
                <a:solidFill>
                  <a:schemeClr val="tx1"/>
                </a:solidFill>
                <a:ea typeface="楷体" pitchFamily="49" charset="-122"/>
                <a:cs typeface="Times New Roman" pitchFamily="18" charset="0"/>
              </a:rPr>
              <a:t>N</a:t>
            </a:r>
            <a:r>
              <a:rPr kumimoji="0" lang="zh-CN" altLang="zh-CN" sz="2000" b="1" baseline="-30000" dirty="0">
                <a:ln w="1905"/>
                <a:solidFill>
                  <a:schemeClr val="tx1"/>
                </a:solidFill>
                <a:ea typeface="楷体" pitchFamily="49" charset="-122"/>
                <a:cs typeface="Times New Roman" pitchFamily="18" charset="0"/>
              </a:rPr>
              <a:t>i</a:t>
            </a:r>
            <a:r>
              <a:rPr kumimoji="0" lang="zh-CN" altLang="en-US" sz="2000" b="1" dirty="0">
                <a:ln w="1905"/>
                <a:solidFill>
                  <a:schemeClr val="tx1"/>
                </a:solidFill>
                <a:ea typeface="楷体" pitchFamily="49" charset="-122"/>
                <a:cs typeface="Times New Roman" pitchFamily="18" charset="0"/>
              </a:rPr>
              <a:t>的后面插入一个新的结点，那么就必须找到指向结点</a:t>
            </a:r>
            <a:r>
              <a:rPr kumimoji="0" lang="zh-CN" altLang="zh-CN" sz="2000" b="1" dirty="0">
                <a:ln w="1905"/>
                <a:solidFill>
                  <a:schemeClr val="tx1"/>
                </a:solidFill>
                <a:ea typeface="楷体" pitchFamily="49" charset="-122"/>
                <a:cs typeface="Times New Roman" pitchFamily="18" charset="0"/>
              </a:rPr>
              <a:t>N</a:t>
            </a:r>
            <a:r>
              <a:rPr kumimoji="0" lang="zh-CN" altLang="zh-CN" sz="2000" b="1" baseline="-30000" dirty="0">
                <a:ln w="1905"/>
                <a:solidFill>
                  <a:schemeClr val="tx1"/>
                </a:solidFill>
                <a:ea typeface="楷体" pitchFamily="49" charset="-122"/>
                <a:cs typeface="Times New Roman" pitchFamily="18" charset="0"/>
              </a:rPr>
              <a:t>i</a:t>
            </a:r>
            <a:r>
              <a:rPr kumimoji="0" lang="zh-CN" altLang="en-US" sz="2000" b="1" dirty="0">
                <a:ln w="1905"/>
                <a:solidFill>
                  <a:schemeClr val="tx1"/>
                </a:solidFill>
                <a:ea typeface="楷体" pitchFamily="49" charset="-122"/>
                <a:cs typeface="Times New Roman" pitchFamily="18" charset="0"/>
              </a:rPr>
              <a:t>的指针。</a:t>
            </a:r>
            <a:endParaRPr kumimoji="0" lang="en-US" altLang="zh-CN" sz="2000" b="1" dirty="0">
              <a:ln w="1905"/>
              <a:solidFill>
                <a:schemeClr val="tx1"/>
              </a:solidFill>
              <a:ea typeface="楷体" pitchFamily="49" charset="-122"/>
              <a:cs typeface="Times New Roman" pitchFamily="18" charset="0"/>
            </a:endParaRPr>
          </a:p>
          <a:p>
            <a:pPr indent="269875" eaLnBrk="0" hangingPunct="0"/>
            <a:r>
              <a:rPr kumimoji="0" lang="en-US" altLang="zh-CN" sz="2000" b="1" dirty="0">
                <a:ln w="1905"/>
                <a:solidFill>
                  <a:schemeClr val="tx1"/>
                </a:solidFill>
                <a:ea typeface="楷体" pitchFamily="49" charset="-122"/>
                <a:cs typeface="Times New Roman" pitchFamily="18" charset="0"/>
              </a:rPr>
              <a:t>    </a:t>
            </a:r>
            <a:r>
              <a:rPr kumimoji="0" lang="zh-CN" altLang="en-US" sz="2000" b="1" dirty="0">
                <a:ln w="1905"/>
                <a:solidFill>
                  <a:schemeClr val="tx1"/>
                </a:solidFill>
                <a:ea typeface="楷体" pitchFamily="49" charset="-122"/>
                <a:cs typeface="Times New Roman" pitchFamily="18" charset="0"/>
              </a:rPr>
              <a:t>其具体方法就是：</a:t>
            </a:r>
            <a:endParaRPr kumimoji="0" lang="en-US" altLang="zh-CN" sz="2000" b="1" dirty="0">
              <a:ln w="1905"/>
              <a:solidFill>
                <a:schemeClr val="tx1"/>
              </a:solidFill>
              <a:ea typeface="楷体" pitchFamily="49" charset="-122"/>
              <a:cs typeface="Times New Roman" pitchFamily="18" charset="0"/>
            </a:endParaRPr>
          </a:p>
        </p:txBody>
      </p:sp>
      <p:sp>
        <p:nvSpPr>
          <p:cNvPr id="1114121" name="Rectangle 9"/>
          <p:cNvSpPr>
            <a:spLocks noChangeArrowheads="1"/>
          </p:cNvSpPr>
          <p:nvPr/>
        </p:nvSpPr>
        <p:spPr bwMode="auto">
          <a:xfrm>
            <a:off x="378828" y="807234"/>
            <a:ext cx="10791413" cy="1554272"/>
          </a:xfrm>
          <a:prstGeom prst="rect">
            <a:avLst/>
          </a:prstGeom>
          <a:noFill/>
          <a:ln w="9525">
            <a:noFill/>
            <a:miter lim="800000"/>
            <a:headEnd/>
            <a:tailEnd/>
          </a:ln>
          <a:effectLst/>
        </p:spPr>
        <p:txBody>
          <a:bodyPr wrap="square" anchor="ctr">
            <a:spAutoFit/>
          </a:bodyPr>
          <a:lstStyle/>
          <a:p>
            <a:r>
              <a:rPr lang="en-US" altLang="zh-CN" b="1" dirty="0">
                <a:solidFill>
                  <a:srgbClr val="CC0000"/>
                </a:solidFill>
                <a:latin typeface="楷体" panose="02010609060101010101" pitchFamily="49" charset="-122"/>
                <a:ea typeface="楷体" panose="02010609060101010101" pitchFamily="49" charset="-122"/>
              </a:rPr>
              <a:t>   【</a:t>
            </a:r>
            <a:r>
              <a:rPr lang="zh-CN" altLang="en-US" b="1" dirty="0">
                <a:solidFill>
                  <a:srgbClr val="CC0000"/>
                </a:solidFill>
                <a:latin typeface="楷体" panose="02010609060101010101" pitchFamily="49" charset="-122"/>
                <a:ea typeface="楷体" panose="02010609060101010101" pitchFamily="49" charset="-122"/>
              </a:rPr>
              <a:t>例</a:t>
            </a:r>
            <a:r>
              <a:rPr lang="en-US" altLang="zh-CN" b="1" dirty="0">
                <a:solidFill>
                  <a:srgbClr val="CC0000"/>
                </a:solidFill>
                <a:latin typeface="楷体" panose="02010609060101010101" pitchFamily="49" charset="-122"/>
                <a:ea typeface="楷体" panose="02010609060101010101" pitchFamily="49" charset="-122"/>
              </a:rPr>
              <a:t>2】</a:t>
            </a:r>
            <a:r>
              <a:rPr lang="zh-CN" altLang="en-US" b="1" dirty="0">
                <a:solidFill>
                  <a:srgbClr val="CC0000"/>
                </a:solidFill>
                <a:latin typeface="楷体" panose="02010609060101010101" pitchFamily="49" charset="-122"/>
                <a:ea typeface="楷体" panose="02010609060101010101" pitchFamily="49" charset="-122"/>
              </a:rPr>
              <a:t>用线性链表来存储从键盘输入的</a:t>
            </a:r>
            <a:r>
              <a:rPr lang="en-US" altLang="zh-CN" b="1" dirty="0">
                <a:solidFill>
                  <a:srgbClr val="CC0000"/>
                </a:solidFill>
                <a:latin typeface="楷体" panose="02010609060101010101" pitchFamily="49" charset="-122"/>
                <a:ea typeface="楷体" panose="02010609060101010101" pitchFamily="49" charset="-122"/>
              </a:rPr>
              <a:t>num</a:t>
            </a:r>
            <a:r>
              <a:rPr lang="zh-CN" altLang="en-US" b="1" dirty="0">
                <a:solidFill>
                  <a:srgbClr val="CC0000"/>
                </a:solidFill>
                <a:latin typeface="楷体" panose="02010609060101010101" pitchFamily="49" charset="-122"/>
                <a:ea typeface="楷体" panose="02010609060101010101" pitchFamily="49" charset="-122"/>
              </a:rPr>
              <a:t>个整数，要求降序排列。然后删除重复的整数使其只保留一个。</a:t>
            </a:r>
            <a:endParaRPr lang="en-US" altLang="zh-CN" b="1" dirty="0">
              <a:solidFill>
                <a:srgbClr val="CC0000"/>
              </a:solidFill>
              <a:latin typeface="楷体" panose="02010609060101010101" pitchFamily="49" charset="-122"/>
              <a:ea typeface="楷体" panose="02010609060101010101" pitchFamily="49" charset="-122"/>
            </a:endParaRPr>
          </a:p>
          <a:p>
            <a:endParaRPr lang="en-US" altLang="zh-CN" sz="600" b="1" dirty="0">
              <a:solidFill>
                <a:srgbClr val="CC0000"/>
              </a:solidFill>
              <a:latin typeface="楷体" panose="02010609060101010101" pitchFamily="49" charset="-122"/>
              <a:ea typeface="楷体" panose="02010609060101010101" pitchFamily="49" charset="-122"/>
            </a:endParaRPr>
          </a:p>
          <a:p>
            <a:r>
              <a:rPr lang="en-US" altLang="zh-CN" sz="2000" b="1" dirty="0">
                <a:latin typeface="楷体" panose="02010609060101010101" pitchFamily="49" charset="-122"/>
                <a:ea typeface="楷体" panose="02010609060101010101" pitchFamily="49" charset="-122"/>
              </a:rPr>
              <a:t>    </a:t>
            </a:r>
            <a:r>
              <a:rPr lang="zh-CN" altLang="en-US" sz="2000" b="1" dirty="0">
                <a:latin typeface="楷体" panose="02010609060101010101" pitchFamily="49" charset="-122"/>
                <a:ea typeface="楷体" panose="02010609060101010101" pitchFamily="49" charset="-122"/>
              </a:rPr>
              <a:t>例如：输入八个整数：</a:t>
            </a:r>
            <a:r>
              <a:rPr lang="en-US" altLang="zh-CN" sz="2000" b="1" dirty="0">
                <a:latin typeface="楷体" panose="02010609060101010101" pitchFamily="49" charset="-122"/>
                <a:ea typeface="楷体" panose="02010609060101010101" pitchFamily="49" charset="-122"/>
              </a:rPr>
              <a:t>9 6 8 9 7 6 5 9</a:t>
            </a:r>
            <a:r>
              <a:rPr lang="zh-CN" altLang="en-US" sz="2000" b="1" dirty="0">
                <a:latin typeface="楷体" panose="02010609060101010101" pitchFamily="49" charset="-122"/>
                <a:ea typeface="楷体" panose="02010609060101010101" pitchFamily="49" charset="-122"/>
              </a:rPr>
              <a:t>，则降序排列为：</a:t>
            </a:r>
            <a:r>
              <a:rPr lang="en-US" altLang="zh-CN" sz="2000" b="1" dirty="0">
                <a:latin typeface="楷体" panose="02010609060101010101" pitchFamily="49" charset="-122"/>
                <a:ea typeface="楷体" panose="02010609060101010101" pitchFamily="49" charset="-122"/>
              </a:rPr>
              <a:t>9 9 9 8 7 6 6 5</a:t>
            </a:r>
            <a:r>
              <a:rPr lang="zh-CN" altLang="en-US" sz="2000" b="1" dirty="0">
                <a:latin typeface="楷体" panose="02010609060101010101" pitchFamily="49" charset="-122"/>
                <a:ea typeface="楷体" panose="02010609060101010101" pitchFamily="49" charset="-122"/>
              </a:rPr>
              <a:t>，删除重复整数后：</a:t>
            </a:r>
            <a:r>
              <a:rPr lang="en-US" altLang="zh-CN" sz="2000" b="1" dirty="0">
                <a:latin typeface="楷体" panose="02010609060101010101" pitchFamily="49" charset="-122"/>
                <a:ea typeface="楷体" panose="02010609060101010101" pitchFamily="49" charset="-122"/>
              </a:rPr>
              <a:t>9 8 7 6 5</a:t>
            </a:r>
            <a:r>
              <a:rPr lang="zh-CN" altLang="en-US" sz="2000" b="1" dirty="0">
                <a:latin typeface="楷体" panose="02010609060101010101" pitchFamily="49" charset="-122"/>
                <a:ea typeface="楷体" panose="02010609060101010101" pitchFamily="49" charset="-122"/>
              </a:rPr>
              <a:t> 。</a:t>
            </a:r>
          </a:p>
        </p:txBody>
      </p:sp>
      <p:grpSp>
        <p:nvGrpSpPr>
          <p:cNvPr id="748" name="组合 748"/>
          <p:cNvGrpSpPr>
            <a:grpSpLocks/>
          </p:cNvGrpSpPr>
          <p:nvPr/>
        </p:nvGrpSpPr>
        <p:grpSpPr bwMode="auto">
          <a:xfrm>
            <a:off x="8748161" y="5480565"/>
            <a:ext cx="1500437" cy="828755"/>
            <a:chOff x="-2173" y="315"/>
            <a:chExt cx="9769" cy="5133"/>
          </a:xfrm>
        </p:grpSpPr>
        <p:grpSp>
          <p:nvGrpSpPr>
            <p:cNvPr id="747" name="组合 747"/>
            <p:cNvGrpSpPr>
              <a:grpSpLocks/>
            </p:cNvGrpSpPr>
            <p:nvPr/>
          </p:nvGrpSpPr>
          <p:grpSpPr bwMode="auto">
            <a:xfrm>
              <a:off x="1779" y="507"/>
              <a:ext cx="5817" cy="4941"/>
              <a:chOff x="-1713" y="285"/>
              <a:chExt cx="5816" cy="4941"/>
            </a:xfrm>
          </p:grpSpPr>
          <p:grpSp>
            <p:nvGrpSpPr>
              <p:cNvPr id="1031" name="组合 1031"/>
              <p:cNvGrpSpPr>
                <a:grpSpLocks/>
              </p:cNvGrpSpPr>
              <p:nvPr/>
            </p:nvGrpSpPr>
            <p:grpSpPr bwMode="auto">
              <a:xfrm>
                <a:off x="668" y="285"/>
                <a:ext cx="3435" cy="4941"/>
                <a:chOff x="-171236" y="28575"/>
                <a:chExt cx="343621" cy="494030"/>
              </a:xfrm>
            </p:grpSpPr>
            <p:grpSp>
              <p:nvGrpSpPr>
                <p:cNvPr id="1029" name="组合 1029"/>
                <p:cNvGrpSpPr>
                  <a:grpSpLocks/>
                </p:cNvGrpSpPr>
                <p:nvPr/>
              </p:nvGrpSpPr>
              <p:grpSpPr bwMode="auto">
                <a:xfrm>
                  <a:off x="-171236" y="28575"/>
                  <a:ext cx="343621" cy="494030"/>
                  <a:chOff x="-171236" y="0"/>
                  <a:chExt cx="343621" cy="494030"/>
                </a:xfrm>
              </p:grpSpPr>
              <p:sp>
                <p:nvSpPr>
                  <p:cNvPr id="1027" name="Rectangle 691"/>
                  <p:cNvSpPr>
                    <a:spLocks noChangeArrowheads="1"/>
                  </p:cNvSpPr>
                  <p:nvPr/>
                </p:nvSpPr>
                <p:spPr bwMode="auto">
                  <a:xfrm>
                    <a:off x="-171236" y="0"/>
                    <a:ext cx="343621" cy="19812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7030A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latin typeface="+mn-lt"/>
                    </a:endParaRPr>
                  </a:p>
                </p:txBody>
              </p:sp>
              <p:sp>
                <p:nvSpPr>
                  <p:cNvPr id="1028" name="Text Box 692"/>
                  <p:cNvSpPr txBox="1">
                    <a:spLocks noChangeArrowheads="1"/>
                  </p:cNvSpPr>
                  <p:nvPr/>
                </p:nvSpPr>
                <p:spPr bwMode="auto">
                  <a:xfrm>
                    <a:off x="-171203" y="196850"/>
                    <a:ext cx="343580" cy="297180"/>
                  </a:xfrm>
                  <a:prstGeom prst="rect">
                    <a:avLst/>
                  </a:prstGeom>
                  <a:gradFill flip="none" rotWithShape="1">
                    <a:gsLst>
                      <a:gs pos="0">
                        <a:srgbClr val="CFCFD1"/>
                      </a:gs>
                      <a:gs pos="100000">
                        <a:schemeClr val="bg1">
                          <a:lumMod val="95000"/>
                        </a:schemeClr>
                      </a:gs>
                    </a:gsLst>
                    <a:lin ang="16200000" scaled="1"/>
                    <a:tileRect/>
                  </a:gradFill>
                  <a:ln w="22225">
                    <a:solidFill>
                      <a:srgbClr val="7030A0"/>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a:latin typeface="+mn-lt"/>
                        <a:cs typeface="宋体" pitchFamily="2" charset="-122"/>
                      </a:rPr>
                      <a:t>8</a:t>
                    </a:r>
                    <a:endParaRPr kumimoji="0" lang="zh-CN" altLang="zh-CN" sz="1600" b="1">
                      <a:latin typeface="+mn-lt"/>
                      <a:cs typeface="宋体" pitchFamily="2" charset="-122"/>
                    </a:endParaRPr>
                  </a:p>
                </p:txBody>
              </p:sp>
            </p:grpSp>
            <p:sp>
              <p:nvSpPr>
                <p:cNvPr id="1030" name="Text Box 744"/>
                <p:cNvSpPr txBox="1">
                  <a:spLocks noChangeArrowheads="1"/>
                </p:cNvSpPr>
                <p:nvPr/>
              </p:nvSpPr>
              <p:spPr bwMode="auto">
                <a:xfrm>
                  <a:off x="-118204" y="30117"/>
                  <a:ext cx="210343" cy="1905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latin typeface="+mn-lt"/>
                      <a:cs typeface="宋体" pitchFamily="2" charset="-122"/>
                    </a:rPr>
                    <a:t>^</a:t>
                  </a:r>
                  <a:endParaRPr kumimoji="0" lang="zh-CN" altLang="zh-CN" sz="2000" b="1" dirty="0">
                    <a:latin typeface="+mn-lt"/>
                    <a:cs typeface="宋体" pitchFamily="2" charset="-122"/>
                  </a:endParaRPr>
                </a:p>
              </p:txBody>
            </p:sp>
          </p:grpSp>
          <p:sp>
            <p:nvSpPr>
              <p:cNvPr id="1032" name="Line 686"/>
              <p:cNvSpPr>
                <a:spLocks noChangeShapeType="1"/>
              </p:cNvSpPr>
              <p:nvPr/>
            </p:nvSpPr>
            <p:spPr bwMode="auto">
              <a:xfrm>
                <a:off x="-1713" y="1301"/>
                <a:ext cx="2286" cy="0"/>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latin typeface="+mn-lt"/>
                </a:endParaRPr>
              </a:p>
            </p:txBody>
          </p:sp>
        </p:grpSp>
        <p:sp>
          <p:nvSpPr>
            <p:cNvPr id="1033" name="Text Box 687"/>
            <p:cNvSpPr txBox="1">
              <a:spLocks noChangeArrowheads="1"/>
            </p:cNvSpPr>
            <p:nvPr/>
          </p:nvSpPr>
          <p:spPr bwMode="auto">
            <a:xfrm>
              <a:off x="-2173" y="315"/>
              <a:ext cx="5000" cy="19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solidFill>
                    <a:srgbClr val="7030A0"/>
                  </a:solidFill>
                  <a:latin typeface="+mn-lt"/>
                  <a:cs typeface="宋体" pitchFamily="2" charset="-122"/>
                </a:rPr>
                <a:t>pnew</a:t>
              </a:r>
              <a:endParaRPr kumimoji="0" lang="zh-CN" altLang="zh-CN" sz="1600" b="1" dirty="0">
                <a:solidFill>
                  <a:srgbClr val="7030A0"/>
                </a:solidFill>
                <a:latin typeface="+mn-lt"/>
                <a:cs typeface="宋体" pitchFamily="2" charset="-122"/>
              </a:endParaRPr>
            </a:p>
          </p:txBody>
        </p:sp>
      </p:grpSp>
      <p:grpSp>
        <p:nvGrpSpPr>
          <p:cNvPr id="127" name="组合 126"/>
          <p:cNvGrpSpPr/>
          <p:nvPr/>
        </p:nvGrpSpPr>
        <p:grpSpPr>
          <a:xfrm>
            <a:off x="6600056" y="4473023"/>
            <a:ext cx="4453130" cy="869214"/>
            <a:chOff x="4392369" y="3927938"/>
            <a:chExt cx="4453130" cy="869214"/>
          </a:xfrm>
        </p:grpSpPr>
        <p:sp>
          <p:nvSpPr>
            <p:cNvPr id="733" name="Text Box 687"/>
            <p:cNvSpPr txBox="1">
              <a:spLocks noChangeArrowheads="1"/>
            </p:cNvSpPr>
            <p:nvPr/>
          </p:nvSpPr>
          <p:spPr bwMode="auto">
            <a:xfrm>
              <a:off x="4392369" y="3927938"/>
              <a:ext cx="718787" cy="2972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2060"/>
                  </a:solidFill>
                  <a:latin typeface="+mn-lt"/>
                  <a:cs typeface="宋体" pitchFamily="2" charset="-122"/>
                </a:rPr>
                <a:t>head</a:t>
              </a:r>
              <a:endParaRPr kumimoji="0" lang="zh-CN" altLang="zh-CN" sz="1600" b="1" dirty="0">
                <a:solidFill>
                  <a:srgbClr val="002060"/>
                </a:solidFill>
                <a:latin typeface="+mn-lt"/>
                <a:cs typeface="宋体" pitchFamily="2" charset="-122"/>
              </a:endParaRPr>
            </a:p>
          </p:txBody>
        </p:sp>
        <p:grpSp>
          <p:nvGrpSpPr>
            <p:cNvPr id="736" name="Group 680"/>
            <p:cNvGrpSpPr>
              <a:grpSpLocks/>
            </p:cNvGrpSpPr>
            <p:nvPr/>
          </p:nvGrpSpPr>
          <p:grpSpPr bwMode="auto">
            <a:xfrm>
              <a:off x="6588224" y="3997564"/>
              <a:ext cx="529581" cy="799588"/>
              <a:chOff x="3228" y="10800"/>
              <a:chExt cx="543" cy="780"/>
            </a:xfrm>
          </p:grpSpPr>
          <p:sp>
            <p:nvSpPr>
              <p:cNvPr id="737" name="Rectangle 681"/>
              <p:cNvSpPr>
                <a:spLocks noChangeArrowheads="1"/>
              </p:cNvSpPr>
              <p:nvPr/>
            </p:nvSpPr>
            <p:spPr bwMode="auto">
              <a:xfrm>
                <a:off x="3228" y="10800"/>
                <a:ext cx="541" cy="31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7030A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latin typeface="+mn-lt"/>
                </a:endParaRPr>
              </a:p>
            </p:txBody>
          </p:sp>
          <p:sp>
            <p:nvSpPr>
              <p:cNvPr id="738" name="Text Box 682"/>
              <p:cNvSpPr txBox="1">
                <a:spLocks noChangeArrowheads="1"/>
              </p:cNvSpPr>
              <p:nvPr/>
            </p:nvSpPr>
            <p:spPr bwMode="auto">
              <a:xfrm>
                <a:off x="3228" y="11112"/>
                <a:ext cx="543" cy="468"/>
              </a:xfrm>
              <a:prstGeom prst="rect">
                <a:avLst/>
              </a:prstGeom>
              <a:gradFill flip="none" rotWithShape="1">
                <a:gsLst>
                  <a:gs pos="0">
                    <a:srgbClr val="CFCFD1"/>
                  </a:gs>
                  <a:gs pos="100000">
                    <a:schemeClr val="bg1">
                      <a:lumMod val="95000"/>
                    </a:schemeClr>
                  </a:gs>
                </a:gsLst>
                <a:lin ang="16200000" scaled="1"/>
                <a:tileRect/>
              </a:gradFill>
              <a:ln w="22225">
                <a:solidFill>
                  <a:srgbClr val="7030A0"/>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dirty="0">
                    <a:latin typeface="+mn-lt"/>
                    <a:cs typeface="宋体" pitchFamily="2" charset="-122"/>
                  </a:rPr>
                  <a:t>9</a:t>
                </a:r>
                <a:endParaRPr kumimoji="0" lang="zh-CN" altLang="zh-CN" sz="1600" b="1" dirty="0">
                  <a:latin typeface="+mn-lt"/>
                  <a:cs typeface="宋体" pitchFamily="2" charset="-122"/>
                </a:endParaRPr>
              </a:p>
            </p:txBody>
          </p:sp>
        </p:grpSp>
        <p:grpSp>
          <p:nvGrpSpPr>
            <p:cNvPr id="739" name="Group 683"/>
            <p:cNvGrpSpPr>
              <a:grpSpLocks/>
            </p:cNvGrpSpPr>
            <p:nvPr/>
          </p:nvGrpSpPr>
          <p:grpSpPr bwMode="auto">
            <a:xfrm>
              <a:off x="5436096" y="3997564"/>
              <a:ext cx="531532" cy="799588"/>
              <a:chOff x="2954" y="10800"/>
              <a:chExt cx="545" cy="780"/>
            </a:xfrm>
          </p:grpSpPr>
          <p:sp>
            <p:nvSpPr>
              <p:cNvPr id="740" name="Rectangle 684"/>
              <p:cNvSpPr>
                <a:spLocks noChangeArrowheads="1"/>
              </p:cNvSpPr>
              <p:nvPr/>
            </p:nvSpPr>
            <p:spPr bwMode="auto">
              <a:xfrm>
                <a:off x="2954" y="10800"/>
                <a:ext cx="541" cy="31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7030A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latin typeface="+mn-lt"/>
                </a:endParaRPr>
              </a:p>
            </p:txBody>
          </p:sp>
          <p:sp>
            <p:nvSpPr>
              <p:cNvPr id="741" name="Text Box 685"/>
              <p:cNvSpPr txBox="1">
                <a:spLocks noChangeArrowheads="1"/>
              </p:cNvSpPr>
              <p:nvPr/>
            </p:nvSpPr>
            <p:spPr bwMode="auto">
              <a:xfrm>
                <a:off x="2956" y="11112"/>
                <a:ext cx="543" cy="468"/>
              </a:xfrm>
              <a:prstGeom prst="rect">
                <a:avLst/>
              </a:prstGeom>
              <a:blipFill>
                <a:blip r:embed="rId5" cstate="print"/>
                <a:tile tx="0" ty="0" sx="100000" sy="100000" flip="none" algn="tl"/>
              </a:blipFill>
              <a:ln w="22225">
                <a:solidFill>
                  <a:srgbClr val="7030A0"/>
                </a:solidFill>
                <a:miter lim="800000"/>
                <a:headEnd/>
                <a:tailEnd/>
              </a:ln>
            </p:spPr>
            <p:txBody>
              <a:bodyPr vert="horz" wrap="square" lIns="91440" tIns="45720" rIns="91440" bIns="45720" numCol="1" anchor="t" anchorCtr="0" compatLnSpc="1">
                <a:prstTxWarp prst="textNoShape">
                  <a:avLst/>
                </a:prstTxWarp>
              </a:bodyPr>
              <a:lstStyle/>
              <a:p>
                <a:endParaRPr kumimoji="0" lang="zh-CN" altLang="zh-CN" sz="1600" b="1">
                  <a:latin typeface="+mn-lt"/>
                  <a:cs typeface="宋体" pitchFamily="2" charset="-122"/>
                </a:endParaRPr>
              </a:p>
            </p:txBody>
          </p:sp>
        </p:grpSp>
        <p:sp>
          <p:nvSpPr>
            <p:cNvPr id="742" name="Line 686"/>
            <p:cNvSpPr>
              <a:spLocks noChangeShapeType="1"/>
            </p:cNvSpPr>
            <p:nvPr/>
          </p:nvSpPr>
          <p:spPr bwMode="auto">
            <a:xfrm>
              <a:off x="4929419" y="4110109"/>
              <a:ext cx="504000" cy="0"/>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dirty="0">
                <a:latin typeface="+mn-lt"/>
              </a:endParaRPr>
            </a:p>
          </p:txBody>
        </p:sp>
        <p:sp>
          <p:nvSpPr>
            <p:cNvPr id="743" name="Line 688"/>
            <p:cNvSpPr>
              <a:spLocks noChangeShapeType="1"/>
            </p:cNvSpPr>
            <p:nvPr/>
          </p:nvSpPr>
          <p:spPr bwMode="auto">
            <a:xfrm>
              <a:off x="5652405" y="4121385"/>
              <a:ext cx="935301" cy="0"/>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latin typeface="+mn-lt"/>
              </a:endParaRPr>
            </a:p>
          </p:txBody>
        </p:sp>
        <p:grpSp>
          <p:nvGrpSpPr>
            <p:cNvPr id="744" name="Group 690"/>
            <p:cNvGrpSpPr>
              <a:grpSpLocks/>
            </p:cNvGrpSpPr>
            <p:nvPr/>
          </p:nvGrpSpPr>
          <p:grpSpPr bwMode="auto">
            <a:xfrm>
              <a:off x="8317868" y="3991413"/>
              <a:ext cx="527631" cy="802664"/>
              <a:chOff x="4080" y="10800"/>
              <a:chExt cx="541" cy="783"/>
            </a:xfrm>
          </p:grpSpPr>
          <p:sp>
            <p:nvSpPr>
              <p:cNvPr id="745" name="Rectangle 691"/>
              <p:cNvSpPr>
                <a:spLocks noChangeArrowheads="1"/>
              </p:cNvSpPr>
              <p:nvPr/>
            </p:nvSpPr>
            <p:spPr bwMode="auto">
              <a:xfrm>
                <a:off x="4080" y="10800"/>
                <a:ext cx="541" cy="31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7030A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latin typeface="+mn-lt"/>
                </a:endParaRPr>
              </a:p>
            </p:txBody>
          </p:sp>
          <p:sp>
            <p:nvSpPr>
              <p:cNvPr id="746" name="Text Box 692"/>
              <p:cNvSpPr txBox="1">
                <a:spLocks noChangeArrowheads="1"/>
              </p:cNvSpPr>
              <p:nvPr/>
            </p:nvSpPr>
            <p:spPr bwMode="auto">
              <a:xfrm>
                <a:off x="4080" y="11115"/>
                <a:ext cx="541" cy="468"/>
              </a:xfrm>
              <a:prstGeom prst="rect">
                <a:avLst/>
              </a:prstGeom>
              <a:gradFill flip="none" rotWithShape="1">
                <a:gsLst>
                  <a:gs pos="0">
                    <a:srgbClr val="CFCFD1"/>
                  </a:gs>
                  <a:gs pos="100000">
                    <a:schemeClr val="bg1">
                      <a:lumMod val="95000"/>
                    </a:schemeClr>
                  </a:gs>
                </a:gsLst>
                <a:lin ang="16200000" scaled="1"/>
                <a:tileRect/>
              </a:gradFill>
              <a:ln w="22225">
                <a:solidFill>
                  <a:srgbClr val="7030A0"/>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dirty="0">
                    <a:latin typeface="+mn-lt"/>
                    <a:cs typeface="宋体" pitchFamily="2" charset="-122"/>
                  </a:rPr>
                  <a:t>6</a:t>
                </a:r>
                <a:endParaRPr kumimoji="0" lang="zh-CN" altLang="zh-CN" sz="1600" b="1" dirty="0">
                  <a:latin typeface="+mn-lt"/>
                  <a:cs typeface="宋体" pitchFamily="2" charset="-122"/>
                </a:endParaRPr>
              </a:p>
            </p:txBody>
          </p:sp>
        </p:grpSp>
        <p:sp>
          <p:nvSpPr>
            <p:cNvPr id="749" name="Line 742"/>
            <p:cNvSpPr>
              <a:spLocks noChangeShapeType="1"/>
            </p:cNvSpPr>
            <p:nvPr/>
          </p:nvSpPr>
          <p:spPr bwMode="auto">
            <a:xfrm>
              <a:off x="6852328" y="4130611"/>
              <a:ext cx="1449278" cy="0"/>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latin typeface="+mn-lt"/>
              </a:endParaRPr>
            </a:p>
          </p:txBody>
        </p:sp>
      </p:grpSp>
      <p:grpSp>
        <p:nvGrpSpPr>
          <p:cNvPr id="126" name="组合 125"/>
          <p:cNvGrpSpPr/>
          <p:nvPr/>
        </p:nvGrpSpPr>
        <p:grpSpPr>
          <a:xfrm>
            <a:off x="8279824" y="4790289"/>
            <a:ext cx="492923" cy="407933"/>
            <a:chOff x="5508104" y="5157192"/>
            <a:chExt cx="492923" cy="407933"/>
          </a:xfrm>
        </p:grpSpPr>
        <p:sp>
          <p:nvSpPr>
            <p:cNvPr id="1026" name="Line 743"/>
            <p:cNvSpPr>
              <a:spLocks noChangeShapeType="1"/>
            </p:cNvSpPr>
            <p:nvPr/>
          </p:nvSpPr>
          <p:spPr bwMode="auto">
            <a:xfrm flipV="1">
              <a:off x="5724128" y="5157192"/>
              <a:ext cx="276899" cy="189513"/>
            </a:xfrm>
            <a:prstGeom prst="line">
              <a:avLst/>
            </a:prstGeom>
            <a:noFill/>
            <a:ln w="25400">
              <a:solidFill>
                <a:schemeClr val="accent1">
                  <a:lumMod val="50000"/>
                </a:schemeClr>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solidFill>
                  <a:schemeClr val="accent1">
                    <a:lumMod val="50000"/>
                  </a:schemeClr>
                </a:solidFill>
                <a:latin typeface="+mn-lt"/>
              </a:endParaRPr>
            </a:p>
          </p:txBody>
        </p:sp>
        <p:sp>
          <p:nvSpPr>
            <p:cNvPr id="1025" name="Text Box 744"/>
            <p:cNvSpPr txBox="1">
              <a:spLocks noChangeArrowheads="1"/>
            </p:cNvSpPr>
            <p:nvPr/>
          </p:nvSpPr>
          <p:spPr bwMode="auto">
            <a:xfrm>
              <a:off x="5508104" y="5229200"/>
              <a:ext cx="358294" cy="3359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cs typeface="宋体" pitchFamily="2" charset="-122"/>
                </a:rPr>
                <a:t>p</a:t>
              </a:r>
              <a:endParaRPr kumimoji="0" lang="zh-CN" altLang="zh-CN" sz="1600" b="1" dirty="0">
                <a:solidFill>
                  <a:schemeClr val="accent1">
                    <a:lumMod val="50000"/>
                  </a:schemeClr>
                </a:solidFill>
                <a:latin typeface="+mn-lt"/>
                <a:cs typeface="宋体" pitchFamily="2" charset="-122"/>
              </a:endParaRPr>
            </a:p>
          </p:txBody>
        </p:sp>
      </p:grpSp>
      <p:sp>
        <p:nvSpPr>
          <p:cNvPr id="753" name="Text Box 744"/>
          <p:cNvSpPr txBox="1">
            <a:spLocks noChangeArrowheads="1"/>
          </p:cNvSpPr>
          <p:nvPr/>
        </p:nvSpPr>
        <p:spPr bwMode="auto">
          <a:xfrm>
            <a:off x="10620104" y="4520967"/>
            <a:ext cx="330804" cy="2913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latin typeface="+mn-lt"/>
                <a:cs typeface="宋体" pitchFamily="2" charset="-122"/>
              </a:rPr>
              <a:t>^</a:t>
            </a:r>
            <a:endParaRPr kumimoji="0" lang="zh-CN" altLang="zh-CN" sz="2000" b="1" dirty="0">
              <a:latin typeface="+mn-lt"/>
              <a:cs typeface="宋体" pitchFamily="2" charset="-122"/>
            </a:endParaRPr>
          </a:p>
        </p:txBody>
      </p:sp>
      <p:sp>
        <p:nvSpPr>
          <p:cNvPr id="123" name="Rectangle 10" descr="信纸"/>
          <p:cNvSpPr>
            <a:spLocks noChangeArrowheads="1"/>
          </p:cNvSpPr>
          <p:nvPr/>
        </p:nvSpPr>
        <p:spPr bwMode="auto">
          <a:xfrm>
            <a:off x="1034039" y="4221296"/>
            <a:ext cx="5185055" cy="2585323"/>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err="1">
                <a:ea typeface="楷体_GB2312" pitchFamily="49" charset="-122"/>
              </a:rPr>
              <a:t>pf</a:t>
            </a:r>
            <a:r>
              <a:rPr lang="en-US" altLang="zh-CN" sz="1800" b="1" dirty="0">
                <a:ea typeface="楷体_GB2312" pitchFamily="49" charset="-122"/>
              </a:rPr>
              <a:t> = head;</a:t>
            </a:r>
            <a:endParaRPr lang="zh-CN" altLang="en-US" sz="1800" b="1" dirty="0">
              <a:ea typeface="楷体_GB2312" pitchFamily="49" charset="-122"/>
            </a:endParaRPr>
          </a:p>
          <a:p>
            <a:pPr marL="457200" indent="-457200">
              <a:tabLst>
                <a:tab pos="914400" algn="l"/>
              </a:tabLst>
            </a:pPr>
            <a:r>
              <a:rPr lang="en-US" altLang="zh-CN" sz="1800" b="1" dirty="0">
                <a:ea typeface="楷体_GB2312" pitchFamily="49" charset="-122"/>
              </a:rPr>
              <a:t>p = head-&gt;next; </a:t>
            </a:r>
            <a:endParaRPr lang="zh-CN" altLang="en-US" sz="1800" b="1" dirty="0">
              <a:ea typeface="楷体_GB2312" pitchFamily="49" charset="-122"/>
            </a:endParaRPr>
          </a:p>
          <a:p>
            <a:pPr marL="457200" indent="-457200">
              <a:tabLst>
                <a:tab pos="914400" algn="l"/>
              </a:tabLst>
            </a:pPr>
            <a:r>
              <a:rPr lang="en-US" altLang="zh-CN" sz="1800" b="1" dirty="0">
                <a:ea typeface="楷体_GB2312" pitchFamily="49" charset="-122"/>
              </a:rPr>
              <a:t>while(p != NULL &amp;&amp; p-&gt;data &gt; 8)</a:t>
            </a:r>
          </a:p>
          <a:p>
            <a:pPr marL="457200" indent="-457200">
              <a:tabLst>
                <a:tab pos="914400" algn="l"/>
              </a:tabLst>
            </a:pPr>
            <a:r>
              <a:rPr lang="en-US" altLang="zh-CN" sz="1800" b="1" dirty="0">
                <a:ea typeface="楷体_GB2312" pitchFamily="49" charset="-122"/>
              </a:rPr>
              <a:t>{</a:t>
            </a:r>
          </a:p>
          <a:p>
            <a:pPr marL="457200" indent="-457200">
              <a:tabLst>
                <a:tab pos="914400" algn="l"/>
              </a:tabLst>
            </a:pPr>
            <a:r>
              <a:rPr lang="en-US" altLang="zh-CN" sz="1800" b="1" dirty="0">
                <a:solidFill>
                  <a:srgbClr val="002060"/>
                </a:solidFill>
                <a:ea typeface="楷体_GB2312" pitchFamily="49" charset="-122"/>
              </a:rPr>
              <a:t>  </a:t>
            </a:r>
            <a:r>
              <a:rPr lang="en-US" altLang="zh-CN" sz="1800" b="1" dirty="0" err="1">
                <a:solidFill>
                  <a:srgbClr val="002060"/>
                </a:solidFill>
                <a:ea typeface="楷体_GB2312" pitchFamily="49" charset="-122"/>
              </a:rPr>
              <a:t>pf</a:t>
            </a:r>
            <a:r>
              <a:rPr lang="en-US" altLang="zh-CN" sz="1800" b="1" dirty="0">
                <a:solidFill>
                  <a:srgbClr val="002060"/>
                </a:solidFill>
                <a:ea typeface="楷体_GB2312" pitchFamily="49" charset="-122"/>
              </a:rPr>
              <a:t> = p; </a:t>
            </a:r>
          </a:p>
          <a:p>
            <a:pPr marL="457200" indent="-457200">
              <a:tabLst>
                <a:tab pos="914400" algn="l"/>
              </a:tabLst>
            </a:pPr>
            <a:r>
              <a:rPr lang="en-US" altLang="zh-CN" sz="1800" b="1" dirty="0">
                <a:solidFill>
                  <a:srgbClr val="002060"/>
                </a:solidFill>
                <a:ea typeface="楷体_GB2312" pitchFamily="49" charset="-122"/>
              </a:rPr>
              <a:t>  p = p-&gt;next;</a:t>
            </a:r>
          </a:p>
          <a:p>
            <a:pPr marL="457200" indent="-457200">
              <a:tabLst>
                <a:tab pos="914400" algn="l"/>
              </a:tabLst>
            </a:pPr>
            <a:r>
              <a:rPr lang="en-US" altLang="zh-CN" sz="1800" b="1" dirty="0">
                <a:ea typeface="楷体_GB2312" pitchFamily="49" charset="-122"/>
              </a:rPr>
              <a:t>}</a:t>
            </a:r>
          </a:p>
          <a:p>
            <a:pPr marL="457200" indent="-457200">
              <a:tabLst>
                <a:tab pos="914400" algn="l"/>
              </a:tabLst>
            </a:pPr>
            <a:r>
              <a:rPr lang="en-US" altLang="zh-CN" sz="1800" b="1" dirty="0" err="1">
                <a:solidFill>
                  <a:srgbClr val="C00000"/>
                </a:solidFill>
                <a:ea typeface="楷体_GB2312" pitchFamily="49" charset="-122"/>
              </a:rPr>
              <a:t>pnew</a:t>
            </a:r>
            <a:r>
              <a:rPr lang="en-US" altLang="zh-CN" sz="1800" b="1" dirty="0">
                <a:solidFill>
                  <a:srgbClr val="C00000"/>
                </a:solidFill>
                <a:ea typeface="楷体_GB2312" pitchFamily="49" charset="-122"/>
              </a:rPr>
              <a:t>-&gt;next = p;</a:t>
            </a:r>
          </a:p>
          <a:p>
            <a:pPr marL="457200" indent="-457200">
              <a:tabLst>
                <a:tab pos="914400" algn="l"/>
              </a:tabLst>
            </a:pPr>
            <a:r>
              <a:rPr lang="en-US" altLang="zh-CN" sz="1800" b="1" dirty="0" err="1">
                <a:solidFill>
                  <a:srgbClr val="C00000"/>
                </a:solidFill>
                <a:ea typeface="楷体_GB2312" pitchFamily="49" charset="-122"/>
              </a:rPr>
              <a:t>pf</a:t>
            </a:r>
            <a:r>
              <a:rPr lang="en-US" altLang="zh-CN" sz="1800" b="1" dirty="0">
                <a:solidFill>
                  <a:srgbClr val="C00000"/>
                </a:solidFill>
                <a:ea typeface="楷体_GB2312" pitchFamily="49" charset="-122"/>
              </a:rPr>
              <a:t>-&gt;next = </a:t>
            </a:r>
            <a:r>
              <a:rPr lang="en-US" altLang="zh-CN" sz="1800" b="1" dirty="0" err="1">
                <a:solidFill>
                  <a:srgbClr val="C00000"/>
                </a:solidFill>
                <a:ea typeface="楷体_GB2312" pitchFamily="49" charset="-122"/>
              </a:rPr>
              <a:t>pnew</a:t>
            </a:r>
            <a:r>
              <a:rPr lang="en-US" altLang="zh-CN" sz="1800" b="1" dirty="0">
                <a:solidFill>
                  <a:srgbClr val="C00000"/>
                </a:solidFill>
                <a:ea typeface="楷体_GB2312" pitchFamily="49" charset="-122"/>
              </a:rPr>
              <a:t>;</a:t>
            </a:r>
          </a:p>
        </p:txBody>
      </p:sp>
      <p:grpSp>
        <p:nvGrpSpPr>
          <p:cNvPr id="128" name="组合 127"/>
          <p:cNvGrpSpPr/>
          <p:nvPr/>
        </p:nvGrpSpPr>
        <p:grpSpPr>
          <a:xfrm>
            <a:off x="8196080" y="4124832"/>
            <a:ext cx="588096" cy="388647"/>
            <a:chOff x="4790254" y="3858019"/>
            <a:chExt cx="588096" cy="388647"/>
          </a:xfrm>
        </p:grpSpPr>
        <p:sp>
          <p:nvSpPr>
            <p:cNvPr id="129" name="Line 743"/>
            <p:cNvSpPr>
              <a:spLocks noChangeShapeType="1"/>
            </p:cNvSpPr>
            <p:nvPr/>
          </p:nvSpPr>
          <p:spPr bwMode="auto">
            <a:xfrm>
              <a:off x="5090318" y="4062195"/>
              <a:ext cx="288032" cy="184471"/>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latin typeface="+mn-lt"/>
              </a:endParaRPr>
            </a:p>
          </p:txBody>
        </p:sp>
        <p:sp>
          <p:nvSpPr>
            <p:cNvPr id="130" name="Text Box 744"/>
            <p:cNvSpPr txBox="1">
              <a:spLocks noChangeArrowheads="1"/>
            </p:cNvSpPr>
            <p:nvPr/>
          </p:nvSpPr>
          <p:spPr bwMode="auto">
            <a:xfrm>
              <a:off x="4790254" y="3858019"/>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solidFill>
                    <a:srgbClr val="CC0000"/>
                  </a:solidFill>
                  <a:latin typeface="+mn-lt"/>
                  <a:cs typeface="宋体" pitchFamily="2" charset="-122"/>
                </a:rPr>
                <a:t>pf</a:t>
              </a:r>
              <a:endParaRPr kumimoji="0" lang="zh-CN" altLang="zh-CN" sz="1600" b="1" dirty="0">
                <a:solidFill>
                  <a:srgbClr val="CC0000"/>
                </a:solidFill>
                <a:latin typeface="+mn-lt"/>
                <a:cs typeface="宋体" pitchFamily="2" charset="-122"/>
              </a:endParaRPr>
            </a:p>
          </p:txBody>
        </p:sp>
      </p:grpSp>
      <p:grpSp>
        <p:nvGrpSpPr>
          <p:cNvPr id="131" name="组合 130"/>
          <p:cNvGrpSpPr/>
          <p:nvPr/>
        </p:nvGrpSpPr>
        <p:grpSpPr>
          <a:xfrm>
            <a:off x="7067648" y="4125200"/>
            <a:ext cx="588096" cy="388647"/>
            <a:chOff x="4790254" y="3858019"/>
            <a:chExt cx="588096" cy="388647"/>
          </a:xfrm>
        </p:grpSpPr>
        <p:sp>
          <p:nvSpPr>
            <p:cNvPr id="132" name="Line 743"/>
            <p:cNvSpPr>
              <a:spLocks noChangeShapeType="1"/>
            </p:cNvSpPr>
            <p:nvPr/>
          </p:nvSpPr>
          <p:spPr bwMode="auto">
            <a:xfrm>
              <a:off x="5090318" y="4062195"/>
              <a:ext cx="288032" cy="184471"/>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latin typeface="+mn-lt"/>
              </a:endParaRPr>
            </a:p>
          </p:txBody>
        </p:sp>
        <p:sp>
          <p:nvSpPr>
            <p:cNvPr id="133" name="Text Box 744"/>
            <p:cNvSpPr txBox="1">
              <a:spLocks noChangeArrowheads="1"/>
            </p:cNvSpPr>
            <p:nvPr/>
          </p:nvSpPr>
          <p:spPr bwMode="auto">
            <a:xfrm>
              <a:off x="4790254" y="3858019"/>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solidFill>
                    <a:srgbClr val="CC0000"/>
                  </a:solidFill>
                  <a:latin typeface="+mn-lt"/>
                  <a:cs typeface="宋体" pitchFamily="2" charset="-122"/>
                </a:rPr>
                <a:t>pf</a:t>
              </a:r>
              <a:endParaRPr kumimoji="0" lang="zh-CN" altLang="zh-CN" sz="1600" b="1" dirty="0">
                <a:solidFill>
                  <a:srgbClr val="CC0000"/>
                </a:solidFill>
                <a:latin typeface="+mn-lt"/>
                <a:cs typeface="宋体" pitchFamily="2" charset="-122"/>
              </a:endParaRPr>
            </a:p>
          </p:txBody>
        </p:sp>
      </p:grpSp>
      <p:sp>
        <p:nvSpPr>
          <p:cNvPr id="134" name="矩形 133"/>
          <p:cNvSpPr/>
          <p:nvPr/>
        </p:nvSpPr>
        <p:spPr bwMode="auto">
          <a:xfrm>
            <a:off x="7079864" y="4053008"/>
            <a:ext cx="576064" cy="504056"/>
          </a:xfrm>
          <a:prstGeom prst="rect">
            <a:avLst/>
          </a:prstGeom>
          <a:blipFill>
            <a:blip r:embed="rId6"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35" name="矩形 134"/>
          <p:cNvSpPr/>
          <p:nvPr/>
        </p:nvSpPr>
        <p:spPr bwMode="auto">
          <a:xfrm>
            <a:off x="8340096" y="4797152"/>
            <a:ext cx="432048" cy="504056"/>
          </a:xfrm>
          <a:prstGeom prst="rect">
            <a:avLst/>
          </a:prstGeom>
          <a:blipFill>
            <a:blip r:embed="rId6"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grpSp>
        <p:nvGrpSpPr>
          <p:cNvPr id="136" name="组合 135"/>
          <p:cNvGrpSpPr/>
          <p:nvPr/>
        </p:nvGrpSpPr>
        <p:grpSpPr>
          <a:xfrm>
            <a:off x="10019262" y="4845096"/>
            <a:ext cx="492923" cy="407933"/>
            <a:chOff x="5508104" y="5157192"/>
            <a:chExt cx="492923" cy="407933"/>
          </a:xfrm>
        </p:grpSpPr>
        <p:sp>
          <p:nvSpPr>
            <p:cNvPr id="137" name="Line 743"/>
            <p:cNvSpPr>
              <a:spLocks noChangeShapeType="1"/>
            </p:cNvSpPr>
            <p:nvPr/>
          </p:nvSpPr>
          <p:spPr bwMode="auto">
            <a:xfrm flipV="1">
              <a:off x="5724128" y="5157192"/>
              <a:ext cx="276899" cy="189513"/>
            </a:xfrm>
            <a:prstGeom prst="line">
              <a:avLst/>
            </a:prstGeom>
            <a:noFill/>
            <a:ln w="25400">
              <a:solidFill>
                <a:schemeClr val="accent1">
                  <a:lumMod val="50000"/>
                </a:schemeClr>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solidFill>
                  <a:schemeClr val="accent1">
                    <a:lumMod val="50000"/>
                  </a:schemeClr>
                </a:solidFill>
                <a:latin typeface="+mn-lt"/>
              </a:endParaRPr>
            </a:p>
          </p:txBody>
        </p:sp>
        <p:sp>
          <p:nvSpPr>
            <p:cNvPr id="138" name="Text Box 744"/>
            <p:cNvSpPr txBox="1">
              <a:spLocks noChangeArrowheads="1"/>
            </p:cNvSpPr>
            <p:nvPr/>
          </p:nvSpPr>
          <p:spPr bwMode="auto">
            <a:xfrm>
              <a:off x="5508104" y="5229200"/>
              <a:ext cx="358294" cy="3359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cs typeface="宋体" pitchFamily="2" charset="-122"/>
                </a:rPr>
                <a:t>p</a:t>
              </a:r>
              <a:endParaRPr kumimoji="0" lang="zh-CN" altLang="zh-CN" sz="1600" b="1" dirty="0">
                <a:solidFill>
                  <a:schemeClr val="accent1">
                    <a:lumMod val="50000"/>
                  </a:schemeClr>
                </a:solidFill>
                <a:latin typeface="+mn-lt"/>
                <a:cs typeface="宋体" pitchFamily="2" charset="-122"/>
              </a:endParaRPr>
            </a:p>
          </p:txBody>
        </p:sp>
      </p:grpSp>
      <p:sp>
        <p:nvSpPr>
          <p:cNvPr id="147" name="Text Box 744"/>
          <p:cNvSpPr txBox="1">
            <a:spLocks noChangeArrowheads="1"/>
          </p:cNvSpPr>
          <p:nvPr/>
        </p:nvSpPr>
        <p:spPr bwMode="auto">
          <a:xfrm>
            <a:off x="9912424" y="5589239"/>
            <a:ext cx="131984" cy="15604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9525">
            <a:noFill/>
            <a:miter lim="800000"/>
            <a:headEnd/>
            <a:tailEnd/>
          </a:ln>
        </p:spPr>
        <p:txBody>
          <a:bodyPr vert="horz" wrap="square" lIns="91440" tIns="45720" rIns="91440" bIns="45720" numCol="1" anchor="t" anchorCtr="0" compatLnSpc="1">
            <a:prstTxWarp prst="textNoShape">
              <a:avLst/>
            </a:prstTxWarp>
          </a:bodyPr>
          <a:lstStyle/>
          <a:p>
            <a:pPr algn="just"/>
            <a:endParaRPr kumimoji="0" lang="zh-CN" altLang="zh-CN" sz="2000" b="1" dirty="0">
              <a:latin typeface="+mn-lt"/>
              <a:cs typeface="宋体" pitchFamily="2" charset="-122"/>
            </a:endParaRPr>
          </a:p>
        </p:txBody>
      </p:sp>
      <p:grpSp>
        <p:nvGrpSpPr>
          <p:cNvPr id="145" name="组合 144"/>
          <p:cNvGrpSpPr/>
          <p:nvPr/>
        </p:nvGrpSpPr>
        <p:grpSpPr>
          <a:xfrm>
            <a:off x="10092169" y="4797151"/>
            <a:ext cx="423179" cy="864096"/>
            <a:chOff x="7740352" y="4653136"/>
            <a:chExt cx="423179" cy="864096"/>
          </a:xfrm>
        </p:grpSpPr>
        <p:cxnSp>
          <p:nvCxnSpPr>
            <p:cNvPr id="142" name="直接连接符 141"/>
            <p:cNvCxnSpPr/>
            <p:nvPr/>
          </p:nvCxnSpPr>
          <p:spPr bwMode="auto">
            <a:xfrm flipV="1">
              <a:off x="7740352" y="4653136"/>
              <a:ext cx="0" cy="864096"/>
            </a:xfrm>
            <a:prstGeom prst="line">
              <a:avLst/>
            </a:prstGeom>
            <a:solidFill>
              <a:schemeClr val="accent1"/>
            </a:solidFill>
            <a:ln w="25400" cap="flat" cmpd="sng" algn="ctr">
              <a:solidFill>
                <a:srgbClr val="C00000"/>
              </a:solidFill>
              <a:prstDash val="solid"/>
              <a:round/>
              <a:headEnd type="none" w="med" len="med"/>
              <a:tailEnd type="none" w="med" len="med"/>
            </a:ln>
            <a:effectLst/>
          </p:spPr>
        </p:cxnSp>
        <p:sp>
          <p:nvSpPr>
            <p:cNvPr id="143" name="Line 686"/>
            <p:cNvSpPr>
              <a:spLocks noChangeShapeType="1"/>
            </p:cNvSpPr>
            <p:nvPr/>
          </p:nvSpPr>
          <p:spPr bwMode="auto">
            <a:xfrm>
              <a:off x="7740352" y="4653136"/>
              <a:ext cx="423179" cy="0"/>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latin typeface="+mn-lt"/>
              </a:endParaRPr>
            </a:p>
          </p:txBody>
        </p:sp>
      </p:grpSp>
      <p:cxnSp>
        <p:nvCxnSpPr>
          <p:cNvPr id="149" name="直接箭头连接符 148"/>
          <p:cNvCxnSpPr/>
          <p:nvPr/>
        </p:nvCxnSpPr>
        <p:spPr bwMode="auto">
          <a:xfrm>
            <a:off x="9888360" y="4677015"/>
            <a:ext cx="0" cy="840216"/>
          </a:xfrm>
          <a:prstGeom prst="straightConnector1">
            <a:avLst/>
          </a:prstGeom>
          <a:solidFill>
            <a:schemeClr val="accent1"/>
          </a:solidFill>
          <a:ln w="25400" cap="flat" cmpd="sng" algn="ctr">
            <a:solidFill>
              <a:srgbClr val="C00000"/>
            </a:solidFill>
            <a:prstDash val="solid"/>
            <a:round/>
            <a:headEnd type="none" w="med" len="med"/>
            <a:tailEnd type="stealth" w="lg" len="lg"/>
          </a:ln>
          <a:effectLst/>
        </p:spPr>
      </p:cxnSp>
      <p:sp>
        <p:nvSpPr>
          <p:cNvPr id="151" name="矩形 150"/>
          <p:cNvSpPr/>
          <p:nvPr/>
        </p:nvSpPr>
        <p:spPr bwMode="auto">
          <a:xfrm>
            <a:off x="9900208" y="4269216"/>
            <a:ext cx="604800" cy="504056"/>
          </a:xfrm>
          <a:prstGeom prst="rect">
            <a:avLst/>
          </a:prstGeom>
          <a:blipFill>
            <a:blip r:embed="rId6"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52" name="Rectangle 4">
            <a:extLst>
              <a:ext uri="{FF2B5EF4-FFF2-40B4-BE49-F238E27FC236}">
                <a16:creationId xmlns:a16="http://schemas.microsoft.com/office/drawing/2014/main" id="{CCF6798A-DBC5-44A5-BC40-BA498ECBE32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2305"/>
                                        </p:tgtEl>
                                        <p:attrNameLst>
                                          <p:attrName>style.visibility</p:attrName>
                                        </p:attrNameLst>
                                      </p:cBhvr>
                                      <p:to>
                                        <p:strVal val="visible"/>
                                      </p:to>
                                    </p:set>
                                    <p:animEffect transition="in" filter="box(in)">
                                      <p:cBhvr>
                                        <p:cTn id="7" dur="500"/>
                                        <p:tgtEl>
                                          <p:spTgt spid="48230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3">
                                            <p:txEl>
                                              <p:pRg st="0" end="0"/>
                                            </p:txEl>
                                          </p:spTgt>
                                        </p:tgtEl>
                                        <p:attrNameLst>
                                          <p:attrName>style.visibility</p:attrName>
                                        </p:attrNameLst>
                                      </p:cBhvr>
                                      <p:to>
                                        <p:strVal val="visible"/>
                                      </p:to>
                                    </p:set>
                                    <p:anim calcmode="lin" valueType="num">
                                      <p:cBhvr additive="base">
                                        <p:cTn id="12" dur="500" fill="hold"/>
                                        <p:tgtEl>
                                          <p:spTgt spid="12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23">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p:stCondLst>
                              <p:cond delay="500"/>
                            </p:stCondLst>
                            <p:childTnLst>
                              <p:par>
                                <p:cTn id="15" presetID="18" presetClass="entr" presetSubtype="3" fill="hold" nodeType="afterEffect">
                                  <p:stCondLst>
                                    <p:cond delay="0"/>
                                  </p:stCondLst>
                                  <p:childTnLst>
                                    <p:set>
                                      <p:cBhvr>
                                        <p:cTn id="16" dur="1" fill="hold">
                                          <p:stCondLst>
                                            <p:cond delay="0"/>
                                          </p:stCondLst>
                                        </p:cTn>
                                        <p:tgtEl>
                                          <p:spTgt spid="131"/>
                                        </p:tgtEl>
                                        <p:attrNameLst>
                                          <p:attrName>style.visibility</p:attrName>
                                        </p:attrNameLst>
                                      </p:cBhvr>
                                      <p:to>
                                        <p:strVal val="visible"/>
                                      </p:to>
                                    </p:set>
                                    <p:animEffect transition="in" filter="strips(upRight)">
                                      <p:cBhvr>
                                        <p:cTn id="17" dur="500"/>
                                        <p:tgtEl>
                                          <p:spTgt spid="131"/>
                                        </p:tgtEl>
                                      </p:cBhvr>
                                    </p:animEffect>
                                  </p:childTnLst>
                                  <p:subTnLst>
                                    <p:audio>
                                      <p:cMediaNode>
                                        <p:cTn display="0" masterRel="sameClick">
                                          <p:stCondLst>
                                            <p:cond evt="begin" delay="0">
                                              <p:tn val="15"/>
                                            </p:cond>
                                          </p:stCondLst>
                                          <p:endCondLst>
                                            <p:cond evt="onStopAudio" delay="0">
                                              <p:tgtEl>
                                                <p:sldTgt/>
                                              </p:tgtEl>
                                            </p:cond>
                                          </p:endCondLst>
                                        </p:cTn>
                                        <p:tgtEl>
                                          <p:sndTgt r:embed="rId4" name="laser.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23">
                                            <p:txEl>
                                              <p:pRg st="1" end="1"/>
                                            </p:txEl>
                                          </p:spTgt>
                                        </p:tgtEl>
                                        <p:attrNameLst>
                                          <p:attrName>style.visibility</p:attrName>
                                        </p:attrNameLst>
                                      </p:cBhvr>
                                      <p:to>
                                        <p:strVal val="visible"/>
                                      </p:to>
                                    </p:set>
                                    <p:anim calcmode="lin" valueType="num">
                                      <p:cBhvr additive="base">
                                        <p:cTn id="22" dur="500" fill="hold"/>
                                        <p:tgtEl>
                                          <p:spTgt spid="123">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23">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18" presetClass="entr" presetSubtype="3" fill="hold" nodeType="afterEffect">
                                  <p:stCondLst>
                                    <p:cond delay="0"/>
                                  </p:stCondLst>
                                  <p:childTnLst>
                                    <p:set>
                                      <p:cBhvr>
                                        <p:cTn id="26" dur="1" fill="hold">
                                          <p:stCondLst>
                                            <p:cond delay="0"/>
                                          </p:stCondLst>
                                        </p:cTn>
                                        <p:tgtEl>
                                          <p:spTgt spid="126"/>
                                        </p:tgtEl>
                                        <p:attrNameLst>
                                          <p:attrName>style.visibility</p:attrName>
                                        </p:attrNameLst>
                                      </p:cBhvr>
                                      <p:to>
                                        <p:strVal val="visible"/>
                                      </p:to>
                                    </p:set>
                                    <p:animEffect transition="in" filter="strips(upRight)">
                                      <p:cBhvr>
                                        <p:cTn id="27" dur="500"/>
                                        <p:tgtEl>
                                          <p:spTgt spid="126"/>
                                        </p:tgtEl>
                                      </p:cBhvr>
                                    </p:animEffect>
                                  </p:childTnLst>
                                  <p:subTnLst>
                                    <p:audio>
                                      <p:cMediaNode>
                                        <p:cTn display="0" masterRel="sameClick">
                                          <p:stCondLst>
                                            <p:cond evt="begin" delay="0">
                                              <p:tn val="25"/>
                                            </p:cond>
                                          </p:stCondLst>
                                          <p:endCondLst>
                                            <p:cond evt="onStopAudio" delay="0">
                                              <p:tgtEl>
                                                <p:sldTgt/>
                                              </p:tgtEl>
                                            </p:cond>
                                          </p:endCondLst>
                                        </p:cTn>
                                        <p:tgtEl>
                                          <p:sndTgt r:embed="rId4" name="laser.wav"/>
                                        </p:tgtEl>
                                      </p:cMediaNode>
                                    </p:audio>
                                  </p:sub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23">
                                            <p:txEl>
                                              <p:pRg st="2" end="2"/>
                                            </p:txEl>
                                          </p:spTgt>
                                        </p:tgtEl>
                                        <p:attrNameLst>
                                          <p:attrName>style.visibility</p:attrName>
                                        </p:attrNameLst>
                                      </p:cBhvr>
                                      <p:to>
                                        <p:strVal val="visible"/>
                                      </p:to>
                                    </p:set>
                                    <p:anim calcmode="lin" valueType="num">
                                      <p:cBhvr additive="base">
                                        <p:cTn id="32" dur="500" fill="hold"/>
                                        <p:tgtEl>
                                          <p:spTgt spid="123">
                                            <p:txEl>
                                              <p:pRg st="2" end="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23">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4" fill="hold">
                            <p:stCondLst>
                              <p:cond delay="500"/>
                            </p:stCondLst>
                            <p:childTnLst>
                              <p:par>
                                <p:cTn id="35" presetID="2" presetClass="entr" presetSubtype="4" fill="hold" nodeType="afterEffect">
                                  <p:stCondLst>
                                    <p:cond delay="0"/>
                                  </p:stCondLst>
                                  <p:childTnLst>
                                    <p:set>
                                      <p:cBhvr>
                                        <p:cTn id="36" dur="1" fill="hold">
                                          <p:stCondLst>
                                            <p:cond delay="0"/>
                                          </p:stCondLst>
                                        </p:cTn>
                                        <p:tgtEl>
                                          <p:spTgt spid="123">
                                            <p:txEl>
                                              <p:pRg st="3" end="3"/>
                                            </p:txEl>
                                          </p:spTgt>
                                        </p:tgtEl>
                                        <p:attrNameLst>
                                          <p:attrName>style.visibility</p:attrName>
                                        </p:attrNameLst>
                                      </p:cBhvr>
                                      <p:to>
                                        <p:strVal val="visible"/>
                                      </p:to>
                                    </p:set>
                                    <p:anim calcmode="lin" valueType="num">
                                      <p:cBhvr additive="base">
                                        <p:cTn id="37" dur="500" fill="hold"/>
                                        <p:tgtEl>
                                          <p:spTgt spid="123">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3">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3">
                                            <p:txEl>
                                              <p:pRg st="4" end="4"/>
                                            </p:txEl>
                                          </p:spTgt>
                                        </p:tgtEl>
                                        <p:attrNameLst>
                                          <p:attrName>style.visibility</p:attrName>
                                        </p:attrNameLst>
                                      </p:cBhvr>
                                      <p:to>
                                        <p:strVal val="visible"/>
                                      </p:to>
                                    </p:set>
                                    <p:anim calcmode="lin" valueType="num">
                                      <p:cBhvr additive="base">
                                        <p:cTn id="43" dur="500" fill="hold"/>
                                        <p:tgtEl>
                                          <p:spTgt spid="123">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3">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5" fill="hold">
                            <p:stCondLst>
                              <p:cond delay="500"/>
                            </p:stCondLst>
                            <p:childTnLst>
                              <p:par>
                                <p:cTn id="46" presetID="4" presetClass="entr" presetSubtype="16" fill="hold" grpId="0" nodeType="afterEffect">
                                  <p:stCondLst>
                                    <p:cond delay="0"/>
                                  </p:stCondLst>
                                  <p:childTnLst>
                                    <p:set>
                                      <p:cBhvr>
                                        <p:cTn id="47" dur="1" fill="hold">
                                          <p:stCondLst>
                                            <p:cond delay="0"/>
                                          </p:stCondLst>
                                        </p:cTn>
                                        <p:tgtEl>
                                          <p:spTgt spid="134"/>
                                        </p:tgtEl>
                                        <p:attrNameLst>
                                          <p:attrName>style.visibility</p:attrName>
                                        </p:attrNameLst>
                                      </p:cBhvr>
                                      <p:to>
                                        <p:strVal val="visible"/>
                                      </p:to>
                                    </p:set>
                                    <p:animEffect transition="in" filter="box(in)">
                                      <p:cBhvr>
                                        <p:cTn id="48" dur="500"/>
                                        <p:tgtEl>
                                          <p:spTgt spid="134"/>
                                        </p:tgtEl>
                                      </p:cBhvr>
                                    </p:animEffect>
                                  </p:childTnLst>
                                </p:cTn>
                              </p:par>
                            </p:childTnLst>
                          </p:cTn>
                        </p:par>
                        <p:par>
                          <p:cTn id="49" fill="hold">
                            <p:stCondLst>
                              <p:cond delay="1000"/>
                            </p:stCondLst>
                            <p:childTnLst>
                              <p:par>
                                <p:cTn id="50" presetID="18" presetClass="entr" presetSubtype="3" fill="hold" nodeType="afterEffect">
                                  <p:stCondLst>
                                    <p:cond delay="0"/>
                                  </p:stCondLst>
                                  <p:childTnLst>
                                    <p:set>
                                      <p:cBhvr>
                                        <p:cTn id="51" dur="1" fill="hold">
                                          <p:stCondLst>
                                            <p:cond delay="0"/>
                                          </p:stCondLst>
                                        </p:cTn>
                                        <p:tgtEl>
                                          <p:spTgt spid="128"/>
                                        </p:tgtEl>
                                        <p:attrNameLst>
                                          <p:attrName>style.visibility</p:attrName>
                                        </p:attrNameLst>
                                      </p:cBhvr>
                                      <p:to>
                                        <p:strVal val="visible"/>
                                      </p:to>
                                    </p:set>
                                    <p:animEffect transition="in" filter="strips(upRight)">
                                      <p:cBhvr>
                                        <p:cTn id="52" dur="500"/>
                                        <p:tgtEl>
                                          <p:spTgt spid="128"/>
                                        </p:tgtEl>
                                      </p:cBhvr>
                                    </p:animEffect>
                                  </p:childTnLst>
                                  <p:subTnLst>
                                    <p:audio>
                                      <p:cMediaNode>
                                        <p:cTn display="0" masterRel="sameClick">
                                          <p:stCondLst>
                                            <p:cond evt="begin" delay="0">
                                              <p:tn val="50"/>
                                            </p:cond>
                                          </p:stCondLst>
                                          <p:endCondLst>
                                            <p:cond evt="onStopAudio" delay="0">
                                              <p:tgtEl>
                                                <p:sldTgt/>
                                              </p:tgtEl>
                                            </p:cond>
                                          </p:endCondLst>
                                        </p:cTn>
                                        <p:tgtEl>
                                          <p:sndTgt r:embed="rId4" name="laser.wav"/>
                                        </p:tgtEl>
                                      </p:cMediaNode>
                                    </p:audio>
                                  </p:sub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23">
                                            <p:txEl>
                                              <p:pRg st="5" end="5"/>
                                            </p:txEl>
                                          </p:spTgt>
                                        </p:tgtEl>
                                        <p:attrNameLst>
                                          <p:attrName>style.visibility</p:attrName>
                                        </p:attrNameLst>
                                      </p:cBhvr>
                                      <p:to>
                                        <p:strVal val="visible"/>
                                      </p:to>
                                    </p:set>
                                    <p:anim calcmode="lin" valueType="num">
                                      <p:cBhvr additive="base">
                                        <p:cTn id="57" dur="500" fill="hold"/>
                                        <p:tgtEl>
                                          <p:spTgt spid="123">
                                            <p:txEl>
                                              <p:pRg st="5" end="5"/>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23">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par>
                          <p:cTn id="59" fill="hold">
                            <p:stCondLst>
                              <p:cond delay="500"/>
                            </p:stCondLst>
                            <p:childTnLst>
                              <p:par>
                                <p:cTn id="60" presetID="4" presetClass="entr" presetSubtype="16" fill="hold" grpId="0" nodeType="afterEffect">
                                  <p:stCondLst>
                                    <p:cond delay="0"/>
                                  </p:stCondLst>
                                  <p:childTnLst>
                                    <p:set>
                                      <p:cBhvr>
                                        <p:cTn id="61" dur="1" fill="hold">
                                          <p:stCondLst>
                                            <p:cond delay="0"/>
                                          </p:stCondLst>
                                        </p:cTn>
                                        <p:tgtEl>
                                          <p:spTgt spid="135"/>
                                        </p:tgtEl>
                                        <p:attrNameLst>
                                          <p:attrName>style.visibility</p:attrName>
                                        </p:attrNameLst>
                                      </p:cBhvr>
                                      <p:to>
                                        <p:strVal val="visible"/>
                                      </p:to>
                                    </p:set>
                                    <p:animEffect transition="in" filter="box(in)">
                                      <p:cBhvr>
                                        <p:cTn id="62" dur="500"/>
                                        <p:tgtEl>
                                          <p:spTgt spid="135"/>
                                        </p:tgtEl>
                                      </p:cBhvr>
                                    </p:animEffect>
                                  </p:childTnLst>
                                </p:cTn>
                              </p:par>
                            </p:childTnLst>
                          </p:cTn>
                        </p:par>
                        <p:par>
                          <p:cTn id="63" fill="hold">
                            <p:stCondLst>
                              <p:cond delay="1000"/>
                            </p:stCondLst>
                            <p:childTnLst>
                              <p:par>
                                <p:cTn id="64" presetID="18" presetClass="entr" presetSubtype="3" fill="hold" nodeType="afterEffect">
                                  <p:stCondLst>
                                    <p:cond delay="0"/>
                                  </p:stCondLst>
                                  <p:childTnLst>
                                    <p:set>
                                      <p:cBhvr>
                                        <p:cTn id="65" dur="1" fill="hold">
                                          <p:stCondLst>
                                            <p:cond delay="0"/>
                                          </p:stCondLst>
                                        </p:cTn>
                                        <p:tgtEl>
                                          <p:spTgt spid="136"/>
                                        </p:tgtEl>
                                        <p:attrNameLst>
                                          <p:attrName>style.visibility</p:attrName>
                                        </p:attrNameLst>
                                      </p:cBhvr>
                                      <p:to>
                                        <p:strVal val="visible"/>
                                      </p:to>
                                    </p:set>
                                    <p:animEffect transition="in" filter="strips(upRight)">
                                      <p:cBhvr>
                                        <p:cTn id="66" dur="500"/>
                                        <p:tgtEl>
                                          <p:spTgt spid="136"/>
                                        </p:tgtEl>
                                      </p:cBhvr>
                                    </p:animEffect>
                                  </p:childTnLst>
                                  <p:subTnLst>
                                    <p:audio>
                                      <p:cMediaNode>
                                        <p:cTn display="0" masterRel="sameClick">
                                          <p:stCondLst>
                                            <p:cond evt="begin" delay="0">
                                              <p:tn val="64"/>
                                            </p:cond>
                                          </p:stCondLst>
                                          <p:endCondLst>
                                            <p:cond evt="onStopAudio" delay="0">
                                              <p:tgtEl>
                                                <p:sldTgt/>
                                              </p:tgtEl>
                                            </p:cond>
                                          </p:endCondLst>
                                        </p:cTn>
                                        <p:tgtEl>
                                          <p:sndTgt r:embed="rId4" name="laser.wav"/>
                                        </p:tgtEl>
                                      </p:cMediaNode>
                                    </p:audio>
                                  </p:sub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23">
                                            <p:txEl>
                                              <p:pRg st="6" end="6"/>
                                            </p:txEl>
                                          </p:spTgt>
                                        </p:tgtEl>
                                        <p:attrNameLst>
                                          <p:attrName>style.visibility</p:attrName>
                                        </p:attrNameLst>
                                      </p:cBhvr>
                                      <p:to>
                                        <p:strVal val="visible"/>
                                      </p:to>
                                    </p:set>
                                    <p:anim calcmode="lin" valueType="num">
                                      <p:cBhvr additive="base">
                                        <p:cTn id="71" dur="500" fill="hold"/>
                                        <p:tgtEl>
                                          <p:spTgt spid="123">
                                            <p:txEl>
                                              <p:pRg st="6" end="6"/>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23">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23">
                                            <p:txEl>
                                              <p:pRg st="7" end="7"/>
                                            </p:txEl>
                                          </p:spTgt>
                                        </p:tgtEl>
                                        <p:attrNameLst>
                                          <p:attrName>style.visibility</p:attrName>
                                        </p:attrNameLst>
                                      </p:cBhvr>
                                      <p:to>
                                        <p:strVal val="visible"/>
                                      </p:to>
                                    </p:set>
                                    <p:anim calcmode="lin" valueType="num">
                                      <p:cBhvr additive="base">
                                        <p:cTn id="77" dur="500" fill="hold"/>
                                        <p:tgtEl>
                                          <p:spTgt spid="123">
                                            <p:txEl>
                                              <p:pRg st="7" end="7"/>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23">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childTnLst>
                          </p:cTn>
                        </p:par>
                        <p:par>
                          <p:cTn id="79" fill="hold">
                            <p:stCondLst>
                              <p:cond delay="500"/>
                            </p:stCondLst>
                            <p:childTnLst>
                              <p:par>
                                <p:cTn id="80" presetID="4" presetClass="entr" presetSubtype="16" fill="hold" grpId="0" nodeType="afterEffect">
                                  <p:stCondLst>
                                    <p:cond delay="0"/>
                                  </p:stCondLst>
                                  <p:childTnLst>
                                    <p:set>
                                      <p:cBhvr>
                                        <p:cTn id="81" dur="1" fill="hold">
                                          <p:stCondLst>
                                            <p:cond delay="0"/>
                                          </p:stCondLst>
                                        </p:cTn>
                                        <p:tgtEl>
                                          <p:spTgt spid="147"/>
                                        </p:tgtEl>
                                        <p:attrNameLst>
                                          <p:attrName>style.visibility</p:attrName>
                                        </p:attrNameLst>
                                      </p:cBhvr>
                                      <p:to>
                                        <p:strVal val="visible"/>
                                      </p:to>
                                    </p:set>
                                    <p:animEffect transition="in" filter="box(in)">
                                      <p:cBhvr>
                                        <p:cTn id="82" dur="500"/>
                                        <p:tgtEl>
                                          <p:spTgt spid="147"/>
                                        </p:tgtEl>
                                      </p:cBhvr>
                                    </p:animEffect>
                                  </p:childTnLst>
                                </p:cTn>
                              </p:par>
                            </p:childTnLst>
                          </p:cTn>
                        </p:par>
                        <p:par>
                          <p:cTn id="83" fill="hold">
                            <p:stCondLst>
                              <p:cond delay="1000"/>
                            </p:stCondLst>
                            <p:childTnLst>
                              <p:par>
                                <p:cTn id="84" presetID="18" presetClass="entr" presetSubtype="3" fill="hold" nodeType="afterEffect">
                                  <p:stCondLst>
                                    <p:cond delay="0"/>
                                  </p:stCondLst>
                                  <p:childTnLst>
                                    <p:set>
                                      <p:cBhvr>
                                        <p:cTn id="85" dur="1" fill="hold">
                                          <p:stCondLst>
                                            <p:cond delay="0"/>
                                          </p:stCondLst>
                                        </p:cTn>
                                        <p:tgtEl>
                                          <p:spTgt spid="145"/>
                                        </p:tgtEl>
                                        <p:attrNameLst>
                                          <p:attrName>style.visibility</p:attrName>
                                        </p:attrNameLst>
                                      </p:cBhvr>
                                      <p:to>
                                        <p:strVal val="visible"/>
                                      </p:to>
                                    </p:set>
                                    <p:animEffect transition="in" filter="strips(upRight)">
                                      <p:cBhvr>
                                        <p:cTn id="86" dur="500"/>
                                        <p:tgtEl>
                                          <p:spTgt spid="145"/>
                                        </p:tgtEl>
                                      </p:cBhvr>
                                    </p:animEffect>
                                  </p:childTnLst>
                                  <p:subTnLst>
                                    <p:audio>
                                      <p:cMediaNode>
                                        <p:cTn display="0" masterRel="sameClick">
                                          <p:stCondLst>
                                            <p:cond evt="begin" delay="0">
                                              <p:tn val="84"/>
                                            </p:cond>
                                          </p:stCondLst>
                                          <p:endCondLst>
                                            <p:cond evt="onStopAudio" delay="0">
                                              <p:tgtEl>
                                                <p:sldTgt/>
                                              </p:tgtEl>
                                            </p:cond>
                                          </p:endCondLst>
                                        </p:cTn>
                                        <p:tgtEl>
                                          <p:sndTgt r:embed="rId4" name="laser.wav"/>
                                        </p:tgtEl>
                                      </p:cMediaNode>
                                    </p:audio>
                                  </p:sub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23">
                                            <p:txEl>
                                              <p:pRg st="8" end="8"/>
                                            </p:txEl>
                                          </p:spTgt>
                                        </p:tgtEl>
                                        <p:attrNameLst>
                                          <p:attrName>style.visibility</p:attrName>
                                        </p:attrNameLst>
                                      </p:cBhvr>
                                      <p:to>
                                        <p:strVal val="visible"/>
                                      </p:to>
                                    </p:set>
                                    <p:anim calcmode="lin" valueType="num">
                                      <p:cBhvr additive="base">
                                        <p:cTn id="91" dur="500" fill="hold"/>
                                        <p:tgtEl>
                                          <p:spTgt spid="123">
                                            <p:txEl>
                                              <p:pRg st="8" end="8"/>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23">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3" fill="hold">
                            <p:stCondLst>
                              <p:cond delay="500"/>
                            </p:stCondLst>
                            <p:childTnLst>
                              <p:par>
                                <p:cTn id="94" presetID="4" presetClass="entr" presetSubtype="16" fill="hold" grpId="0" nodeType="afterEffect">
                                  <p:stCondLst>
                                    <p:cond delay="0"/>
                                  </p:stCondLst>
                                  <p:childTnLst>
                                    <p:set>
                                      <p:cBhvr>
                                        <p:cTn id="95" dur="1" fill="hold">
                                          <p:stCondLst>
                                            <p:cond delay="0"/>
                                          </p:stCondLst>
                                        </p:cTn>
                                        <p:tgtEl>
                                          <p:spTgt spid="151"/>
                                        </p:tgtEl>
                                        <p:attrNameLst>
                                          <p:attrName>style.visibility</p:attrName>
                                        </p:attrNameLst>
                                      </p:cBhvr>
                                      <p:to>
                                        <p:strVal val="visible"/>
                                      </p:to>
                                    </p:set>
                                    <p:animEffect transition="in" filter="box(in)">
                                      <p:cBhvr>
                                        <p:cTn id="96" dur="500"/>
                                        <p:tgtEl>
                                          <p:spTgt spid="151"/>
                                        </p:tgtEl>
                                      </p:cBhvr>
                                    </p:animEffect>
                                  </p:childTnLst>
                                </p:cTn>
                              </p:par>
                            </p:childTnLst>
                          </p:cTn>
                        </p:par>
                        <p:par>
                          <p:cTn id="97" fill="hold">
                            <p:stCondLst>
                              <p:cond delay="1000"/>
                            </p:stCondLst>
                            <p:childTnLst>
                              <p:par>
                                <p:cTn id="98" presetID="18" presetClass="entr" presetSubtype="6" fill="hold" nodeType="afterEffect">
                                  <p:stCondLst>
                                    <p:cond delay="0"/>
                                  </p:stCondLst>
                                  <p:childTnLst>
                                    <p:set>
                                      <p:cBhvr>
                                        <p:cTn id="99" dur="1" fill="hold">
                                          <p:stCondLst>
                                            <p:cond delay="0"/>
                                          </p:stCondLst>
                                        </p:cTn>
                                        <p:tgtEl>
                                          <p:spTgt spid="149"/>
                                        </p:tgtEl>
                                        <p:attrNameLst>
                                          <p:attrName>style.visibility</p:attrName>
                                        </p:attrNameLst>
                                      </p:cBhvr>
                                      <p:to>
                                        <p:strVal val="visible"/>
                                      </p:to>
                                    </p:set>
                                    <p:animEffect transition="in" filter="strips(downRight)">
                                      <p:cBhvr>
                                        <p:cTn id="100" dur="500"/>
                                        <p:tgtEl>
                                          <p:spTgt spid="149"/>
                                        </p:tgtEl>
                                      </p:cBhvr>
                                    </p:animEffect>
                                  </p:childTnLst>
                                  <p:subTnLst>
                                    <p:audio>
                                      <p:cMediaNode>
                                        <p:cTn display="0" masterRel="sameClick">
                                          <p:stCondLst>
                                            <p:cond evt="begin" delay="0">
                                              <p:tn val="98"/>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5" grpId="0"/>
      <p:bldP spid="134" grpId="0" animBg="1"/>
      <p:bldP spid="135" grpId="0" animBg="1"/>
      <p:bldP spid="147" grpId="0" animBg="1"/>
      <p:bldP spid="151"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2305" name="Rectangle 1"/>
          <p:cNvSpPr>
            <a:spLocks noChangeArrowheads="1"/>
          </p:cNvSpPr>
          <p:nvPr/>
        </p:nvSpPr>
        <p:spPr bwMode="auto">
          <a:xfrm>
            <a:off x="382529" y="838215"/>
            <a:ext cx="11257200" cy="1938992"/>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indent="268288"/>
            <a:r>
              <a:rPr kumimoji="0" lang="zh-CN" altLang="en-US" sz="2000" b="1" dirty="0">
                <a:solidFill>
                  <a:srgbClr val="FF0000"/>
                </a:solidFill>
                <a:effectLst>
                  <a:outerShdw blurRad="38100" dist="38100" dir="2700000" algn="tl">
                    <a:srgbClr val="000000">
                      <a:alpha val="43137"/>
                    </a:srgbClr>
                  </a:outerShdw>
                </a:effectLst>
                <a:ea typeface="隶书" pitchFamily="49" charset="-122"/>
                <a:cs typeface="Times New Roman" pitchFamily="18" charset="0"/>
              </a:rPr>
              <a:t>     </a:t>
            </a:r>
            <a:r>
              <a:rPr kumimoji="0" lang="zh-CN" altLang="en-US" sz="2000" b="1" dirty="0">
                <a:solidFill>
                  <a:srgbClr val="C00000"/>
                </a:solidFill>
                <a:latin typeface="楷体" panose="02010609060101010101" pitchFamily="49" charset="-122"/>
                <a:ea typeface="楷体" panose="02010609060101010101" pitchFamily="49" charset="-122"/>
                <a:cs typeface="Times New Roman" pitchFamily="18" charset="0"/>
              </a:rPr>
              <a:t>设计思想：</a:t>
            </a:r>
            <a:endParaRPr kumimoji="0" lang="en-US" altLang="zh-CN" sz="2000" b="1" dirty="0">
              <a:solidFill>
                <a:srgbClr val="C00000"/>
              </a:solidFill>
              <a:latin typeface="楷体" panose="02010609060101010101" pitchFamily="49" charset="-122"/>
              <a:ea typeface="楷体" panose="02010609060101010101" pitchFamily="49" charset="-122"/>
              <a:cs typeface="Times New Roman" pitchFamily="18" charset="0"/>
            </a:endParaRPr>
          </a:p>
          <a:p>
            <a:pPr indent="268288"/>
            <a:r>
              <a:rPr kumimoji="0" lang="en-US" altLang="zh-CN" sz="2000" b="1" dirty="0">
                <a:ln w="1905"/>
                <a:solidFill>
                  <a:srgbClr val="002060"/>
                </a:solidFill>
                <a:effectLst>
                  <a:innerShdw blurRad="69850" dist="43180" dir="5400000">
                    <a:srgbClr val="000000">
                      <a:alpha val="65000"/>
                    </a:srgbClr>
                  </a:innerShdw>
                </a:effectLst>
                <a:ea typeface="楷体" pitchFamily="49" charset="-122"/>
                <a:cs typeface="Times New Roman" pitchFamily="18" charset="0"/>
              </a:rPr>
              <a:t>     2</a:t>
            </a:r>
            <a:r>
              <a:rPr kumimoji="0" lang="zh-CN" altLang="en-US" sz="2000" b="1" dirty="0">
                <a:ln w="1905"/>
                <a:solidFill>
                  <a:srgbClr val="002060"/>
                </a:solidFill>
                <a:effectLst>
                  <a:innerShdw blurRad="69850" dist="43180" dir="5400000">
                    <a:srgbClr val="000000">
                      <a:alpha val="65000"/>
                    </a:srgbClr>
                  </a:innerShdw>
                </a:effectLst>
                <a:ea typeface="楷体" pitchFamily="49" charset="-122"/>
                <a:cs typeface="Times New Roman" pitchFamily="18" charset="0"/>
              </a:rPr>
              <a:t>、</a:t>
            </a:r>
            <a:r>
              <a:rPr kumimoji="0" lang="zh-CN" altLang="zh-CN" sz="2000" b="1" dirty="0">
                <a:ln w="1905"/>
                <a:solidFill>
                  <a:srgbClr val="002060"/>
                </a:solidFill>
                <a:effectLst>
                  <a:innerShdw blurRad="69850" dist="43180" dir="5400000">
                    <a:srgbClr val="000000">
                      <a:alpha val="65000"/>
                    </a:srgbClr>
                  </a:innerShdw>
                </a:effectLst>
                <a:ea typeface="楷体" pitchFamily="49" charset="-122"/>
                <a:cs typeface="Times New Roman" pitchFamily="18" charset="0"/>
              </a:rPr>
              <a:t>删除链表中重复结点。</a:t>
            </a:r>
            <a:r>
              <a:rPr lang="zh-CN" altLang="zh-CN" sz="2000" b="1" dirty="0">
                <a:ln w="1905"/>
                <a:solidFill>
                  <a:schemeClr val="tx1"/>
                </a:solidFill>
                <a:effectLst>
                  <a:innerShdw blurRad="69850" dist="43180" dir="5400000">
                    <a:srgbClr val="000000">
                      <a:alpha val="65000"/>
                    </a:srgbClr>
                  </a:innerShdw>
                </a:effectLst>
                <a:ea typeface="楷体" pitchFamily="49" charset="-122"/>
              </a:rPr>
              <a:t>因为是有序链表，值相同的数据结点一定是连续的，因此可以定义两个指针p和q，p指向值相同的第一个数据结点，q指向p的后继节点，反复比较 q所指结点的值与p所指结点值是否相等，如果相等，则删除q所指的数据结点，然后q 指向下一个结点，继续与 p所指结点的值比较，直到q为空或q所指结点的值不等于ｐ所指结点的值为止。接下来ｐ指向下一个数据结点，重复上述操作，直到p为空为止。</a:t>
            </a:r>
            <a:r>
              <a:rPr lang="zh-CN" altLang="en-US" sz="2000" b="1" dirty="0">
                <a:ln w="1905"/>
                <a:solidFill>
                  <a:schemeClr val="tx1"/>
                </a:solidFill>
                <a:effectLst>
                  <a:innerShdw blurRad="69850" dist="43180" dir="5400000">
                    <a:srgbClr val="000000">
                      <a:alpha val="65000"/>
                    </a:srgbClr>
                  </a:innerShdw>
                </a:effectLst>
                <a:ea typeface="楷体" pitchFamily="49" charset="-122"/>
              </a:rPr>
              <a:t>下</a:t>
            </a:r>
            <a:r>
              <a:rPr lang="zh-CN" altLang="zh-CN" sz="2000" b="1" dirty="0">
                <a:ln w="1905"/>
                <a:solidFill>
                  <a:schemeClr val="tx1"/>
                </a:solidFill>
                <a:effectLst>
                  <a:innerShdw blurRad="69850" dist="43180" dir="5400000">
                    <a:srgbClr val="000000">
                      <a:alpha val="65000"/>
                    </a:srgbClr>
                  </a:innerShdw>
                </a:effectLst>
                <a:ea typeface="楷体" pitchFamily="49" charset="-122"/>
              </a:rPr>
              <a:t>图给出了在有序链表中删除值为9的重复结点的过程。</a:t>
            </a:r>
            <a:endParaRPr kumimoji="0" lang="en-US" altLang="zh-CN" sz="2000" b="1" dirty="0">
              <a:ln w="1905"/>
              <a:solidFill>
                <a:schemeClr val="tx1"/>
              </a:solidFill>
              <a:effectLst>
                <a:innerShdw blurRad="69850" dist="43180" dir="5400000">
                  <a:srgbClr val="000000">
                    <a:alpha val="65000"/>
                  </a:srgbClr>
                </a:innerShdw>
              </a:effectLst>
              <a:ea typeface="楷体" pitchFamily="49" charset="-122"/>
              <a:cs typeface="Times New Roman" pitchFamily="18" charset="0"/>
            </a:endParaRPr>
          </a:p>
        </p:txBody>
      </p:sp>
      <p:sp>
        <p:nvSpPr>
          <p:cNvPr id="123" name="Rectangle 10" descr="信纸"/>
          <p:cNvSpPr>
            <a:spLocks noChangeArrowheads="1"/>
          </p:cNvSpPr>
          <p:nvPr/>
        </p:nvSpPr>
        <p:spPr bwMode="auto">
          <a:xfrm>
            <a:off x="1055441" y="2714437"/>
            <a:ext cx="3796398" cy="3970318"/>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p = head-&gt;next;  </a:t>
            </a:r>
            <a:endParaRPr lang="zh-CN" altLang="en-US" sz="18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while (p != NULL)</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   q = p-&gt;next;</a:t>
            </a:r>
          </a:p>
          <a:p>
            <a:pPr marL="457200" indent="-457200">
              <a:tabLst>
                <a:tab pos="914400" algn="l"/>
              </a:tabLst>
            </a:pPr>
            <a:r>
              <a:rPr lang="zh-CN" altLang="en-US" sz="1800" b="1" dirty="0">
                <a:effectLst>
                  <a:outerShdw blurRad="38100" dist="38100" dir="2700000" algn="tl">
                    <a:srgbClr val="FFFFFF"/>
                  </a:outerShdw>
                </a:effectLst>
                <a:ea typeface="楷体_GB2312" pitchFamily="49" charset="-122"/>
              </a:rPr>
              <a:t>  </a:t>
            </a:r>
            <a:r>
              <a:rPr lang="en-US" altLang="zh-CN" sz="1800" b="1" dirty="0">
                <a:effectLst>
                  <a:outerShdw blurRad="38100" dist="38100" dir="2700000" algn="tl">
                    <a:srgbClr val="FFFFFF"/>
                  </a:outerShdw>
                </a:effectLst>
                <a:ea typeface="楷体_GB2312" pitchFamily="49" charset="-122"/>
              </a:rPr>
              <a:t> while ( q != NULL &amp;&amp; </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                q-&gt;data == p-&gt;data)</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   {</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      r = q;        </a:t>
            </a:r>
            <a:endParaRPr lang="zh-CN" altLang="en-US" sz="1800" b="1" dirty="0">
              <a:effectLst>
                <a:outerShdw blurRad="38100" dist="38100" dir="2700000" algn="tl">
                  <a:srgbClr val="FFFFFF"/>
                </a:outerShdw>
              </a:effectLst>
              <a:ea typeface="楷体_GB2312" pitchFamily="49" charset="-122"/>
            </a:endParaRPr>
          </a:p>
          <a:p>
            <a:pPr marL="457200" indent="-457200">
              <a:tabLst>
                <a:tab pos="914400" algn="l"/>
              </a:tabLst>
            </a:pPr>
            <a:r>
              <a:rPr lang="zh-CN" altLang="en-US" sz="1800" b="1" dirty="0">
                <a:effectLst>
                  <a:outerShdw blurRad="38100" dist="38100" dir="2700000" algn="tl">
                    <a:srgbClr val="FFFFFF"/>
                  </a:outerShdw>
                </a:effectLst>
                <a:ea typeface="楷体_GB2312" pitchFamily="49" charset="-122"/>
              </a:rPr>
              <a:t>      </a:t>
            </a:r>
            <a:r>
              <a:rPr lang="en-US" altLang="zh-CN" sz="1800" b="1" dirty="0">
                <a:effectLst>
                  <a:outerShdw blurRad="38100" dist="38100" dir="2700000" algn="tl">
                    <a:srgbClr val="FFFFFF"/>
                  </a:outerShdw>
                </a:effectLst>
                <a:ea typeface="楷体_GB2312" pitchFamily="49" charset="-122"/>
              </a:rPr>
              <a:t>q = q-&gt;next;  </a:t>
            </a:r>
            <a:endParaRPr lang="zh-CN" altLang="en-US" sz="1800" b="1" dirty="0">
              <a:effectLst>
                <a:outerShdw blurRad="38100" dist="38100" dir="2700000" algn="tl">
                  <a:srgbClr val="FFFFFF"/>
                </a:outerShdw>
              </a:effectLst>
              <a:ea typeface="楷体_GB2312" pitchFamily="49" charset="-122"/>
            </a:endParaRPr>
          </a:p>
          <a:p>
            <a:pPr marL="457200" indent="-457200">
              <a:tabLst>
                <a:tab pos="914400" algn="l"/>
              </a:tabLst>
            </a:pPr>
            <a:r>
              <a:rPr lang="zh-CN" altLang="en-US" sz="1800" b="1" dirty="0">
                <a:effectLst>
                  <a:outerShdw blurRad="38100" dist="38100" dir="2700000" algn="tl">
                    <a:srgbClr val="FFFFFF"/>
                  </a:outerShdw>
                </a:effectLst>
                <a:ea typeface="楷体_GB2312" pitchFamily="49" charset="-122"/>
              </a:rPr>
              <a:t>      </a:t>
            </a:r>
            <a:r>
              <a:rPr lang="en-US" altLang="zh-CN" sz="1800" b="1" dirty="0">
                <a:effectLst>
                  <a:outerShdw blurRad="38100" dist="38100" dir="2700000" algn="tl">
                    <a:srgbClr val="FFFFFF"/>
                  </a:outerShdw>
                </a:effectLst>
                <a:ea typeface="楷体_GB2312" pitchFamily="49" charset="-122"/>
              </a:rPr>
              <a:t>free(r);      </a:t>
            </a:r>
            <a:endParaRPr lang="zh-CN" altLang="en-US" sz="1800" b="1" dirty="0">
              <a:effectLst>
                <a:outerShdw blurRad="38100" dist="38100" dir="2700000" algn="tl">
                  <a:srgbClr val="FFFFFF"/>
                </a:outerShdw>
              </a:effectLst>
              <a:ea typeface="楷体_GB2312" pitchFamily="49" charset="-122"/>
            </a:endParaRPr>
          </a:p>
          <a:p>
            <a:pPr marL="457200" indent="-457200">
              <a:tabLst>
                <a:tab pos="914400" algn="l"/>
              </a:tabLst>
            </a:pPr>
            <a:r>
              <a:rPr lang="zh-CN" altLang="en-US" sz="1800" b="1" dirty="0">
                <a:effectLst>
                  <a:outerShdw blurRad="38100" dist="38100" dir="2700000" algn="tl">
                    <a:srgbClr val="FFFFFF"/>
                  </a:outerShdw>
                </a:effectLst>
                <a:ea typeface="楷体_GB2312" pitchFamily="49" charset="-122"/>
              </a:rPr>
              <a:t>   </a:t>
            </a:r>
            <a:r>
              <a:rPr lang="en-US" altLang="zh-CN" sz="18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   p-&gt;next = q;    </a:t>
            </a:r>
            <a:endParaRPr lang="zh-CN" altLang="en-US" sz="1800" b="1" dirty="0">
              <a:effectLst>
                <a:outerShdw blurRad="38100" dist="38100" dir="2700000" algn="tl">
                  <a:srgbClr val="FFFFFF"/>
                </a:outerShdw>
              </a:effectLst>
              <a:ea typeface="楷体_GB2312" pitchFamily="49" charset="-122"/>
            </a:endParaRPr>
          </a:p>
          <a:p>
            <a:pPr marL="457200" indent="-457200">
              <a:tabLst>
                <a:tab pos="914400" algn="l"/>
              </a:tabLst>
            </a:pPr>
            <a:r>
              <a:rPr lang="zh-CN" altLang="en-US" sz="1800" b="1" dirty="0">
                <a:effectLst>
                  <a:outerShdw blurRad="38100" dist="38100" dir="2700000" algn="tl">
                    <a:srgbClr val="FFFFFF"/>
                  </a:outerShdw>
                </a:effectLst>
                <a:ea typeface="楷体_GB2312" pitchFamily="49" charset="-122"/>
              </a:rPr>
              <a:t>   </a:t>
            </a:r>
            <a:r>
              <a:rPr lang="en-US" altLang="zh-CN" sz="1800" b="1" dirty="0">
                <a:effectLst>
                  <a:outerShdw blurRad="38100" dist="38100" dir="2700000" algn="tl">
                    <a:srgbClr val="FFFFFF"/>
                  </a:outerShdw>
                </a:effectLst>
                <a:ea typeface="楷体_GB2312" pitchFamily="49" charset="-122"/>
              </a:rPr>
              <a:t>p = q;</a:t>
            </a:r>
            <a:r>
              <a:rPr lang="zh-CN" altLang="en-US" sz="1800" b="1" dirty="0">
                <a:effectLst>
                  <a:outerShdw blurRad="38100" dist="38100" dir="2700000" algn="tl">
                    <a:srgbClr val="FFFFFF"/>
                  </a:outerShdw>
                </a:effectLst>
                <a:ea typeface="楷体_GB2312" pitchFamily="49" charset="-122"/>
              </a:rPr>
              <a:t> </a:t>
            </a:r>
            <a:endParaRPr lang="en-US" altLang="zh-CN" sz="18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a:t>
            </a:r>
            <a:endParaRPr lang="en-US" altLang="zh-CN" sz="1800" b="1" dirty="0">
              <a:solidFill>
                <a:srgbClr val="C00000"/>
              </a:solidFill>
              <a:effectLst>
                <a:outerShdw blurRad="38100" dist="38100" dir="2700000" algn="tl">
                  <a:srgbClr val="FFFFFF"/>
                </a:outerShdw>
              </a:effectLst>
              <a:ea typeface="楷体_GB2312" pitchFamily="49" charset="-122"/>
            </a:endParaRPr>
          </a:p>
        </p:txBody>
      </p:sp>
      <p:grpSp>
        <p:nvGrpSpPr>
          <p:cNvPr id="77" name="组合 76"/>
          <p:cNvGrpSpPr/>
          <p:nvPr/>
        </p:nvGrpSpPr>
        <p:grpSpPr>
          <a:xfrm>
            <a:off x="5651736" y="4228002"/>
            <a:ext cx="5268800" cy="869214"/>
            <a:chOff x="3767696" y="4228002"/>
            <a:chExt cx="5268800" cy="869214"/>
          </a:xfrm>
        </p:grpSpPr>
        <p:sp>
          <p:nvSpPr>
            <p:cNvPr id="56" name="Line 686"/>
            <p:cNvSpPr>
              <a:spLocks noChangeShapeType="1"/>
            </p:cNvSpPr>
            <p:nvPr/>
          </p:nvSpPr>
          <p:spPr bwMode="auto">
            <a:xfrm>
              <a:off x="4296000" y="4413048"/>
              <a:ext cx="440922" cy="0"/>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grpSp>
          <p:nvGrpSpPr>
            <p:cNvPr id="76" name="组合 75"/>
            <p:cNvGrpSpPr/>
            <p:nvPr/>
          </p:nvGrpSpPr>
          <p:grpSpPr>
            <a:xfrm>
              <a:off x="3767696" y="4228002"/>
              <a:ext cx="5268800" cy="869214"/>
              <a:chOff x="3803976" y="3999946"/>
              <a:chExt cx="5268800" cy="869214"/>
            </a:xfrm>
          </p:grpSpPr>
          <p:sp>
            <p:nvSpPr>
              <p:cNvPr id="53" name="Text Box 687"/>
              <p:cNvSpPr txBox="1">
                <a:spLocks noChangeArrowheads="1"/>
              </p:cNvSpPr>
              <p:nvPr/>
            </p:nvSpPr>
            <p:spPr bwMode="auto">
              <a:xfrm>
                <a:off x="3803976" y="3999946"/>
                <a:ext cx="718787" cy="2972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2060"/>
                    </a:solidFill>
                    <a:latin typeface="+mn-lt"/>
                    <a:cs typeface="宋体" pitchFamily="2" charset="-122"/>
                  </a:rPr>
                  <a:t>head</a:t>
                </a:r>
                <a:endParaRPr kumimoji="0" lang="zh-CN" altLang="zh-CN" sz="1600" b="1" dirty="0">
                  <a:solidFill>
                    <a:srgbClr val="002060"/>
                  </a:solidFill>
                  <a:latin typeface="+mn-lt"/>
                  <a:cs typeface="宋体" pitchFamily="2" charset="-122"/>
                </a:endParaRPr>
              </a:p>
            </p:txBody>
          </p:sp>
          <p:grpSp>
            <p:nvGrpSpPr>
              <p:cNvPr id="54" name="Group 680"/>
              <p:cNvGrpSpPr>
                <a:grpSpLocks/>
              </p:cNvGrpSpPr>
              <p:nvPr/>
            </p:nvGrpSpPr>
            <p:grpSpPr bwMode="auto">
              <a:xfrm>
                <a:off x="5746886" y="4069572"/>
                <a:ext cx="529581" cy="799588"/>
                <a:chOff x="3055" y="10800"/>
                <a:chExt cx="543" cy="780"/>
              </a:xfrm>
            </p:grpSpPr>
            <p:sp>
              <p:nvSpPr>
                <p:cNvPr id="64" name="Rectangle 681"/>
                <p:cNvSpPr>
                  <a:spLocks noChangeArrowheads="1"/>
                </p:cNvSpPr>
                <p:nvPr/>
              </p:nvSpPr>
              <p:spPr bwMode="auto">
                <a:xfrm>
                  <a:off x="3055" y="10800"/>
                  <a:ext cx="541" cy="31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7030A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65" name="Text Box 682"/>
                <p:cNvSpPr txBox="1">
                  <a:spLocks noChangeArrowheads="1"/>
                </p:cNvSpPr>
                <p:nvPr/>
              </p:nvSpPr>
              <p:spPr bwMode="auto">
                <a:xfrm>
                  <a:off x="3055" y="11112"/>
                  <a:ext cx="543" cy="468"/>
                </a:xfrm>
                <a:prstGeom prst="rect">
                  <a:avLst/>
                </a:prstGeom>
                <a:gradFill flip="none" rotWithShape="1">
                  <a:gsLst>
                    <a:gs pos="0">
                      <a:srgbClr val="CFCFD1"/>
                    </a:gs>
                    <a:gs pos="100000">
                      <a:schemeClr val="bg1">
                        <a:lumMod val="95000"/>
                      </a:schemeClr>
                    </a:gs>
                  </a:gsLst>
                  <a:lin ang="16200000" scaled="1"/>
                  <a:tileRect/>
                </a:gradFill>
                <a:ln w="22225">
                  <a:solidFill>
                    <a:srgbClr val="7030A0"/>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dirty="0">
                      <a:effectLst>
                        <a:outerShdw blurRad="38100" dist="38100" dir="2700000" algn="tl">
                          <a:srgbClr val="000000">
                            <a:alpha val="43137"/>
                          </a:srgbClr>
                        </a:outerShdw>
                      </a:effectLst>
                      <a:latin typeface="+mn-lt"/>
                      <a:cs typeface="宋体" pitchFamily="2" charset="-122"/>
                    </a:rPr>
                    <a:t>9</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grpSp>
            <p:nvGrpSpPr>
              <p:cNvPr id="55" name="Group 683"/>
              <p:cNvGrpSpPr>
                <a:grpSpLocks/>
              </p:cNvGrpSpPr>
              <p:nvPr/>
            </p:nvGrpSpPr>
            <p:grpSpPr bwMode="auto">
              <a:xfrm>
                <a:off x="4799575" y="4069572"/>
                <a:ext cx="531532" cy="799588"/>
                <a:chOff x="2954" y="10800"/>
                <a:chExt cx="545" cy="780"/>
              </a:xfrm>
            </p:grpSpPr>
            <p:sp>
              <p:nvSpPr>
                <p:cNvPr id="62" name="Rectangle 684"/>
                <p:cNvSpPr>
                  <a:spLocks noChangeArrowheads="1"/>
                </p:cNvSpPr>
                <p:nvPr/>
              </p:nvSpPr>
              <p:spPr bwMode="auto">
                <a:xfrm>
                  <a:off x="2954" y="10800"/>
                  <a:ext cx="541" cy="31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7030A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63" name="Text Box 685"/>
                <p:cNvSpPr txBox="1">
                  <a:spLocks noChangeArrowheads="1"/>
                </p:cNvSpPr>
                <p:nvPr/>
              </p:nvSpPr>
              <p:spPr bwMode="auto">
                <a:xfrm>
                  <a:off x="2956" y="11112"/>
                  <a:ext cx="543" cy="468"/>
                </a:xfrm>
                <a:prstGeom prst="rect">
                  <a:avLst/>
                </a:prstGeom>
                <a:blipFill>
                  <a:blip r:embed="rId6" cstate="print"/>
                  <a:tile tx="0" ty="0" sx="100000" sy="100000" flip="none" algn="tl"/>
                </a:blipFill>
                <a:ln w="22225">
                  <a:solidFill>
                    <a:srgbClr val="7030A0"/>
                  </a:solidFill>
                  <a:miter lim="800000"/>
                  <a:headEnd/>
                  <a:tailEnd/>
                </a:ln>
              </p:spPr>
              <p:txBody>
                <a:bodyPr vert="horz" wrap="square" lIns="91440" tIns="45720" rIns="91440" bIns="45720" numCol="1" anchor="t" anchorCtr="0" compatLnSpc="1">
                  <a:prstTxWarp prst="textNoShape">
                    <a:avLst/>
                  </a:prstTxWarp>
                </a:bodyPr>
                <a:lstStyle/>
                <a:p>
                  <a:endParaRPr kumimoji="0" lang="zh-CN" altLang="zh-CN" sz="1600" b="1">
                    <a:effectLst>
                      <a:outerShdw blurRad="38100" dist="38100" dir="2700000" algn="tl">
                        <a:srgbClr val="000000">
                          <a:alpha val="43137"/>
                        </a:srgbClr>
                      </a:outerShdw>
                    </a:effectLst>
                    <a:latin typeface="+mn-lt"/>
                    <a:cs typeface="宋体" pitchFamily="2" charset="-122"/>
                  </a:endParaRPr>
                </a:p>
              </p:txBody>
            </p:sp>
          </p:grpSp>
          <p:sp>
            <p:nvSpPr>
              <p:cNvPr id="57" name="Line 688"/>
              <p:cNvSpPr>
                <a:spLocks noChangeShapeType="1"/>
              </p:cNvSpPr>
              <p:nvPr/>
            </p:nvSpPr>
            <p:spPr bwMode="auto">
              <a:xfrm>
                <a:off x="5076045" y="4193393"/>
                <a:ext cx="648084" cy="0"/>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grpSp>
            <p:nvGrpSpPr>
              <p:cNvPr id="58" name="Group 690"/>
              <p:cNvGrpSpPr>
                <a:grpSpLocks/>
              </p:cNvGrpSpPr>
              <p:nvPr/>
            </p:nvGrpSpPr>
            <p:grpSpPr bwMode="auto">
              <a:xfrm>
                <a:off x="7596813" y="4063426"/>
                <a:ext cx="527631" cy="790363"/>
                <a:chOff x="4018" y="10800"/>
                <a:chExt cx="541" cy="771"/>
              </a:xfrm>
            </p:grpSpPr>
            <p:sp>
              <p:nvSpPr>
                <p:cNvPr id="60" name="Rectangle 691"/>
                <p:cNvSpPr>
                  <a:spLocks noChangeArrowheads="1"/>
                </p:cNvSpPr>
                <p:nvPr/>
              </p:nvSpPr>
              <p:spPr bwMode="auto">
                <a:xfrm>
                  <a:off x="4018" y="10800"/>
                  <a:ext cx="541" cy="31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7030A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61" name="Text Box 692"/>
                <p:cNvSpPr txBox="1">
                  <a:spLocks noChangeArrowheads="1"/>
                </p:cNvSpPr>
                <p:nvPr/>
              </p:nvSpPr>
              <p:spPr bwMode="auto">
                <a:xfrm>
                  <a:off x="4018" y="11103"/>
                  <a:ext cx="541" cy="468"/>
                </a:xfrm>
                <a:prstGeom prst="rect">
                  <a:avLst/>
                </a:prstGeom>
                <a:gradFill flip="none" rotWithShape="1">
                  <a:gsLst>
                    <a:gs pos="0">
                      <a:srgbClr val="CFCFD1"/>
                    </a:gs>
                    <a:gs pos="100000">
                      <a:schemeClr val="bg1">
                        <a:lumMod val="95000"/>
                      </a:schemeClr>
                    </a:gs>
                  </a:gsLst>
                  <a:lin ang="16200000" scaled="1"/>
                  <a:tileRect/>
                </a:gradFill>
                <a:ln w="22225">
                  <a:solidFill>
                    <a:srgbClr val="7030A0"/>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dirty="0">
                      <a:effectLst>
                        <a:outerShdw blurRad="38100" dist="38100" dir="2700000" algn="tl">
                          <a:srgbClr val="000000">
                            <a:alpha val="43137"/>
                          </a:srgbClr>
                        </a:outerShdw>
                      </a:effectLst>
                      <a:latin typeface="+mn-lt"/>
                      <a:cs typeface="宋体" pitchFamily="2" charset="-122"/>
                    </a:rPr>
                    <a:t>9</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grpSp>
            <p:nvGrpSpPr>
              <p:cNvPr id="70" name="组合 69"/>
              <p:cNvGrpSpPr/>
              <p:nvPr/>
            </p:nvGrpSpPr>
            <p:grpSpPr>
              <a:xfrm>
                <a:off x="6657133" y="4069572"/>
                <a:ext cx="530729" cy="799588"/>
                <a:chOff x="6691388" y="4069572"/>
                <a:chExt cx="530729" cy="799588"/>
              </a:xfrm>
            </p:grpSpPr>
            <p:sp>
              <p:nvSpPr>
                <p:cNvPr id="66" name="Rectangle 681"/>
                <p:cNvSpPr>
                  <a:spLocks noChangeArrowheads="1"/>
                </p:cNvSpPr>
                <p:nvPr/>
              </p:nvSpPr>
              <p:spPr bwMode="auto">
                <a:xfrm>
                  <a:off x="6694487" y="4069572"/>
                  <a:ext cx="527630" cy="31983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7030A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67" name="Text Box 682"/>
                <p:cNvSpPr txBox="1">
                  <a:spLocks noChangeArrowheads="1"/>
                </p:cNvSpPr>
                <p:nvPr/>
              </p:nvSpPr>
              <p:spPr bwMode="auto">
                <a:xfrm>
                  <a:off x="6691388" y="4389407"/>
                  <a:ext cx="529581" cy="479753"/>
                </a:xfrm>
                <a:prstGeom prst="rect">
                  <a:avLst/>
                </a:prstGeom>
                <a:gradFill flip="none" rotWithShape="1">
                  <a:gsLst>
                    <a:gs pos="0">
                      <a:srgbClr val="CFCFD1"/>
                    </a:gs>
                    <a:gs pos="100000">
                      <a:schemeClr val="bg1">
                        <a:lumMod val="95000"/>
                      </a:schemeClr>
                    </a:gs>
                  </a:gsLst>
                  <a:lin ang="16200000" scaled="1"/>
                  <a:tileRect/>
                </a:gradFill>
                <a:ln w="22225">
                  <a:solidFill>
                    <a:srgbClr val="7030A0"/>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dirty="0">
                      <a:effectLst>
                        <a:outerShdw blurRad="38100" dist="38100" dir="2700000" algn="tl">
                          <a:srgbClr val="000000">
                            <a:alpha val="43137"/>
                          </a:srgbClr>
                        </a:outerShdw>
                      </a:effectLst>
                      <a:latin typeface="+mn-lt"/>
                      <a:cs typeface="宋体" pitchFamily="2" charset="-122"/>
                    </a:rPr>
                    <a:t>9</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sp>
            <p:nvSpPr>
              <p:cNvPr id="59" name="Line 742"/>
              <p:cNvSpPr>
                <a:spLocks noChangeShapeType="1"/>
              </p:cNvSpPr>
              <p:nvPr/>
            </p:nvSpPr>
            <p:spPr bwMode="auto">
              <a:xfrm>
                <a:off x="5999231" y="4202619"/>
                <a:ext cx="648000" cy="0"/>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71" name="Line 742"/>
              <p:cNvSpPr>
                <a:spLocks noChangeShapeType="1"/>
              </p:cNvSpPr>
              <p:nvPr/>
            </p:nvSpPr>
            <p:spPr bwMode="auto">
              <a:xfrm>
                <a:off x="6936416" y="4197208"/>
                <a:ext cx="648000" cy="0"/>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72" name="Line 742"/>
              <p:cNvSpPr>
                <a:spLocks noChangeShapeType="1"/>
              </p:cNvSpPr>
              <p:nvPr/>
            </p:nvSpPr>
            <p:spPr bwMode="auto">
              <a:xfrm>
                <a:off x="7884440" y="4203951"/>
                <a:ext cx="648000" cy="0"/>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dirty="0">
                  <a:effectLst>
                    <a:outerShdw blurRad="38100" dist="38100" dir="2700000" algn="tl">
                      <a:srgbClr val="000000">
                        <a:alpha val="43137"/>
                      </a:srgbClr>
                    </a:outerShdw>
                  </a:effectLst>
                  <a:latin typeface="+mn-lt"/>
                </a:endParaRPr>
              </a:p>
            </p:txBody>
          </p:sp>
          <p:grpSp>
            <p:nvGrpSpPr>
              <p:cNvPr id="75" name="组合 74"/>
              <p:cNvGrpSpPr/>
              <p:nvPr/>
            </p:nvGrpSpPr>
            <p:grpSpPr>
              <a:xfrm>
                <a:off x="8545145" y="4040792"/>
                <a:ext cx="527631" cy="816336"/>
                <a:chOff x="8545145" y="4040792"/>
                <a:chExt cx="527631" cy="816336"/>
              </a:xfrm>
            </p:grpSpPr>
            <p:grpSp>
              <p:nvGrpSpPr>
                <p:cNvPr id="73" name="组合 72"/>
                <p:cNvGrpSpPr/>
                <p:nvPr/>
              </p:nvGrpSpPr>
              <p:grpSpPr>
                <a:xfrm>
                  <a:off x="8545145" y="4054464"/>
                  <a:ext cx="527631" cy="802664"/>
                  <a:chOff x="8460921" y="4054464"/>
                  <a:chExt cx="527631" cy="802664"/>
                </a:xfrm>
              </p:grpSpPr>
              <p:sp>
                <p:nvSpPr>
                  <p:cNvPr id="68" name="Rectangle 691"/>
                  <p:cNvSpPr>
                    <a:spLocks noChangeArrowheads="1"/>
                  </p:cNvSpPr>
                  <p:nvPr/>
                </p:nvSpPr>
                <p:spPr bwMode="auto">
                  <a:xfrm>
                    <a:off x="8460921" y="4054464"/>
                    <a:ext cx="527631" cy="31983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7030A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dirty="0">
                      <a:effectLst>
                        <a:outerShdw blurRad="38100" dist="38100" dir="2700000" algn="tl">
                          <a:srgbClr val="000000">
                            <a:alpha val="43137"/>
                          </a:srgbClr>
                        </a:outerShdw>
                      </a:effectLst>
                      <a:latin typeface="+mn-lt"/>
                    </a:endParaRPr>
                  </a:p>
                </p:txBody>
              </p:sp>
              <p:sp>
                <p:nvSpPr>
                  <p:cNvPr id="69" name="Text Box 692"/>
                  <p:cNvSpPr txBox="1">
                    <a:spLocks noChangeArrowheads="1"/>
                  </p:cNvSpPr>
                  <p:nvPr/>
                </p:nvSpPr>
                <p:spPr bwMode="auto">
                  <a:xfrm>
                    <a:off x="8460921" y="4377375"/>
                    <a:ext cx="527631" cy="479753"/>
                  </a:xfrm>
                  <a:prstGeom prst="rect">
                    <a:avLst/>
                  </a:prstGeom>
                  <a:gradFill flip="none" rotWithShape="1">
                    <a:gsLst>
                      <a:gs pos="0">
                        <a:srgbClr val="CFCFD1"/>
                      </a:gs>
                      <a:gs pos="100000">
                        <a:schemeClr val="bg1">
                          <a:lumMod val="95000"/>
                        </a:schemeClr>
                      </a:gs>
                    </a:gsLst>
                    <a:lin ang="16200000" scaled="1"/>
                    <a:tileRect/>
                  </a:gradFill>
                  <a:ln w="22225">
                    <a:solidFill>
                      <a:srgbClr val="7030A0"/>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dirty="0">
                        <a:effectLst>
                          <a:outerShdw blurRad="38100" dist="38100" dir="2700000" algn="tl">
                            <a:srgbClr val="000000">
                              <a:alpha val="43137"/>
                            </a:srgbClr>
                          </a:outerShdw>
                        </a:effectLst>
                        <a:latin typeface="+mn-lt"/>
                        <a:cs typeface="宋体" pitchFamily="2" charset="-122"/>
                      </a:rPr>
                      <a:t>6</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sp>
              <p:nvSpPr>
                <p:cNvPr id="74" name="Text Box 744"/>
                <p:cNvSpPr txBox="1">
                  <a:spLocks noChangeArrowheads="1"/>
                </p:cNvSpPr>
                <p:nvPr/>
              </p:nvSpPr>
              <p:spPr bwMode="auto">
                <a:xfrm>
                  <a:off x="8645716" y="4040792"/>
                  <a:ext cx="330804" cy="2913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grpSp>
      </p:grpSp>
      <p:grpSp>
        <p:nvGrpSpPr>
          <p:cNvPr id="78" name="组合 77"/>
          <p:cNvGrpSpPr/>
          <p:nvPr/>
        </p:nvGrpSpPr>
        <p:grpSpPr>
          <a:xfrm>
            <a:off x="7080232" y="3844290"/>
            <a:ext cx="527936" cy="412711"/>
            <a:chOff x="4850414" y="3833955"/>
            <a:chExt cx="527936" cy="412711"/>
          </a:xfrm>
        </p:grpSpPr>
        <p:sp>
          <p:nvSpPr>
            <p:cNvPr id="79" name="Line 743"/>
            <p:cNvSpPr>
              <a:spLocks noChangeShapeType="1"/>
            </p:cNvSpPr>
            <p:nvPr/>
          </p:nvSpPr>
          <p:spPr bwMode="auto">
            <a:xfrm>
              <a:off x="5090318" y="4062195"/>
              <a:ext cx="288032" cy="184471"/>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80" name="Text Box 744"/>
            <p:cNvSpPr txBox="1">
              <a:spLocks noChangeArrowheads="1"/>
            </p:cNvSpPr>
            <p:nvPr/>
          </p:nvSpPr>
          <p:spPr bwMode="auto">
            <a:xfrm>
              <a:off x="4850414" y="3833955"/>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cs typeface="宋体" pitchFamily="2" charset="-122"/>
                </a:rPr>
                <a:t>p</a:t>
              </a:r>
              <a:endParaRPr kumimoji="0" lang="zh-CN" altLang="zh-CN" sz="1600" b="1" dirty="0">
                <a:solidFill>
                  <a:srgbClr val="C00000"/>
                </a:solidFill>
                <a:latin typeface="+mn-lt"/>
                <a:cs typeface="宋体" pitchFamily="2" charset="-122"/>
              </a:endParaRPr>
            </a:p>
          </p:txBody>
        </p:sp>
      </p:grpSp>
      <p:grpSp>
        <p:nvGrpSpPr>
          <p:cNvPr id="81" name="组合 80"/>
          <p:cNvGrpSpPr/>
          <p:nvPr/>
        </p:nvGrpSpPr>
        <p:grpSpPr>
          <a:xfrm>
            <a:off x="7968392" y="3837169"/>
            <a:ext cx="527936" cy="412711"/>
            <a:chOff x="4850414" y="3833955"/>
            <a:chExt cx="527936" cy="412711"/>
          </a:xfrm>
        </p:grpSpPr>
        <p:sp>
          <p:nvSpPr>
            <p:cNvPr id="82" name="Line 743"/>
            <p:cNvSpPr>
              <a:spLocks noChangeShapeType="1"/>
            </p:cNvSpPr>
            <p:nvPr/>
          </p:nvSpPr>
          <p:spPr bwMode="auto">
            <a:xfrm>
              <a:off x="5090318" y="4062195"/>
              <a:ext cx="288032" cy="184471"/>
            </a:xfrm>
            <a:prstGeom prst="line">
              <a:avLst/>
            </a:prstGeom>
            <a:noFill/>
            <a:ln w="25400">
              <a:solidFill>
                <a:srgbClr val="0066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solidFill>
                  <a:schemeClr val="accent1">
                    <a:lumMod val="50000"/>
                  </a:schemeClr>
                </a:solidFill>
                <a:effectLst>
                  <a:outerShdw blurRad="38100" dist="38100" dir="2700000" algn="tl">
                    <a:srgbClr val="000000">
                      <a:alpha val="43137"/>
                    </a:srgbClr>
                  </a:outerShdw>
                </a:effectLst>
                <a:latin typeface="+mn-lt"/>
              </a:endParaRPr>
            </a:p>
          </p:txBody>
        </p:sp>
        <p:sp>
          <p:nvSpPr>
            <p:cNvPr id="83" name="Text Box 744"/>
            <p:cNvSpPr txBox="1">
              <a:spLocks noChangeArrowheads="1"/>
            </p:cNvSpPr>
            <p:nvPr/>
          </p:nvSpPr>
          <p:spPr bwMode="auto">
            <a:xfrm>
              <a:off x="4850414" y="3833955"/>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effectLst>
                    <a:outerShdw blurRad="38100" dist="38100" dir="2700000" algn="tl">
                      <a:srgbClr val="000000">
                        <a:alpha val="43137"/>
                      </a:srgbClr>
                    </a:outerShdw>
                  </a:effectLst>
                  <a:latin typeface="+mn-lt"/>
                  <a:cs typeface="宋体" pitchFamily="2" charset="-122"/>
                </a:rPr>
                <a:t>q</a:t>
              </a:r>
              <a:endParaRPr kumimoji="0" lang="zh-CN" altLang="zh-CN" sz="1600" b="1" dirty="0">
                <a:solidFill>
                  <a:schemeClr val="accent1">
                    <a:lumMod val="50000"/>
                  </a:schemeClr>
                </a:solidFill>
                <a:effectLst>
                  <a:outerShdw blurRad="38100" dist="38100" dir="2700000" algn="tl">
                    <a:srgbClr val="000000">
                      <a:alpha val="43137"/>
                    </a:srgbClr>
                  </a:outerShdw>
                </a:effectLst>
                <a:latin typeface="+mn-lt"/>
                <a:cs typeface="宋体" pitchFamily="2" charset="-122"/>
              </a:endParaRPr>
            </a:p>
          </p:txBody>
        </p:sp>
      </p:grpSp>
      <p:grpSp>
        <p:nvGrpSpPr>
          <p:cNvPr id="84" name="组合 83"/>
          <p:cNvGrpSpPr/>
          <p:nvPr/>
        </p:nvGrpSpPr>
        <p:grpSpPr>
          <a:xfrm>
            <a:off x="8076129" y="4580811"/>
            <a:ext cx="433131" cy="396218"/>
            <a:chOff x="5567896" y="5157192"/>
            <a:chExt cx="433131" cy="396218"/>
          </a:xfrm>
        </p:grpSpPr>
        <p:sp>
          <p:nvSpPr>
            <p:cNvPr id="85" name="Line 743"/>
            <p:cNvSpPr>
              <a:spLocks noChangeShapeType="1"/>
            </p:cNvSpPr>
            <p:nvPr/>
          </p:nvSpPr>
          <p:spPr bwMode="auto">
            <a:xfrm flipV="1">
              <a:off x="5724128" y="5157192"/>
              <a:ext cx="276899" cy="189513"/>
            </a:xfrm>
            <a:prstGeom prst="line">
              <a:avLst/>
            </a:prstGeom>
            <a:noFill/>
            <a:ln w="25400">
              <a:solidFill>
                <a:srgbClr val="00206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solidFill>
                  <a:srgbClr val="002060"/>
                </a:solidFill>
                <a:latin typeface="+mn-lt"/>
              </a:endParaRPr>
            </a:p>
          </p:txBody>
        </p:sp>
        <p:sp>
          <p:nvSpPr>
            <p:cNvPr id="86" name="Text Box 744"/>
            <p:cNvSpPr txBox="1">
              <a:spLocks noChangeArrowheads="1"/>
            </p:cNvSpPr>
            <p:nvPr/>
          </p:nvSpPr>
          <p:spPr bwMode="auto">
            <a:xfrm>
              <a:off x="5567896" y="5217485"/>
              <a:ext cx="358294" cy="3359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2060"/>
                  </a:solidFill>
                  <a:latin typeface="+mn-lt"/>
                  <a:cs typeface="宋体" pitchFamily="2" charset="-122"/>
                </a:rPr>
                <a:t>r</a:t>
              </a:r>
              <a:endParaRPr kumimoji="0" lang="zh-CN" altLang="zh-CN" sz="1600" b="1" dirty="0">
                <a:solidFill>
                  <a:srgbClr val="002060"/>
                </a:solidFill>
                <a:latin typeface="+mn-lt"/>
                <a:cs typeface="宋体" pitchFamily="2" charset="-122"/>
              </a:endParaRPr>
            </a:p>
          </p:txBody>
        </p:sp>
      </p:grpSp>
      <p:grpSp>
        <p:nvGrpSpPr>
          <p:cNvPr id="87" name="组合 86"/>
          <p:cNvGrpSpPr/>
          <p:nvPr/>
        </p:nvGrpSpPr>
        <p:grpSpPr>
          <a:xfrm>
            <a:off x="8904312" y="3849017"/>
            <a:ext cx="527936" cy="412711"/>
            <a:chOff x="4850414" y="3833955"/>
            <a:chExt cx="527936" cy="412711"/>
          </a:xfrm>
        </p:grpSpPr>
        <p:sp>
          <p:nvSpPr>
            <p:cNvPr id="88" name="Line 743"/>
            <p:cNvSpPr>
              <a:spLocks noChangeShapeType="1"/>
            </p:cNvSpPr>
            <p:nvPr/>
          </p:nvSpPr>
          <p:spPr bwMode="auto">
            <a:xfrm>
              <a:off x="5090318" y="4062195"/>
              <a:ext cx="288032" cy="184471"/>
            </a:xfrm>
            <a:prstGeom prst="line">
              <a:avLst/>
            </a:prstGeom>
            <a:noFill/>
            <a:ln w="25400">
              <a:solidFill>
                <a:srgbClr val="0066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solidFill>
                  <a:schemeClr val="accent1">
                    <a:lumMod val="50000"/>
                  </a:schemeClr>
                </a:solidFill>
                <a:effectLst>
                  <a:outerShdw blurRad="38100" dist="38100" dir="2700000" algn="tl">
                    <a:srgbClr val="000000">
                      <a:alpha val="43137"/>
                    </a:srgbClr>
                  </a:outerShdw>
                </a:effectLst>
                <a:latin typeface="+mn-lt"/>
              </a:endParaRPr>
            </a:p>
          </p:txBody>
        </p:sp>
        <p:sp>
          <p:nvSpPr>
            <p:cNvPr id="89" name="Text Box 744"/>
            <p:cNvSpPr txBox="1">
              <a:spLocks noChangeArrowheads="1"/>
            </p:cNvSpPr>
            <p:nvPr/>
          </p:nvSpPr>
          <p:spPr bwMode="auto">
            <a:xfrm>
              <a:off x="4850414" y="3833955"/>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effectLst>
                    <a:outerShdw blurRad="38100" dist="38100" dir="2700000" algn="tl">
                      <a:srgbClr val="000000">
                        <a:alpha val="43137"/>
                      </a:srgbClr>
                    </a:outerShdw>
                  </a:effectLst>
                  <a:latin typeface="+mn-lt"/>
                  <a:cs typeface="宋体" pitchFamily="2" charset="-122"/>
                </a:rPr>
                <a:t>q</a:t>
              </a:r>
              <a:endParaRPr kumimoji="0" lang="zh-CN" altLang="zh-CN" sz="1600" b="1" dirty="0">
                <a:solidFill>
                  <a:schemeClr val="accent1">
                    <a:lumMod val="50000"/>
                  </a:schemeClr>
                </a:solidFill>
                <a:effectLst>
                  <a:outerShdw blurRad="38100" dist="38100" dir="2700000" algn="tl">
                    <a:srgbClr val="000000">
                      <a:alpha val="43137"/>
                    </a:srgbClr>
                  </a:outerShdw>
                </a:effectLst>
                <a:latin typeface="+mn-lt"/>
                <a:cs typeface="宋体" pitchFamily="2" charset="-122"/>
              </a:endParaRPr>
            </a:p>
          </p:txBody>
        </p:sp>
      </p:grpSp>
      <p:sp>
        <p:nvSpPr>
          <p:cNvPr id="90" name="矩形 89"/>
          <p:cNvSpPr/>
          <p:nvPr/>
        </p:nvSpPr>
        <p:spPr bwMode="auto">
          <a:xfrm>
            <a:off x="8064096" y="3771430"/>
            <a:ext cx="432048" cy="504056"/>
          </a:xfrm>
          <a:prstGeom prst="rect">
            <a:avLst/>
          </a:prstGeom>
          <a:blipFill>
            <a:blip r:embed="rId7"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91" name="矩形 90"/>
          <p:cNvSpPr/>
          <p:nvPr/>
        </p:nvSpPr>
        <p:spPr bwMode="auto">
          <a:xfrm>
            <a:off x="8151110" y="4221088"/>
            <a:ext cx="948136" cy="936104"/>
          </a:xfrm>
          <a:prstGeom prst="rect">
            <a:avLst/>
          </a:prstGeom>
          <a:blipFill>
            <a:blip r:embed="rId7"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grpSp>
        <p:nvGrpSpPr>
          <p:cNvPr id="50" name="组合 49"/>
          <p:cNvGrpSpPr/>
          <p:nvPr/>
        </p:nvGrpSpPr>
        <p:grpSpPr>
          <a:xfrm>
            <a:off x="8993174" y="4576710"/>
            <a:ext cx="433131" cy="396218"/>
            <a:chOff x="5567896" y="5157192"/>
            <a:chExt cx="433131" cy="396218"/>
          </a:xfrm>
        </p:grpSpPr>
        <p:sp>
          <p:nvSpPr>
            <p:cNvPr id="51" name="Line 743"/>
            <p:cNvSpPr>
              <a:spLocks noChangeShapeType="1"/>
            </p:cNvSpPr>
            <p:nvPr/>
          </p:nvSpPr>
          <p:spPr bwMode="auto">
            <a:xfrm flipV="1">
              <a:off x="5724128" y="5157192"/>
              <a:ext cx="276899" cy="189513"/>
            </a:xfrm>
            <a:prstGeom prst="line">
              <a:avLst/>
            </a:prstGeom>
            <a:noFill/>
            <a:ln w="25400">
              <a:solidFill>
                <a:srgbClr val="00206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solidFill>
                  <a:srgbClr val="002060"/>
                </a:solidFill>
                <a:latin typeface="+mn-lt"/>
              </a:endParaRPr>
            </a:p>
          </p:txBody>
        </p:sp>
        <p:sp>
          <p:nvSpPr>
            <p:cNvPr id="52" name="Text Box 744"/>
            <p:cNvSpPr txBox="1">
              <a:spLocks noChangeArrowheads="1"/>
            </p:cNvSpPr>
            <p:nvPr/>
          </p:nvSpPr>
          <p:spPr bwMode="auto">
            <a:xfrm>
              <a:off x="5567896" y="5217485"/>
              <a:ext cx="358294" cy="3359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2060"/>
                  </a:solidFill>
                  <a:latin typeface="+mn-lt"/>
                  <a:cs typeface="宋体" pitchFamily="2" charset="-122"/>
                </a:rPr>
                <a:t>r</a:t>
              </a:r>
              <a:endParaRPr kumimoji="0" lang="zh-CN" altLang="zh-CN" sz="1600" b="1" dirty="0">
                <a:solidFill>
                  <a:srgbClr val="002060"/>
                </a:solidFill>
                <a:latin typeface="+mn-lt"/>
                <a:cs typeface="宋体" pitchFamily="2" charset="-122"/>
              </a:endParaRPr>
            </a:p>
          </p:txBody>
        </p:sp>
      </p:grpSp>
      <p:grpSp>
        <p:nvGrpSpPr>
          <p:cNvPr id="111" name="组合 110"/>
          <p:cNvGrpSpPr/>
          <p:nvPr/>
        </p:nvGrpSpPr>
        <p:grpSpPr>
          <a:xfrm>
            <a:off x="1480784" y="4019117"/>
            <a:ext cx="2578695" cy="1697580"/>
            <a:chOff x="1036903" y="4019117"/>
            <a:chExt cx="2578695" cy="1697580"/>
          </a:xfrm>
        </p:grpSpPr>
        <p:cxnSp>
          <p:nvCxnSpPr>
            <p:cNvPr id="97" name="直接连接符 96"/>
            <p:cNvCxnSpPr/>
            <p:nvPr/>
          </p:nvCxnSpPr>
          <p:spPr bwMode="auto">
            <a:xfrm>
              <a:off x="1036903" y="5715016"/>
              <a:ext cx="2571768" cy="1681"/>
            </a:xfrm>
            <a:prstGeom prst="line">
              <a:avLst/>
            </a:prstGeom>
            <a:solidFill>
              <a:schemeClr val="accent1"/>
            </a:solidFill>
            <a:ln w="25400" cap="flat" cmpd="sng" algn="ctr">
              <a:solidFill>
                <a:srgbClr val="C00000"/>
              </a:solidFill>
              <a:prstDash val="solid"/>
              <a:round/>
              <a:headEnd type="none" w="med" len="med"/>
              <a:tailEnd type="none" w="med" len="med"/>
            </a:ln>
            <a:effectLst/>
          </p:spPr>
        </p:cxnSp>
        <p:cxnSp>
          <p:nvCxnSpPr>
            <p:cNvPr id="99" name="直接连接符 98"/>
            <p:cNvCxnSpPr/>
            <p:nvPr/>
          </p:nvCxnSpPr>
          <p:spPr bwMode="auto">
            <a:xfrm rot="5400000">
              <a:off x="2765479" y="4867065"/>
              <a:ext cx="1693731" cy="2171"/>
            </a:xfrm>
            <a:prstGeom prst="line">
              <a:avLst/>
            </a:prstGeom>
            <a:solidFill>
              <a:schemeClr val="accent1"/>
            </a:solidFill>
            <a:ln w="25400" cap="flat" cmpd="sng" algn="ctr">
              <a:solidFill>
                <a:srgbClr val="C00000"/>
              </a:solidFill>
              <a:prstDash val="solid"/>
              <a:round/>
              <a:headEnd type="none" w="med" len="med"/>
              <a:tailEnd type="none" w="med" len="med"/>
            </a:ln>
            <a:effectLst/>
          </p:spPr>
        </p:cxnSp>
        <p:cxnSp>
          <p:nvCxnSpPr>
            <p:cNvPr id="102" name="直接箭头连接符 101"/>
            <p:cNvCxnSpPr/>
            <p:nvPr/>
          </p:nvCxnSpPr>
          <p:spPr bwMode="auto">
            <a:xfrm rot="10800000">
              <a:off x="3115532" y="4019117"/>
              <a:ext cx="500066" cy="1588"/>
            </a:xfrm>
            <a:prstGeom prst="straightConnector1">
              <a:avLst/>
            </a:prstGeom>
            <a:solidFill>
              <a:schemeClr val="accent1"/>
            </a:solidFill>
            <a:ln w="25400" cap="flat" cmpd="sng" algn="ctr">
              <a:solidFill>
                <a:srgbClr val="C00000"/>
              </a:solidFill>
              <a:prstDash val="solid"/>
              <a:round/>
              <a:headEnd type="none" w="med" len="med"/>
              <a:tailEnd type="stealth" w="lg" len="lg"/>
            </a:ln>
            <a:effectLst/>
          </p:spPr>
        </p:cxnSp>
      </p:grpSp>
      <p:grpSp>
        <p:nvGrpSpPr>
          <p:cNvPr id="112" name="组合 111"/>
          <p:cNvGrpSpPr/>
          <p:nvPr/>
        </p:nvGrpSpPr>
        <p:grpSpPr>
          <a:xfrm>
            <a:off x="9862115" y="3838911"/>
            <a:ext cx="527936" cy="412711"/>
            <a:chOff x="4850414" y="3833955"/>
            <a:chExt cx="527936" cy="412711"/>
          </a:xfrm>
        </p:grpSpPr>
        <p:sp>
          <p:nvSpPr>
            <p:cNvPr id="113" name="Line 743"/>
            <p:cNvSpPr>
              <a:spLocks noChangeShapeType="1"/>
            </p:cNvSpPr>
            <p:nvPr/>
          </p:nvSpPr>
          <p:spPr bwMode="auto">
            <a:xfrm>
              <a:off x="5090318" y="4062195"/>
              <a:ext cx="288032" cy="184471"/>
            </a:xfrm>
            <a:prstGeom prst="line">
              <a:avLst/>
            </a:prstGeom>
            <a:noFill/>
            <a:ln w="25400">
              <a:solidFill>
                <a:srgbClr val="0066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114" name="Text Box 744"/>
            <p:cNvSpPr txBox="1">
              <a:spLocks noChangeArrowheads="1"/>
            </p:cNvSpPr>
            <p:nvPr/>
          </p:nvSpPr>
          <p:spPr bwMode="auto">
            <a:xfrm>
              <a:off x="4850414" y="3833955"/>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38100" dist="38100" dir="2700000" algn="tl">
                      <a:srgbClr val="000000">
                        <a:alpha val="43137"/>
                      </a:srgbClr>
                    </a:outerShdw>
                  </a:effectLst>
                  <a:latin typeface="+mn-lt"/>
                  <a:cs typeface="宋体" pitchFamily="2" charset="-122"/>
                </a:rPr>
                <a:t>q</a:t>
              </a:r>
              <a:endParaRPr kumimoji="0" lang="zh-CN" altLang="zh-CN" sz="1600" b="1" dirty="0">
                <a:solidFill>
                  <a:srgbClr val="006600"/>
                </a:solidFill>
                <a:effectLst>
                  <a:outerShdw blurRad="38100" dist="38100" dir="2700000" algn="tl">
                    <a:srgbClr val="000000">
                      <a:alpha val="43137"/>
                    </a:srgbClr>
                  </a:outerShdw>
                </a:effectLst>
                <a:latin typeface="+mn-lt"/>
                <a:cs typeface="宋体" pitchFamily="2" charset="-122"/>
              </a:endParaRPr>
            </a:p>
          </p:txBody>
        </p:sp>
      </p:grpSp>
      <p:sp>
        <p:nvSpPr>
          <p:cNvPr id="115" name="矩形 114"/>
          <p:cNvSpPr/>
          <p:nvPr/>
        </p:nvSpPr>
        <p:spPr bwMode="auto">
          <a:xfrm>
            <a:off x="9003607" y="3778606"/>
            <a:ext cx="432048" cy="504056"/>
          </a:xfrm>
          <a:prstGeom prst="rect">
            <a:avLst/>
          </a:prstGeom>
          <a:blipFill>
            <a:blip r:embed="rId7"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16" name="矩形 115"/>
          <p:cNvSpPr/>
          <p:nvPr/>
        </p:nvSpPr>
        <p:spPr bwMode="auto">
          <a:xfrm>
            <a:off x="9085392" y="4244520"/>
            <a:ext cx="948136" cy="936104"/>
          </a:xfrm>
          <a:prstGeom prst="rect">
            <a:avLst/>
          </a:prstGeom>
          <a:blipFill>
            <a:blip r:embed="rId7"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92" name="Line 688"/>
          <p:cNvSpPr>
            <a:spLocks noChangeShapeType="1"/>
          </p:cNvSpPr>
          <p:nvPr/>
        </p:nvSpPr>
        <p:spPr bwMode="auto">
          <a:xfrm>
            <a:off x="8052432" y="4433060"/>
            <a:ext cx="2332698" cy="4052"/>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grpSp>
        <p:nvGrpSpPr>
          <p:cNvPr id="93" name="组合 92"/>
          <p:cNvGrpSpPr/>
          <p:nvPr/>
        </p:nvGrpSpPr>
        <p:grpSpPr>
          <a:xfrm>
            <a:off x="9785756" y="3949848"/>
            <a:ext cx="527936" cy="412711"/>
            <a:chOff x="4850414" y="3833955"/>
            <a:chExt cx="527936" cy="412711"/>
          </a:xfrm>
        </p:grpSpPr>
        <p:sp>
          <p:nvSpPr>
            <p:cNvPr id="94" name="Line 743"/>
            <p:cNvSpPr>
              <a:spLocks noChangeShapeType="1"/>
            </p:cNvSpPr>
            <p:nvPr/>
          </p:nvSpPr>
          <p:spPr bwMode="auto">
            <a:xfrm>
              <a:off x="5090318" y="4062195"/>
              <a:ext cx="288032" cy="184471"/>
            </a:xfrm>
            <a:prstGeom prst="line">
              <a:avLst/>
            </a:prstGeom>
            <a:noFill/>
            <a:ln w="25400">
              <a:solidFill>
                <a:srgbClr val="C0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95" name="Text Box 744"/>
            <p:cNvSpPr txBox="1">
              <a:spLocks noChangeArrowheads="1"/>
            </p:cNvSpPr>
            <p:nvPr/>
          </p:nvSpPr>
          <p:spPr bwMode="auto">
            <a:xfrm>
              <a:off x="4850414" y="3833955"/>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cs typeface="宋体" pitchFamily="2" charset="-122"/>
                </a:rPr>
                <a:t>p</a:t>
              </a:r>
              <a:endParaRPr kumimoji="0" lang="zh-CN" altLang="zh-CN" sz="1600" b="1" dirty="0">
                <a:solidFill>
                  <a:srgbClr val="C00000"/>
                </a:solidFill>
                <a:latin typeface="+mn-lt"/>
                <a:cs typeface="宋体" pitchFamily="2" charset="-122"/>
              </a:endParaRPr>
            </a:p>
          </p:txBody>
        </p:sp>
      </p:grpSp>
      <p:sp>
        <p:nvSpPr>
          <p:cNvPr id="120" name="矩形 119"/>
          <p:cNvSpPr/>
          <p:nvPr/>
        </p:nvSpPr>
        <p:spPr bwMode="auto">
          <a:xfrm>
            <a:off x="7170420" y="3792460"/>
            <a:ext cx="432048" cy="504056"/>
          </a:xfrm>
          <a:prstGeom prst="rect">
            <a:avLst/>
          </a:prstGeom>
          <a:blipFill>
            <a:blip r:embed="rId7"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96" name="Rectangle 4">
            <a:extLst>
              <a:ext uri="{FF2B5EF4-FFF2-40B4-BE49-F238E27FC236}">
                <a16:creationId xmlns:a16="http://schemas.microsoft.com/office/drawing/2014/main" id="{CA4A4803-C957-4FA6-AACD-B21C6C10600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2305"/>
                                        </p:tgtEl>
                                        <p:attrNameLst>
                                          <p:attrName>style.visibility</p:attrName>
                                        </p:attrNameLst>
                                      </p:cBhvr>
                                      <p:to>
                                        <p:strVal val="visible"/>
                                      </p:to>
                                    </p:set>
                                    <p:animEffect transition="in" filter="box(in)">
                                      <p:cBhvr>
                                        <p:cTn id="7" dur="500"/>
                                        <p:tgtEl>
                                          <p:spTgt spid="48230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3">
                                            <p:txEl>
                                              <p:pRg st="0" end="0"/>
                                            </p:txEl>
                                          </p:spTgt>
                                        </p:tgtEl>
                                        <p:attrNameLst>
                                          <p:attrName>style.visibility</p:attrName>
                                        </p:attrNameLst>
                                      </p:cBhvr>
                                      <p:to>
                                        <p:strVal val="visible"/>
                                      </p:to>
                                    </p:set>
                                    <p:anim calcmode="lin" valueType="num">
                                      <p:cBhvr additive="base">
                                        <p:cTn id="12" dur="500" fill="hold"/>
                                        <p:tgtEl>
                                          <p:spTgt spid="12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23">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p:stCondLst>
                              <p:cond delay="500"/>
                            </p:stCondLst>
                            <p:childTnLst>
                              <p:par>
                                <p:cTn id="15" presetID="18" presetClass="entr" presetSubtype="6" fill="hold" nodeType="afterEffect">
                                  <p:stCondLst>
                                    <p:cond delay="0"/>
                                  </p:stCondLst>
                                  <p:childTnLst>
                                    <p:set>
                                      <p:cBhvr>
                                        <p:cTn id="16" dur="1" fill="hold">
                                          <p:stCondLst>
                                            <p:cond delay="0"/>
                                          </p:stCondLst>
                                        </p:cTn>
                                        <p:tgtEl>
                                          <p:spTgt spid="78"/>
                                        </p:tgtEl>
                                        <p:attrNameLst>
                                          <p:attrName>style.visibility</p:attrName>
                                        </p:attrNameLst>
                                      </p:cBhvr>
                                      <p:to>
                                        <p:strVal val="visible"/>
                                      </p:to>
                                    </p:set>
                                    <p:animEffect transition="in" filter="strips(downRight)">
                                      <p:cBhvr>
                                        <p:cTn id="17" dur="500"/>
                                        <p:tgtEl>
                                          <p:spTgt spid="78"/>
                                        </p:tgtEl>
                                      </p:cBhvr>
                                    </p:animEffect>
                                  </p:childTnLst>
                                  <p:subTnLst>
                                    <p:audio>
                                      <p:cMediaNode>
                                        <p:cTn display="0" masterRel="sameClick">
                                          <p:stCondLst>
                                            <p:cond evt="begin" delay="0">
                                              <p:tn val="15"/>
                                            </p:cond>
                                          </p:stCondLst>
                                          <p:endCondLst>
                                            <p:cond evt="onStopAudio" delay="0">
                                              <p:tgtEl>
                                                <p:sldTgt/>
                                              </p:tgtEl>
                                            </p:cond>
                                          </p:endCondLst>
                                        </p:cTn>
                                        <p:tgtEl>
                                          <p:sndTgt r:embed="rId4" name="laser.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23">
                                            <p:txEl>
                                              <p:pRg st="1" end="1"/>
                                            </p:txEl>
                                          </p:spTgt>
                                        </p:tgtEl>
                                        <p:attrNameLst>
                                          <p:attrName>style.visibility</p:attrName>
                                        </p:attrNameLst>
                                      </p:cBhvr>
                                      <p:to>
                                        <p:strVal val="visible"/>
                                      </p:to>
                                    </p:set>
                                    <p:anim calcmode="lin" valueType="num">
                                      <p:cBhvr additive="base">
                                        <p:cTn id="22" dur="500" fill="hold"/>
                                        <p:tgtEl>
                                          <p:spTgt spid="123">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23">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2" presetClass="entr" presetSubtype="4" fill="hold" nodeType="afterEffect">
                                  <p:stCondLst>
                                    <p:cond delay="0"/>
                                  </p:stCondLst>
                                  <p:childTnLst>
                                    <p:set>
                                      <p:cBhvr>
                                        <p:cTn id="26" dur="1" fill="hold">
                                          <p:stCondLst>
                                            <p:cond delay="0"/>
                                          </p:stCondLst>
                                        </p:cTn>
                                        <p:tgtEl>
                                          <p:spTgt spid="123">
                                            <p:txEl>
                                              <p:pRg st="2" end="2"/>
                                            </p:txEl>
                                          </p:spTgt>
                                        </p:tgtEl>
                                        <p:attrNameLst>
                                          <p:attrName>style.visibility</p:attrName>
                                        </p:attrNameLst>
                                      </p:cBhvr>
                                      <p:to>
                                        <p:strVal val="visible"/>
                                      </p:to>
                                    </p:set>
                                    <p:anim calcmode="lin" valueType="num">
                                      <p:cBhvr additive="base">
                                        <p:cTn id="27" dur="500" fill="hold"/>
                                        <p:tgtEl>
                                          <p:spTgt spid="123">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3">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23">
                                            <p:txEl>
                                              <p:pRg st="3" end="3"/>
                                            </p:txEl>
                                          </p:spTgt>
                                        </p:tgtEl>
                                        <p:attrNameLst>
                                          <p:attrName>style.visibility</p:attrName>
                                        </p:attrNameLst>
                                      </p:cBhvr>
                                      <p:to>
                                        <p:strVal val="visible"/>
                                      </p:to>
                                    </p:set>
                                    <p:anim calcmode="lin" valueType="num">
                                      <p:cBhvr additive="base">
                                        <p:cTn id="33" dur="500" fill="hold"/>
                                        <p:tgtEl>
                                          <p:spTgt spid="123">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23">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18" presetClass="entr" presetSubtype="6" fill="hold" nodeType="afterEffect">
                                  <p:stCondLst>
                                    <p:cond delay="0"/>
                                  </p:stCondLst>
                                  <p:childTnLst>
                                    <p:set>
                                      <p:cBhvr>
                                        <p:cTn id="37" dur="1" fill="hold">
                                          <p:stCondLst>
                                            <p:cond delay="0"/>
                                          </p:stCondLst>
                                        </p:cTn>
                                        <p:tgtEl>
                                          <p:spTgt spid="81"/>
                                        </p:tgtEl>
                                        <p:attrNameLst>
                                          <p:attrName>style.visibility</p:attrName>
                                        </p:attrNameLst>
                                      </p:cBhvr>
                                      <p:to>
                                        <p:strVal val="visible"/>
                                      </p:to>
                                    </p:set>
                                    <p:animEffect transition="in" filter="strips(downRight)">
                                      <p:cBhvr>
                                        <p:cTn id="38" dur="500"/>
                                        <p:tgtEl>
                                          <p:spTgt spid="81"/>
                                        </p:tgtEl>
                                      </p:cBhvr>
                                    </p:animEffect>
                                  </p:childTnLst>
                                  <p:subTnLst>
                                    <p:audio>
                                      <p:cMediaNode>
                                        <p:cTn display="0" masterRel="sameClick">
                                          <p:stCondLst>
                                            <p:cond evt="begin" delay="0">
                                              <p:tn val="36"/>
                                            </p:cond>
                                          </p:stCondLst>
                                          <p:endCondLst>
                                            <p:cond evt="onStopAudio" delay="0">
                                              <p:tgtEl>
                                                <p:sldTgt/>
                                              </p:tgtEl>
                                            </p:cond>
                                          </p:endCondLst>
                                        </p:cTn>
                                        <p:tgtEl>
                                          <p:sndTgt r:embed="rId4" name="laser.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3">
                                            <p:txEl>
                                              <p:pRg st="4" end="4"/>
                                            </p:txEl>
                                          </p:spTgt>
                                        </p:tgtEl>
                                        <p:attrNameLst>
                                          <p:attrName>style.visibility</p:attrName>
                                        </p:attrNameLst>
                                      </p:cBhvr>
                                      <p:to>
                                        <p:strVal val="visible"/>
                                      </p:to>
                                    </p:set>
                                    <p:anim calcmode="lin" valueType="num">
                                      <p:cBhvr additive="base">
                                        <p:cTn id="43" dur="500" fill="hold"/>
                                        <p:tgtEl>
                                          <p:spTgt spid="123">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3">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5" fill="hold">
                            <p:stCondLst>
                              <p:cond delay="500"/>
                            </p:stCondLst>
                            <p:childTnLst>
                              <p:par>
                                <p:cTn id="46" presetID="2" presetClass="entr" presetSubtype="4" fill="hold" nodeType="afterEffect">
                                  <p:stCondLst>
                                    <p:cond delay="0"/>
                                  </p:stCondLst>
                                  <p:childTnLst>
                                    <p:set>
                                      <p:cBhvr>
                                        <p:cTn id="47" dur="1" fill="hold">
                                          <p:stCondLst>
                                            <p:cond delay="0"/>
                                          </p:stCondLst>
                                        </p:cTn>
                                        <p:tgtEl>
                                          <p:spTgt spid="123">
                                            <p:txEl>
                                              <p:pRg st="5" end="5"/>
                                            </p:txEl>
                                          </p:spTgt>
                                        </p:tgtEl>
                                        <p:attrNameLst>
                                          <p:attrName>style.visibility</p:attrName>
                                        </p:attrNameLst>
                                      </p:cBhvr>
                                      <p:to>
                                        <p:strVal val="visible"/>
                                      </p:to>
                                    </p:set>
                                    <p:anim calcmode="lin" valueType="num">
                                      <p:cBhvr additive="base">
                                        <p:cTn id="48" dur="500" fill="hold"/>
                                        <p:tgtEl>
                                          <p:spTgt spid="123">
                                            <p:txEl>
                                              <p:pRg st="5" end="5"/>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23">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par>
                          <p:cTn id="50" fill="hold">
                            <p:stCondLst>
                              <p:cond delay="1000"/>
                            </p:stCondLst>
                            <p:childTnLst>
                              <p:par>
                                <p:cTn id="51" presetID="2" presetClass="entr" presetSubtype="4" fill="hold" nodeType="afterEffect">
                                  <p:stCondLst>
                                    <p:cond delay="0"/>
                                  </p:stCondLst>
                                  <p:childTnLst>
                                    <p:set>
                                      <p:cBhvr>
                                        <p:cTn id="52" dur="1" fill="hold">
                                          <p:stCondLst>
                                            <p:cond delay="0"/>
                                          </p:stCondLst>
                                        </p:cTn>
                                        <p:tgtEl>
                                          <p:spTgt spid="123">
                                            <p:txEl>
                                              <p:pRg st="6" end="6"/>
                                            </p:txEl>
                                          </p:spTgt>
                                        </p:tgtEl>
                                        <p:attrNameLst>
                                          <p:attrName>style.visibility</p:attrName>
                                        </p:attrNameLst>
                                      </p:cBhvr>
                                      <p:to>
                                        <p:strVal val="visible"/>
                                      </p:to>
                                    </p:set>
                                    <p:anim calcmode="lin" valueType="num">
                                      <p:cBhvr additive="base">
                                        <p:cTn id="53" dur="500" fill="hold"/>
                                        <p:tgtEl>
                                          <p:spTgt spid="123">
                                            <p:txEl>
                                              <p:pRg st="6" end="6"/>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23">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23">
                                            <p:txEl>
                                              <p:pRg st="7" end="7"/>
                                            </p:txEl>
                                          </p:spTgt>
                                        </p:tgtEl>
                                        <p:attrNameLst>
                                          <p:attrName>style.visibility</p:attrName>
                                        </p:attrNameLst>
                                      </p:cBhvr>
                                      <p:to>
                                        <p:strVal val="visible"/>
                                      </p:to>
                                    </p:set>
                                    <p:anim calcmode="lin" valueType="num">
                                      <p:cBhvr additive="base">
                                        <p:cTn id="59" dur="500" fill="hold"/>
                                        <p:tgtEl>
                                          <p:spTgt spid="123">
                                            <p:txEl>
                                              <p:pRg st="7" end="7"/>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23">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par>
                          <p:cTn id="61" fill="hold">
                            <p:stCondLst>
                              <p:cond delay="500"/>
                            </p:stCondLst>
                            <p:childTnLst>
                              <p:par>
                                <p:cTn id="62" presetID="18" presetClass="entr" presetSubtype="3" fill="hold" nodeType="afterEffect">
                                  <p:stCondLst>
                                    <p:cond delay="0"/>
                                  </p:stCondLst>
                                  <p:childTnLst>
                                    <p:set>
                                      <p:cBhvr>
                                        <p:cTn id="63" dur="1" fill="hold">
                                          <p:stCondLst>
                                            <p:cond delay="0"/>
                                          </p:stCondLst>
                                        </p:cTn>
                                        <p:tgtEl>
                                          <p:spTgt spid="84"/>
                                        </p:tgtEl>
                                        <p:attrNameLst>
                                          <p:attrName>style.visibility</p:attrName>
                                        </p:attrNameLst>
                                      </p:cBhvr>
                                      <p:to>
                                        <p:strVal val="visible"/>
                                      </p:to>
                                    </p:set>
                                    <p:animEffect transition="in" filter="strips(upRight)">
                                      <p:cBhvr>
                                        <p:cTn id="64" dur="500"/>
                                        <p:tgtEl>
                                          <p:spTgt spid="84"/>
                                        </p:tgtEl>
                                      </p:cBhvr>
                                    </p:animEffect>
                                  </p:childTnLst>
                                  <p:subTnLst>
                                    <p:audio>
                                      <p:cMediaNode>
                                        <p:cTn display="0" masterRel="sameClick">
                                          <p:stCondLst>
                                            <p:cond evt="begin" delay="0">
                                              <p:tn val="62"/>
                                            </p:cond>
                                          </p:stCondLst>
                                          <p:endCondLst>
                                            <p:cond evt="onStopAudio" delay="0">
                                              <p:tgtEl>
                                                <p:sldTgt/>
                                              </p:tgtEl>
                                            </p:cond>
                                          </p:endCondLst>
                                        </p:cTn>
                                        <p:tgtEl>
                                          <p:sndTgt r:embed="rId4" name="laser.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123">
                                            <p:txEl>
                                              <p:pRg st="8" end="8"/>
                                            </p:txEl>
                                          </p:spTgt>
                                        </p:tgtEl>
                                        <p:attrNameLst>
                                          <p:attrName>style.visibility</p:attrName>
                                        </p:attrNameLst>
                                      </p:cBhvr>
                                      <p:to>
                                        <p:strVal val="visible"/>
                                      </p:to>
                                    </p:set>
                                    <p:anim calcmode="lin" valueType="num">
                                      <p:cBhvr additive="base">
                                        <p:cTn id="69" dur="500" fill="hold"/>
                                        <p:tgtEl>
                                          <p:spTgt spid="123">
                                            <p:txEl>
                                              <p:pRg st="8" end="8"/>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23">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4" presetClass="entr" presetSubtype="16" fill="hold" grpId="0" nodeType="afterEffect">
                                  <p:stCondLst>
                                    <p:cond delay="0"/>
                                  </p:stCondLst>
                                  <p:childTnLst>
                                    <p:set>
                                      <p:cBhvr>
                                        <p:cTn id="73" dur="1" fill="hold">
                                          <p:stCondLst>
                                            <p:cond delay="0"/>
                                          </p:stCondLst>
                                        </p:cTn>
                                        <p:tgtEl>
                                          <p:spTgt spid="90"/>
                                        </p:tgtEl>
                                        <p:attrNameLst>
                                          <p:attrName>style.visibility</p:attrName>
                                        </p:attrNameLst>
                                      </p:cBhvr>
                                      <p:to>
                                        <p:strVal val="visible"/>
                                      </p:to>
                                    </p:set>
                                    <p:animEffect transition="in" filter="box(in)">
                                      <p:cBhvr>
                                        <p:cTn id="74" dur="500"/>
                                        <p:tgtEl>
                                          <p:spTgt spid="90"/>
                                        </p:tgtEl>
                                      </p:cBhvr>
                                    </p:animEffect>
                                  </p:childTnLst>
                                </p:cTn>
                              </p:par>
                            </p:childTnLst>
                          </p:cTn>
                        </p:par>
                        <p:par>
                          <p:cTn id="75" fill="hold">
                            <p:stCondLst>
                              <p:cond delay="1000"/>
                            </p:stCondLst>
                            <p:childTnLst>
                              <p:par>
                                <p:cTn id="76" presetID="18" presetClass="entr" presetSubtype="6" fill="hold" nodeType="afterEffect">
                                  <p:stCondLst>
                                    <p:cond delay="0"/>
                                  </p:stCondLst>
                                  <p:childTnLst>
                                    <p:set>
                                      <p:cBhvr>
                                        <p:cTn id="77" dur="1" fill="hold">
                                          <p:stCondLst>
                                            <p:cond delay="0"/>
                                          </p:stCondLst>
                                        </p:cTn>
                                        <p:tgtEl>
                                          <p:spTgt spid="87"/>
                                        </p:tgtEl>
                                        <p:attrNameLst>
                                          <p:attrName>style.visibility</p:attrName>
                                        </p:attrNameLst>
                                      </p:cBhvr>
                                      <p:to>
                                        <p:strVal val="visible"/>
                                      </p:to>
                                    </p:set>
                                    <p:animEffect transition="in" filter="strips(downRight)">
                                      <p:cBhvr>
                                        <p:cTn id="78" dur="500"/>
                                        <p:tgtEl>
                                          <p:spTgt spid="87"/>
                                        </p:tgtEl>
                                      </p:cBhvr>
                                    </p:animEffect>
                                  </p:childTnLst>
                                  <p:subTnLst>
                                    <p:audio>
                                      <p:cMediaNode>
                                        <p:cTn display="0" masterRel="sameClick">
                                          <p:stCondLst>
                                            <p:cond evt="begin" delay="0">
                                              <p:tn val="76"/>
                                            </p:cond>
                                          </p:stCondLst>
                                          <p:endCondLst>
                                            <p:cond evt="onStopAudio" delay="0">
                                              <p:tgtEl>
                                                <p:sldTgt/>
                                              </p:tgtEl>
                                            </p:cond>
                                          </p:endCondLst>
                                        </p:cTn>
                                        <p:tgtEl>
                                          <p:sndTgt r:embed="rId4" name="laser.wav"/>
                                        </p:tgtEl>
                                      </p:cMediaNode>
                                    </p:audio>
                                  </p:sub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123">
                                            <p:txEl>
                                              <p:pRg st="9" end="9"/>
                                            </p:txEl>
                                          </p:spTgt>
                                        </p:tgtEl>
                                        <p:attrNameLst>
                                          <p:attrName>style.visibility</p:attrName>
                                        </p:attrNameLst>
                                      </p:cBhvr>
                                      <p:to>
                                        <p:strVal val="visible"/>
                                      </p:to>
                                    </p:set>
                                    <p:anim calcmode="lin" valueType="num">
                                      <p:cBhvr additive="base">
                                        <p:cTn id="83" dur="500" fill="hold"/>
                                        <p:tgtEl>
                                          <p:spTgt spid="123">
                                            <p:txEl>
                                              <p:pRg st="9" end="9"/>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123">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childTnLst>
                          </p:cTn>
                        </p:par>
                        <p:par>
                          <p:cTn id="85" fill="hold">
                            <p:stCondLst>
                              <p:cond delay="500"/>
                            </p:stCondLst>
                            <p:childTnLst>
                              <p:par>
                                <p:cTn id="86" presetID="2" presetClass="entr" presetSubtype="4" fill="hold" nodeType="afterEffect">
                                  <p:stCondLst>
                                    <p:cond delay="0"/>
                                  </p:stCondLst>
                                  <p:childTnLst>
                                    <p:set>
                                      <p:cBhvr>
                                        <p:cTn id="87" dur="1" fill="hold">
                                          <p:stCondLst>
                                            <p:cond delay="0"/>
                                          </p:stCondLst>
                                        </p:cTn>
                                        <p:tgtEl>
                                          <p:spTgt spid="123">
                                            <p:txEl>
                                              <p:pRg st="10" end="10"/>
                                            </p:txEl>
                                          </p:spTgt>
                                        </p:tgtEl>
                                        <p:attrNameLst>
                                          <p:attrName>style.visibility</p:attrName>
                                        </p:attrNameLst>
                                      </p:cBhvr>
                                      <p:to>
                                        <p:strVal val="visible"/>
                                      </p:to>
                                    </p:set>
                                    <p:anim calcmode="lin" valueType="num">
                                      <p:cBhvr additive="base">
                                        <p:cTn id="88" dur="500" fill="hold"/>
                                        <p:tgtEl>
                                          <p:spTgt spid="123">
                                            <p:txEl>
                                              <p:pRg st="10" end="10"/>
                                            </p:txEl>
                                          </p:spTgt>
                                        </p:tgtEl>
                                        <p:attrNameLst>
                                          <p:attrName>ppt_x</p:attrName>
                                        </p:attrNameLst>
                                      </p:cBhvr>
                                      <p:tavLst>
                                        <p:tav tm="0">
                                          <p:val>
                                            <p:strVal val="#ppt_x"/>
                                          </p:val>
                                        </p:tav>
                                        <p:tav tm="100000">
                                          <p:val>
                                            <p:strVal val="#ppt_x"/>
                                          </p:val>
                                        </p:tav>
                                      </p:tavLst>
                                    </p:anim>
                                    <p:anim calcmode="lin" valueType="num">
                                      <p:cBhvr additive="base">
                                        <p:cTn id="89" dur="500" fill="hold"/>
                                        <p:tgtEl>
                                          <p:spTgt spid="123">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90" fill="hold">
                            <p:stCondLst>
                              <p:cond delay="1000"/>
                            </p:stCondLst>
                            <p:childTnLst>
                              <p:par>
                                <p:cTn id="91" presetID="4" presetClass="entr" presetSubtype="16" fill="hold" grpId="0" nodeType="afterEffect">
                                  <p:stCondLst>
                                    <p:cond delay="0"/>
                                  </p:stCondLst>
                                  <p:childTnLst>
                                    <p:set>
                                      <p:cBhvr>
                                        <p:cTn id="92" dur="1" fill="hold">
                                          <p:stCondLst>
                                            <p:cond delay="0"/>
                                          </p:stCondLst>
                                        </p:cTn>
                                        <p:tgtEl>
                                          <p:spTgt spid="91"/>
                                        </p:tgtEl>
                                        <p:attrNameLst>
                                          <p:attrName>style.visibility</p:attrName>
                                        </p:attrNameLst>
                                      </p:cBhvr>
                                      <p:to>
                                        <p:strVal val="visible"/>
                                      </p:to>
                                    </p:set>
                                    <p:animEffect transition="in" filter="box(in)">
                                      <p:cBhvr>
                                        <p:cTn id="93" dur="500"/>
                                        <p:tgtEl>
                                          <p:spTgt spid="91"/>
                                        </p:tgtEl>
                                      </p:cBhvr>
                                    </p:animEffect>
                                  </p:childTnLst>
                                  <p:subTnLst>
                                    <p:audio>
                                      <p:cMediaNode>
                                        <p:cTn display="0" masterRel="sameClick">
                                          <p:stCondLst>
                                            <p:cond evt="begin" delay="0">
                                              <p:tn val="91"/>
                                            </p:cond>
                                          </p:stCondLst>
                                          <p:endCondLst>
                                            <p:cond evt="onStopAudio" delay="0">
                                              <p:tgtEl>
                                                <p:sldTgt/>
                                              </p:tgtEl>
                                            </p:cond>
                                          </p:endCondLst>
                                        </p:cTn>
                                        <p:tgtEl>
                                          <p:sndTgt r:embed="rId5" name="chimes.wav"/>
                                        </p:tgtEl>
                                      </p:cMediaNode>
                                    </p:audio>
                                  </p:subTnLst>
                                </p:cTn>
                              </p:par>
                            </p:childTnLst>
                          </p:cTn>
                        </p:par>
                        <p:par>
                          <p:cTn id="94" fill="hold">
                            <p:stCondLst>
                              <p:cond delay="1500"/>
                            </p:stCondLst>
                            <p:childTnLst>
                              <p:par>
                                <p:cTn id="95" presetID="18" presetClass="entr" presetSubtype="3" fill="hold" nodeType="afterEffect">
                                  <p:stCondLst>
                                    <p:cond delay="0"/>
                                  </p:stCondLst>
                                  <p:childTnLst>
                                    <p:set>
                                      <p:cBhvr>
                                        <p:cTn id="96" dur="1" fill="hold">
                                          <p:stCondLst>
                                            <p:cond delay="0"/>
                                          </p:stCondLst>
                                        </p:cTn>
                                        <p:tgtEl>
                                          <p:spTgt spid="111"/>
                                        </p:tgtEl>
                                        <p:attrNameLst>
                                          <p:attrName>style.visibility</p:attrName>
                                        </p:attrNameLst>
                                      </p:cBhvr>
                                      <p:to>
                                        <p:strVal val="visible"/>
                                      </p:to>
                                    </p:set>
                                    <p:animEffect transition="in" filter="strips(upRight)">
                                      <p:cBhvr>
                                        <p:cTn id="97" dur="500"/>
                                        <p:tgtEl>
                                          <p:spTgt spid="111"/>
                                        </p:tgtEl>
                                      </p:cBhvr>
                                    </p:animEffect>
                                  </p:childTnLst>
                                  <p:subTnLst>
                                    <p:set>
                                      <p:cBhvr override="childStyle">
                                        <p:cTn dur="1" fill="hold" display="0" masterRel="nextClick" afterEffect="1"/>
                                        <p:tgtEl>
                                          <p:spTgt spid="111"/>
                                        </p:tgtEl>
                                        <p:attrNameLst>
                                          <p:attrName>style.visibility</p:attrName>
                                        </p:attrNameLst>
                                      </p:cBhvr>
                                      <p:to>
                                        <p:strVal val="hidden"/>
                                      </p:to>
                                    </p:se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18" presetClass="entr" presetSubtype="3" fill="hold" nodeType="clickEffect">
                                  <p:stCondLst>
                                    <p:cond delay="0"/>
                                  </p:stCondLst>
                                  <p:childTnLst>
                                    <p:set>
                                      <p:cBhvr>
                                        <p:cTn id="101" dur="1" fill="hold">
                                          <p:stCondLst>
                                            <p:cond delay="0"/>
                                          </p:stCondLst>
                                        </p:cTn>
                                        <p:tgtEl>
                                          <p:spTgt spid="50"/>
                                        </p:tgtEl>
                                        <p:attrNameLst>
                                          <p:attrName>style.visibility</p:attrName>
                                        </p:attrNameLst>
                                      </p:cBhvr>
                                      <p:to>
                                        <p:strVal val="visible"/>
                                      </p:to>
                                    </p:set>
                                    <p:animEffect transition="in" filter="strips(upRight)">
                                      <p:cBhvr>
                                        <p:cTn id="102" dur="500"/>
                                        <p:tgtEl>
                                          <p:spTgt spid="50"/>
                                        </p:tgtEl>
                                      </p:cBhvr>
                                    </p:animEffect>
                                  </p:childTnLst>
                                  <p:subTnLst>
                                    <p:audio>
                                      <p:cMediaNode>
                                        <p:cTn display="0" masterRel="sameClick">
                                          <p:stCondLst>
                                            <p:cond evt="begin" delay="0">
                                              <p:tn val="100"/>
                                            </p:cond>
                                          </p:stCondLst>
                                          <p:endCondLst>
                                            <p:cond evt="onStopAudio" delay="0">
                                              <p:tgtEl>
                                                <p:sldTgt/>
                                              </p:tgtEl>
                                            </p:cond>
                                          </p:endCondLst>
                                        </p:cTn>
                                        <p:tgtEl>
                                          <p:sndTgt r:embed="rId4" name="laser.wav"/>
                                        </p:tgtEl>
                                      </p:cMediaNode>
                                    </p:audio>
                                  </p:subTnLst>
                                </p:cTn>
                              </p:par>
                            </p:childTnLst>
                          </p:cTn>
                        </p:par>
                      </p:childTnLst>
                    </p:cTn>
                  </p:par>
                  <p:par>
                    <p:cTn id="103" fill="hold">
                      <p:stCondLst>
                        <p:cond delay="indefinite"/>
                      </p:stCondLst>
                      <p:childTnLst>
                        <p:par>
                          <p:cTn id="104" fill="hold">
                            <p:stCondLst>
                              <p:cond delay="0"/>
                            </p:stCondLst>
                            <p:childTnLst>
                              <p:par>
                                <p:cTn id="105" presetID="4" presetClass="entr" presetSubtype="16" fill="hold" grpId="0" nodeType="clickEffect">
                                  <p:stCondLst>
                                    <p:cond delay="0"/>
                                  </p:stCondLst>
                                  <p:childTnLst>
                                    <p:set>
                                      <p:cBhvr>
                                        <p:cTn id="106" dur="1" fill="hold">
                                          <p:stCondLst>
                                            <p:cond delay="0"/>
                                          </p:stCondLst>
                                        </p:cTn>
                                        <p:tgtEl>
                                          <p:spTgt spid="115"/>
                                        </p:tgtEl>
                                        <p:attrNameLst>
                                          <p:attrName>style.visibility</p:attrName>
                                        </p:attrNameLst>
                                      </p:cBhvr>
                                      <p:to>
                                        <p:strVal val="visible"/>
                                      </p:to>
                                    </p:set>
                                    <p:animEffect transition="in" filter="box(in)">
                                      <p:cBhvr>
                                        <p:cTn id="107" dur="500"/>
                                        <p:tgtEl>
                                          <p:spTgt spid="115"/>
                                        </p:tgtEl>
                                      </p:cBhvr>
                                    </p:animEffect>
                                  </p:childTnLst>
                                </p:cTn>
                              </p:par>
                            </p:childTnLst>
                          </p:cTn>
                        </p:par>
                        <p:par>
                          <p:cTn id="108" fill="hold">
                            <p:stCondLst>
                              <p:cond delay="500"/>
                            </p:stCondLst>
                            <p:childTnLst>
                              <p:par>
                                <p:cTn id="109" presetID="18" presetClass="entr" presetSubtype="6" fill="hold" nodeType="afterEffect">
                                  <p:stCondLst>
                                    <p:cond delay="0"/>
                                  </p:stCondLst>
                                  <p:childTnLst>
                                    <p:set>
                                      <p:cBhvr>
                                        <p:cTn id="110" dur="1" fill="hold">
                                          <p:stCondLst>
                                            <p:cond delay="0"/>
                                          </p:stCondLst>
                                        </p:cTn>
                                        <p:tgtEl>
                                          <p:spTgt spid="112"/>
                                        </p:tgtEl>
                                        <p:attrNameLst>
                                          <p:attrName>style.visibility</p:attrName>
                                        </p:attrNameLst>
                                      </p:cBhvr>
                                      <p:to>
                                        <p:strVal val="visible"/>
                                      </p:to>
                                    </p:set>
                                    <p:animEffect transition="in" filter="strips(downRight)">
                                      <p:cBhvr>
                                        <p:cTn id="111" dur="500"/>
                                        <p:tgtEl>
                                          <p:spTgt spid="112"/>
                                        </p:tgtEl>
                                      </p:cBhvr>
                                    </p:animEffect>
                                  </p:childTnLst>
                                  <p:subTnLst>
                                    <p:audio>
                                      <p:cMediaNode>
                                        <p:cTn display="0" masterRel="sameClick">
                                          <p:stCondLst>
                                            <p:cond evt="begin" delay="0">
                                              <p:tn val="109"/>
                                            </p:cond>
                                          </p:stCondLst>
                                          <p:endCondLst>
                                            <p:cond evt="onStopAudio" delay="0">
                                              <p:tgtEl>
                                                <p:sldTgt/>
                                              </p:tgtEl>
                                            </p:cond>
                                          </p:endCondLst>
                                        </p:cTn>
                                        <p:tgtEl>
                                          <p:sndTgt r:embed="rId4" name="laser.wav"/>
                                        </p:tgtEl>
                                      </p:cMediaNode>
                                    </p:audio>
                                  </p:subTnLst>
                                </p:cTn>
                              </p:par>
                            </p:childTnLst>
                          </p:cTn>
                        </p:par>
                      </p:childTnLst>
                    </p:cTn>
                  </p:par>
                  <p:par>
                    <p:cTn id="112" fill="hold">
                      <p:stCondLst>
                        <p:cond delay="indefinite"/>
                      </p:stCondLst>
                      <p:childTnLst>
                        <p:par>
                          <p:cTn id="113" fill="hold">
                            <p:stCondLst>
                              <p:cond delay="0"/>
                            </p:stCondLst>
                            <p:childTnLst>
                              <p:par>
                                <p:cTn id="114" presetID="4" presetClass="entr" presetSubtype="16" fill="hold" grpId="0" nodeType="clickEffect">
                                  <p:stCondLst>
                                    <p:cond delay="0"/>
                                  </p:stCondLst>
                                  <p:childTnLst>
                                    <p:set>
                                      <p:cBhvr>
                                        <p:cTn id="115" dur="1" fill="hold">
                                          <p:stCondLst>
                                            <p:cond delay="0"/>
                                          </p:stCondLst>
                                        </p:cTn>
                                        <p:tgtEl>
                                          <p:spTgt spid="116"/>
                                        </p:tgtEl>
                                        <p:attrNameLst>
                                          <p:attrName>style.visibility</p:attrName>
                                        </p:attrNameLst>
                                      </p:cBhvr>
                                      <p:to>
                                        <p:strVal val="visible"/>
                                      </p:to>
                                    </p:set>
                                    <p:animEffect transition="in" filter="box(in)">
                                      <p:cBhvr>
                                        <p:cTn id="116" dur="500"/>
                                        <p:tgtEl>
                                          <p:spTgt spid="116"/>
                                        </p:tgtEl>
                                      </p:cBhvr>
                                    </p:animEffect>
                                  </p:childTnLst>
                                  <p:subTnLst>
                                    <p:audio>
                                      <p:cMediaNode>
                                        <p:cTn display="0" masterRel="sameClick">
                                          <p:stCondLst>
                                            <p:cond evt="begin" delay="0">
                                              <p:tn val="114"/>
                                            </p:cond>
                                          </p:stCondLst>
                                          <p:endCondLst>
                                            <p:cond evt="onStopAudio" delay="0">
                                              <p:tgtEl>
                                                <p:sldTgt/>
                                              </p:tgtEl>
                                            </p:cond>
                                          </p:endCondLst>
                                        </p:cTn>
                                        <p:tgtEl>
                                          <p:sndTgt r:embed="rId5" name="chimes.wav"/>
                                        </p:tgtEl>
                                      </p:cMediaNode>
                                    </p:audio>
                                  </p:sub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123">
                                            <p:txEl>
                                              <p:pRg st="11" end="11"/>
                                            </p:txEl>
                                          </p:spTgt>
                                        </p:tgtEl>
                                        <p:attrNameLst>
                                          <p:attrName>style.visibility</p:attrName>
                                        </p:attrNameLst>
                                      </p:cBhvr>
                                      <p:to>
                                        <p:strVal val="visible"/>
                                      </p:to>
                                    </p:set>
                                    <p:anim calcmode="lin" valueType="num">
                                      <p:cBhvr additive="base">
                                        <p:cTn id="121" dur="500" fill="hold"/>
                                        <p:tgtEl>
                                          <p:spTgt spid="123">
                                            <p:txEl>
                                              <p:pRg st="11" end="11"/>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123">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9"/>
                                            </p:cond>
                                          </p:stCondLst>
                                          <p:endCondLst>
                                            <p:cond evt="onStopAudio" delay="0">
                                              <p:tgtEl>
                                                <p:sldTgt/>
                                              </p:tgtEl>
                                            </p:cond>
                                          </p:endCondLst>
                                        </p:cTn>
                                        <p:tgtEl>
                                          <p:sndTgt r:embed="rId3" name="camera.wav"/>
                                        </p:tgtEl>
                                      </p:cMediaNode>
                                    </p:audio>
                                  </p:subTnLst>
                                </p:cTn>
                              </p:par>
                            </p:childTnLst>
                          </p:cTn>
                        </p:par>
                        <p:par>
                          <p:cTn id="123" fill="hold">
                            <p:stCondLst>
                              <p:cond delay="500"/>
                            </p:stCondLst>
                            <p:childTnLst>
                              <p:par>
                                <p:cTn id="124" presetID="18" presetClass="entr" presetSubtype="6" fill="hold" grpId="0" nodeType="afterEffect">
                                  <p:stCondLst>
                                    <p:cond delay="0"/>
                                  </p:stCondLst>
                                  <p:childTnLst>
                                    <p:set>
                                      <p:cBhvr>
                                        <p:cTn id="125" dur="1" fill="hold">
                                          <p:stCondLst>
                                            <p:cond delay="0"/>
                                          </p:stCondLst>
                                        </p:cTn>
                                        <p:tgtEl>
                                          <p:spTgt spid="92"/>
                                        </p:tgtEl>
                                        <p:attrNameLst>
                                          <p:attrName>style.visibility</p:attrName>
                                        </p:attrNameLst>
                                      </p:cBhvr>
                                      <p:to>
                                        <p:strVal val="visible"/>
                                      </p:to>
                                    </p:set>
                                    <p:animEffect transition="in" filter="strips(downRight)">
                                      <p:cBhvr>
                                        <p:cTn id="126" dur="500"/>
                                        <p:tgtEl>
                                          <p:spTgt spid="92"/>
                                        </p:tgtEl>
                                      </p:cBhvr>
                                    </p:animEffect>
                                  </p:childTnLst>
                                  <p:subTnLst>
                                    <p:audio>
                                      <p:cMediaNode>
                                        <p:cTn display="0" masterRel="sameClick">
                                          <p:stCondLst>
                                            <p:cond evt="begin" delay="0">
                                              <p:tn val="124"/>
                                            </p:cond>
                                          </p:stCondLst>
                                          <p:endCondLst>
                                            <p:cond evt="onStopAudio" delay="0">
                                              <p:tgtEl>
                                                <p:sldTgt/>
                                              </p:tgtEl>
                                            </p:cond>
                                          </p:endCondLst>
                                        </p:cTn>
                                        <p:tgtEl>
                                          <p:sndTgt r:embed="rId4" name="laser.wav"/>
                                        </p:tgtEl>
                                      </p:cMediaNode>
                                    </p:audio>
                                  </p:subTnLst>
                                </p:cTn>
                              </p:par>
                            </p:childTnLst>
                          </p:cTn>
                        </p:par>
                      </p:childTnLst>
                    </p:cTn>
                  </p:par>
                  <p:par>
                    <p:cTn id="127" fill="hold">
                      <p:stCondLst>
                        <p:cond delay="indefinite"/>
                      </p:stCondLst>
                      <p:childTnLst>
                        <p:par>
                          <p:cTn id="128" fill="hold">
                            <p:stCondLst>
                              <p:cond delay="0"/>
                            </p:stCondLst>
                            <p:childTnLst>
                              <p:par>
                                <p:cTn id="129" presetID="2" presetClass="entr" presetSubtype="4" fill="hold" nodeType="clickEffect">
                                  <p:stCondLst>
                                    <p:cond delay="0"/>
                                  </p:stCondLst>
                                  <p:childTnLst>
                                    <p:set>
                                      <p:cBhvr>
                                        <p:cTn id="130" dur="1" fill="hold">
                                          <p:stCondLst>
                                            <p:cond delay="0"/>
                                          </p:stCondLst>
                                        </p:cTn>
                                        <p:tgtEl>
                                          <p:spTgt spid="123">
                                            <p:txEl>
                                              <p:pRg st="12" end="12"/>
                                            </p:txEl>
                                          </p:spTgt>
                                        </p:tgtEl>
                                        <p:attrNameLst>
                                          <p:attrName>style.visibility</p:attrName>
                                        </p:attrNameLst>
                                      </p:cBhvr>
                                      <p:to>
                                        <p:strVal val="visible"/>
                                      </p:to>
                                    </p:set>
                                    <p:anim calcmode="lin" valueType="num">
                                      <p:cBhvr additive="base">
                                        <p:cTn id="131" dur="500" fill="hold"/>
                                        <p:tgtEl>
                                          <p:spTgt spid="123">
                                            <p:txEl>
                                              <p:pRg st="12" end="12"/>
                                            </p:txEl>
                                          </p:spTgt>
                                        </p:tgtEl>
                                        <p:attrNameLst>
                                          <p:attrName>ppt_x</p:attrName>
                                        </p:attrNameLst>
                                      </p:cBhvr>
                                      <p:tavLst>
                                        <p:tav tm="0">
                                          <p:val>
                                            <p:strVal val="#ppt_x"/>
                                          </p:val>
                                        </p:tav>
                                        <p:tav tm="100000">
                                          <p:val>
                                            <p:strVal val="#ppt_x"/>
                                          </p:val>
                                        </p:tav>
                                      </p:tavLst>
                                    </p:anim>
                                    <p:anim calcmode="lin" valueType="num">
                                      <p:cBhvr additive="base">
                                        <p:cTn id="132" dur="500" fill="hold"/>
                                        <p:tgtEl>
                                          <p:spTgt spid="123">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9"/>
                                            </p:cond>
                                          </p:stCondLst>
                                          <p:endCondLst>
                                            <p:cond evt="onStopAudio" delay="0">
                                              <p:tgtEl>
                                                <p:sldTgt/>
                                              </p:tgtEl>
                                            </p:cond>
                                          </p:endCondLst>
                                        </p:cTn>
                                        <p:tgtEl>
                                          <p:sndTgt r:embed="rId3" name="camera.wav"/>
                                        </p:tgtEl>
                                      </p:cMediaNode>
                                    </p:audio>
                                  </p:subTnLst>
                                </p:cTn>
                              </p:par>
                            </p:childTnLst>
                          </p:cTn>
                        </p:par>
                        <p:par>
                          <p:cTn id="133" fill="hold">
                            <p:stCondLst>
                              <p:cond delay="500"/>
                            </p:stCondLst>
                            <p:childTnLst>
                              <p:par>
                                <p:cTn id="134" presetID="4" presetClass="entr" presetSubtype="16" fill="hold" grpId="0" nodeType="afterEffect">
                                  <p:stCondLst>
                                    <p:cond delay="0"/>
                                  </p:stCondLst>
                                  <p:childTnLst>
                                    <p:set>
                                      <p:cBhvr>
                                        <p:cTn id="135" dur="1" fill="hold">
                                          <p:stCondLst>
                                            <p:cond delay="0"/>
                                          </p:stCondLst>
                                        </p:cTn>
                                        <p:tgtEl>
                                          <p:spTgt spid="120"/>
                                        </p:tgtEl>
                                        <p:attrNameLst>
                                          <p:attrName>style.visibility</p:attrName>
                                        </p:attrNameLst>
                                      </p:cBhvr>
                                      <p:to>
                                        <p:strVal val="visible"/>
                                      </p:to>
                                    </p:set>
                                    <p:animEffect transition="in" filter="box(in)">
                                      <p:cBhvr>
                                        <p:cTn id="136" dur="500"/>
                                        <p:tgtEl>
                                          <p:spTgt spid="120"/>
                                        </p:tgtEl>
                                      </p:cBhvr>
                                    </p:animEffect>
                                  </p:childTnLst>
                                </p:cTn>
                              </p:par>
                            </p:childTnLst>
                          </p:cTn>
                        </p:par>
                        <p:par>
                          <p:cTn id="137" fill="hold">
                            <p:stCondLst>
                              <p:cond delay="1000"/>
                            </p:stCondLst>
                            <p:childTnLst>
                              <p:par>
                                <p:cTn id="138" presetID="18" presetClass="entr" presetSubtype="6" fill="hold" nodeType="afterEffect">
                                  <p:stCondLst>
                                    <p:cond delay="0"/>
                                  </p:stCondLst>
                                  <p:childTnLst>
                                    <p:set>
                                      <p:cBhvr>
                                        <p:cTn id="139" dur="1" fill="hold">
                                          <p:stCondLst>
                                            <p:cond delay="0"/>
                                          </p:stCondLst>
                                        </p:cTn>
                                        <p:tgtEl>
                                          <p:spTgt spid="93"/>
                                        </p:tgtEl>
                                        <p:attrNameLst>
                                          <p:attrName>style.visibility</p:attrName>
                                        </p:attrNameLst>
                                      </p:cBhvr>
                                      <p:to>
                                        <p:strVal val="visible"/>
                                      </p:to>
                                    </p:set>
                                    <p:animEffect transition="in" filter="strips(downRight)">
                                      <p:cBhvr>
                                        <p:cTn id="140" dur="500"/>
                                        <p:tgtEl>
                                          <p:spTgt spid="93"/>
                                        </p:tgtEl>
                                      </p:cBhvr>
                                    </p:animEffect>
                                  </p:childTnLst>
                                  <p:subTnLst>
                                    <p:audio>
                                      <p:cMediaNode>
                                        <p:cTn display="0" masterRel="sameClick">
                                          <p:stCondLst>
                                            <p:cond evt="begin" delay="0">
                                              <p:tn val="138"/>
                                            </p:cond>
                                          </p:stCondLst>
                                          <p:endCondLst>
                                            <p:cond evt="onStopAudio" delay="0">
                                              <p:tgtEl>
                                                <p:sldTgt/>
                                              </p:tgtEl>
                                            </p:cond>
                                          </p:endCondLst>
                                        </p:cTn>
                                        <p:tgtEl>
                                          <p:sndTgt r:embed="rId4" name="laser.wav"/>
                                        </p:tgtEl>
                                      </p:cMediaNode>
                                    </p:audio>
                                  </p:sub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123">
                                            <p:txEl>
                                              <p:pRg st="13" end="13"/>
                                            </p:txEl>
                                          </p:spTgt>
                                        </p:tgtEl>
                                        <p:attrNameLst>
                                          <p:attrName>style.visibility</p:attrName>
                                        </p:attrNameLst>
                                      </p:cBhvr>
                                      <p:to>
                                        <p:strVal val="visible"/>
                                      </p:to>
                                    </p:set>
                                    <p:anim calcmode="lin" valueType="num">
                                      <p:cBhvr additive="base">
                                        <p:cTn id="145" dur="500" fill="hold"/>
                                        <p:tgtEl>
                                          <p:spTgt spid="123">
                                            <p:txEl>
                                              <p:pRg st="13" end="13"/>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123">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5" grpId="0"/>
      <p:bldP spid="90" grpId="0" animBg="1"/>
      <p:bldP spid="91" grpId="0" animBg="1"/>
      <p:bldP spid="115" grpId="0" animBg="1"/>
      <p:bldP spid="116" grpId="0" animBg="1"/>
      <p:bldP spid="92" grpId="0" animBg="1"/>
      <p:bldP spid="120"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4122" name="Rectangle 10" descr="信纸"/>
          <p:cNvSpPr>
            <a:spLocks noChangeArrowheads="1"/>
          </p:cNvSpPr>
          <p:nvPr/>
        </p:nvSpPr>
        <p:spPr bwMode="auto">
          <a:xfrm>
            <a:off x="623392" y="918399"/>
            <a:ext cx="5153975" cy="440120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marL="457200" indent="-457200">
              <a:tabLst>
                <a:tab pos="914400" algn="l"/>
              </a:tabLst>
            </a:pP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tabLst>
                <a:tab pos="914400" algn="l"/>
              </a:tabLst>
            </a:pPr>
            <a:r>
              <a:rPr lang="en-US" altLang="zh-CN" sz="2000" b="1" dirty="0">
                <a:ea typeface="楷体_GB2312" pitchFamily="49" charset="-122"/>
              </a:rPr>
              <a:t>#include &lt;</a:t>
            </a:r>
            <a:r>
              <a:rPr lang="en-US" altLang="zh-CN" sz="2000" b="1" dirty="0" err="1">
                <a:ea typeface="楷体_GB2312" pitchFamily="49" charset="-122"/>
              </a:rPr>
              <a:t>malloc.h</a:t>
            </a:r>
            <a:r>
              <a:rPr lang="en-US" altLang="zh-CN" sz="2000" b="1" dirty="0">
                <a:ea typeface="楷体_GB2312" pitchFamily="49" charset="-122"/>
              </a:rPr>
              <a:t>&gt;</a:t>
            </a:r>
          </a:p>
          <a:p>
            <a:pPr marL="457200" indent="-457200">
              <a:tabLst>
                <a:tab pos="914400" algn="l"/>
              </a:tabLst>
            </a:pPr>
            <a:endParaRPr lang="en-US" altLang="zh-CN" sz="2000" b="1" dirty="0">
              <a:ea typeface="楷体_GB2312" pitchFamily="49" charset="-122"/>
            </a:endParaRPr>
          </a:p>
          <a:p>
            <a:pPr marL="457200" indent="-457200">
              <a:tabLst>
                <a:tab pos="914400" algn="l"/>
              </a:tabLst>
            </a:pPr>
            <a:r>
              <a:rPr lang="en-US" altLang="zh-CN" sz="2000" b="1" dirty="0" err="1">
                <a:ea typeface="楷体_GB2312" pitchFamily="49" charset="-122"/>
              </a:rPr>
              <a:t>struct</a:t>
            </a:r>
            <a:r>
              <a:rPr lang="en-US" altLang="zh-CN" sz="2000" b="1" dirty="0">
                <a:ea typeface="楷体_GB2312" pitchFamily="49" charset="-122"/>
              </a:rPr>
              <a:t> </a:t>
            </a:r>
            <a:r>
              <a:rPr lang="en-US" altLang="zh-CN" sz="2000" b="1" dirty="0" err="1">
                <a:ea typeface="楷体_GB2312" pitchFamily="49" charset="-122"/>
              </a:rPr>
              <a:t>LNode</a:t>
            </a:r>
            <a:endParaRPr lang="en-US" altLang="zh-CN" sz="2000" b="1" dirty="0">
              <a:ea typeface="楷体_GB2312" pitchFamily="49" charset="-122"/>
            </a:endParaRPr>
          </a:p>
          <a:p>
            <a:pPr marL="457200" indent="-457200">
              <a:tabLst>
                <a:tab pos="914400" algn="l"/>
              </a:tabLst>
            </a:pP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data;</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struct</a:t>
            </a:r>
            <a:r>
              <a:rPr lang="en-US" altLang="zh-CN" sz="2000" b="1" dirty="0">
                <a:ea typeface="楷体_GB2312" pitchFamily="49" charset="-122"/>
              </a:rPr>
              <a:t> </a:t>
            </a:r>
            <a:r>
              <a:rPr lang="en-US" altLang="zh-CN" sz="2000" b="1" dirty="0" err="1">
                <a:ea typeface="楷体_GB2312" pitchFamily="49" charset="-122"/>
              </a:rPr>
              <a:t>LNode</a:t>
            </a:r>
            <a:r>
              <a:rPr lang="en-US" altLang="zh-CN" sz="2000" b="1" dirty="0">
                <a:ea typeface="楷体_GB2312" pitchFamily="49" charset="-122"/>
              </a:rPr>
              <a:t> *next;</a:t>
            </a:r>
          </a:p>
          <a:p>
            <a:pPr marL="457200" indent="-457200">
              <a:tabLst>
                <a:tab pos="914400" algn="l"/>
              </a:tabLst>
            </a:pPr>
            <a:r>
              <a:rPr lang="en-US" altLang="zh-CN" sz="2000" b="1" dirty="0">
                <a:ea typeface="楷体_GB2312" pitchFamily="49" charset="-122"/>
              </a:rPr>
              <a:t>};</a:t>
            </a:r>
          </a:p>
          <a:p>
            <a:pPr marL="457200" indent="-457200">
              <a:tabLst>
                <a:tab pos="914400" algn="l"/>
              </a:tabLst>
            </a:pPr>
            <a:r>
              <a:rPr lang="en-US" altLang="zh-CN" sz="2000" b="1" dirty="0" err="1">
                <a:ea typeface="楷体_GB2312" pitchFamily="49" charset="-122"/>
              </a:rPr>
              <a:t>typedef</a:t>
            </a:r>
            <a:r>
              <a:rPr lang="en-US" altLang="zh-CN" sz="2000" b="1" dirty="0">
                <a:ea typeface="楷体_GB2312" pitchFamily="49" charset="-122"/>
              </a:rPr>
              <a:t> </a:t>
            </a:r>
            <a:r>
              <a:rPr lang="en-US" altLang="zh-CN" sz="2000" b="1" dirty="0" err="1">
                <a:ea typeface="楷体_GB2312" pitchFamily="49" charset="-122"/>
              </a:rPr>
              <a:t>struct</a:t>
            </a:r>
            <a:r>
              <a:rPr lang="en-US" altLang="zh-CN" sz="2000" b="1" dirty="0">
                <a:ea typeface="楷体_GB2312" pitchFamily="49" charset="-122"/>
              </a:rPr>
              <a:t> </a:t>
            </a:r>
            <a:r>
              <a:rPr lang="en-US" altLang="zh-CN" sz="2000" b="1" dirty="0" err="1">
                <a:ea typeface="楷体_GB2312" pitchFamily="49" charset="-122"/>
              </a:rPr>
              <a:t>LNode</a:t>
            </a:r>
            <a:r>
              <a:rPr lang="en-US" altLang="zh-CN" sz="2000" b="1" dirty="0">
                <a:ea typeface="楷体_GB2312" pitchFamily="49" charset="-122"/>
              </a:rPr>
              <a:t> NODE;</a:t>
            </a:r>
          </a:p>
          <a:p>
            <a:pPr marL="457200" indent="-457200">
              <a:tabLst>
                <a:tab pos="914400" algn="l"/>
              </a:tabLst>
            </a:pPr>
            <a:endParaRPr lang="en-US" altLang="zh-CN" sz="2000" b="1" dirty="0">
              <a:ea typeface="楷体_GB2312" pitchFamily="49" charset="-122"/>
            </a:endParaRPr>
          </a:p>
          <a:p>
            <a:pPr marL="457200" indent="-457200">
              <a:tabLst>
                <a:tab pos="914400" algn="l"/>
              </a:tabLst>
            </a:pPr>
            <a:r>
              <a:rPr lang="en-US" altLang="zh-CN" sz="2000" b="1" dirty="0">
                <a:ea typeface="楷体_GB2312" pitchFamily="49" charset="-122"/>
              </a:rPr>
              <a:t>NODE *</a:t>
            </a:r>
            <a:r>
              <a:rPr lang="en-US" altLang="zh-CN" sz="2000" b="1" dirty="0" err="1">
                <a:ea typeface="楷体_GB2312" pitchFamily="49" charset="-122"/>
              </a:rPr>
              <a:t>Create_LinkList_Order</a:t>
            </a: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void </a:t>
            </a:r>
            <a:r>
              <a:rPr lang="en-US" altLang="zh-CN" sz="2000" b="1" dirty="0" err="1">
                <a:ea typeface="楷体_GB2312" pitchFamily="49" charset="-122"/>
              </a:rPr>
              <a:t>Delete_LinkList_Order</a:t>
            </a:r>
            <a:r>
              <a:rPr lang="en-US" altLang="zh-CN" sz="2000" b="1" dirty="0">
                <a:ea typeface="楷体_GB2312" pitchFamily="49" charset="-122"/>
              </a:rPr>
              <a:t>(NODE *head);</a:t>
            </a:r>
          </a:p>
          <a:p>
            <a:pPr marL="457200" indent="-457200">
              <a:tabLst>
                <a:tab pos="914400" algn="l"/>
              </a:tabLst>
            </a:pPr>
            <a:r>
              <a:rPr lang="en-US" altLang="zh-CN" sz="2000" b="1" dirty="0">
                <a:ea typeface="楷体_GB2312" pitchFamily="49" charset="-122"/>
              </a:rPr>
              <a:t>void </a:t>
            </a:r>
            <a:r>
              <a:rPr lang="en-US" altLang="zh-CN" sz="2000" b="1" dirty="0" err="1">
                <a:ea typeface="楷体_GB2312" pitchFamily="49" charset="-122"/>
              </a:rPr>
              <a:t>Display_LinkList_Order</a:t>
            </a:r>
            <a:r>
              <a:rPr lang="en-US" altLang="zh-CN" sz="2000" b="1" dirty="0">
                <a:ea typeface="楷体_GB2312" pitchFamily="49" charset="-122"/>
              </a:rPr>
              <a:t>(NODE *head);</a:t>
            </a:r>
          </a:p>
          <a:p>
            <a:pPr marL="457200" indent="-457200">
              <a:tabLst>
                <a:tab pos="914400" algn="l"/>
              </a:tabLst>
            </a:pPr>
            <a:r>
              <a:rPr lang="en-US" altLang="zh-CN" sz="2000" b="1" dirty="0">
                <a:ea typeface="楷体_GB2312" pitchFamily="49" charset="-122"/>
              </a:rPr>
              <a:t>void </a:t>
            </a:r>
            <a:r>
              <a:rPr lang="en-US" altLang="zh-CN" sz="2000" b="1" dirty="0" err="1">
                <a:ea typeface="楷体_GB2312" pitchFamily="49" charset="-122"/>
              </a:rPr>
              <a:t>Free_LinkList_Order</a:t>
            </a:r>
            <a:r>
              <a:rPr lang="en-US" altLang="zh-CN" sz="2000" b="1" dirty="0">
                <a:ea typeface="楷体_GB2312" pitchFamily="49" charset="-122"/>
              </a:rPr>
              <a:t>(NODE *head);</a:t>
            </a:r>
          </a:p>
        </p:txBody>
      </p:sp>
      <p:sp>
        <p:nvSpPr>
          <p:cNvPr id="11" name="Rectangle 11" descr="信纸"/>
          <p:cNvSpPr>
            <a:spLocks noChangeArrowheads="1"/>
          </p:cNvSpPr>
          <p:nvPr/>
        </p:nvSpPr>
        <p:spPr bwMode="auto">
          <a:xfrm>
            <a:off x="5303912" y="1340768"/>
            <a:ext cx="6624736" cy="532453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2000" b="1" dirty="0" err="1">
                <a:solidFill>
                  <a:srgbClr val="C00000"/>
                </a:solidFill>
                <a:ea typeface="楷体_GB2312" pitchFamily="49" charset="-122"/>
              </a:rPr>
              <a:t>int</a:t>
            </a:r>
            <a:r>
              <a:rPr lang="en-US" altLang="zh-CN" sz="2000" b="1" dirty="0">
                <a:solidFill>
                  <a:srgbClr val="C00000"/>
                </a:solidFill>
                <a:ea typeface="楷体_GB2312" pitchFamily="49" charset="-122"/>
              </a:rPr>
              <a:t> main( )</a:t>
            </a:r>
          </a:p>
          <a:p>
            <a:pPr marL="457200" indent="-457200">
              <a:tabLst>
                <a:tab pos="914400" algn="l"/>
              </a:tabLst>
            </a:pP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NODE *head;</a:t>
            </a:r>
          </a:p>
          <a:p>
            <a:pPr marL="457200" indent="-457200">
              <a:tabLst>
                <a:tab pos="914400" algn="l"/>
              </a:tabLst>
            </a:pPr>
            <a:endParaRPr lang="en-US" altLang="zh-CN" sz="2000" b="1" dirty="0">
              <a:ea typeface="楷体_GB2312" pitchFamily="49" charset="-122"/>
            </a:endParaRPr>
          </a:p>
          <a:p>
            <a:pPr marL="457200" indent="-457200">
              <a:tabLst>
                <a:tab pos="914400" algn="l"/>
              </a:tabLst>
            </a:pPr>
            <a:r>
              <a:rPr lang="en-US" altLang="zh-CN" sz="2000" b="1" dirty="0">
                <a:ea typeface="楷体_GB2312" pitchFamily="49" charset="-122"/>
              </a:rPr>
              <a:t>   head = </a:t>
            </a:r>
            <a:r>
              <a:rPr lang="en-US" altLang="zh-CN" sz="2000" b="1" dirty="0" err="1">
                <a:ea typeface="楷体_GB2312" pitchFamily="49" charset="-122"/>
              </a:rPr>
              <a:t>Create_LinkList_Order</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创建有序链表</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if (head == NULL)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创建失败，则返回</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return -1;</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("Created ordered linked list: ");</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Display_LinkList_Order</a:t>
            </a:r>
            <a:r>
              <a:rPr lang="en-US" altLang="zh-CN" sz="2000" b="1" dirty="0">
                <a:ea typeface="楷体_GB2312" pitchFamily="49" charset="-122"/>
              </a:rPr>
              <a:t>(head);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输出链表中的值</a:t>
            </a:r>
          </a:p>
          <a:p>
            <a:pPr marL="457200" indent="-457200">
              <a:tabLst>
                <a:tab pos="914400" algn="l"/>
              </a:tabLst>
            </a:pPr>
            <a:endParaRPr lang="zh-CN" altLang="en-US" sz="2000" b="1" dirty="0">
              <a:ea typeface="楷体_GB2312" pitchFamily="49" charset="-122"/>
            </a:endParaRPr>
          </a:p>
          <a:p>
            <a:pPr marL="457200" indent="-457200">
              <a:tabLst>
                <a:tab pos="914400" algn="l"/>
              </a:tabLst>
            </a:pPr>
            <a:r>
              <a:rPr lang="zh-CN" altLang="en-US" sz="2000" b="1" dirty="0">
                <a:ea typeface="楷体_GB2312" pitchFamily="49" charset="-122"/>
              </a:rPr>
              <a:t>   </a:t>
            </a:r>
            <a:r>
              <a:rPr lang="en-US" altLang="zh-CN" sz="2000" b="1" dirty="0" err="1">
                <a:ea typeface="楷体_GB2312" pitchFamily="49" charset="-122"/>
              </a:rPr>
              <a:t>Delete_LinkList_Order</a:t>
            </a:r>
            <a:r>
              <a:rPr lang="en-US" altLang="zh-CN" sz="2000" b="1" dirty="0">
                <a:ea typeface="楷体_GB2312" pitchFamily="49" charset="-122"/>
              </a:rPr>
              <a:t>(head);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删除有序链表中重复结点</a:t>
            </a:r>
          </a:p>
          <a:p>
            <a:pPr marL="457200" indent="-457200">
              <a:tabLst>
                <a:tab pos="914400" algn="l"/>
              </a:tabLst>
            </a:pPr>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("After deleting duplicate nodes: ");</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Display_LinkList_Order</a:t>
            </a:r>
            <a:r>
              <a:rPr lang="en-US" altLang="zh-CN" sz="2000" b="1" dirty="0">
                <a:ea typeface="楷体_GB2312" pitchFamily="49" charset="-122"/>
              </a:rPr>
              <a:t>(head);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输出链表中的值</a:t>
            </a:r>
          </a:p>
          <a:p>
            <a:pPr marL="457200" indent="-457200">
              <a:tabLst>
                <a:tab pos="914400" algn="l"/>
              </a:tabLst>
            </a:pPr>
            <a:endParaRPr lang="zh-CN" altLang="en-US" sz="2000" b="1" dirty="0">
              <a:ea typeface="楷体_GB2312" pitchFamily="49" charset="-122"/>
            </a:endParaRPr>
          </a:p>
          <a:p>
            <a:pPr marL="457200" indent="-457200">
              <a:tabLst>
                <a:tab pos="914400" algn="l"/>
              </a:tabLst>
            </a:pPr>
            <a:r>
              <a:rPr lang="zh-CN" altLang="en-US" sz="2000" b="1" dirty="0">
                <a:ea typeface="楷体_GB2312" pitchFamily="49" charset="-122"/>
              </a:rPr>
              <a:t>   </a:t>
            </a:r>
            <a:r>
              <a:rPr lang="en-US" altLang="zh-CN" sz="2000" b="1" dirty="0" err="1">
                <a:ea typeface="楷体_GB2312" pitchFamily="49" charset="-122"/>
              </a:rPr>
              <a:t>Free_LinkList_Order</a:t>
            </a:r>
            <a:r>
              <a:rPr lang="en-US" altLang="zh-CN" sz="2000" b="1" dirty="0">
                <a:ea typeface="楷体_GB2312" pitchFamily="49" charset="-122"/>
              </a:rPr>
              <a:t>(head);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销毁链表</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return 0;</a:t>
            </a:r>
          </a:p>
          <a:p>
            <a:pPr marL="457200" indent="-457200">
              <a:tabLst>
                <a:tab pos="914400" algn="l"/>
              </a:tabLst>
            </a:pPr>
            <a:r>
              <a:rPr lang="en-US" altLang="zh-CN" sz="2000" b="1" dirty="0">
                <a:ea typeface="楷体_GB2312" pitchFamily="49" charset="-122"/>
              </a:rPr>
              <a:t>}</a:t>
            </a:r>
          </a:p>
        </p:txBody>
      </p:sp>
      <p:sp>
        <p:nvSpPr>
          <p:cNvPr id="7" name="Rectangle 4">
            <a:extLst>
              <a:ext uri="{FF2B5EF4-FFF2-40B4-BE49-F238E27FC236}">
                <a16:creationId xmlns:a16="http://schemas.microsoft.com/office/drawing/2014/main" id="{462C5C8A-2E58-4192-8A03-AC6B4AD7002A}"/>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14122"/>
                                        </p:tgtEl>
                                        <p:attrNameLst>
                                          <p:attrName>style.visibility</p:attrName>
                                        </p:attrNameLst>
                                      </p:cBhvr>
                                      <p:to>
                                        <p:strVal val="visible"/>
                                      </p:to>
                                    </p:set>
                                    <p:animEffect transition="in" filter="box(out)">
                                      <p:cBhvr>
                                        <p:cTn id="7" dur="500"/>
                                        <p:tgtEl>
                                          <p:spTgt spid="111412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ox(out)">
                                      <p:cBhvr>
                                        <p:cTn id="12" dur="500"/>
                                        <p:tgtEl>
                                          <p:spTgt spid="1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4122" grpId="0" animBg="1"/>
      <p:bldP spid="11"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Rectangle 11" descr="信纸"/>
          <p:cNvSpPr>
            <a:spLocks noChangeArrowheads="1"/>
          </p:cNvSpPr>
          <p:nvPr/>
        </p:nvSpPr>
        <p:spPr bwMode="auto">
          <a:xfrm>
            <a:off x="496670" y="926569"/>
            <a:ext cx="5621843" cy="5632311"/>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创建降序排列的有序链表</a:t>
            </a:r>
          </a:p>
          <a:p>
            <a:pPr marL="457200" indent="-457200">
              <a:tabLst>
                <a:tab pos="914400" algn="l"/>
              </a:tabLst>
            </a:pPr>
            <a:r>
              <a:rPr lang="en-US" altLang="zh-CN" sz="2000" b="1" dirty="0">
                <a:solidFill>
                  <a:srgbClr val="C00000"/>
                </a:solidFill>
                <a:ea typeface="楷体_GB2312" pitchFamily="49" charset="-122"/>
              </a:rPr>
              <a:t>NODE *</a:t>
            </a:r>
            <a:r>
              <a:rPr lang="en-US" altLang="zh-CN" sz="2000" b="1" dirty="0" err="1">
                <a:solidFill>
                  <a:srgbClr val="C00000"/>
                </a:solidFill>
                <a:ea typeface="楷体_GB2312" pitchFamily="49" charset="-122"/>
              </a:rPr>
              <a:t>Create_LinkList_Order</a:t>
            </a:r>
            <a:r>
              <a:rPr lang="en-US" altLang="zh-CN" sz="2000" b="1" dirty="0">
                <a:solidFill>
                  <a:srgbClr val="C00000"/>
                </a:solidFill>
                <a:ea typeface="楷体_GB2312" pitchFamily="49" charset="-122"/>
              </a:rPr>
              <a:t>( )</a:t>
            </a:r>
          </a:p>
          <a:p>
            <a:pPr marL="457200" indent="-457200">
              <a:tabLst>
                <a:tab pos="914400" algn="l"/>
              </a:tabLst>
            </a:pP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NODE *head, *</a:t>
            </a:r>
            <a:r>
              <a:rPr lang="en-US" altLang="zh-CN" sz="2000" b="1" dirty="0" err="1">
                <a:ea typeface="楷体_GB2312" pitchFamily="49" charset="-122"/>
              </a:rPr>
              <a:t>pf</a:t>
            </a:r>
            <a:r>
              <a:rPr lang="en-US" altLang="zh-CN" sz="2000" b="1" dirty="0">
                <a:ea typeface="楷体_GB2312" pitchFamily="49" charset="-122"/>
              </a:rPr>
              <a:t>, *p, *</a:t>
            </a:r>
            <a:r>
              <a:rPr lang="en-US" altLang="zh-CN" sz="2000" b="1" dirty="0" err="1">
                <a:ea typeface="楷体_GB2312" pitchFamily="49" charset="-122"/>
              </a:rPr>
              <a:t>pnew</a:t>
            </a: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num, data;</a:t>
            </a:r>
          </a:p>
          <a:p>
            <a:pPr marL="457200" indent="-457200">
              <a:tabLst>
                <a:tab pos="914400" algn="l"/>
              </a:tabLst>
            </a:pPr>
            <a:endParaRPr lang="en-US" altLang="zh-CN" sz="2000" b="1" dirty="0">
              <a:ea typeface="楷体_GB2312" pitchFamily="49" charset="-122"/>
            </a:endParaRPr>
          </a:p>
          <a:p>
            <a:pPr marL="457200" indent="-457200">
              <a:tabLst>
                <a:tab pos="914400" algn="l"/>
              </a:tabLst>
            </a:pPr>
            <a:r>
              <a:rPr lang="en-US" altLang="zh-CN" sz="1800" b="1" dirty="0">
                <a:solidFill>
                  <a:srgbClr val="002060"/>
                </a:solidFill>
                <a:latin typeface="+mn-lt"/>
                <a:ea typeface="楷体" pitchFamily="49" charset="-122"/>
              </a:rPr>
              <a:t>  //</a:t>
            </a:r>
            <a:r>
              <a:rPr lang="zh-CN" altLang="en-US" sz="1800" b="1" dirty="0">
                <a:solidFill>
                  <a:srgbClr val="002060"/>
                </a:solidFill>
                <a:latin typeface="+mn-lt"/>
                <a:ea typeface="楷体" pitchFamily="49" charset="-122"/>
              </a:rPr>
              <a:t>创建头结点</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head = (NODE *)</a:t>
            </a:r>
            <a:r>
              <a:rPr lang="en-US" altLang="zh-CN" sz="2000" b="1" dirty="0" err="1">
                <a:ea typeface="楷体_GB2312" pitchFamily="49" charset="-122"/>
              </a:rPr>
              <a:t>malloc</a:t>
            </a:r>
            <a:r>
              <a:rPr lang="en-US" altLang="zh-CN" sz="2000" b="1" dirty="0">
                <a:ea typeface="楷体_GB2312" pitchFamily="49" charset="-122"/>
              </a:rPr>
              <a:t>(</a:t>
            </a:r>
            <a:r>
              <a:rPr lang="en-US" altLang="zh-CN" sz="2000" b="1" dirty="0" err="1">
                <a:ea typeface="楷体_GB2312" pitchFamily="49" charset="-122"/>
              </a:rPr>
              <a:t>sizeof</a:t>
            </a:r>
            <a:r>
              <a:rPr lang="en-US" altLang="zh-CN" sz="2000" b="1" dirty="0">
                <a:ea typeface="楷体_GB2312" pitchFamily="49" charset="-122"/>
              </a:rPr>
              <a:t>(NODE));</a:t>
            </a:r>
          </a:p>
          <a:p>
            <a:pPr marL="457200" indent="-457200">
              <a:tabLst>
                <a:tab pos="914400" algn="l"/>
              </a:tabLst>
            </a:pPr>
            <a:r>
              <a:rPr lang="en-US" altLang="zh-CN" sz="2000" b="1" dirty="0">
                <a:ea typeface="楷体_GB2312" pitchFamily="49" charset="-122"/>
              </a:rPr>
              <a:t>  if (head == NULL)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创建失败</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则返回</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("no enough memory!\n");</a:t>
            </a:r>
          </a:p>
          <a:p>
            <a:pPr marL="457200" indent="-457200">
              <a:tabLst>
                <a:tab pos="914400" algn="l"/>
              </a:tabLst>
            </a:pPr>
            <a:r>
              <a:rPr lang="en-US" altLang="zh-CN" sz="2000" b="1" dirty="0">
                <a:ea typeface="楷体_GB2312" pitchFamily="49" charset="-122"/>
              </a:rPr>
              <a:t>    return(NULL);</a:t>
            </a:r>
          </a:p>
          <a:p>
            <a:pPr marL="457200" indent="-457200">
              <a:tabLst>
                <a:tab pos="914400" algn="l"/>
              </a:tabLst>
            </a:pPr>
            <a:r>
              <a:rPr lang="en-US" altLang="zh-CN" sz="2000" b="1" dirty="0">
                <a:ea typeface="楷体_GB2312" pitchFamily="49" charset="-122"/>
              </a:rPr>
              <a:t>  }</a:t>
            </a:r>
          </a:p>
          <a:p>
            <a:pPr marL="457200" indent="-457200">
              <a:tabLst>
                <a:tab pos="914400" algn="l"/>
              </a:tabLst>
            </a:pPr>
            <a:r>
              <a:rPr lang="en-US" altLang="zh-CN" sz="2000" b="1" dirty="0">
                <a:ea typeface="楷体_GB2312" pitchFamily="49" charset="-122"/>
              </a:rPr>
              <a:t>  head-&gt;next = NULL;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头结点的指针域置</a:t>
            </a:r>
            <a:r>
              <a:rPr lang="en-US" altLang="zh-CN" sz="1800" b="1" dirty="0">
                <a:solidFill>
                  <a:srgbClr val="002060"/>
                </a:solidFill>
                <a:latin typeface="+mn-lt"/>
                <a:ea typeface="楷体" pitchFamily="49" charset="-122"/>
              </a:rPr>
              <a:t>NULL</a:t>
            </a:r>
          </a:p>
          <a:p>
            <a:pPr marL="457200" indent="-457200">
              <a:tabLst>
                <a:tab pos="914400" algn="l"/>
              </a:tabLst>
            </a:pPr>
            <a:endParaRPr lang="en-US" altLang="zh-CN" sz="2000" b="1" dirty="0">
              <a:ea typeface="楷体_GB2312" pitchFamily="49" charset="-122"/>
            </a:endParaRP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("input the number of integers: ");</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("%d", &amp;num);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输入整数个数</a:t>
            </a:r>
          </a:p>
          <a:p>
            <a:pPr marL="457200" indent="-457200">
              <a:tabLst>
                <a:tab pos="914400" algn="l"/>
              </a:tabLst>
            </a:pPr>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("input %d integers: ", num);</a:t>
            </a:r>
          </a:p>
        </p:txBody>
      </p:sp>
      <p:sp>
        <p:nvSpPr>
          <p:cNvPr id="7" name="Rectangle 11" descr="信纸"/>
          <p:cNvSpPr>
            <a:spLocks noChangeArrowheads="1"/>
          </p:cNvSpPr>
          <p:nvPr/>
        </p:nvSpPr>
        <p:spPr bwMode="auto">
          <a:xfrm>
            <a:off x="504324" y="2237079"/>
            <a:ext cx="5615230" cy="4339650"/>
          </a:xfrm>
          <a:prstGeom prst="rect">
            <a:avLst/>
          </a:prstGeom>
          <a:gradFill>
            <a:gsLst>
              <a:gs pos="0">
                <a:srgbClr val="CFCFD1"/>
              </a:gs>
              <a:gs pos="100000">
                <a:schemeClr val="bg1">
                  <a:lumMod val="95000"/>
                </a:schemeClr>
              </a:gs>
            </a:gsLst>
            <a:lin ang="162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a:solidFill>
                  <a:srgbClr val="0000FF"/>
                </a:solidFill>
                <a:latin typeface="+mn-lt"/>
                <a:ea typeface="楷体"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将每次输入的数据插入的有序链表中</a:t>
            </a:r>
          </a:p>
          <a:p>
            <a:pPr marL="457200" indent="-457200">
              <a:tabLst>
                <a:tab pos="914400" algn="l"/>
              </a:tabLst>
            </a:pPr>
            <a:r>
              <a:rPr lang="zh-CN" altLang="en-US" sz="1800" b="1" dirty="0">
                <a:solidFill>
                  <a:srgbClr val="0000FF"/>
                </a:solidFill>
                <a:latin typeface="+mn-lt"/>
                <a:ea typeface="楷体" pitchFamily="49" charset="-122"/>
              </a:rPr>
              <a:t>  </a:t>
            </a:r>
            <a:r>
              <a:rPr lang="en-US" altLang="zh-CN" sz="2000" b="1" dirty="0">
                <a:ea typeface="楷体_GB2312" pitchFamily="49" charset="-122"/>
              </a:rPr>
              <a:t>for(</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  </a:t>
            </a:r>
          </a:p>
          <a:p>
            <a:pPr marL="457200" indent="-457200">
              <a:tabLst>
                <a:tab pos="914400" algn="l"/>
              </a:tabLst>
            </a:pPr>
            <a:r>
              <a:rPr lang="en-US" altLang="zh-CN" sz="2000" b="1" dirty="0">
                <a:ea typeface="楷体_GB2312" pitchFamily="49" charset="-122"/>
              </a:rPr>
              <a:t>  {</a:t>
            </a:r>
          </a:p>
          <a:p>
            <a:pPr marL="457200" indent="-457200">
              <a:tabLst>
                <a:tab pos="914400" algn="l"/>
              </a:tabLst>
            </a:pP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为输入的整数创建一个由</a:t>
            </a:r>
            <a:r>
              <a:rPr lang="en-US" altLang="zh-CN" sz="1800" b="1" dirty="0" err="1">
                <a:solidFill>
                  <a:srgbClr val="002060"/>
                </a:solidFill>
                <a:latin typeface="+mn-lt"/>
                <a:ea typeface="楷体" pitchFamily="49" charset="-122"/>
              </a:rPr>
              <a:t>pnew</a:t>
            </a:r>
            <a:r>
              <a:rPr lang="zh-CN" altLang="en-US" sz="1800" b="1" dirty="0">
                <a:solidFill>
                  <a:srgbClr val="002060"/>
                </a:solidFill>
                <a:latin typeface="+mn-lt"/>
                <a:ea typeface="楷体" pitchFamily="49" charset="-122"/>
              </a:rPr>
              <a:t>指向的新数据结点</a:t>
            </a:r>
          </a:p>
          <a:p>
            <a:pPr marL="457200" indent="-457200">
              <a:tabLst>
                <a:tab pos="914400" algn="l"/>
              </a:tabLst>
            </a:pPr>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("%d", &amp;data);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输入整数</a:t>
            </a:r>
            <a:endParaRPr lang="en-US" altLang="zh-CN" sz="1800" b="1" dirty="0">
              <a:solidFill>
                <a:srgbClr val="002060"/>
              </a:solidFill>
              <a:latin typeface="+mn-lt"/>
              <a:ea typeface="楷体" pitchFamily="49" charset="-122"/>
            </a:endParaRPr>
          </a:p>
          <a:p>
            <a:pPr marL="457200" indent="-457200">
              <a:tabLst>
                <a:tab pos="914400" algn="l"/>
              </a:tabLst>
            </a:pPr>
            <a:r>
              <a:rPr lang="en-US" altLang="zh-CN" sz="1800" b="1" dirty="0">
                <a:solidFill>
                  <a:srgbClr val="0000FF"/>
                </a:solidFill>
                <a:latin typeface="+mn-lt"/>
                <a:ea typeface="楷体"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创建一新结点</a:t>
            </a:r>
          </a:p>
          <a:p>
            <a:pPr marL="457200" indent="-457200">
              <a:tabLst>
                <a:tab pos="914400" algn="l"/>
              </a:tabLst>
            </a:pPr>
            <a:r>
              <a:rPr lang="zh-CN" altLang="en-US" sz="2000" b="1" dirty="0">
                <a:ea typeface="楷体_GB2312" pitchFamily="49" charset="-122"/>
              </a:rPr>
              <a:t>    </a:t>
            </a:r>
            <a:r>
              <a:rPr lang="en-US" altLang="zh-CN" sz="2000" b="1" dirty="0" err="1">
                <a:ea typeface="楷体_GB2312" pitchFamily="49" charset="-122"/>
              </a:rPr>
              <a:t>pnew</a:t>
            </a:r>
            <a:r>
              <a:rPr lang="en-US" altLang="zh-CN" sz="2000" b="1" dirty="0">
                <a:ea typeface="楷体_GB2312" pitchFamily="49" charset="-122"/>
              </a:rPr>
              <a:t> = (NODE *)malloc(</a:t>
            </a:r>
            <a:r>
              <a:rPr lang="en-US" altLang="zh-CN" sz="2000" b="1" dirty="0" err="1">
                <a:ea typeface="楷体_GB2312" pitchFamily="49" charset="-122"/>
              </a:rPr>
              <a:t>sizeof</a:t>
            </a:r>
            <a:r>
              <a:rPr lang="en-US" altLang="zh-CN" sz="2000" b="1" dirty="0">
                <a:ea typeface="楷体_GB2312" pitchFamily="49" charset="-122"/>
              </a:rPr>
              <a:t>(NODE));  </a:t>
            </a:r>
            <a:endParaRPr lang="zh-CN" altLang="en-US" sz="1800" b="1" dirty="0">
              <a:solidFill>
                <a:srgbClr val="0000FF"/>
              </a:solidFill>
              <a:latin typeface="+mn-lt"/>
              <a:ea typeface="楷体" pitchFamily="49" charset="-122"/>
            </a:endParaRP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if (</a:t>
            </a:r>
            <a:r>
              <a:rPr lang="en-US" altLang="zh-CN" sz="2000" b="1" dirty="0" err="1">
                <a:ea typeface="楷体_GB2312" pitchFamily="49" charset="-122"/>
              </a:rPr>
              <a:t>pnew</a:t>
            </a:r>
            <a:r>
              <a:rPr lang="en-US" altLang="zh-CN" sz="2000" b="1" dirty="0">
                <a:ea typeface="楷体_GB2312" pitchFamily="49" charset="-122"/>
              </a:rPr>
              <a:t> == NULL)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创建新结点失败</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则返回</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("no enough memory!\n");</a:t>
            </a:r>
          </a:p>
          <a:p>
            <a:pPr marL="457200" indent="-457200">
              <a:tabLst>
                <a:tab pos="914400" algn="l"/>
              </a:tabLst>
            </a:pPr>
            <a:r>
              <a:rPr lang="en-US" altLang="zh-CN" sz="2000" b="1" dirty="0">
                <a:ea typeface="楷体_GB2312" pitchFamily="49" charset="-122"/>
              </a:rPr>
              <a:t>      return(NULL);</a:t>
            </a:r>
          </a:p>
          <a:p>
            <a:pPr marL="457200" indent="-457200">
              <a:tabLst>
                <a:tab pos="914400" algn="l"/>
              </a:tabLst>
            </a:pPr>
            <a:r>
              <a:rPr lang="en-US" altLang="zh-CN" sz="2000" b="1" dirty="0">
                <a:ea typeface="楷体_GB2312" pitchFamily="49" charset="-122"/>
              </a:rPr>
              <a:t>    }</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pnew</a:t>
            </a:r>
            <a:r>
              <a:rPr lang="en-US" altLang="zh-CN" sz="2000" b="1" dirty="0">
                <a:ea typeface="楷体_GB2312" pitchFamily="49" charset="-122"/>
              </a:rPr>
              <a:t>-&gt;data = data;</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pnew</a:t>
            </a:r>
            <a:r>
              <a:rPr lang="en-US" altLang="zh-CN" sz="2000" b="1" dirty="0">
                <a:ea typeface="楷体_GB2312" pitchFamily="49" charset="-122"/>
              </a:rPr>
              <a:t>-&gt;next = NULL;</a:t>
            </a:r>
          </a:p>
        </p:txBody>
      </p:sp>
      <p:sp>
        <p:nvSpPr>
          <p:cNvPr id="8" name="Rectangle 11" descr="信纸"/>
          <p:cNvSpPr>
            <a:spLocks noChangeArrowheads="1"/>
          </p:cNvSpPr>
          <p:nvPr/>
        </p:nvSpPr>
        <p:spPr bwMode="auto">
          <a:xfrm>
            <a:off x="6358994" y="1124744"/>
            <a:ext cx="5621844" cy="4339650"/>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zh-CN" altLang="en-US" sz="1800" b="1" dirty="0">
                <a:solidFill>
                  <a:srgbClr val="0000FF"/>
                </a:solidFill>
                <a:latin typeface="+mn-lt"/>
                <a:ea typeface="楷体"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找新数据结点要插入的位置（即前驱结点的指针</a:t>
            </a:r>
            <a:r>
              <a:rPr lang="en-US" altLang="zh-CN" sz="1800" b="1" dirty="0" err="1">
                <a:solidFill>
                  <a:srgbClr val="002060"/>
                </a:solidFill>
                <a:latin typeface="+mn-lt"/>
                <a:ea typeface="楷体" pitchFamily="49" charset="-122"/>
              </a:rPr>
              <a:t>pf</a:t>
            </a:r>
            <a:r>
              <a:rPr lang="zh-CN" altLang="en-US" sz="1800" b="1" dirty="0">
                <a:solidFill>
                  <a:srgbClr val="002060"/>
                </a:solidFill>
                <a:latin typeface="+mn-lt"/>
                <a:ea typeface="楷体" pitchFamily="49" charset="-122"/>
              </a:rPr>
              <a:t>）</a:t>
            </a:r>
          </a:p>
          <a:p>
            <a:pPr marL="457200" indent="-457200">
              <a:tabLst>
                <a:tab pos="914400" algn="l"/>
              </a:tabLst>
            </a:pPr>
            <a:r>
              <a:rPr lang="zh-CN" altLang="en-US" sz="1800" b="1" dirty="0">
                <a:solidFill>
                  <a:srgbClr val="0000FF"/>
                </a:solidFill>
                <a:latin typeface="+mn-lt"/>
                <a:ea typeface="楷体" pitchFamily="49" charset="-122"/>
              </a:rPr>
              <a:t>    </a:t>
            </a:r>
            <a:r>
              <a:rPr lang="en-US" altLang="zh-CN" sz="2000" b="1" dirty="0" err="1">
                <a:ea typeface="楷体_GB2312" pitchFamily="49" charset="-122"/>
              </a:rPr>
              <a:t>pf</a:t>
            </a:r>
            <a:r>
              <a:rPr lang="en-US" altLang="zh-CN" sz="2000" b="1" dirty="0">
                <a:ea typeface="楷体_GB2312" pitchFamily="49" charset="-122"/>
              </a:rPr>
              <a:t> = head;        </a:t>
            </a:r>
            <a:r>
              <a:rPr lang="en-US" altLang="zh-CN" sz="1800" b="1" dirty="0">
                <a:solidFill>
                  <a:srgbClr val="002060"/>
                </a:solidFill>
                <a:latin typeface="+mn-lt"/>
                <a:ea typeface="楷体" pitchFamily="49" charset="-122"/>
              </a:rPr>
              <a:t>//</a:t>
            </a:r>
            <a:r>
              <a:rPr lang="en-US" altLang="zh-CN" sz="1800" b="1" dirty="0" err="1">
                <a:solidFill>
                  <a:srgbClr val="002060"/>
                </a:solidFill>
                <a:latin typeface="+mn-lt"/>
                <a:ea typeface="楷体" pitchFamily="49" charset="-122"/>
              </a:rPr>
              <a:t>pf</a:t>
            </a:r>
            <a:r>
              <a:rPr lang="zh-CN" altLang="en-US" sz="1800" b="1" dirty="0">
                <a:solidFill>
                  <a:srgbClr val="002060"/>
                </a:solidFill>
                <a:latin typeface="+mn-lt"/>
                <a:ea typeface="楷体" pitchFamily="49" charset="-122"/>
              </a:rPr>
              <a:t>为前驱结点指针</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p = head-&gt;next;   </a:t>
            </a:r>
            <a:r>
              <a:rPr lang="en-US" altLang="zh-CN" sz="1800" b="1" dirty="0">
                <a:solidFill>
                  <a:srgbClr val="002060"/>
                </a:solidFill>
                <a:latin typeface="+mn-lt"/>
                <a:ea typeface="楷体" pitchFamily="49" charset="-122"/>
              </a:rPr>
              <a:t>//p</a:t>
            </a:r>
            <a:r>
              <a:rPr lang="zh-CN" altLang="en-US" sz="1800" b="1" dirty="0">
                <a:solidFill>
                  <a:srgbClr val="002060"/>
                </a:solidFill>
                <a:latin typeface="+mn-lt"/>
                <a:ea typeface="楷体" pitchFamily="49" charset="-122"/>
              </a:rPr>
              <a:t>为当前结点指针</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while (p != NULL &amp;&amp; p-&gt;data &gt; data)</a:t>
            </a:r>
          </a:p>
          <a:p>
            <a:pPr marL="457200" indent="-457200">
              <a:tabLst>
                <a:tab pos="914400" algn="l"/>
              </a:tabLst>
            </a:pPr>
            <a:r>
              <a:rPr lang="en-US" altLang="zh-CN" sz="2000" b="1" dirty="0">
                <a:ea typeface="楷体_GB2312" pitchFamily="49" charset="-122"/>
              </a:rPr>
              <a:t>    {</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pf</a:t>
            </a:r>
            <a:r>
              <a:rPr lang="en-US" altLang="zh-CN" sz="2000" b="1" dirty="0">
                <a:ea typeface="楷体_GB2312" pitchFamily="49" charset="-122"/>
              </a:rPr>
              <a:t> = p;</a:t>
            </a:r>
          </a:p>
          <a:p>
            <a:pPr marL="457200" indent="-457200">
              <a:tabLst>
                <a:tab pos="914400" algn="l"/>
              </a:tabLst>
            </a:pPr>
            <a:r>
              <a:rPr lang="en-US" altLang="zh-CN" sz="2000" b="1" dirty="0">
                <a:ea typeface="楷体_GB2312" pitchFamily="49" charset="-122"/>
              </a:rPr>
              <a:t>	p = p-&gt;next;</a:t>
            </a:r>
          </a:p>
          <a:p>
            <a:pPr marL="457200" indent="-457200">
              <a:tabLst>
                <a:tab pos="914400" algn="l"/>
              </a:tabLst>
            </a:pPr>
            <a:r>
              <a:rPr lang="en-US" altLang="zh-CN" sz="2000" b="1" dirty="0">
                <a:ea typeface="楷体_GB2312" pitchFamily="49" charset="-122"/>
              </a:rPr>
              <a:t>    }</a:t>
            </a:r>
          </a:p>
          <a:p>
            <a:pPr marL="457200" indent="-457200">
              <a:tabLst>
                <a:tab pos="914400" algn="l"/>
              </a:tabLst>
            </a:pP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将</a:t>
            </a:r>
            <a:r>
              <a:rPr lang="en-US" altLang="zh-CN" sz="1800" b="1" dirty="0" err="1">
                <a:solidFill>
                  <a:srgbClr val="002060"/>
                </a:solidFill>
                <a:latin typeface="+mn-lt"/>
                <a:ea typeface="楷体" pitchFamily="49" charset="-122"/>
              </a:rPr>
              <a:t>pnew</a:t>
            </a:r>
            <a:r>
              <a:rPr lang="zh-CN" altLang="en-US" sz="1800" b="1" dirty="0">
                <a:solidFill>
                  <a:srgbClr val="002060"/>
                </a:solidFill>
                <a:latin typeface="+mn-lt"/>
                <a:ea typeface="楷体" pitchFamily="49" charset="-122"/>
              </a:rPr>
              <a:t>所指的新结点插入到</a:t>
            </a:r>
            <a:r>
              <a:rPr lang="en-US" altLang="zh-CN" sz="1800" b="1" dirty="0" err="1">
                <a:solidFill>
                  <a:srgbClr val="002060"/>
                </a:solidFill>
                <a:latin typeface="+mn-lt"/>
                <a:ea typeface="楷体" pitchFamily="49" charset="-122"/>
              </a:rPr>
              <a:t>pf</a:t>
            </a:r>
            <a:r>
              <a:rPr lang="zh-CN" altLang="en-US" sz="1800" b="1" dirty="0">
                <a:solidFill>
                  <a:srgbClr val="002060"/>
                </a:solidFill>
                <a:latin typeface="+mn-lt"/>
                <a:ea typeface="楷体" pitchFamily="49" charset="-122"/>
              </a:rPr>
              <a:t>所指结点的后面</a:t>
            </a:r>
          </a:p>
          <a:p>
            <a:pPr marL="457200" indent="-457200">
              <a:tabLst>
                <a:tab pos="914400" algn="l"/>
              </a:tabLst>
            </a:pPr>
            <a:r>
              <a:rPr lang="zh-CN" altLang="en-US" sz="2000" b="1" dirty="0">
                <a:ea typeface="楷体_GB2312" pitchFamily="49" charset="-122"/>
              </a:rPr>
              <a:t>    </a:t>
            </a:r>
            <a:r>
              <a:rPr lang="en-US" altLang="zh-CN" sz="2000" b="1" dirty="0" err="1">
                <a:ea typeface="楷体_GB2312" pitchFamily="49" charset="-122"/>
              </a:rPr>
              <a:t>pnew</a:t>
            </a:r>
            <a:r>
              <a:rPr lang="en-US" altLang="zh-CN" sz="2000" b="1" dirty="0">
                <a:ea typeface="楷体_GB2312" pitchFamily="49" charset="-122"/>
              </a:rPr>
              <a:t>-&gt;next = p;</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pf</a:t>
            </a:r>
            <a:r>
              <a:rPr lang="en-US" altLang="zh-CN" sz="2000" b="1" dirty="0">
                <a:ea typeface="楷体_GB2312" pitchFamily="49" charset="-122"/>
              </a:rPr>
              <a:t>-&gt;next = </a:t>
            </a:r>
            <a:r>
              <a:rPr lang="en-US" altLang="zh-CN" sz="2000" b="1" dirty="0" err="1">
                <a:ea typeface="楷体_GB2312" pitchFamily="49" charset="-122"/>
              </a:rPr>
              <a:t>pnew</a:t>
            </a: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  </a:t>
            </a:r>
            <a:r>
              <a:rPr lang="en-US" altLang="zh-CN" sz="1800" b="1" dirty="0">
                <a:solidFill>
                  <a:srgbClr val="002060"/>
                </a:solidFill>
                <a:latin typeface="+mn-lt"/>
                <a:ea typeface="楷体" pitchFamily="49" charset="-122"/>
              </a:rPr>
              <a:t>//for</a:t>
            </a:r>
            <a:r>
              <a:rPr lang="zh-CN" altLang="en-US" sz="1800" b="1" dirty="0">
                <a:solidFill>
                  <a:srgbClr val="002060"/>
                </a:solidFill>
                <a:latin typeface="+mn-lt"/>
                <a:ea typeface="楷体" pitchFamily="49" charset="-122"/>
              </a:rPr>
              <a:t>循环</a:t>
            </a:r>
            <a:endParaRPr lang="en-US" altLang="zh-CN" sz="1800" b="1" dirty="0">
              <a:solidFill>
                <a:srgbClr val="002060"/>
              </a:solidFill>
              <a:latin typeface="+mn-lt"/>
              <a:ea typeface="楷体" pitchFamily="49" charset="-122"/>
            </a:endParaRPr>
          </a:p>
          <a:p>
            <a:pPr marL="457200" indent="-457200">
              <a:tabLst>
                <a:tab pos="914400" algn="l"/>
              </a:tabLst>
            </a:pPr>
            <a:r>
              <a:rPr lang="en-US" altLang="zh-CN" sz="2000" b="1" dirty="0">
                <a:ea typeface="楷体_GB2312" pitchFamily="49" charset="-122"/>
              </a:rPr>
              <a:t>  return(head);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返回创建的链表的头指针</a:t>
            </a:r>
          </a:p>
          <a:p>
            <a:pPr marL="457200" indent="-457200">
              <a:tabLst>
                <a:tab pos="914400" algn="l"/>
              </a:tabLst>
            </a:pPr>
            <a:r>
              <a:rPr lang="en-US" altLang="zh-CN" sz="2000" b="1" dirty="0">
                <a:ea typeface="楷体_GB2312" pitchFamily="49" charset="-122"/>
              </a:rPr>
              <a:t>}</a:t>
            </a:r>
          </a:p>
        </p:txBody>
      </p:sp>
      <p:sp>
        <p:nvSpPr>
          <p:cNvPr id="9" name="Rectangle 4">
            <a:extLst>
              <a:ext uri="{FF2B5EF4-FFF2-40B4-BE49-F238E27FC236}">
                <a16:creationId xmlns:a16="http://schemas.microsoft.com/office/drawing/2014/main" id="{6AB00D92-BA17-4A64-8473-344BB109635A}"/>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out)">
                                      <p:cBhvr>
                                        <p:cTn id="7" dur="500"/>
                                        <p:tgtEl>
                                          <p:spTgt spid="1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out)">
                                      <p:cBhvr>
                                        <p:cTn id="12" dur="500"/>
                                        <p:tgtEl>
                                          <p:spTgt spid="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out)">
                                      <p:cBhvr>
                                        <p:cTn id="17" dur="500"/>
                                        <p:tgtEl>
                                          <p:spTgt spid="8"/>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Rectangle 11" descr="信纸"/>
          <p:cNvSpPr>
            <a:spLocks noChangeArrowheads="1"/>
          </p:cNvSpPr>
          <p:nvPr/>
        </p:nvSpPr>
        <p:spPr bwMode="auto">
          <a:xfrm>
            <a:off x="600273" y="888446"/>
            <a:ext cx="6480720" cy="5909310"/>
          </a:xfrm>
          <a:prstGeom prst="rect">
            <a:avLst/>
          </a:prstGeom>
          <a:gradFill>
            <a:gsLst>
              <a:gs pos="0">
                <a:srgbClr val="CFCFD1"/>
              </a:gs>
              <a:gs pos="100000">
                <a:schemeClr val="bg1">
                  <a:lumMod val="95000"/>
                </a:schemeClr>
              </a:gs>
            </a:gsLst>
            <a:lin ang="16200000" scaled="1"/>
          </a:gradFill>
          <a:ln w="3810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删除有序链表中的重复结点</a:t>
            </a:r>
          </a:p>
          <a:p>
            <a:pPr marL="457200" indent="-457200">
              <a:tabLst>
                <a:tab pos="914400" algn="l"/>
              </a:tabLst>
            </a:pPr>
            <a:r>
              <a:rPr lang="en-US" altLang="zh-CN" sz="2000" b="1" dirty="0">
                <a:solidFill>
                  <a:srgbClr val="C00000"/>
                </a:solidFill>
                <a:ea typeface="楷体_GB2312" pitchFamily="49" charset="-122"/>
              </a:rPr>
              <a:t>void </a:t>
            </a:r>
            <a:r>
              <a:rPr lang="en-US" altLang="zh-CN" sz="2000" b="1" dirty="0" err="1">
                <a:solidFill>
                  <a:srgbClr val="C00000"/>
                </a:solidFill>
                <a:ea typeface="楷体_GB2312" pitchFamily="49" charset="-122"/>
              </a:rPr>
              <a:t>Delete_LinkList_Order</a:t>
            </a:r>
            <a:r>
              <a:rPr lang="en-US" altLang="zh-CN" sz="2000" b="1" dirty="0">
                <a:solidFill>
                  <a:srgbClr val="C00000"/>
                </a:solidFill>
                <a:ea typeface="楷体_GB2312" pitchFamily="49" charset="-122"/>
              </a:rPr>
              <a:t>(NODE *head)</a:t>
            </a:r>
          </a:p>
          <a:p>
            <a:pPr marL="457200" indent="-457200">
              <a:tabLst>
                <a:tab pos="914400" algn="l"/>
              </a:tabLst>
            </a:pP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NODE *p, *q, *r;</a:t>
            </a:r>
          </a:p>
          <a:p>
            <a:pPr marL="457200" indent="-457200">
              <a:tabLst>
                <a:tab pos="914400" algn="l"/>
              </a:tabLst>
            </a:pPr>
            <a:endParaRPr lang="en-US" altLang="zh-CN" sz="2000" b="1" dirty="0">
              <a:ea typeface="楷体_GB2312" pitchFamily="49" charset="-122"/>
            </a:endParaRPr>
          </a:p>
          <a:p>
            <a:pPr marL="457200" indent="-457200">
              <a:tabLst>
                <a:tab pos="914400" algn="l"/>
              </a:tabLst>
            </a:pPr>
            <a:r>
              <a:rPr lang="en-US" altLang="zh-CN" sz="2000" b="1" dirty="0">
                <a:ea typeface="楷体_GB2312" pitchFamily="49" charset="-122"/>
              </a:rPr>
              <a:t>  p = head-&gt;next;  </a:t>
            </a:r>
            <a:r>
              <a:rPr lang="en-US" altLang="zh-CN" sz="1800" b="1" dirty="0">
                <a:solidFill>
                  <a:srgbClr val="002060"/>
                </a:solidFill>
                <a:latin typeface="+mn-lt"/>
                <a:ea typeface="楷体" pitchFamily="49" charset="-122"/>
              </a:rPr>
              <a:t>//p</a:t>
            </a:r>
            <a:r>
              <a:rPr lang="zh-CN" altLang="en-US" sz="1800" b="1" dirty="0">
                <a:solidFill>
                  <a:srgbClr val="002060"/>
                </a:solidFill>
                <a:latin typeface="+mn-lt"/>
                <a:ea typeface="楷体" pitchFamily="49" charset="-122"/>
              </a:rPr>
              <a:t>指向第一个数据结点</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while(p != NULL)</a:t>
            </a:r>
          </a:p>
          <a:p>
            <a:pPr marL="457200" indent="-457200">
              <a:tabLst>
                <a:tab pos="914400" algn="l"/>
              </a:tabLst>
            </a:pPr>
            <a:r>
              <a:rPr lang="en-US" altLang="zh-CN" sz="2000" b="1" dirty="0">
                <a:ea typeface="楷体_GB2312" pitchFamily="49" charset="-122"/>
              </a:rPr>
              <a:t>  {</a:t>
            </a:r>
          </a:p>
          <a:p>
            <a:pPr marL="457200" indent="-457200">
              <a:tabLst>
                <a:tab pos="914400" algn="l"/>
              </a:tabLst>
            </a:pP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删除与</a:t>
            </a:r>
            <a:r>
              <a:rPr lang="en-US" altLang="zh-CN" sz="1800" b="1" dirty="0">
                <a:solidFill>
                  <a:srgbClr val="002060"/>
                </a:solidFill>
                <a:latin typeface="+mn-lt"/>
                <a:ea typeface="楷体" pitchFamily="49" charset="-122"/>
              </a:rPr>
              <a:t>p</a:t>
            </a:r>
            <a:r>
              <a:rPr lang="zh-CN" altLang="en-US" sz="1800" b="1" dirty="0">
                <a:solidFill>
                  <a:srgbClr val="002060"/>
                </a:solidFill>
                <a:latin typeface="+mn-lt"/>
                <a:ea typeface="楷体" pitchFamily="49" charset="-122"/>
              </a:rPr>
              <a:t>所指结点数据值相同的后继结点</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for(q = p-&gt;next; q != NULL &amp;&amp; q-&gt;data == p-&gt;data; )</a:t>
            </a:r>
          </a:p>
          <a:p>
            <a:pPr marL="457200" indent="-457200">
              <a:tabLst>
                <a:tab pos="914400" algn="l"/>
              </a:tabLst>
            </a:pPr>
            <a:r>
              <a:rPr lang="en-US" altLang="zh-CN" sz="2000" b="1" dirty="0">
                <a:ea typeface="楷体_GB2312" pitchFamily="49" charset="-122"/>
              </a:rPr>
              <a:t>     {</a:t>
            </a:r>
          </a:p>
          <a:p>
            <a:pPr marL="457200" indent="-457200">
              <a:tabLst>
                <a:tab pos="914400" algn="l"/>
              </a:tabLst>
            </a:pPr>
            <a:r>
              <a:rPr lang="en-US" altLang="zh-CN" sz="2000" b="1" dirty="0">
                <a:ea typeface="楷体_GB2312" pitchFamily="49" charset="-122"/>
              </a:rPr>
              <a:t>	r = q;              </a:t>
            </a:r>
            <a:r>
              <a:rPr lang="en-US" altLang="zh-CN" sz="1800" b="1" dirty="0">
                <a:solidFill>
                  <a:srgbClr val="002060"/>
                </a:solidFill>
                <a:latin typeface="+mn-lt"/>
                <a:ea typeface="楷体" pitchFamily="49" charset="-122"/>
              </a:rPr>
              <a:t>//r</a:t>
            </a:r>
            <a:r>
              <a:rPr lang="zh-CN" altLang="en-US" sz="1800" b="1" dirty="0">
                <a:solidFill>
                  <a:srgbClr val="002060"/>
                </a:solidFill>
                <a:latin typeface="+mn-lt"/>
                <a:ea typeface="楷体" pitchFamily="49" charset="-122"/>
              </a:rPr>
              <a:t>指向重复结点</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q = q-&gt;next;  </a:t>
            </a:r>
            <a:r>
              <a:rPr lang="en-US" altLang="zh-CN" sz="1800" b="1" dirty="0">
                <a:solidFill>
                  <a:srgbClr val="002060"/>
                </a:solidFill>
                <a:latin typeface="+mn-lt"/>
                <a:ea typeface="楷体" pitchFamily="49" charset="-122"/>
              </a:rPr>
              <a:t>//q</a:t>
            </a:r>
            <a:r>
              <a:rPr lang="zh-CN" altLang="en-US" sz="1800" b="1" dirty="0">
                <a:solidFill>
                  <a:srgbClr val="002060"/>
                </a:solidFill>
                <a:latin typeface="+mn-lt"/>
                <a:ea typeface="楷体" pitchFamily="49" charset="-122"/>
              </a:rPr>
              <a:t>指向下一个后继结点</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free(r);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删除重复结点</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p-&gt;next = q;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调整</a:t>
            </a:r>
            <a:r>
              <a:rPr lang="en-US" altLang="zh-CN" sz="1800" b="1" dirty="0">
                <a:solidFill>
                  <a:srgbClr val="002060"/>
                </a:solidFill>
                <a:latin typeface="+mn-lt"/>
                <a:ea typeface="楷体" pitchFamily="49" charset="-122"/>
              </a:rPr>
              <a:t>p</a:t>
            </a:r>
            <a:r>
              <a:rPr lang="zh-CN" altLang="en-US" sz="1800" b="1" dirty="0">
                <a:solidFill>
                  <a:srgbClr val="002060"/>
                </a:solidFill>
                <a:latin typeface="+mn-lt"/>
                <a:ea typeface="楷体" pitchFamily="49" charset="-122"/>
              </a:rPr>
              <a:t>所指结点的后继</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p = q;               </a:t>
            </a:r>
            <a:r>
              <a:rPr lang="en-US" altLang="zh-CN" sz="1800" b="1" dirty="0">
                <a:solidFill>
                  <a:srgbClr val="002060"/>
                </a:solidFill>
                <a:latin typeface="+mn-lt"/>
                <a:ea typeface="楷体" pitchFamily="49" charset="-122"/>
              </a:rPr>
              <a:t>//p</a:t>
            </a:r>
            <a:r>
              <a:rPr lang="zh-CN" altLang="en-US" sz="1800" b="1" dirty="0">
                <a:solidFill>
                  <a:srgbClr val="002060"/>
                </a:solidFill>
                <a:latin typeface="+mn-lt"/>
                <a:ea typeface="楷体" pitchFamily="49" charset="-122"/>
              </a:rPr>
              <a:t>指向下一个结点 </a:t>
            </a:r>
            <a:r>
              <a:rPr lang="zh-CN" altLang="en-US" sz="1800" b="1" dirty="0">
                <a:solidFill>
                  <a:srgbClr val="0000FF"/>
                </a:solidFill>
                <a:latin typeface="+mn-lt"/>
                <a:ea typeface="楷体" pitchFamily="49" charset="-122"/>
              </a:rPr>
              <a:t>    </a:t>
            </a:r>
          </a:p>
          <a:p>
            <a:pPr marL="457200" indent="-457200">
              <a:tabLst>
                <a:tab pos="914400" algn="l"/>
              </a:tabLst>
            </a:pPr>
            <a:r>
              <a:rPr lang="zh-CN" altLang="en-US" sz="2000" b="1" dirty="0">
                <a:ea typeface="楷体_GB2312" pitchFamily="49" charset="-122"/>
              </a:rPr>
              <a:t>  </a:t>
            </a: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a:t>
            </a:r>
          </a:p>
        </p:txBody>
      </p:sp>
      <p:sp>
        <p:nvSpPr>
          <p:cNvPr id="9" name="Rectangle 11" descr="信纸"/>
          <p:cNvSpPr>
            <a:spLocks noChangeArrowheads="1"/>
          </p:cNvSpPr>
          <p:nvPr/>
        </p:nvSpPr>
        <p:spPr bwMode="auto">
          <a:xfrm>
            <a:off x="6335143" y="183356"/>
            <a:ext cx="5256584" cy="2831544"/>
          </a:xfrm>
          <a:prstGeom prst="rect">
            <a:avLst/>
          </a:prstGeom>
          <a:gradFill>
            <a:gsLst>
              <a:gs pos="0">
                <a:srgbClr val="CFCFD1"/>
              </a:gs>
              <a:gs pos="100000">
                <a:schemeClr val="bg1">
                  <a:lumMod val="95000"/>
                </a:schemeClr>
              </a:gs>
            </a:gsLst>
            <a:lin ang="16200000" scaled="1"/>
          </a:gradFill>
          <a:ln w="3810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显示链表中的数据域的值</a:t>
            </a:r>
          </a:p>
          <a:p>
            <a:pPr marL="457200" indent="-457200">
              <a:tabLst>
                <a:tab pos="914400" algn="l"/>
              </a:tabLst>
            </a:pPr>
            <a:r>
              <a:rPr lang="en-US" altLang="zh-CN" sz="2000" b="1" dirty="0">
                <a:solidFill>
                  <a:srgbClr val="C00000"/>
                </a:solidFill>
                <a:ea typeface="楷体_GB2312" pitchFamily="49" charset="-122"/>
              </a:rPr>
              <a:t>void </a:t>
            </a:r>
            <a:r>
              <a:rPr lang="en-US" altLang="zh-CN" sz="2000" b="1" dirty="0" err="1">
                <a:solidFill>
                  <a:srgbClr val="C00000"/>
                </a:solidFill>
                <a:ea typeface="楷体_GB2312" pitchFamily="49" charset="-122"/>
              </a:rPr>
              <a:t>Display_LinkList_Order</a:t>
            </a:r>
            <a:r>
              <a:rPr lang="en-US" altLang="zh-CN" sz="2000" b="1" dirty="0">
                <a:solidFill>
                  <a:srgbClr val="C00000"/>
                </a:solidFill>
                <a:ea typeface="楷体_GB2312" pitchFamily="49" charset="-122"/>
              </a:rPr>
              <a:t>(NODE *head)</a:t>
            </a:r>
          </a:p>
          <a:p>
            <a:pPr marL="457200" indent="-457200">
              <a:tabLst>
                <a:tab pos="914400" algn="l"/>
              </a:tabLst>
            </a:pP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NODE *p;</a:t>
            </a:r>
          </a:p>
          <a:p>
            <a:pPr marL="457200" indent="-457200">
              <a:tabLst>
                <a:tab pos="914400" algn="l"/>
              </a:tabLst>
            </a:pPr>
            <a:endParaRPr lang="en-US" altLang="zh-CN" sz="2000" b="1" dirty="0">
              <a:ea typeface="楷体_GB2312" pitchFamily="49" charset="-122"/>
            </a:endParaRPr>
          </a:p>
          <a:p>
            <a:pPr marL="457200" indent="-457200">
              <a:tabLst>
                <a:tab pos="914400" algn="l"/>
              </a:tabLst>
            </a:pPr>
            <a:r>
              <a:rPr lang="en-US" altLang="zh-CN" sz="2000" b="1" dirty="0">
                <a:ea typeface="楷体_GB2312" pitchFamily="49" charset="-122"/>
              </a:rPr>
              <a:t>  for(p = head-&gt;next; p != NULL; p = p-&gt;next)</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("%d ", p-&gt;data);</a:t>
            </a:r>
          </a:p>
          <a:p>
            <a:pPr marL="457200" indent="-457200">
              <a:tabLst>
                <a:tab pos="9144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("\n");</a:t>
            </a:r>
          </a:p>
          <a:p>
            <a:pPr marL="457200" indent="-457200">
              <a:tabLst>
                <a:tab pos="914400" algn="l"/>
              </a:tabLst>
            </a:pPr>
            <a:r>
              <a:rPr lang="en-US" altLang="zh-CN" sz="2000" b="1" dirty="0">
                <a:ea typeface="楷体_GB2312" pitchFamily="49" charset="-122"/>
              </a:rPr>
              <a:t>}</a:t>
            </a:r>
          </a:p>
        </p:txBody>
      </p:sp>
      <p:sp>
        <p:nvSpPr>
          <p:cNvPr id="10" name="Rectangle 11" descr="信纸"/>
          <p:cNvSpPr>
            <a:spLocks noChangeArrowheads="1"/>
          </p:cNvSpPr>
          <p:nvPr/>
        </p:nvSpPr>
        <p:spPr bwMode="auto">
          <a:xfrm>
            <a:off x="6335797" y="2424993"/>
            <a:ext cx="5255930" cy="4370427"/>
          </a:xfrm>
          <a:prstGeom prst="rect">
            <a:avLst/>
          </a:prstGeom>
          <a:gradFill>
            <a:gsLst>
              <a:gs pos="0">
                <a:srgbClr val="CFCFD1"/>
              </a:gs>
              <a:gs pos="100000">
                <a:schemeClr val="bg1">
                  <a:lumMod val="95000"/>
                </a:schemeClr>
              </a:gs>
            </a:gsLst>
            <a:lin ang="162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销毁链表</a:t>
            </a:r>
          </a:p>
          <a:p>
            <a:pPr marL="457200" indent="-457200">
              <a:tabLst>
                <a:tab pos="914400" algn="l"/>
              </a:tabLst>
            </a:pPr>
            <a:r>
              <a:rPr lang="en-US" altLang="zh-CN" sz="2000" b="1" dirty="0">
                <a:solidFill>
                  <a:srgbClr val="C00000"/>
                </a:solidFill>
                <a:ea typeface="楷体_GB2312" pitchFamily="49" charset="-122"/>
              </a:rPr>
              <a:t>void </a:t>
            </a:r>
            <a:r>
              <a:rPr lang="en-US" altLang="zh-CN" sz="2000" b="1" dirty="0" err="1">
                <a:solidFill>
                  <a:srgbClr val="C00000"/>
                </a:solidFill>
                <a:ea typeface="楷体_GB2312" pitchFamily="49" charset="-122"/>
              </a:rPr>
              <a:t>Free_LinkList_Order</a:t>
            </a:r>
            <a:r>
              <a:rPr lang="en-US" altLang="zh-CN" sz="2000" b="1" dirty="0">
                <a:solidFill>
                  <a:srgbClr val="C00000"/>
                </a:solidFill>
                <a:ea typeface="楷体_GB2312" pitchFamily="49" charset="-122"/>
              </a:rPr>
              <a:t>(NODE *head)</a:t>
            </a:r>
          </a:p>
          <a:p>
            <a:pPr marL="457200" indent="-457200">
              <a:tabLst>
                <a:tab pos="914400" algn="l"/>
              </a:tabLst>
            </a:pPr>
            <a:r>
              <a:rPr lang="en-US" altLang="zh-CN" sz="2000" b="1" dirty="0">
                <a:ea typeface="楷体_GB2312" pitchFamily="49" charset="-122"/>
              </a:rPr>
              <a:t>{</a:t>
            </a:r>
          </a:p>
          <a:p>
            <a:pPr marL="457200" indent="-457200">
              <a:tabLst>
                <a:tab pos="914400" algn="l"/>
              </a:tabLst>
            </a:pPr>
            <a:r>
              <a:rPr lang="en-US" altLang="zh-CN" sz="2000" b="1" dirty="0">
                <a:ea typeface="楷体_GB2312" pitchFamily="49" charset="-122"/>
              </a:rPr>
              <a:t>  NODE *p,*q;</a:t>
            </a:r>
          </a:p>
          <a:p>
            <a:pPr marL="457200" indent="-457200">
              <a:tabLst>
                <a:tab pos="914400" algn="l"/>
              </a:tabLst>
            </a:pPr>
            <a:endParaRPr lang="en-US" altLang="zh-CN" sz="2000" b="1" dirty="0">
              <a:ea typeface="楷体_GB2312" pitchFamily="49" charset="-122"/>
            </a:endParaRPr>
          </a:p>
          <a:p>
            <a:pPr marL="457200" indent="-457200">
              <a:tabLst>
                <a:tab pos="914400" algn="l"/>
              </a:tabLst>
            </a:pPr>
            <a:r>
              <a:rPr lang="en-US" altLang="zh-CN" sz="2000" b="1" dirty="0">
                <a:ea typeface="楷体_GB2312" pitchFamily="49" charset="-122"/>
              </a:rPr>
              <a:t>  p = head;</a:t>
            </a:r>
          </a:p>
          <a:p>
            <a:pPr marL="457200" indent="-457200">
              <a:tabLst>
                <a:tab pos="914400" algn="l"/>
              </a:tabLst>
            </a:pPr>
            <a:r>
              <a:rPr lang="en-US" altLang="zh-CN" sz="2000" b="1" dirty="0">
                <a:ea typeface="楷体_GB2312" pitchFamily="49" charset="-122"/>
              </a:rPr>
              <a:t>  while(p-&gt;next != NULL)</a:t>
            </a:r>
          </a:p>
          <a:p>
            <a:pPr marL="457200" indent="-457200">
              <a:tabLst>
                <a:tab pos="914400" algn="l"/>
              </a:tabLst>
            </a:pPr>
            <a:r>
              <a:rPr lang="en-US" altLang="zh-CN" sz="2000" b="1" dirty="0">
                <a:ea typeface="楷体_GB2312" pitchFamily="49" charset="-122"/>
              </a:rPr>
              <a:t>  {</a:t>
            </a:r>
          </a:p>
          <a:p>
            <a:pPr marL="457200" indent="-457200">
              <a:tabLst>
                <a:tab pos="914400" algn="l"/>
              </a:tabLst>
            </a:pPr>
            <a:r>
              <a:rPr lang="en-US" altLang="zh-CN" sz="2000" b="1" dirty="0">
                <a:ea typeface="楷体_GB2312" pitchFamily="49" charset="-122"/>
              </a:rPr>
              <a:t>    q = p-&gt;next;</a:t>
            </a:r>
          </a:p>
          <a:p>
            <a:pPr marL="457200" indent="-457200">
              <a:tabLst>
                <a:tab pos="914400" algn="l"/>
              </a:tabLst>
            </a:pPr>
            <a:r>
              <a:rPr lang="en-US" altLang="zh-CN" sz="2000" b="1" dirty="0">
                <a:ea typeface="楷体_GB2312" pitchFamily="49" charset="-122"/>
              </a:rPr>
              <a:t>    p-&gt;next = q-&gt;next;</a:t>
            </a:r>
          </a:p>
          <a:p>
            <a:pPr marL="457200" indent="-457200">
              <a:tabLst>
                <a:tab pos="914400" algn="l"/>
              </a:tabLst>
            </a:pPr>
            <a:r>
              <a:rPr lang="en-US" altLang="zh-CN" sz="2000" b="1" dirty="0">
                <a:ea typeface="楷体_GB2312" pitchFamily="49" charset="-122"/>
              </a:rPr>
              <a:t>    free(q);</a:t>
            </a:r>
          </a:p>
          <a:p>
            <a:pPr marL="457200" indent="-457200">
              <a:tabLst>
                <a:tab pos="914400" algn="l"/>
              </a:tabLst>
            </a:pPr>
            <a:r>
              <a:rPr lang="en-US" altLang="zh-CN" sz="2000" b="1" dirty="0">
                <a:ea typeface="楷体_GB2312" pitchFamily="49" charset="-122"/>
              </a:rPr>
              <a:t>  }</a:t>
            </a:r>
          </a:p>
          <a:p>
            <a:pPr marL="457200" indent="-457200">
              <a:tabLst>
                <a:tab pos="914400" algn="l"/>
              </a:tabLst>
            </a:pPr>
            <a:r>
              <a:rPr lang="en-US" altLang="zh-CN" sz="2000" b="1" dirty="0">
                <a:ea typeface="楷体_GB2312" pitchFamily="49" charset="-122"/>
              </a:rPr>
              <a:t>  free(head);</a:t>
            </a:r>
          </a:p>
          <a:p>
            <a:pPr marL="457200" indent="-457200">
              <a:tabLst>
                <a:tab pos="914400" algn="l"/>
              </a:tabLst>
            </a:pPr>
            <a:r>
              <a:rPr lang="en-US" altLang="zh-CN" sz="2000" b="1" dirty="0">
                <a:ea typeface="楷体_GB2312" pitchFamily="49" charset="-122"/>
              </a:rPr>
              <a:t>}</a:t>
            </a:r>
          </a:p>
        </p:txBody>
      </p:sp>
      <p:sp>
        <p:nvSpPr>
          <p:cNvPr id="8" name="Rectangle 4">
            <a:extLst>
              <a:ext uri="{FF2B5EF4-FFF2-40B4-BE49-F238E27FC236}">
                <a16:creationId xmlns:a16="http://schemas.microsoft.com/office/drawing/2014/main" id="{4CE32288-4A6C-4A69-8D06-DA4C5719675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线性链表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out)">
                                      <p:cBhvr>
                                        <p:cTn id="7" dur="500"/>
                                        <p:tgtEl>
                                          <p:spTgt spid="1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out)">
                                      <p:cBhvr>
                                        <p:cTn id="12" dur="500"/>
                                        <p:tgtEl>
                                          <p:spTgt spid="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out)">
                                      <p:cBhvr>
                                        <p:cTn id="17" dur="500"/>
                                        <p:tgtEl>
                                          <p:spTgt spid="1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0"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211" name="Rectangle 51"/>
          <p:cNvSpPr>
            <a:spLocks noChangeArrowheads="1"/>
          </p:cNvSpPr>
          <p:nvPr/>
        </p:nvSpPr>
        <p:spPr bwMode="auto">
          <a:xfrm>
            <a:off x="850860" y="915938"/>
            <a:ext cx="8066087" cy="830997"/>
          </a:xfrm>
          <a:prstGeom prst="rect">
            <a:avLst/>
          </a:prstGeom>
          <a:noFill/>
          <a:ln w="9525">
            <a:noFill/>
            <a:miter lim="800000"/>
            <a:headEnd/>
            <a:tailEnd/>
          </a:ln>
          <a:effectLst/>
        </p:spPr>
        <p:txBody>
          <a:bodyPr>
            <a:spAutoFit/>
          </a:bodyPr>
          <a:lstStyle/>
          <a:p>
            <a:pPr>
              <a:buClr>
                <a:srgbClr val="C00000"/>
              </a:buClr>
              <a:buFont typeface="Wingdings" pitchFamily="2" charset="2"/>
              <a:buChar char="l"/>
            </a:pPr>
            <a:r>
              <a:rPr lang="en-US" altLang="zh-CN" b="1" dirty="0">
                <a:latin typeface="+mn-lt"/>
                <a:ea typeface="楷体" pitchFamily="49" charset="-122"/>
              </a:rPr>
              <a:t> </a:t>
            </a:r>
            <a:r>
              <a:rPr lang="zh-CN" altLang="en-US" b="1" dirty="0">
                <a:latin typeface="+mn-lt"/>
                <a:ea typeface="楷体" pitchFamily="49" charset="-122"/>
              </a:rPr>
              <a:t>构造数据类型，也叫</a:t>
            </a:r>
            <a:r>
              <a:rPr lang="zh-CN" altLang="en-US" b="1" dirty="0">
                <a:solidFill>
                  <a:srgbClr val="C00000"/>
                </a:solidFill>
                <a:latin typeface="+mn-lt"/>
                <a:ea typeface="楷体" pitchFamily="49" charset="-122"/>
              </a:rPr>
              <a:t>共用体</a:t>
            </a:r>
          </a:p>
          <a:p>
            <a:pPr>
              <a:buClr>
                <a:srgbClr val="C00000"/>
              </a:buClr>
              <a:buFont typeface="Wingdings" pitchFamily="2" charset="2"/>
              <a:buChar char="l"/>
            </a:pPr>
            <a:r>
              <a:rPr lang="zh-CN" altLang="en-US" b="1" dirty="0">
                <a:latin typeface="+mn-lt"/>
                <a:ea typeface="楷体" pitchFamily="49" charset="-122"/>
              </a:rPr>
              <a:t> </a:t>
            </a:r>
            <a:r>
              <a:rPr lang="zh-CN" altLang="en-US" b="1" dirty="0">
                <a:solidFill>
                  <a:srgbClr val="C00000"/>
                </a:solidFill>
                <a:latin typeface="+mn-lt"/>
                <a:ea typeface="楷体" pitchFamily="49" charset="-122"/>
              </a:rPr>
              <a:t>用途：</a:t>
            </a:r>
            <a:r>
              <a:rPr lang="zh-CN" altLang="en-US" b="1" dirty="0">
                <a:latin typeface="+mn-lt"/>
                <a:ea typeface="楷体" pitchFamily="49" charset="-122"/>
              </a:rPr>
              <a:t>使几个不同类型的变量共占一段内存</a:t>
            </a:r>
            <a:r>
              <a:rPr lang="en-US" altLang="zh-CN" b="1" dirty="0">
                <a:latin typeface="+mn-lt"/>
                <a:ea typeface="楷体" pitchFamily="49" charset="-122"/>
              </a:rPr>
              <a:t>(</a:t>
            </a:r>
            <a:r>
              <a:rPr lang="zh-CN" altLang="en-US" b="1" dirty="0">
                <a:solidFill>
                  <a:schemeClr val="tx2"/>
                </a:solidFill>
                <a:latin typeface="+mn-lt"/>
                <a:ea typeface="楷体" pitchFamily="49" charset="-122"/>
              </a:rPr>
              <a:t>相互覆盖</a:t>
            </a:r>
            <a:r>
              <a:rPr lang="en-US" altLang="zh-CN" b="1" dirty="0">
                <a:latin typeface="+mn-lt"/>
                <a:ea typeface="楷体" pitchFamily="49" charset="-122"/>
              </a:rPr>
              <a:t>)</a:t>
            </a:r>
          </a:p>
        </p:txBody>
      </p:sp>
      <p:sp>
        <p:nvSpPr>
          <p:cNvPr id="1116212" name="Rectangle 52"/>
          <p:cNvSpPr>
            <a:spLocks noChangeArrowheads="1"/>
          </p:cNvSpPr>
          <p:nvPr/>
        </p:nvSpPr>
        <p:spPr bwMode="auto">
          <a:xfrm>
            <a:off x="623392" y="1651603"/>
            <a:ext cx="3700052"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mn-lt"/>
                <a:ea typeface="楷体" pitchFamily="49" charset="-122"/>
              </a:rPr>
              <a:t>1</a:t>
            </a:r>
            <a:r>
              <a:rPr lang="zh-CN" altLang="en-US" sz="2800" b="1" dirty="0">
                <a:solidFill>
                  <a:srgbClr val="C00000"/>
                </a:solidFill>
                <a:latin typeface="+mn-lt"/>
                <a:ea typeface="楷体" pitchFamily="49" charset="-122"/>
              </a:rPr>
              <a:t>、联合体类型的定义 </a:t>
            </a:r>
          </a:p>
        </p:txBody>
      </p:sp>
      <p:sp>
        <p:nvSpPr>
          <p:cNvPr id="1116213" name="Text Box 53"/>
          <p:cNvSpPr txBox="1">
            <a:spLocks noChangeArrowheads="1"/>
          </p:cNvSpPr>
          <p:nvPr/>
        </p:nvSpPr>
        <p:spPr bwMode="auto">
          <a:xfrm>
            <a:off x="2206699" y="2144286"/>
            <a:ext cx="5191126" cy="2303462"/>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solidFill>
                  <a:srgbClr val="C00000"/>
                </a:solidFill>
                <a:latin typeface="+mn-lt"/>
                <a:ea typeface="楷体" pitchFamily="49" charset="-122"/>
              </a:rPr>
              <a:t>union </a:t>
            </a:r>
            <a:r>
              <a:rPr lang="en-US" altLang="zh-CN" sz="2000" b="1" dirty="0">
                <a:latin typeface="+mn-lt"/>
                <a:ea typeface="楷体" pitchFamily="49" charset="-122"/>
              </a:rPr>
              <a:t> [</a:t>
            </a:r>
            <a:r>
              <a:rPr lang="zh-CN" altLang="en-US" sz="2000" b="1" dirty="0">
                <a:latin typeface="+mn-lt"/>
                <a:ea typeface="楷体" pitchFamily="49" charset="-122"/>
              </a:rPr>
              <a:t>联合体类型名</a:t>
            </a:r>
            <a:r>
              <a:rPr lang="en-US" altLang="zh-CN" sz="2000" b="1" dirty="0">
                <a:latin typeface="+mn-lt"/>
                <a:ea typeface="楷体" pitchFamily="49" charset="-122"/>
              </a:rPr>
              <a:t>]</a:t>
            </a:r>
          </a:p>
          <a:p>
            <a:r>
              <a:rPr lang="en-US" altLang="zh-CN" sz="2000" b="1" dirty="0">
                <a:latin typeface="+mn-lt"/>
                <a:ea typeface="楷体" pitchFamily="49" charset="-122"/>
              </a:rPr>
              <a:t>{</a:t>
            </a:r>
          </a:p>
          <a:p>
            <a:r>
              <a:rPr lang="en-US" altLang="zh-CN" sz="2000" b="1" dirty="0">
                <a:latin typeface="+mn-lt"/>
                <a:ea typeface="楷体" pitchFamily="49" charset="-122"/>
              </a:rPr>
              <a:t>    </a:t>
            </a:r>
            <a:r>
              <a:rPr lang="zh-CN" altLang="en-US" sz="2000" b="1" dirty="0">
                <a:latin typeface="+mn-lt"/>
                <a:ea typeface="楷体" pitchFamily="49" charset="-122"/>
              </a:rPr>
              <a:t>数据类型名</a:t>
            </a:r>
            <a:r>
              <a:rPr lang="en-US" altLang="zh-CN" sz="2000" b="1" dirty="0">
                <a:latin typeface="+mn-lt"/>
                <a:ea typeface="楷体" pitchFamily="49" charset="-122"/>
              </a:rPr>
              <a:t>1    </a:t>
            </a:r>
            <a:r>
              <a:rPr lang="zh-CN" altLang="en-US" sz="2000" b="1" dirty="0">
                <a:latin typeface="+mn-lt"/>
                <a:ea typeface="楷体" pitchFamily="49" charset="-122"/>
              </a:rPr>
              <a:t>成员名</a:t>
            </a:r>
            <a:r>
              <a:rPr lang="en-US" altLang="zh-CN" sz="2000" b="1" dirty="0">
                <a:latin typeface="+mn-lt"/>
                <a:ea typeface="楷体" pitchFamily="49" charset="-122"/>
              </a:rPr>
              <a:t>1</a:t>
            </a:r>
            <a:r>
              <a:rPr lang="zh-CN" altLang="en-US" sz="2000" b="1" dirty="0">
                <a:latin typeface="+mn-lt"/>
                <a:ea typeface="楷体" pitchFamily="49" charset="-122"/>
              </a:rPr>
              <a:t>；</a:t>
            </a:r>
          </a:p>
          <a:p>
            <a:r>
              <a:rPr lang="zh-CN" altLang="en-US" sz="2000" b="1" dirty="0">
                <a:latin typeface="+mn-lt"/>
                <a:ea typeface="楷体" pitchFamily="49" charset="-122"/>
              </a:rPr>
              <a:t>    数据类型名</a:t>
            </a:r>
            <a:r>
              <a:rPr lang="en-US" altLang="zh-CN" sz="2000" b="1" dirty="0">
                <a:latin typeface="+mn-lt"/>
                <a:ea typeface="楷体" pitchFamily="49" charset="-122"/>
              </a:rPr>
              <a:t>2    </a:t>
            </a:r>
            <a:r>
              <a:rPr lang="zh-CN" altLang="en-US" sz="2000" b="1" dirty="0">
                <a:latin typeface="+mn-lt"/>
                <a:ea typeface="楷体" pitchFamily="49" charset="-122"/>
              </a:rPr>
              <a:t>成员名</a:t>
            </a:r>
            <a:r>
              <a:rPr lang="en-US" altLang="zh-CN" sz="2000" b="1" dirty="0">
                <a:latin typeface="+mn-lt"/>
                <a:ea typeface="楷体" pitchFamily="49" charset="-122"/>
              </a:rPr>
              <a:t>2</a:t>
            </a:r>
            <a:r>
              <a:rPr lang="zh-CN" altLang="en-US" sz="2000" b="1" dirty="0">
                <a:latin typeface="+mn-lt"/>
                <a:ea typeface="楷体" pitchFamily="49" charset="-122"/>
              </a:rPr>
              <a:t>；</a:t>
            </a:r>
          </a:p>
          <a:p>
            <a:r>
              <a:rPr lang="zh-CN" altLang="en-US" sz="2000" b="1" dirty="0">
                <a:latin typeface="+mn-lt"/>
                <a:ea typeface="楷体" pitchFamily="49" charset="-122"/>
              </a:rPr>
              <a:t>    </a:t>
            </a:r>
            <a:r>
              <a:rPr lang="en-US" altLang="zh-CN" sz="2000" b="1" dirty="0">
                <a:latin typeface="+mn-lt"/>
                <a:ea typeface="楷体" pitchFamily="49" charset="-122"/>
              </a:rPr>
              <a:t>… …</a:t>
            </a:r>
          </a:p>
          <a:p>
            <a:r>
              <a:rPr lang="en-US" altLang="zh-CN" sz="2000" b="1" dirty="0">
                <a:latin typeface="+mn-lt"/>
                <a:ea typeface="楷体" pitchFamily="49" charset="-122"/>
              </a:rPr>
              <a:t>    </a:t>
            </a:r>
            <a:r>
              <a:rPr lang="zh-CN" altLang="en-US" sz="2000" b="1" dirty="0">
                <a:latin typeface="+mn-lt"/>
                <a:ea typeface="楷体" pitchFamily="49" charset="-122"/>
              </a:rPr>
              <a:t>数据类型名</a:t>
            </a:r>
            <a:r>
              <a:rPr lang="en-US" altLang="zh-CN" sz="2000" b="1" dirty="0">
                <a:latin typeface="+mn-lt"/>
                <a:ea typeface="楷体" pitchFamily="49" charset="-122"/>
              </a:rPr>
              <a:t>n    </a:t>
            </a:r>
            <a:r>
              <a:rPr lang="zh-CN" altLang="en-US" sz="2000" b="1" dirty="0">
                <a:latin typeface="+mn-lt"/>
                <a:ea typeface="楷体" pitchFamily="49" charset="-122"/>
              </a:rPr>
              <a:t>成员名</a:t>
            </a:r>
            <a:r>
              <a:rPr lang="en-US" altLang="zh-CN" sz="2000" b="1" dirty="0">
                <a:latin typeface="+mn-lt"/>
                <a:ea typeface="楷体" pitchFamily="49" charset="-122"/>
              </a:rPr>
              <a:t>n</a:t>
            </a:r>
            <a:r>
              <a:rPr lang="zh-CN" altLang="en-US" sz="2000" b="1" dirty="0">
                <a:latin typeface="+mn-lt"/>
                <a:ea typeface="楷体" pitchFamily="49" charset="-122"/>
              </a:rPr>
              <a:t>；</a:t>
            </a:r>
          </a:p>
          <a:p>
            <a:r>
              <a:rPr lang="en-US" altLang="zh-CN" sz="2000" b="1" dirty="0">
                <a:latin typeface="+mn-lt"/>
                <a:ea typeface="楷体" pitchFamily="49" charset="-122"/>
              </a:rPr>
              <a:t>}</a:t>
            </a:r>
            <a:r>
              <a:rPr lang="zh-CN" altLang="en-US" sz="2000" b="1" dirty="0">
                <a:latin typeface="+mn-lt"/>
                <a:ea typeface="楷体" pitchFamily="49" charset="-122"/>
              </a:rPr>
              <a:t>；</a:t>
            </a:r>
          </a:p>
        </p:txBody>
      </p:sp>
      <p:sp>
        <p:nvSpPr>
          <p:cNvPr id="1116215" name="AutoShape 55"/>
          <p:cNvSpPr>
            <a:spLocks noChangeArrowheads="1"/>
          </p:cNvSpPr>
          <p:nvPr/>
        </p:nvSpPr>
        <p:spPr bwMode="auto">
          <a:xfrm>
            <a:off x="7968208" y="2863423"/>
            <a:ext cx="2592263" cy="503238"/>
          </a:xfrm>
          <a:prstGeom prst="wedgeRoundRectCallout">
            <a:avLst>
              <a:gd name="adj1" fmla="val -90532"/>
              <a:gd name="adj2" fmla="val -85963"/>
              <a:gd name="adj3" fmla="val 16667"/>
            </a:avLst>
          </a:prstGeom>
          <a:gradFill rotWithShape="1">
            <a:gsLst>
              <a:gs pos="0">
                <a:srgbClr val="CFCFD1"/>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latin typeface="+mn-lt"/>
                <a:ea typeface="楷体" pitchFamily="49" charset="-122"/>
              </a:rPr>
              <a:t>类型定义</a:t>
            </a:r>
            <a:r>
              <a:rPr lang="zh-CN" altLang="en-US" sz="2000" b="1" dirty="0">
                <a:solidFill>
                  <a:srgbClr val="C00000"/>
                </a:solidFill>
                <a:latin typeface="+mn-lt"/>
                <a:ea typeface="楷体" pitchFamily="49" charset="-122"/>
              </a:rPr>
              <a:t>不分配内存</a:t>
            </a:r>
          </a:p>
        </p:txBody>
      </p:sp>
      <p:grpSp>
        <p:nvGrpSpPr>
          <p:cNvPr id="1116282" name="Group 122"/>
          <p:cNvGrpSpPr>
            <a:grpSpLocks/>
          </p:cNvGrpSpPr>
          <p:nvPr/>
        </p:nvGrpSpPr>
        <p:grpSpPr bwMode="auto">
          <a:xfrm>
            <a:off x="4781232" y="4541412"/>
            <a:ext cx="3340100" cy="2166937"/>
            <a:chOff x="2095" y="2899"/>
            <a:chExt cx="2104" cy="1365"/>
          </a:xfrm>
        </p:grpSpPr>
        <p:grpSp>
          <p:nvGrpSpPr>
            <p:cNvPr id="1116272" name="Group 112"/>
            <p:cNvGrpSpPr>
              <a:grpSpLocks/>
            </p:cNvGrpSpPr>
            <p:nvPr/>
          </p:nvGrpSpPr>
          <p:grpSpPr bwMode="auto">
            <a:xfrm>
              <a:off x="3424" y="2899"/>
              <a:ext cx="775" cy="758"/>
              <a:chOff x="3424" y="2899"/>
              <a:chExt cx="775" cy="758"/>
            </a:xfrm>
          </p:grpSpPr>
          <p:sp>
            <p:nvSpPr>
              <p:cNvPr id="1116266" name="Text Box 106"/>
              <p:cNvSpPr txBox="1">
                <a:spLocks noChangeArrowheads="1"/>
              </p:cNvSpPr>
              <p:nvPr/>
            </p:nvSpPr>
            <p:spPr bwMode="auto">
              <a:xfrm>
                <a:off x="3440" y="2899"/>
                <a:ext cx="31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ch</a:t>
                </a:r>
              </a:p>
            </p:txBody>
          </p:sp>
          <p:grpSp>
            <p:nvGrpSpPr>
              <p:cNvPr id="1116271" name="Group 111"/>
              <p:cNvGrpSpPr>
                <a:grpSpLocks/>
              </p:cNvGrpSpPr>
              <p:nvPr/>
            </p:nvGrpSpPr>
            <p:grpSpPr bwMode="auto">
              <a:xfrm>
                <a:off x="3424" y="2936"/>
                <a:ext cx="775" cy="721"/>
                <a:chOff x="3424" y="2936"/>
                <a:chExt cx="775" cy="721"/>
              </a:xfrm>
            </p:grpSpPr>
            <p:sp>
              <p:nvSpPr>
                <p:cNvPr id="1116265" name="AutoShape 105"/>
                <p:cNvSpPr>
                  <a:spLocks/>
                </p:cNvSpPr>
                <p:nvPr/>
              </p:nvSpPr>
              <p:spPr bwMode="auto">
                <a:xfrm>
                  <a:off x="3424" y="2944"/>
                  <a:ext cx="46" cy="182"/>
                </a:xfrm>
                <a:prstGeom prst="rightBrace">
                  <a:avLst>
                    <a:gd name="adj1" fmla="val 32971"/>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16267" name="AutoShape 107"/>
                <p:cNvSpPr>
                  <a:spLocks/>
                </p:cNvSpPr>
                <p:nvPr/>
              </p:nvSpPr>
              <p:spPr bwMode="auto">
                <a:xfrm>
                  <a:off x="3720" y="2944"/>
                  <a:ext cx="70" cy="350"/>
                </a:xfrm>
                <a:prstGeom prst="rightBrace">
                  <a:avLst>
                    <a:gd name="adj1" fmla="val 41667"/>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16268" name="Text Box 108"/>
                <p:cNvSpPr txBox="1">
                  <a:spLocks noChangeArrowheads="1"/>
                </p:cNvSpPr>
                <p:nvPr/>
              </p:nvSpPr>
              <p:spPr bwMode="auto">
                <a:xfrm>
                  <a:off x="3785" y="2976"/>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i</a:t>
                  </a:r>
                </a:p>
              </p:txBody>
            </p:sp>
            <p:sp>
              <p:nvSpPr>
                <p:cNvPr id="1116269" name="AutoShape 109"/>
                <p:cNvSpPr>
                  <a:spLocks/>
                </p:cNvSpPr>
                <p:nvPr/>
              </p:nvSpPr>
              <p:spPr bwMode="auto">
                <a:xfrm>
                  <a:off x="3968" y="2936"/>
                  <a:ext cx="46" cy="721"/>
                </a:xfrm>
                <a:prstGeom prst="rightBrace">
                  <a:avLst>
                    <a:gd name="adj1" fmla="val 130616"/>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16270" name="Text Box 110"/>
                <p:cNvSpPr txBox="1">
                  <a:spLocks noChangeArrowheads="1"/>
                </p:cNvSpPr>
                <p:nvPr/>
              </p:nvSpPr>
              <p:spPr bwMode="auto">
                <a:xfrm>
                  <a:off x="4017" y="3168"/>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f</a:t>
                  </a:r>
                </a:p>
              </p:txBody>
            </p:sp>
          </p:grpSp>
        </p:grpSp>
        <p:grpSp>
          <p:nvGrpSpPr>
            <p:cNvPr id="1116277" name="Group 117"/>
            <p:cNvGrpSpPr>
              <a:grpSpLocks/>
            </p:cNvGrpSpPr>
            <p:nvPr/>
          </p:nvGrpSpPr>
          <p:grpSpPr bwMode="auto">
            <a:xfrm>
              <a:off x="2095" y="2928"/>
              <a:ext cx="409" cy="783"/>
              <a:chOff x="2095" y="2928"/>
              <a:chExt cx="409" cy="783"/>
            </a:xfrm>
          </p:grpSpPr>
          <p:sp>
            <p:nvSpPr>
              <p:cNvPr id="1116273" name="Text Box 113"/>
              <p:cNvSpPr txBox="1">
                <a:spLocks noChangeArrowheads="1"/>
              </p:cNvSpPr>
              <p:nvPr/>
            </p:nvSpPr>
            <p:spPr bwMode="auto">
              <a:xfrm>
                <a:off x="2095" y="2928"/>
                <a:ext cx="409" cy="231"/>
              </a:xfrm>
              <a:prstGeom prst="rect">
                <a:avLst/>
              </a:prstGeom>
              <a:noFill/>
              <a:ln w="9525">
                <a:noFill/>
                <a:miter lim="800000"/>
                <a:headEnd/>
                <a:tailEnd/>
              </a:ln>
              <a:effectLst/>
            </p:spPr>
            <p:txBody>
              <a:bodyPr>
                <a:spAutoFit/>
              </a:bodyPr>
              <a:lstStyle/>
              <a:p>
                <a:pPr>
                  <a:spcBef>
                    <a:spcPct val="50000"/>
                  </a:spcBef>
                </a:pPr>
                <a:r>
                  <a:rPr lang="en-US" altLang="zh-CN" sz="1800" b="1"/>
                  <a:t>2000</a:t>
                </a:r>
              </a:p>
            </p:txBody>
          </p:sp>
          <p:sp>
            <p:nvSpPr>
              <p:cNvPr id="1116274" name="Text Box 114"/>
              <p:cNvSpPr txBox="1">
                <a:spLocks noChangeArrowheads="1"/>
              </p:cNvSpPr>
              <p:nvPr/>
            </p:nvSpPr>
            <p:spPr bwMode="auto">
              <a:xfrm>
                <a:off x="2095" y="3112"/>
                <a:ext cx="409" cy="231"/>
              </a:xfrm>
              <a:prstGeom prst="rect">
                <a:avLst/>
              </a:prstGeom>
              <a:noFill/>
              <a:ln w="9525">
                <a:noFill/>
                <a:miter lim="800000"/>
                <a:headEnd/>
                <a:tailEnd/>
              </a:ln>
              <a:effectLst/>
            </p:spPr>
            <p:txBody>
              <a:bodyPr>
                <a:spAutoFit/>
              </a:bodyPr>
              <a:lstStyle/>
              <a:p>
                <a:pPr>
                  <a:spcBef>
                    <a:spcPct val="50000"/>
                  </a:spcBef>
                </a:pPr>
                <a:r>
                  <a:rPr lang="en-US" altLang="zh-CN" sz="1800" b="1"/>
                  <a:t>2001</a:t>
                </a:r>
              </a:p>
            </p:txBody>
          </p:sp>
          <p:sp>
            <p:nvSpPr>
              <p:cNvPr id="1116275" name="Text Box 115"/>
              <p:cNvSpPr txBox="1">
                <a:spLocks noChangeArrowheads="1"/>
              </p:cNvSpPr>
              <p:nvPr/>
            </p:nvSpPr>
            <p:spPr bwMode="auto">
              <a:xfrm>
                <a:off x="2095" y="3296"/>
                <a:ext cx="409" cy="231"/>
              </a:xfrm>
              <a:prstGeom prst="rect">
                <a:avLst/>
              </a:prstGeom>
              <a:noFill/>
              <a:ln w="9525">
                <a:noFill/>
                <a:miter lim="800000"/>
                <a:headEnd/>
                <a:tailEnd/>
              </a:ln>
              <a:effectLst/>
            </p:spPr>
            <p:txBody>
              <a:bodyPr>
                <a:spAutoFit/>
              </a:bodyPr>
              <a:lstStyle/>
              <a:p>
                <a:pPr>
                  <a:spcBef>
                    <a:spcPct val="50000"/>
                  </a:spcBef>
                </a:pPr>
                <a:r>
                  <a:rPr lang="en-US" altLang="zh-CN" sz="1800" b="1"/>
                  <a:t>2002</a:t>
                </a:r>
              </a:p>
            </p:txBody>
          </p:sp>
          <p:sp>
            <p:nvSpPr>
              <p:cNvPr id="1116276" name="Text Box 116"/>
              <p:cNvSpPr txBox="1">
                <a:spLocks noChangeArrowheads="1"/>
              </p:cNvSpPr>
              <p:nvPr/>
            </p:nvSpPr>
            <p:spPr bwMode="auto">
              <a:xfrm>
                <a:off x="2095" y="3480"/>
                <a:ext cx="409" cy="231"/>
              </a:xfrm>
              <a:prstGeom prst="rect">
                <a:avLst/>
              </a:prstGeom>
              <a:noFill/>
              <a:ln w="9525">
                <a:noFill/>
                <a:miter lim="800000"/>
                <a:headEnd/>
                <a:tailEnd/>
              </a:ln>
              <a:effectLst/>
            </p:spPr>
            <p:txBody>
              <a:bodyPr>
                <a:spAutoFit/>
              </a:bodyPr>
              <a:lstStyle/>
              <a:p>
                <a:pPr>
                  <a:spcBef>
                    <a:spcPct val="50000"/>
                  </a:spcBef>
                </a:pPr>
                <a:r>
                  <a:rPr lang="en-US" altLang="zh-CN" sz="1800" b="1"/>
                  <a:t>2003</a:t>
                </a:r>
              </a:p>
            </p:txBody>
          </p:sp>
        </p:grpSp>
        <p:grpSp>
          <p:nvGrpSpPr>
            <p:cNvPr id="1116279" name="Group 119"/>
            <p:cNvGrpSpPr>
              <a:grpSpLocks/>
            </p:cNvGrpSpPr>
            <p:nvPr/>
          </p:nvGrpSpPr>
          <p:grpSpPr bwMode="auto">
            <a:xfrm>
              <a:off x="2488" y="2949"/>
              <a:ext cx="898" cy="1315"/>
              <a:chOff x="2488" y="2949"/>
              <a:chExt cx="898" cy="1315"/>
            </a:xfrm>
          </p:grpSpPr>
          <p:grpSp>
            <p:nvGrpSpPr>
              <p:cNvPr id="1116264" name="Group 104"/>
              <p:cNvGrpSpPr>
                <a:grpSpLocks/>
              </p:cNvGrpSpPr>
              <p:nvPr/>
            </p:nvGrpSpPr>
            <p:grpSpPr bwMode="auto">
              <a:xfrm>
                <a:off x="2488" y="2949"/>
                <a:ext cx="898" cy="1315"/>
                <a:chOff x="3923" y="1616"/>
                <a:chExt cx="898" cy="1315"/>
              </a:xfrm>
            </p:grpSpPr>
            <p:sp>
              <p:nvSpPr>
                <p:cNvPr id="1116220" name="Rectangle 60"/>
                <p:cNvSpPr>
                  <a:spLocks noChangeArrowheads="1"/>
                </p:cNvSpPr>
                <p:nvPr/>
              </p:nvSpPr>
              <p:spPr bwMode="auto">
                <a:xfrm>
                  <a:off x="3923" y="1616"/>
                  <a:ext cx="898" cy="907"/>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endParaRPr lang="zh-CN" altLang="zh-CN" sz="2000"/>
                </a:p>
              </p:txBody>
            </p:sp>
            <p:sp>
              <p:nvSpPr>
                <p:cNvPr id="1116221" name="Line 61"/>
                <p:cNvSpPr>
                  <a:spLocks noChangeShapeType="1"/>
                </p:cNvSpPr>
                <p:nvPr/>
              </p:nvSpPr>
              <p:spPr bwMode="auto">
                <a:xfrm>
                  <a:off x="3923" y="1810"/>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222" name="Line 62"/>
                <p:cNvSpPr>
                  <a:spLocks noChangeShapeType="1"/>
                </p:cNvSpPr>
                <p:nvPr/>
              </p:nvSpPr>
              <p:spPr bwMode="auto">
                <a:xfrm>
                  <a:off x="3923" y="1992"/>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223" name="Line 63"/>
                <p:cNvSpPr>
                  <a:spLocks noChangeShapeType="1"/>
                </p:cNvSpPr>
                <p:nvPr/>
              </p:nvSpPr>
              <p:spPr bwMode="auto">
                <a:xfrm>
                  <a:off x="3923" y="2339"/>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224" name="AutoShape 64"/>
                <p:cNvSpPr>
                  <a:spLocks noChangeArrowheads="1"/>
                </p:cNvSpPr>
                <p:nvPr/>
              </p:nvSpPr>
              <p:spPr bwMode="auto">
                <a:xfrm>
                  <a:off x="3923" y="2520"/>
                  <a:ext cx="898" cy="411"/>
                </a:xfrm>
                <a:prstGeom prst="foldedCorner">
                  <a:avLst>
                    <a:gd name="adj" fmla="val 50000"/>
                  </a:avLst>
                </a:prstGeom>
                <a:solidFill>
                  <a:srgbClr val="DDFAED"/>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16225" name="Line 65"/>
                <p:cNvSpPr>
                  <a:spLocks noChangeShapeType="1"/>
                </p:cNvSpPr>
                <p:nvPr/>
              </p:nvSpPr>
              <p:spPr bwMode="auto">
                <a:xfrm>
                  <a:off x="3923" y="2173"/>
                  <a:ext cx="898" cy="0"/>
                </a:xfrm>
                <a:prstGeom prst="line">
                  <a:avLst/>
                </a:prstGeom>
                <a:noFill/>
                <a:ln w="12700">
                  <a:solidFill>
                    <a:srgbClr val="000000"/>
                  </a:solidFill>
                  <a:round/>
                  <a:headEnd/>
                  <a:tailEnd/>
                </a:ln>
                <a:effectLst/>
              </p:spPr>
              <p:txBody>
                <a:bodyPr wrap="none" anchor="ctr"/>
                <a:lstStyle/>
                <a:p>
                  <a:endParaRPr lang="zh-CN" altLang="en-US"/>
                </a:p>
              </p:txBody>
            </p:sp>
          </p:grpSp>
          <p:sp>
            <p:nvSpPr>
              <p:cNvPr id="1116278" name="Rectangle 118"/>
              <p:cNvSpPr>
                <a:spLocks noChangeArrowheads="1"/>
              </p:cNvSpPr>
              <p:nvPr/>
            </p:nvSpPr>
            <p:spPr bwMode="auto">
              <a:xfrm>
                <a:off x="2490" y="2960"/>
                <a:ext cx="889" cy="707"/>
              </a:xfrm>
              <a:prstGeom prst="rect">
                <a:avLst/>
              </a:prstGeom>
              <a:solidFill>
                <a:srgbClr val="BD6368">
                  <a:alpha val="41000"/>
                </a:srgbClr>
              </a:solidFill>
              <a:ln w="9525">
                <a:solidFill>
                  <a:schemeClr val="tx1"/>
                </a:solidFill>
                <a:miter lim="800000"/>
                <a:headEnd/>
                <a:tailEnd/>
              </a:ln>
              <a:effectLst/>
            </p:spPr>
            <p:txBody>
              <a:bodyPr wrap="none" anchor="ctr"/>
              <a:lstStyle/>
              <a:p>
                <a:endParaRPr lang="zh-CN" altLang="en-US"/>
              </a:p>
            </p:txBody>
          </p:sp>
        </p:grpSp>
      </p:grpSp>
      <p:sp>
        <p:nvSpPr>
          <p:cNvPr id="1116280" name="AutoShape 120"/>
          <p:cNvSpPr>
            <a:spLocks noChangeArrowheads="1"/>
          </p:cNvSpPr>
          <p:nvPr/>
        </p:nvSpPr>
        <p:spPr bwMode="auto">
          <a:xfrm>
            <a:off x="7319962" y="5949280"/>
            <a:ext cx="3384550" cy="792163"/>
          </a:xfrm>
          <a:prstGeom prst="wedgeRoundRectCallout">
            <a:avLst>
              <a:gd name="adj1" fmla="val -71810"/>
              <a:gd name="adj2" fmla="val -114130"/>
              <a:gd name="adj3" fmla="val 16667"/>
            </a:avLst>
          </a:prstGeom>
          <a:gradFill rotWithShape="1">
            <a:gsLst>
              <a:gs pos="0">
                <a:srgbClr val="CFCFD1"/>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latin typeface="+mn-lt"/>
                <a:ea typeface="楷体" pitchFamily="49" charset="-122"/>
              </a:rPr>
              <a:t>共占</a:t>
            </a:r>
            <a:r>
              <a:rPr lang="en-US" altLang="zh-CN" sz="2000" b="1" dirty="0">
                <a:latin typeface="+mn-lt"/>
                <a:ea typeface="楷体" pitchFamily="49" charset="-122"/>
              </a:rPr>
              <a:t>4</a:t>
            </a:r>
            <a:r>
              <a:rPr lang="zh-CN" altLang="en-US" sz="2000" b="1" dirty="0">
                <a:latin typeface="+mn-lt"/>
                <a:ea typeface="楷体" pitchFamily="49" charset="-122"/>
              </a:rPr>
              <a:t>字节</a:t>
            </a:r>
          </a:p>
          <a:p>
            <a:r>
              <a:rPr lang="en-US" altLang="zh-CN" sz="1800" b="1" dirty="0" err="1">
                <a:solidFill>
                  <a:srgbClr val="C00000"/>
                </a:solidFill>
              </a:rPr>
              <a:t>sizeof</a:t>
            </a:r>
            <a:r>
              <a:rPr lang="en-US" altLang="zh-CN" sz="1800" b="1" dirty="0">
                <a:solidFill>
                  <a:srgbClr val="C00000"/>
                </a:solidFill>
              </a:rPr>
              <a:t>(union </a:t>
            </a:r>
            <a:r>
              <a:rPr lang="en-US" altLang="zh-CN" sz="1800" b="1" dirty="0" err="1">
                <a:solidFill>
                  <a:srgbClr val="C00000"/>
                </a:solidFill>
              </a:rPr>
              <a:t>UData</a:t>
            </a:r>
            <a:r>
              <a:rPr lang="en-US" altLang="zh-CN" sz="1800" b="1" dirty="0">
                <a:solidFill>
                  <a:srgbClr val="C00000"/>
                </a:solidFill>
              </a:rPr>
              <a:t>) = </a:t>
            </a:r>
            <a:r>
              <a:rPr lang="en-US" altLang="zh-CN" sz="1800" b="1" dirty="0" err="1">
                <a:solidFill>
                  <a:srgbClr val="C00000"/>
                </a:solidFill>
              </a:rPr>
              <a:t>sizeof</a:t>
            </a:r>
            <a:r>
              <a:rPr lang="en-US" altLang="zh-CN" sz="1800" b="1" dirty="0">
                <a:solidFill>
                  <a:srgbClr val="C00000"/>
                </a:solidFill>
              </a:rPr>
              <a:t>(f)</a:t>
            </a:r>
            <a:r>
              <a:rPr lang="en-US" altLang="zh-CN" sz="2000" dirty="0">
                <a:solidFill>
                  <a:srgbClr val="C00000"/>
                </a:solidFill>
              </a:rPr>
              <a:t> </a:t>
            </a:r>
          </a:p>
        </p:txBody>
      </p:sp>
      <p:sp>
        <p:nvSpPr>
          <p:cNvPr id="1116281" name="AutoShape 121"/>
          <p:cNvSpPr>
            <a:spLocks noChangeArrowheads="1"/>
          </p:cNvSpPr>
          <p:nvPr/>
        </p:nvSpPr>
        <p:spPr bwMode="auto">
          <a:xfrm>
            <a:off x="4298632" y="6105098"/>
            <a:ext cx="1008062" cy="2159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BEDFC4"/>
              </a:gs>
              <a:gs pos="100000">
                <a:srgbClr val="00FFFF">
                  <a:gamma/>
                  <a:shade val="46275"/>
                  <a:invGamma/>
                </a:srgbClr>
              </a:gs>
            </a:gsLst>
            <a:lin ang="5400000" scaled="1"/>
          </a:gradFill>
          <a:ln w="9525">
            <a:no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1116321" name="Rectangle 161"/>
          <p:cNvSpPr>
            <a:spLocks noChangeArrowheads="1"/>
          </p:cNvSpPr>
          <p:nvPr/>
        </p:nvSpPr>
        <p:spPr bwMode="auto">
          <a:xfrm>
            <a:off x="8473504" y="4701749"/>
            <a:ext cx="2159000" cy="1044575"/>
          </a:xfrm>
          <a:prstGeom prst="rect">
            <a:avLst/>
          </a:prstGeom>
          <a:gradFill flip="none" rotWithShape="1">
            <a:gsLst>
              <a:gs pos="0">
                <a:srgbClr val="CFCFD1"/>
              </a:gs>
              <a:gs pos="100000">
                <a:schemeClr val="bg1">
                  <a:lumMod val="95000"/>
                </a:schemeClr>
              </a:gs>
            </a:gsLst>
            <a:lin ang="10800000" scaled="1"/>
            <a:tileRect/>
          </a:gradFill>
          <a:ln>
            <a:noFill/>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style>
          <a:lnRef idx="1">
            <a:schemeClr val="accent1"/>
          </a:lnRef>
          <a:fillRef idx="2">
            <a:schemeClr val="accent1"/>
          </a:fillRef>
          <a:effectRef idx="1">
            <a:schemeClr val="accent1"/>
          </a:effectRef>
          <a:fontRef idx="minor">
            <a:schemeClr val="dk1"/>
          </a:fontRef>
        </p:style>
        <p:txBody>
          <a:bodyPr anchor="ctr">
            <a:spAutoFit/>
          </a:bodyPr>
          <a:lstStyle/>
          <a:p>
            <a:r>
              <a:rPr lang="zh-CN" altLang="en-US" sz="2000" b="1" dirty="0">
                <a:solidFill>
                  <a:srgbClr val="C00000"/>
                </a:solidFill>
                <a:latin typeface="隶书" pitchFamily="49" charset="-122"/>
                <a:ea typeface="隶书" pitchFamily="49" charset="-122"/>
              </a:rPr>
              <a:t>联合体的大小是成员中占内存最大的成员的大小 </a:t>
            </a:r>
          </a:p>
        </p:txBody>
      </p:sp>
      <p:sp>
        <p:nvSpPr>
          <p:cNvPr id="1116322" name="Rectangle 162" descr="信纸"/>
          <p:cNvSpPr>
            <a:spLocks noChangeArrowheads="1"/>
          </p:cNvSpPr>
          <p:nvPr/>
        </p:nvSpPr>
        <p:spPr bwMode="auto">
          <a:xfrm>
            <a:off x="2222182" y="4685874"/>
            <a:ext cx="1873250" cy="1958975"/>
          </a:xfrm>
          <a:prstGeom prst="rect">
            <a:avLst/>
          </a:prstGeom>
          <a:gradFill>
            <a:gsLst>
              <a:gs pos="0">
                <a:srgbClr val="CFCFD1"/>
              </a:gs>
              <a:gs pos="100000">
                <a:schemeClr val="bg1">
                  <a:lumMod val="95000"/>
                </a:schemeClr>
              </a:gs>
            </a:gsLst>
            <a:lin ang="108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dirty="0">
                <a:solidFill>
                  <a:srgbClr val="C00000"/>
                </a:solidFill>
              </a:rPr>
              <a:t>union </a:t>
            </a:r>
            <a:r>
              <a:rPr lang="en-US" altLang="zh-CN" sz="2000" b="1" dirty="0" err="1">
                <a:solidFill>
                  <a:srgbClr val="C00000"/>
                </a:solidFill>
              </a:rPr>
              <a:t>UData</a:t>
            </a:r>
            <a:endParaRPr lang="en-US" altLang="zh-CN" sz="2000" b="1" dirty="0">
              <a:solidFill>
                <a:srgbClr val="C00000"/>
              </a:solidFill>
            </a:endParaRPr>
          </a:p>
          <a:p>
            <a:r>
              <a:rPr lang="en-US" altLang="zh-CN" sz="2000" b="1" dirty="0"/>
              <a:t>{</a:t>
            </a:r>
          </a:p>
          <a:p>
            <a:r>
              <a:rPr lang="en-US" altLang="zh-CN" sz="2000" b="1" dirty="0"/>
              <a:t>  short </a:t>
            </a:r>
            <a:r>
              <a:rPr lang="en-US" altLang="zh-CN" sz="2000" b="1" dirty="0" err="1"/>
              <a:t>i</a:t>
            </a:r>
            <a:r>
              <a:rPr lang="en-US" altLang="zh-CN" sz="2000" b="1" dirty="0"/>
              <a:t>;</a:t>
            </a:r>
          </a:p>
          <a:p>
            <a:r>
              <a:rPr lang="en-US" altLang="zh-CN" sz="2000" b="1" dirty="0"/>
              <a:t>  char </a:t>
            </a:r>
            <a:r>
              <a:rPr lang="en-US" altLang="zh-CN" sz="2000" b="1" dirty="0" err="1"/>
              <a:t>ch</a:t>
            </a:r>
            <a:r>
              <a:rPr lang="en-US" altLang="zh-CN" sz="2000" b="1" dirty="0"/>
              <a:t>;</a:t>
            </a:r>
          </a:p>
          <a:p>
            <a:r>
              <a:rPr lang="en-US" altLang="zh-CN" sz="2000" b="1" dirty="0"/>
              <a:t>  float f;</a:t>
            </a:r>
          </a:p>
          <a:p>
            <a:r>
              <a:rPr lang="en-US" altLang="zh-CN" sz="2000" b="1" dirty="0"/>
              <a:t>};</a:t>
            </a:r>
          </a:p>
        </p:txBody>
      </p:sp>
      <p:grpSp>
        <p:nvGrpSpPr>
          <p:cNvPr id="4" name="组合 3">
            <a:extLst>
              <a:ext uri="{FF2B5EF4-FFF2-40B4-BE49-F238E27FC236}">
                <a16:creationId xmlns:a16="http://schemas.microsoft.com/office/drawing/2014/main" id="{01FFC108-F5E3-4B07-A4B4-6ADD1CB16F45}"/>
              </a:ext>
            </a:extLst>
          </p:cNvPr>
          <p:cNvGrpSpPr/>
          <p:nvPr/>
        </p:nvGrpSpPr>
        <p:grpSpPr>
          <a:xfrm>
            <a:off x="1939619" y="2780928"/>
            <a:ext cx="8066088" cy="3816350"/>
            <a:chOff x="2207568" y="2587322"/>
            <a:chExt cx="8066088" cy="3816350"/>
          </a:xfrm>
        </p:grpSpPr>
        <p:grpSp>
          <p:nvGrpSpPr>
            <p:cNvPr id="75" name="组合 74"/>
            <p:cNvGrpSpPr/>
            <p:nvPr/>
          </p:nvGrpSpPr>
          <p:grpSpPr>
            <a:xfrm>
              <a:off x="2207568" y="2587322"/>
              <a:ext cx="8066088" cy="3816350"/>
              <a:chOff x="1071538" y="2143116"/>
              <a:chExt cx="8066088" cy="3816350"/>
            </a:xfrm>
          </p:grpSpPr>
          <p:grpSp>
            <p:nvGrpSpPr>
              <p:cNvPr id="1116324" name="Group 164"/>
              <p:cNvGrpSpPr>
                <a:grpSpLocks/>
              </p:cNvGrpSpPr>
              <p:nvPr/>
            </p:nvGrpSpPr>
            <p:grpSpPr bwMode="auto">
              <a:xfrm>
                <a:off x="1071538" y="2143116"/>
                <a:ext cx="8066088" cy="3816350"/>
                <a:chOff x="657" y="482"/>
                <a:chExt cx="5081" cy="2404"/>
              </a:xfrm>
            </p:grpSpPr>
            <p:sp>
              <p:nvSpPr>
                <p:cNvPr id="1116284" name="Rectangle 124"/>
                <p:cNvSpPr>
                  <a:spLocks noChangeArrowheads="1"/>
                </p:cNvSpPr>
                <p:nvPr/>
              </p:nvSpPr>
              <p:spPr bwMode="auto">
                <a:xfrm>
                  <a:off x="657" y="482"/>
                  <a:ext cx="5081" cy="2404"/>
                </a:xfrm>
                <a:prstGeom prst="rect">
                  <a:avLst/>
                </a:prstGeom>
                <a:gradFill rotWithShape="1">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116287" name="Group 127"/>
                <p:cNvGrpSpPr>
                  <a:grpSpLocks/>
                </p:cNvGrpSpPr>
                <p:nvPr/>
              </p:nvGrpSpPr>
              <p:grpSpPr bwMode="auto">
                <a:xfrm>
                  <a:off x="2750" y="801"/>
                  <a:ext cx="1668" cy="1924"/>
                  <a:chOff x="2905" y="692"/>
                  <a:chExt cx="1668" cy="1924"/>
                </a:xfrm>
              </p:grpSpPr>
              <p:grpSp>
                <p:nvGrpSpPr>
                  <p:cNvPr id="1116288" name="Group 128"/>
                  <p:cNvGrpSpPr>
                    <a:grpSpLocks/>
                  </p:cNvGrpSpPr>
                  <p:nvPr/>
                </p:nvGrpSpPr>
                <p:grpSpPr bwMode="auto">
                  <a:xfrm>
                    <a:off x="2905" y="692"/>
                    <a:ext cx="1668" cy="1924"/>
                    <a:chOff x="2905" y="692"/>
                    <a:chExt cx="1668" cy="1924"/>
                  </a:xfrm>
                </p:grpSpPr>
                <p:grpSp>
                  <p:nvGrpSpPr>
                    <p:cNvPr id="1116289" name="Group 129"/>
                    <p:cNvGrpSpPr>
                      <a:grpSpLocks/>
                    </p:cNvGrpSpPr>
                    <p:nvPr/>
                  </p:nvGrpSpPr>
                  <p:grpSpPr bwMode="auto">
                    <a:xfrm>
                      <a:off x="4236" y="717"/>
                      <a:ext cx="337" cy="1463"/>
                      <a:chOff x="3795" y="717"/>
                      <a:chExt cx="337" cy="1463"/>
                    </a:xfrm>
                  </p:grpSpPr>
                  <p:grpSp>
                    <p:nvGrpSpPr>
                      <p:cNvPr id="1116290" name="Group 130"/>
                      <p:cNvGrpSpPr>
                        <a:grpSpLocks/>
                      </p:cNvGrpSpPr>
                      <p:nvPr/>
                    </p:nvGrpSpPr>
                    <p:grpSpPr bwMode="auto">
                      <a:xfrm>
                        <a:off x="3799" y="1035"/>
                        <a:ext cx="333" cy="250"/>
                        <a:chOff x="3787" y="1059"/>
                        <a:chExt cx="333" cy="250"/>
                      </a:xfrm>
                    </p:grpSpPr>
                    <p:sp>
                      <p:nvSpPr>
                        <p:cNvPr id="1116291" name="Text Box 131"/>
                        <p:cNvSpPr txBox="1">
                          <a:spLocks noChangeArrowheads="1"/>
                        </p:cNvSpPr>
                        <p:nvPr/>
                      </p:nvSpPr>
                      <p:spPr bwMode="auto">
                        <a:xfrm>
                          <a:off x="3803" y="1059"/>
                          <a:ext cx="31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rPr>
                            <a:t>ch</a:t>
                          </a:r>
                        </a:p>
                      </p:txBody>
                    </p:sp>
                    <p:sp>
                      <p:nvSpPr>
                        <p:cNvPr id="1116292" name="AutoShape 132"/>
                        <p:cNvSpPr>
                          <a:spLocks/>
                        </p:cNvSpPr>
                        <p:nvPr/>
                      </p:nvSpPr>
                      <p:spPr bwMode="auto">
                        <a:xfrm>
                          <a:off x="3787" y="1104"/>
                          <a:ext cx="46" cy="182"/>
                        </a:xfrm>
                        <a:prstGeom prst="rightBrace">
                          <a:avLst>
                            <a:gd name="adj1" fmla="val 32971"/>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grpSp>
                  <p:sp>
                    <p:nvSpPr>
                      <p:cNvPr id="1116293" name="AutoShape 133"/>
                      <p:cNvSpPr>
                        <a:spLocks/>
                      </p:cNvSpPr>
                      <p:nvPr/>
                    </p:nvSpPr>
                    <p:spPr bwMode="auto">
                      <a:xfrm>
                        <a:off x="3795" y="717"/>
                        <a:ext cx="70" cy="350"/>
                      </a:xfrm>
                      <a:prstGeom prst="rightBrace">
                        <a:avLst>
                          <a:gd name="adj1" fmla="val 41667"/>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16294" name="Text Box 134"/>
                      <p:cNvSpPr txBox="1">
                        <a:spLocks noChangeArrowheads="1"/>
                      </p:cNvSpPr>
                      <p:nvPr/>
                    </p:nvSpPr>
                    <p:spPr bwMode="auto">
                      <a:xfrm>
                        <a:off x="3878" y="790"/>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rPr>
                          <a:t>i</a:t>
                        </a:r>
                      </a:p>
                    </p:txBody>
                  </p:sp>
                  <p:sp>
                    <p:nvSpPr>
                      <p:cNvPr id="1116295" name="AutoShape 135"/>
                      <p:cNvSpPr>
                        <a:spLocks/>
                      </p:cNvSpPr>
                      <p:nvPr/>
                    </p:nvSpPr>
                    <p:spPr bwMode="auto">
                      <a:xfrm>
                        <a:off x="3800" y="1486"/>
                        <a:ext cx="60" cy="694"/>
                      </a:xfrm>
                      <a:prstGeom prst="rightBrace">
                        <a:avLst>
                          <a:gd name="adj1" fmla="val 96389"/>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16296" name="Text Box 136"/>
                      <p:cNvSpPr txBox="1">
                        <a:spLocks noChangeArrowheads="1"/>
                      </p:cNvSpPr>
                      <p:nvPr/>
                    </p:nvSpPr>
                    <p:spPr bwMode="auto">
                      <a:xfrm>
                        <a:off x="3867" y="1718"/>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rPr>
                          <a:t>f</a:t>
                        </a:r>
                      </a:p>
                    </p:txBody>
                  </p:sp>
                </p:grpSp>
                <p:grpSp>
                  <p:nvGrpSpPr>
                    <p:cNvPr id="1116297" name="Group 137"/>
                    <p:cNvGrpSpPr>
                      <a:grpSpLocks/>
                    </p:cNvGrpSpPr>
                    <p:nvPr/>
                  </p:nvGrpSpPr>
                  <p:grpSpPr bwMode="auto">
                    <a:xfrm>
                      <a:off x="3299" y="713"/>
                      <a:ext cx="906" cy="1903"/>
                      <a:chOff x="2858" y="713"/>
                      <a:chExt cx="906" cy="1903"/>
                    </a:xfrm>
                  </p:grpSpPr>
                  <p:sp>
                    <p:nvSpPr>
                      <p:cNvPr id="1116298" name="Rectangle 138"/>
                      <p:cNvSpPr>
                        <a:spLocks noChangeArrowheads="1"/>
                      </p:cNvSpPr>
                      <p:nvPr/>
                    </p:nvSpPr>
                    <p:spPr bwMode="auto">
                      <a:xfrm>
                        <a:off x="2865" y="713"/>
                        <a:ext cx="898" cy="1492"/>
                      </a:xfrm>
                      <a:prstGeom prst="rect">
                        <a:avLst/>
                      </a:prstGeom>
                      <a:solidFill>
                        <a:srgbClr val="CCFFFF"/>
                      </a:solidFill>
                      <a:ln w="381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zh-CN" altLang="zh-CN" sz="2000"/>
                      </a:p>
                    </p:txBody>
                  </p:sp>
                  <p:sp>
                    <p:nvSpPr>
                      <p:cNvPr id="1116299" name="Line 139"/>
                      <p:cNvSpPr>
                        <a:spLocks noChangeShapeType="1"/>
                      </p:cNvSpPr>
                      <p:nvPr/>
                    </p:nvSpPr>
                    <p:spPr bwMode="auto">
                      <a:xfrm>
                        <a:off x="2865" y="907"/>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300" name="Line 140"/>
                      <p:cNvSpPr>
                        <a:spLocks noChangeShapeType="1"/>
                      </p:cNvSpPr>
                      <p:nvPr/>
                    </p:nvSpPr>
                    <p:spPr bwMode="auto">
                      <a:xfrm>
                        <a:off x="2865" y="1089"/>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301" name="Line 141"/>
                      <p:cNvSpPr>
                        <a:spLocks noChangeShapeType="1"/>
                      </p:cNvSpPr>
                      <p:nvPr/>
                    </p:nvSpPr>
                    <p:spPr bwMode="auto">
                      <a:xfrm>
                        <a:off x="2865" y="1445"/>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302" name="AutoShape 142"/>
                      <p:cNvSpPr>
                        <a:spLocks noChangeArrowheads="1"/>
                      </p:cNvSpPr>
                      <p:nvPr/>
                    </p:nvSpPr>
                    <p:spPr bwMode="auto">
                      <a:xfrm>
                        <a:off x="2862" y="2205"/>
                        <a:ext cx="898" cy="411"/>
                      </a:xfrm>
                      <a:prstGeom prst="foldedCorner">
                        <a:avLst>
                          <a:gd name="adj" fmla="val 50000"/>
                        </a:avLst>
                      </a:prstGeom>
                      <a:solidFill>
                        <a:srgbClr val="BEDFC4"/>
                      </a:solidFill>
                      <a:ln w="3810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116303" name="Line 143"/>
                      <p:cNvSpPr>
                        <a:spLocks noChangeShapeType="1"/>
                      </p:cNvSpPr>
                      <p:nvPr/>
                    </p:nvSpPr>
                    <p:spPr bwMode="auto">
                      <a:xfrm>
                        <a:off x="2865" y="1270"/>
                        <a:ext cx="898" cy="0"/>
                      </a:xfrm>
                      <a:prstGeom prst="line">
                        <a:avLst/>
                      </a:prstGeom>
                      <a:noFill/>
                      <a:ln w="12700">
                        <a:solidFill>
                          <a:srgbClr val="000000"/>
                        </a:solidFill>
                        <a:round/>
                        <a:headEnd/>
                        <a:tailEnd/>
                      </a:ln>
                      <a:effectLst/>
                    </p:spPr>
                    <p:txBody>
                      <a:bodyPr wrap="none" anchor="ctr"/>
                      <a:lstStyle/>
                      <a:p>
                        <a:endParaRPr lang="zh-CN" altLang="en-US"/>
                      </a:p>
                    </p:txBody>
                  </p:sp>
                  <p:sp>
                    <p:nvSpPr>
                      <p:cNvPr id="1116304" name="Line 144"/>
                      <p:cNvSpPr>
                        <a:spLocks noChangeShapeType="1"/>
                      </p:cNvSpPr>
                      <p:nvPr/>
                    </p:nvSpPr>
                    <p:spPr bwMode="auto">
                      <a:xfrm>
                        <a:off x="2866" y="1626"/>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305" name="Line 145"/>
                      <p:cNvSpPr>
                        <a:spLocks noChangeShapeType="1"/>
                      </p:cNvSpPr>
                      <p:nvPr/>
                    </p:nvSpPr>
                    <p:spPr bwMode="auto">
                      <a:xfrm>
                        <a:off x="2858" y="1816"/>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306" name="Line 146"/>
                      <p:cNvSpPr>
                        <a:spLocks noChangeShapeType="1"/>
                      </p:cNvSpPr>
                      <p:nvPr/>
                    </p:nvSpPr>
                    <p:spPr bwMode="auto">
                      <a:xfrm>
                        <a:off x="2859" y="1988"/>
                        <a:ext cx="898" cy="0"/>
                      </a:xfrm>
                      <a:prstGeom prst="line">
                        <a:avLst/>
                      </a:prstGeom>
                      <a:noFill/>
                      <a:ln w="9525">
                        <a:solidFill>
                          <a:srgbClr val="000000"/>
                        </a:solidFill>
                        <a:round/>
                        <a:headEnd/>
                        <a:tailEnd/>
                      </a:ln>
                      <a:effectLst/>
                    </p:spPr>
                    <p:txBody>
                      <a:bodyPr wrap="none" anchor="ctr"/>
                      <a:lstStyle/>
                      <a:p>
                        <a:endParaRPr lang="zh-CN" altLang="en-US"/>
                      </a:p>
                    </p:txBody>
                  </p:sp>
                </p:grpSp>
                <p:grpSp>
                  <p:nvGrpSpPr>
                    <p:cNvPr id="1116307" name="Group 147"/>
                    <p:cNvGrpSpPr>
                      <a:grpSpLocks/>
                    </p:cNvGrpSpPr>
                    <p:nvPr/>
                  </p:nvGrpSpPr>
                  <p:grpSpPr bwMode="auto">
                    <a:xfrm>
                      <a:off x="2905" y="692"/>
                      <a:ext cx="417" cy="1522"/>
                      <a:chOff x="2905" y="692"/>
                      <a:chExt cx="417" cy="1522"/>
                    </a:xfrm>
                  </p:grpSpPr>
                  <p:grpSp>
                    <p:nvGrpSpPr>
                      <p:cNvPr id="1116308" name="Group 148"/>
                      <p:cNvGrpSpPr>
                        <a:grpSpLocks/>
                      </p:cNvGrpSpPr>
                      <p:nvPr/>
                    </p:nvGrpSpPr>
                    <p:grpSpPr bwMode="auto">
                      <a:xfrm>
                        <a:off x="2913" y="692"/>
                        <a:ext cx="409" cy="783"/>
                        <a:chOff x="2095" y="2928"/>
                        <a:chExt cx="409" cy="783"/>
                      </a:xfrm>
                    </p:grpSpPr>
                    <p:sp>
                      <p:nvSpPr>
                        <p:cNvPr id="1116309" name="Text Box 149"/>
                        <p:cNvSpPr txBox="1">
                          <a:spLocks noChangeArrowheads="1"/>
                        </p:cNvSpPr>
                        <p:nvPr/>
                      </p:nvSpPr>
                      <p:spPr bwMode="auto">
                        <a:xfrm>
                          <a:off x="2095" y="2928"/>
                          <a:ext cx="409" cy="231"/>
                        </a:xfrm>
                        <a:prstGeom prst="rect">
                          <a:avLst/>
                        </a:prstGeom>
                        <a:noFill/>
                        <a:ln w="9525">
                          <a:noFill/>
                          <a:miter lim="800000"/>
                          <a:headEnd/>
                          <a:tailEnd/>
                        </a:ln>
                        <a:effectLst/>
                      </p:spPr>
                      <p:txBody>
                        <a:bodyPr>
                          <a:spAutoFit/>
                        </a:bodyPr>
                        <a:lstStyle/>
                        <a:p>
                          <a:pPr>
                            <a:spcBef>
                              <a:spcPct val="50000"/>
                            </a:spcBef>
                          </a:pPr>
                          <a:r>
                            <a:rPr lang="en-US" altLang="zh-CN" sz="1800" b="1"/>
                            <a:t>2000</a:t>
                          </a:r>
                        </a:p>
                      </p:txBody>
                    </p:sp>
                    <p:sp>
                      <p:nvSpPr>
                        <p:cNvPr id="1116310" name="Text Box 150"/>
                        <p:cNvSpPr txBox="1">
                          <a:spLocks noChangeArrowheads="1"/>
                        </p:cNvSpPr>
                        <p:nvPr/>
                      </p:nvSpPr>
                      <p:spPr bwMode="auto">
                        <a:xfrm>
                          <a:off x="2095" y="3112"/>
                          <a:ext cx="409" cy="231"/>
                        </a:xfrm>
                        <a:prstGeom prst="rect">
                          <a:avLst/>
                        </a:prstGeom>
                        <a:noFill/>
                        <a:ln w="9525">
                          <a:noFill/>
                          <a:miter lim="800000"/>
                          <a:headEnd/>
                          <a:tailEnd/>
                        </a:ln>
                        <a:effectLst/>
                      </p:spPr>
                      <p:txBody>
                        <a:bodyPr>
                          <a:spAutoFit/>
                        </a:bodyPr>
                        <a:lstStyle/>
                        <a:p>
                          <a:pPr>
                            <a:spcBef>
                              <a:spcPct val="50000"/>
                            </a:spcBef>
                          </a:pPr>
                          <a:r>
                            <a:rPr lang="en-US" altLang="zh-CN" sz="1800" b="1"/>
                            <a:t>2001</a:t>
                          </a:r>
                        </a:p>
                      </p:txBody>
                    </p:sp>
                    <p:sp>
                      <p:nvSpPr>
                        <p:cNvPr id="1116311" name="Text Box 151"/>
                        <p:cNvSpPr txBox="1">
                          <a:spLocks noChangeArrowheads="1"/>
                        </p:cNvSpPr>
                        <p:nvPr/>
                      </p:nvSpPr>
                      <p:spPr bwMode="auto">
                        <a:xfrm>
                          <a:off x="2095" y="3296"/>
                          <a:ext cx="409" cy="231"/>
                        </a:xfrm>
                        <a:prstGeom prst="rect">
                          <a:avLst/>
                        </a:prstGeom>
                        <a:noFill/>
                        <a:ln w="9525">
                          <a:noFill/>
                          <a:miter lim="800000"/>
                          <a:headEnd/>
                          <a:tailEnd/>
                        </a:ln>
                        <a:effectLst/>
                      </p:spPr>
                      <p:txBody>
                        <a:bodyPr>
                          <a:spAutoFit/>
                        </a:bodyPr>
                        <a:lstStyle/>
                        <a:p>
                          <a:pPr>
                            <a:spcBef>
                              <a:spcPct val="50000"/>
                            </a:spcBef>
                          </a:pPr>
                          <a:r>
                            <a:rPr lang="en-US" altLang="zh-CN" sz="1800" b="1"/>
                            <a:t>2002</a:t>
                          </a:r>
                        </a:p>
                      </p:txBody>
                    </p:sp>
                    <p:sp>
                      <p:nvSpPr>
                        <p:cNvPr id="1116312" name="Text Box 152"/>
                        <p:cNvSpPr txBox="1">
                          <a:spLocks noChangeArrowheads="1"/>
                        </p:cNvSpPr>
                        <p:nvPr/>
                      </p:nvSpPr>
                      <p:spPr bwMode="auto">
                        <a:xfrm>
                          <a:off x="2095" y="3480"/>
                          <a:ext cx="409" cy="231"/>
                        </a:xfrm>
                        <a:prstGeom prst="rect">
                          <a:avLst/>
                        </a:prstGeom>
                        <a:noFill/>
                        <a:ln w="9525">
                          <a:noFill/>
                          <a:miter lim="800000"/>
                          <a:headEnd/>
                          <a:tailEnd/>
                        </a:ln>
                        <a:effectLst/>
                      </p:spPr>
                      <p:txBody>
                        <a:bodyPr>
                          <a:spAutoFit/>
                        </a:bodyPr>
                        <a:lstStyle/>
                        <a:p>
                          <a:pPr>
                            <a:spcBef>
                              <a:spcPct val="50000"/>
                            </a:spcBef>
                          </a:pPr>
                          <a:r>
                            <a:rPr lang="en-US" altLang="zh-CN" sz="1800" b="1"/>
                            <a:t>2003</a:t>
                          </a:r>
                        </a:p>
                      </p:txBody>
                    </p:sp>
                  </p:grpSp>
                  <p:grpSp>
                    <p:nvGrpSpPr>
                      <p:cNvPr id="1116313" name="Group 153"/>
                      <p:cNvGrpSpPr>
                        <a:grpSpLocks/>
                      </p:cNvGrpSpPr>
                      <p:nvPr/>
                    </p:nvGrpSpPr>
                    <p:grpSpPr bwMode="auto">
                      <a:xfrm>
                        <a:off x="2905" y="1431"/>
                        <a:ext cx="409" cy="783"/>
                        <a:chOff x="2095" y="2928"/>
                        <a:chExt cx="409" cy="783"/>
                      </a:xfrm>
                    </p:grpSpPr>
                    <p:sp>
                      <p:nvSpPr>
                        <p:cNvPr id="1116314" name="Text Box 154"/>
                        <p:cNvSpPr txBox="1">
                          <a:spLocks noChangeArrowheads="1"/>
                        </p:cNvSpPr>
                        <p:nvPr/>
                      </p:nvSpPr>
                      <p:spPr bwMode="auto">
                        <a:xfrm>
                          <a:off x="2095" y="2928"/>
                          <a:ext cx="409" cy="231"/>
                        </a:xfrm>
                        <a:prstGeom prst="rect">
                          <a:avLst/>
                        </a:prstGeom>
                        <a:noFill/>
                        <a:ln w="9525">
                          <a:noFill/>
                          <a:miter lim="800000"/>
                          <a:headEnd/>
                          <a:tailEnd/>
                        </a:ln>
                        <a:effectLst/>
                      </p:spPr>
                      <p:txBody>
                        <a:bodyPr>
                          <a:spAutoFit/>
                        </a:bodyPr>
                        <a:lstStyle/>
                        <a:p>
                          <a:pPr>
                            <a:spcBef>
                              <a:spcPct val="50000"/>
                            </a:spcBef>
                          </a:pPr>
                          <a:r>
                            <a:rPr lang="en-US" altLang="zh-CN" sz="1800" b="1"/>
                            <a:t>2004</a:t>
                          </a:r>
                        </a:p>
                      </p:txBody>
                    </p:sp>
                    <p:sp>
                      <p:nvSpPr>
                        <p:cNvPr id="1116315" name="Text Box 155"/>
                        <p:cNvSpPr txBox="1">
                          <a:spLocks noChangeArrowheads="1"/>
                        </p:cNvSpPr>
                        <p:nvPr/>
                      </p:nvSpPr>
                      <p:spPr bwMode="auto">
                        <a:xfrm>
                          <a:off x="2095" y="3112"/>
                          <a:ext cx="409" cy="231"/>
                        </a:xfrm>
                        <a:prstGeom prst="rect">
                          <a:avLst/>
                        </a:prstGeom>
                        <a:noFill/>
                        <a:ln w="9525">
                          <a:noFill/>
                          <a:miter lim="800000"/>
                          <a:headEnd/>
                          <a:tailEnd/>
                        </a:ln>
                        <a:effectLst/>
                      </p:spPr>
                      <p:txBody>
                        <a:bodyPr>
                          <a:spAutoFit/>
                        </a:bodyPr>
                        <a:lstStyle/>
                        <a:p>
                          <a:pPr>
                            <a:spcBef>
                              <a:spcPct val="50000"/>
                            </a:spcBef>
                          </a:pPr>
                          <a:r>
                            <a:rPr lang="en-US" altLang="zh-CN" sz="1800" b="1"/>
                            <a:t>2005</a:t>
                          </a:r>
                        </a:p>
                      </p:txBody>
                    </p:sp>
                    <p:sp>
                      <p:nvSpPr>
                        <p:cNvPr id="1116316" name="Text Box 156"/>
                        <p:cNvSpPr txBox="1">
                          <a:spLocks noChangeArrowheads="1"/>
                        </p:cNvSpPr>
                        <p:nvPr/>
                      </p:nvSpPr>
                      <p:spPr bwMode="auto">
                        <a:xfrm>
                          <a:off x="2095" y="3296"/>
                          <a:ext cx="409" cy="231"/>
                        </a:xfrm>
                        <a:prstGeom prst="rect">
                          <a:avLst/>
                        </a:prstGeom>
                        <a:noFill/>
                        <a:ln w="9525">
                          <a:noFill/>
                          <a:miter lim="800000"/>
                          <a:headEnd/>
                          <a:tailEnd/>
                        </a:ln>
                        <a:effectLst/>
                      </p:spPr>
                      <p:txBody>
                        <a:bodyPr>
                          <a:spAutoFit/>
                        </a:bodyPr>
                        <a:lstStyle/>
                        <a:p>
                          <a:pPr>
                            <a:spcBef>
                              <a:spcPct val="50000"/>
                            </a:spcBef>
                          </a:pPr>
                          <a:r>
                            <a:rPr lang="en-US" altLang="zh-CN" sz="1800" b="1"/>
                            <a:t>2006</a:t>
                          </a:r>
                        </a:p>
                      </p:txBody>
                    </p:sp>
                    <p:sp>
                      <p:nvSpPr>
                        <p:cNvPr id="1116317" name="Text Box 157"/>
                        <p:cNvSpPr txBox="1">
                          <a:spLocks noChangeArrowheads="1"/>
                        </p:cNvSpPr>
                        <p:nvPr/>
                      </p:nvSpPr>
                      <p:spPr bwMode="auto">
                        <a:xfrm>
                          <a:off x="2095" y="3480"/>
                          <a:ext cx="409" cy="231"/>
                        </a:xfrm>
                        <a:prstGeom prst="rect">
                          <a:avLst/>
                        </a:prstGeom>
                        <a:noFill/>
                        <a:ln w="9525">
                          <a:noFill/>
                          <a:miter lim="800000"/>
                          <a:headEnd/>
                          <a:tailEnd/>
                        </a:ln>
                        <a:effectLst/>
                      </p:spPr>
                      <p:txBody>
                        <a:bodyPr>
                          <a:spAutoFit/>
                        </a:bodyPr>
                        <a:lstStyle/>
                        <a:p>
                          <a:pPr>
                            <a:spcBef>
                              <a:spcPct val="50000"/>
                            </a:spcBef>
                          </a:pPr>
                          <a:r>
                            <a:rPr lang="en-US" altLang="zh-CN" sz="1800" b="1"/>
                            <a:t>2007</a:t>
                          </a:r>
                        </a:p>
                      </p:txBody>
                    </p:sp>
                  </p:grpSp>
                </p:grpSp>
              </p:grpSp>
              <p:sp>
                <p:nvSpPr>
                  <p:cNvPr id="1116318" name="Rectangle 158"/>
                  <p:cNvSpPr>
                    <a:spLocks noChangeArrowheads="1"/>
                  </p:cNvSpPr>
                  <p:nvPr/>
                </p:nvSpPr>
                <p:spPr bwMode="auto">
                  <a:xfrm>
                    <a:off x="3310" y="725"/>
                    <a:ext cx="889" cy="1466"/>
                  </a:xfrm>
                  <a:prstGeom prst="rect">
                    <a:avLst/>
                  </a:prstGeom>
                  <a:solidFill>
                    <a:srgbClr val="BD6368">
                      <a:alpha val="41000"/>
                    </a:srgbClr>
                  </a:solidFill>
                  <a:ln w="9525">
                    <a:solidFill>
                      <a:schemeClr val="tx1"/>
                    </a:solidFill>
                    <a:miter lim="800000"/>
                    <a:headEnd/>
                    <a:tailEnd/>
                  </a:ln>
                  <a:effectLst/>
                </p:spPr>
                <p:txBody>
                  <a:bodyPr wrap="none" anchor="ctr"/>
                  <a:lstStyle/>
                  <a:p>
                    <a:endParaRPr lang="zh-CN" altLang="en-US"/>
                  </a:p>
                </p:txBody>
              </p:sp>
            </p:grpSp>
            <p:sp>
              <p:nvSpPr>
                <p:cNvPr id="1116319" name="AutoShape 159"/>
                <p:cNvSpPr>
                  <a:spLocks noChangeArrowheads="1"/>
                </p:cNvSpPr>
                <p:nvPr/>
              </p:nvSpPr>
              <p:spPr bwMode="auto">
                <a:xfrm>
                  <a:off x="4221" y="2269"/>
                  <a:ext cx="953" cy="272"/>
                </a:xfrm>
                <a:prstGeom prst="wedgeRoundRectCallout">
                  <a:avLst>
                    <a:gd name="adj1" fmla="val -116630"/>
                    <a:gd name="adj2" fmla="val -167648"/>
                    <a:gd name="adj3" fmla="val 16667"/>
                  </a:avLst>
                </a:prstGeom>
                <a:gradFill rotWithShape="1">
                  <a:gsLst>
                    <a:gs pos="0">
                      <a:srgbClr val="CFCFD1"/>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latin typeface="楷体" pitchFamily="49" charset="-122"/>
                      <a:ea typeface="楷体" pitchFamily="49" charset="-122"/>
                    </a:rPr>
                    <a:t>共占</a:t>
                  </a:r>
                  <a:r>
                    <a:rPr lang="en-US" altLang="zh-CN" sz="2000" b="1" dirty="0">
                      <a:latin typeface="楷体" pitchFamily="49" charset="-122"/>
                      <a:ea typeface="楷体" pitchFamily="49" charset="-122"/>
                    </a:rPr>
                    <a:t>8</a:t>
                  </a:r>
                  <a:r>
                    <a:rPr lang="zh-CN" altLang="en-US" sz="2000" b="1" dirty="0">
                      <a:latin typeface="楷体" pitchFamily="49" charset="-122"/>
                      <a:ea typeface="楷体" pitchFamily="49" charset="-122"/>
                    </a:rPr>
                    <a:t>字节</a:t>
                  </a:r>
                  <a:endParaRPr lang="zh-CN" altLang="en-US" sz="2000" b="1" dirty="0">
                    <a:solidFill>
                      <a:srgbClr val="FF0000"/>
                    </a:solidFill>
                    <a:latin typeface="楷体" pitchFamily="49" charset="-122"/>
                    <a:ea typeface="楷体" pitchFamily="49" charset="-122"/>
                  </a:endParaRPr>
                </a:p>
              </p:txBody>
            </p:sp>
            <p:sp>
              <p:nvSpPr>
                <p:cNvPr id="1116320" name="AutoShape 160"/>
                <p:cNvSpPr>
                  <a:spLocks noChangeArrowheads="1"/>
                </p:cNvSpPr>
                <p:nvPr/>
              </p:nvSpPr>
              <p:spPr bwMode="auto">
                <a:xfrm>
                  <a:off x="2067" y="1757"/>
                  <a:ext cx="635" cy="13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BEDFC4"/>
                    </a:gs>
                    <a:gs pos="100000">
                      <a:srgbClr val="00FFFF">
                        <a:gamma/>
                        <a:shade val="46275"/>
                        <a:invGamma/>
                      </a:srgbClr>
                    </a:gs>
                  </a:gsLst>
                  <a:lin ang="5400000" scaled="1"/>
                </a:gradFill>
                <a:ln w="9525">
                  <a:no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1116323" name="Rectangle 163" descr="信纸"/>
                <p:cNvSpPr>
                  <a:spLocks noChangeArrowheads="1"/>
                </p:cNvSpPr>
                <p:nvPr/>
              </p:nvSpPr>
              <p:spPr bwMode="auto">
                <a:xfrm>
                  <a:off x="811" y="981"/>
                  <a:ext cx="1180" cy="1234"/>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dirty="0">
                      <a:solidFill>
                        <a:srgbClr val="C00000"/>
                      </a:solidFill>
                    </a:rPr>
                    <a:t>struct </a:t>
                  </a:r>
                  <a:r>
                    <a:rPr lang="en-US" altLang="zh-CN" sz="2000" b="1" dirty="0" err="1">
                      <a:solidFill>
                        <a:srgbClr val="C00000"/>
                      </a:solidFill>
                    </a:rPr>
                    <a:t>SData</a:t>
                  </a:r>
                  <a:endParaRPr lang="en-US" altLang="zh-CN" sz="2000" b="1" dirty="0">
                    <a:solidFill>
                      <a:srgbClr val="C00000"/>
                    </a:solidFill>
                  </a:endParaRPr>
                </a:p>
                <a:p>
                  <a:r>
                    <a:rPr lang="en-US" altLang="zh-CN" sz="2000" b="1" dirty="0"/>
                    <a:t>{</a:t>
                  </a:r>
                </a:p>
                <a:p>
                  <a:r>
                    <a:rPr lang="en-US" altLang="zh-CN" sz="2000" b="1" dirty="0"/>
                    <a:t>  short </a:t>
                  </a:r>
                  <a:r>
                    <a:rPr lang="en-US" altLang="zh-CN" sz="2000" b="1" dirty="0" err="1"/>
                    <a:t>i</a:t>
                  </a:r>
                  <a:r>
                    <a:rPr lang="en-US" altLang="zh-CN" sz="2000" b="1" dirty="0"/>
                    <a:t>;</a:t>
                  </a:r>
                </a:p>
                <a:p>
                  <a:r>
                    <a:rPr lang="en-US" altLang="zh-CN" sz="2000" b="1" dirty="0"/>
                    <a:t>  char </a:t>
                  </a:r>
                  <a:r>
                    <a:rPr lang="en-US" altLang="zh-CN" sz="2000" b="1" dirty="0" err="1"/>
                    <a:t>ch</a:t>
                  </a:r>
                  <a:r>
                    <a:rPr lang="en-US" altLang="zh-CN" sz="2000" b="1" dirty="0"/>
                    <a:t>;</a:t>
                  </a:r>
                </a:p>
                <a:p>
                  <a:r>
                    <a:rPr lang="en-US" altLang="zh-CN" sz="2000" b="1" dirty="0"/>
                    <a:t>  float f;</a:t>
                  </a:r>
                </a:p>
                <a:p>
                  <a:r>
                    <a:rPr lang="en-US" altLang="zh-CN" sz="2000" b="1" dirty="0"/>
                    <a:t>};</a:t>
                  </a:r>
                </a:p>
              </p:txBody>
            </p:sp>
          </p:grpSp>
          <p:sp>
            <p:nvSpPr>
              <p:cNvPr id="74" name="TextBox 73"/>
              <p:cNvSpPr txBox="1"/>
              <p:nvPr/>
            </p:nvSpPr>
            <p:spPr>
              <a:xfrm>
                <a:off x="1308801" y="2285992"/>
                <a:ext cx="1928826" cy="461665"/>
              </a:xfrm>
              <a:prstGeom prst="rect">
                <a:avLst/>
              </a:prstGeom>
              <a:ln>
                <a:noFill/>
              </a:ln>
              <a:effectLst/>
              <a:scene3d>
                <a:camera prst="orthographicFront">
                  <a:rot lat="0" lon="0" rev="0"/>
                </a:camera>
                <a:lightRig rig="chilly" dir="t">
                  <a:rot lat="0" lon="0" rev="18480000"/>
                </a:lightRig>
              </a:scene3d>
              <a:sp3d prstMaterial="clear">
                <a:bevelT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C00000"/>
                    </a:solidFill>
                    <a:latin typeface="隶书" pitchFamily="49" charset="-122"/>
                    <a:ea typeface="隶书" pitchFamily="49" charset="-122"/>
                  </a:rPr>
                  <a:t>结构体类型</a:t>
                </a:r>
              </a:p>
            </p:txBody>
          </p:sp>
        </p:grpSp>
        <p:sp>
          <p:nvSpPr>
            <p:cNvPr id="2" name="矩形 1">
              <a:extLst>
                <a:ext uri="{FF2B5EF4-FFF2-40B4-BE49-F238E27FC236}">
                  <a16:creationId xmlns:a16="http://schemas.microsoft.com/office/drawing/2014/main" id="{325D9FA0-0A88-4B34-BC2B-EA3F33F33CE3}"/>
                </a:ext>
              </a:extLst>
            </p:cNvPr>
            <p:cNvSpPr/>
            <p:nvPr/>
          </p:nvSpPr>
          <p:spPr bwMode="auto">
            <a:xfrm>
              <a:off x="6175791" y="4014394"/>
              <a:ext cx="1405465" cy="286084"/>
            </a:xfrm>
            <a:prstGeom prst="rect">
              <a:avLst/>
            </a:prstGeom>
            <a:pattFill prst="ltDnDiag">
              <a:fgClr>
                <a:schemeClr val="accent4">
                  <a:lumMod val="50000"/>
                  <a:lumOff val="50000"/>
                </a:schemeClr>
              </a:fgClr>
              <a:bgClr>
                <a:schemeClr val="bg1"/>
              </a:bgClr>
            </a:patt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latin typeface="Times New Roman" pitchFamily="18" charset="0"/>
                <a:ea typeface="宋体" pitchFamily="2" charset="-122"/>
              </a:endParaRPr>
            </a:p>
          </p:txBody>
        </p:sp>
      </p:grpSp>
      <p:sp>
        <p:nvSpPr>
          <p:cNvPr id="78" name="Rectangle 4">
            <a:extLst>
              <a:ext uri="{FF2B5EF4-FFF2-40B4-BE49-F238E27FC236}">
                <a16:creationId xmlns:a16="http://schemas.microsoft.com/office/drawing/2014/main" id="{1239E101-0CED-44A5-A8AF-9ECEEF38590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联合体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16211">
                                            <p:txEl>
                                              <p:pRg st="0" end="0"/>
                                            </p:txEl>
                                          </p:spTgt>
                                        </p:tgtEl>
                                        <p:attrNameLst>
                                          <p:attrName>style.visibility</p:attrName>
                                        </p:attrNameLst>
                                      </p:cBhvr>
                                      <p:to>
                                        <p:strVal val="visible"/>
                                      </p:to>
                                    </p:set>
                                    <p:anim calcmode="lin" valueType="num">
                                      <p:cBhvr additive="base">
                                        <p:cTn id="7" dur="500" fill="hold"/>
                                        <p:tgtEl>
                                          <p:spTgt spid="11162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1621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116211">
                                            <p:txEl>
                                              <p:pRg st="1" end="1"/>
                                            </p:txEl>
                                          </p:spTgt>
                                        </p:tgtEl>
                                        <p:attrNameLst>
                                          <p:attrName>style.visibility</p:attrName>
                                        </p:attrNameLst>
                                      </p:cBhvr>
                                      <p:to>
                                        <p:strVal val="visible"/>
                                      </p:to>
                                    </p:set>
                                    <p:anim calcmode="lin" valueType="num">
                                      <p:cBhvr additive="base">
                                        <p:cTn id="13" dur="500" fill="hold"/>
                                        <p:tgtEl>
                                          <p:spTgt spid="11162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1621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16212"/>
                                        </p:tgtEl>
                                        <p:attrNameLst>
                                          <p:attrName>style.visibility</p:attrName>
                                        </p:attrNameLst>
                                      </p:cBhvr>
                                      <p:to>
                                        <p:strVal val="visible"/>
                                      </p:to>
                                    </p:set>
                                    <p:anim calcmode="lin" valueType="num">
                                      <p:cBhvr additive="base">
                                        <p:cTn id="19" dur="500" fill="hold"/>
                                        <p:tgtEl>
                                          <p:spTgt spid="1116212"/>
                                        </p:tgtEl>
                                        <p:attrNameLst>
                                          <p:attrName>ppt_x</p:attrName>
                                        </p:attrNameLst>
                                      </p:cBhvr>
                                      <p:tavLst>
                                        <p:tav tm="0">
                                          <p:val>
                                            <p:strVal val="0-#ppt_w/2"/>
                                          </p:val>
                                        </p:tav>
                                        <p:tav tm="100000">
                                          <p:val>
                                            <p:strVal val="#ppt_x"/>
                                          </p:val>
                                        </p:tav>
                                      </p:tavLst>
                                    </p:anim>
                                    <p:anim calcmode="lin" valueType="num">
                                      <p:cBhvr additive="base">
                                        <p:cTn id="20" dur="500" fill="hold"/>
                                        <p:tgtEl>
                                          <p:spTgt spid="11162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whoosh.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116213"/>
                                        </p:tgtEl>
                                        <p:attrNameLst>
                                          <p:attrName>style.visibility</p:attrName>
                                        </p:attrNameLst>
                                      </p:cBhvr>
                                      <p:to>
                                        <p:strVal val="visible"/>
                                      </p:to>
                                    </p:set>
                                    <p:animEffect transition="in" filter="box(out)">
                                      <p:cBhvr>
                                        <p:cTn id="25" dur="500"/>
                                        <p:tgtEl>
                                          <p:spTgt spid="1116213"/>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18" presetClass="entr" presetSubtype="3" fill="hold" grpId="0" nodeType="clickEffect">
                                  <p:stCondLst>
                                    <p:cond delay="0"/>
                                  </p:stCondLst>
                                  <p:childTnLst>
                                    <p:set>
                                      <p:cBhvr>
                                        <p:cTn id="29" dur="1" fill="hold">
                                          <p:stCondLst>
                                            <p:cond delay="0"/>
                                          </p:stCondLst>
                                        </p:cTn>
                                        <p:tgtEl>
                                          <p:spTgt spid="1116215"/>
                                        </p:tgtEl>
                                        <p:attrNameLst>
                                          <p:attrName>style.visibility</p:attrName>
                                        </p:attrNameLst>
                                      </p:cBhvr>
                                      <p:to>
                                        <p:strVal val="visible"/>
                                      </p:to>
                                    </p:set>
                                    <p:animEffect transition="in" filter="strips(upRight)">
                                      <p:cBhvr>
                                        <p:cTn id="30" dur="500"/>
                                        <p:tgtEl>
                                          <p:spTgt spid="1116215"/>
                                        </p:tgtEl>
                                      </p:cBhvr>
                                    </p:animEffect>
                                  </p:childTnLst>
                                  <p:subTnLst>
                                    <p:audio>
                                      <p:cMediaNode>
                                        <p:cTn display="0" masterRel="sameClick">
                                          <p:stCondLst>
                                            <p:cond evt="begin" delay="0">
                                              <p:tn val="28"/>
                                            </p:cond>
                                          </p:stCondLst>
                                          <p:endCondLst>
                                            <p:cond evt="onStopAudio" delay="0">
                                              <p:tgtEl>
                                                <p:sldTgt/>
                                              </p:tgtEl>
                                            </p:cond>
                                          </p:endCondLst>
                                        </p:cTn>
                                        <p:tgtEl>
                                          <p:sndTgt r:embed="rId5" name="laser.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116322"/>
                                        </p:tgtEl>
                                        <p:attrNameLst>
                                          <p:attrName>style.visibility</p:attrName>
                                        </p:attrNameLst>
                                      </p:cBhvr>
                                      <p:to>
                                        <p:strVal val="visible"/>
                                      </p:to>
                                    </p:set>
                                    <p:animEffect transition="in" filter="box(out)">
                                      <p:cBhvr>
                                        <p:cTn id="35" dur="500"/>
                                        <p:tgtEl>
                                          <p:spTgt spid="1116322"/>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18" presetClass="entr" presetSubtype="6" fill="hold" grpId="0" nodeType="clickEffect">
                                  <p:stCondLst>
                                    <p:cond delay="0"/>
                                  </p:stCondLst>
                                  <p:childTnLst>
                                    <p:set>
                                      <p:cBhvr>
                                        <p:cTn id="39" dur="1" fill="hold">
                                          <p:stCondLst>
                                            <p:cond delay="0"/>
                                          </p:stCondLst>
                                        </p:cTn>
                                        <p:tgtEl>
                                          <p:spTgt spid="1116281"/>
                                        </p:tgtEl>
                                        <p:attrNameLst>
                                          <p:attrName>style.visibility</p:attrName>
                                        </p:attrNameLst>
                                      </p:cBhvr>
                                      <p:to>
                                        <p:strVal val="visible"/>
                                      </p:to>
                                    </p:set>
                                    <p:animEffect transition="in" filter="strips(downRight)">
                                      <p:cBhvr>
                                        <p:cTn id="40" dur="500"/>
                                        <p:tgtEl>
                                          <p:spTgt spid="1116281"/>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par>
                          <p:cTn id="41" fill="hold">
                            <p:stCondLst>
                              <p:cond delay="500"/>
                            </p:stCondLst>
                            <p:childTnLst>
                              <p:par>
                                <p:cTn id="42" presetID="18" presetClass="entr" presetSubtype="6" fill="hold" nodeType="afterEffect">
                                  <p:stCondLst>
                                    <p:cond delay="0"/>
                                  </p:stCondLst>
                                  <p:childTnLst>
                                    <p:set>
                                      <p:cBhvr>
                                        <p:cTn id="43" dur="1" fill="hold">
                                          <p:stCondLst>
                                            <p:cond delay="0"/>
                                          </p:stCondLst>
                                        </p:cTn>
                                        <p:tgtEl>
                                          <p:spTgt spid="1116282"/>
                                        </p:tgtEl>
                                        <p:attrNameLst>
                                          <p:attrName>style.visibility</p:attrName>
                                        </p:attrNameLst>
                                      </p:cBhvr>
                                      <p:to>
                                        <p:strVal val="visible"/>
                                      </p:to>
                                    </p:set>
                                    <p:animEffect transition="in" filter="strips(downRight)">
                                      <p:cBhvr>
                                        <p:cTn id="44" dur="500"/>
                                        <p:tgtEl>
                                          <p:spTgt spid="1116282"/>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5" fill="hold">
                            <p:stCondLst>
                              <p:cond delay="1000"/>
                            </p:stCondLst>
                            <p:childTnLst>
                              <p:par>
                                <p:cTn id="46" presetID="18" presetClass="entr" presetSubtype="6" fill="hold" grpId="0" nodeType="afterEffect">
                                  <p:stCondLst>
                                    <p:cond delay="0"/>
                                  </p:stCondLst>
                                  <p:childTnLst>
                                    <p:set>
                                      <p:cBhvr>
                                        <p:cTn id="47" dur="1" fill="hold">
                                          <p:stCondLst>
                                            <p:cond delay="0"/>
                                          </p:stCondLst>
                                        </p:cTn>
                                        <p:tgtEl>
                                          <p:spTgt spid="1116280"/>
                                        </p:tgtEl>
                                        <p:attrNameLst>
                                          <p:attrName>style.visibility</p:attrName>
                                        </p:attrNameLst>
                                      </p:cBhvr>
                                      <p:to>
                                        <p:strVal val="visible"/>
                                      </p:to>
                                    </p:set>
                                    <p:animEffect transition="in" filter="strips(downRight)">
                                      <p:cBhvr>
                                        <p:cTn id="48" dur="500"/>
                                        <p:tgtEl>
                                          <p:spTgt spid="1116280"/>
                                        </p:tgtEl>
                                      </p:cBhvr>
                                    </p:animEffect>
                                  </p:childTnLst>
                                  <p:subTnLst>
                                    <p:audio>
                                      <p:cMediaNode>
                                        <p:cTn display="0" masterRel="sameClick">
                                          <p:stCondLst>
                                            <p:cond evt="begin" delay="0">
                                              <p:tn val="46"/>
                                            </p:cond>
                                          </p:stCondLst>
                                          <p:endCondLst>
                                            <p:cond evt="onStopAudio" delay="0">
                                              <p:tgtEl>
                                                <p:sldTgt/>
                                              </p:tgtEl>
                                            </p:cond>
                                          </p:endCondLst>
                                        </p:cTn>
                                        <p:tgtEl>
                                          <p:sndTgt r:embed="rId5" name="laser.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116321"/>
                                        </p:tgtEl>
                                        <p:attrNameLst>
                                          <p:attrName>style.visibility</p:attrName>
                                        </p:attrNameLst>
                                      </p:cBhvr>
                                      <p:to>
                                        <p:strVal val="visible"/>
                                      </p:to>
                                    </p:set>
                                    <p:animEffect transition="in" filter="box(out)">
                                      <p:cBhvr>
                                        <p:cTn id="53" dur="500"/>
                                        <p:tgtEl>
                                          <p:spTgt spid="1116321"/>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16" fill="hold" nodeType="click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box(in)">
                                      <p:cBhvr>
                                        <p:cTn id="58" dur="2000"/>
                                        <p:tgtEl>
                                          <p:spTgt spid="4"/>
                                        </p:tgtEl>
                                      </p:cBhvr>
                                    </p:animEffect>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12" grpId="0"/>
      <p:bldP spid="1116213" grpId="0" animBg="1"/>
      <p:bldP spid="1116215" grpId="0" animBg="1"/>
      <p:bldP spid="1116280" grpId="0" animBg="1"/>
      <p:bldP spid="1116281" grpId="0" animBg="1"/>
      <p:bldP spid="1116321" grpId="0" animBg="1"/>
      <p:bldP spid="1116322"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8262" name="Rectangle 54"/>
          <p:cNvSpPr>
            <a:spLocks noChangeArrowheads="1"/>
          </p:cNvSpPr>
          <p:nvPr/>
        </p:nvSpPr>
        <p:spPr bwMode="auto">
          <a:xfrm>
            <a:off x="632100" y="817070"/>
            <a:ext cx="4782078"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mn-lt"/>
                <a:ea typeface="楷体" pitchFamily="49" charset="-122"/>
              </a:rPr>
              <a:t>2</a:t>
            </a:r>
            <a:r>
              <a:rPr lang="zh-CN" altLang="en-US" sz="2800" b="1" dirty="0">
                <a:solidFill>
                  <a:srgbClr val="C00000"/>
                </a:solidFill>
                <a:latin typeface="+mn-lt"/>
                <a:ea typeface="楷体" pitchFamily="49" charset="-122"/>
              </a:rPr>
              <a:t>、联合体变量的定义和引用 </a:t>
            </a:r>
          </a:p>
        </p:txBody>
      </p:sp>
      <p:sp>
        <p:nvSpPr>
          <p:cNvPr id="1118263" name="Rectangle 55"/>
          <p:cNvSpPr>
            <a:spLocks noChangeArrowheads="1"/>
          </p:cNvSpPr>
          <p:nvPr/>
        </p:nvSpPr>
        <p:spPr bwMode="auto">
          <a:xfrm>
            <a:off x="1163339" y="1383481"/>
            <a:ext cx="3060453"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533400" algn="l"/>
              </a:tabLst>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联合体变量的定义</a:t>
            </a:r>
          </a:p>
        </p:txBody>
      </p:sp>
      <p:sp>
        <p:nvSpPr>
          <p:cNvPr id="1118264" name="Text Box 56" descr="信纸"/>
          <p:cNvSpPr txBox="1">
            <a:spLocks noChangeArrowheads="1"/>
          </p:cNvSpPr>
          <p:nvPr/>
        </p:nvSpPr>
        <p:spPr bwMode="auto">
          <a:xfrm>
            <a:off x="1480968" y="1916880"/>
            <a:ext cx="2958848" cy="2686050"/>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en-US" b="1" dirty="0">
                <a:solidFill>
                  <a:srgbClr val="C00000"/>
                </a:solidFill>
                <a:latin typeface="隶书" pitchFamily="49" charset="-122"/>
                <a:ea typeface="隶书" pitchFamily="49" charset="-122"/>
              </a:rPr>
              <a:t>形式一</a:t>
            </a:r>
            <a:r>
              <a:rPr lang="en-US" altLang="zh-CN" b="1" dirty="0">
                <a:solidFill>
                  <a:srgbClr val="C00000"/>
                </a:solidFill>
                <a:latin typeface="隶书" pitchFamily="49" charset="-122"/>
                <a:ea typeface="隶书" pitchFamily="49" charset="-122"/>
              </a:rPr>
              <a:t>:</a:t>
            </a:r>
            <a:endParaRPr lang="en-US" altLang="zh-CN" b="1" dirty="0">
              <a:solidFill>
                <a:srgbClr val="C00000"/>
              </a:solidFill>
            </a:endParaRPr>
          </a:p>
          <a:p>
            <a:pPr eaLnBrk="0" hangingPunct="0"/>
            <a:r>
              <a:rPr lang="en-US" altLang="zh-CN" b="1" dirty="0"/>
              <a:t>union data </a:t>
            </a:r>
          </a:p>
          <a:p>
            <a:pPr eaLnBrk="0" hangingPunct="0"/>
            <a:r>
              <a:rPr lang="en-US" altLang="zh-CN" b="1" dirty="0"/>
              <a:t>{    </a:t>
            </a:r>
          </a:p>
          <a:p>
            <a:pPr eaLnBrk="0" hangingPunct="0"/>
            <a:r>
              <a:rPr lang="en-US" altLang="zh-CN" b="1" dirty="0"/>
              <a:t>   short </a:t>
            </a:r>
            <a:r>
              <a:rPr lang="en-US" altLang="zh-CN" b="1" dirty="0" err="1"/>
              <a:t>i</a:t>
            </a:r>
            <a:r>
              <a:rPr lang="en-US" altLang="zh-CN" b="1" dirty="0"/>
              <a:t>;</a:t>
            </a:r>
          </a:p>
          <a:p>
            <a:pPr eaLnBrk="0" hangingPunct="0"/>
            <a:r>
              <a:rPr lang="en-US" altLang="zh-CN" b="1" dirty="0"/>
              <a:t>   char </a:t>
            </a:r>
            <a:r>
              <a:rPr lang="en-US" altLang="zh-CN" b="1" dirty="0" err="1"/>
              <a:t>ch</a:t>
            </a:r>
            <a:r>
              <a:rPr lang="en-US" altLang="zh-CN" b="1" dirty="0"/>
              <a:t>;</a:t>
            </a:r>
          </a:p>
          <a:p>
            <a:pPr eaLnBrk="0" hangingPunct="0"/>
            <a:r>
              <a:rPr lang="en-US" altLang="zh-CN" b="1" dirty="0"/>
              <a:t>   float f;</a:t>
            </a:r>
          </a:p>
          <a:p>
            <a:pPr eaLnBrk="0" hangingPunct="0"/>
            <a:r>
              <a:rPr lang="en-US" altLang="zh-CN" b="1" dirty="0"/>
              <a:t>} a, b;</a:t>
            </a:r>
          </a:p>
        </p:txBody>
      </p:sp>
      <p:sp>
        <p:nvSpPr>
          <p:cNvPr id="1118265" name="Text Box 57" descr="信纸"/>
          <p:cNvSpPr txBox="1">
            <a:spLocks noChangeArrowheads="1"/>
          </p:cNvSpPr>
          <p:nvPr/>
        </p:nvSpPr>
        <p:spPr bwMode="auto">
          <a:xfrm>
            <a:off x="4840828" y="1529953"/>
            <a:ext cx="3498850" cy="3051175"/>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eaLnBrk="0" hangingPunct="0"/>
            <a:r>
              <a:rPr lang="zh-CN" altLang="en-US" b="1" dirty="0">
                <a:solidFill>
                  <a:srgbClr val="C00000"/>
                </a:solidFill>
                <a:latin typeface="隶书" pitchFamily="49" charset="-122"/>
                <a:ea typeface="隶书" pitchFamily="49" charset="-122"/>
              </a:rPr>
              <a:t>形式二</a:t>
            </a:r>
            <a:r>
              <a:rPr lang="en-US" altLang="zh-CN" b="1" dirty="0">
                <a:solidFill>
                  <a:srgbClr val="C00000"/>
                </a:solidFill>
                <a:latin typeface="隶书" pitchFamily="49" charset="-122"/>
                <a:ea typeface="隶书" pitchFamily="49" charset="-122"/>
              </a:rPr>
              <a:t>:</a:t>
            </a:r>
            <a:endParaRPr lang="en-US" altLang="zh-CN" b="1" dirty="0">
              <a:solidFill>
                <a:srgbClr val="C00000"/>
              </a:solidFill>
            </a:endParaRPr>
          </a:p>
          <a:p>
            <a:pPr eaLnBrk="0" hangingPunct="0"/>
            <a:r>
              <a:rPr lang="en-US" altLang="zh-CN" b="1" dirty="0"/>
              <a:t>union data </a:t>
            </a:r>
          </a:p>
          <a:p>
            <a:pPr eaLnBrk="0" hangingPunct="0"/>
            <a:r>
              <a:rPr lang="en-US" altLang="zh-CN" b="1" dirty="0"/>
              <a:t>{    </a:t>
            </a:r>
          </a:p>
          <a:p>
            <a:pPr eaLnBrk="0" hangingPunct="0"/>
            <a:r>
              <a:rPr lang="en-US" altLang="zh-CN" b="1" dirty="0"/>
              <a:t>    short </a:t>
            </a:r>
            <a:r>
              <a:rPr lang="en-US" altLang="zh-CN" b="1" dirty="0" err="1"/>
              <a:t>i</a:t>
            </a:r>
            <a:r>
              <a:rPr lang="en-US" altLang="zh-CN" b="1" dirty="0"/>
              <a:t>;</a:t>
            </a:r>
          </a:p>
          <a:p>
            <a:pPr eaLnBrk="0" hangingPunct="0"/>
            <a:r>
              <a:rPr lang="en-US" altLang="zh-CN" b="1" dirty="0"/>
              <a:t>    char </a:t>
            </a:r>
            <a:r>
              <a:rPr lang="en-US" altLang="zh-CN" b="1" dirty="0" err="1"/>
              <a:t>ch</a:t>
            </a:r>
            <a:r>
              <a:rPr lang="en-US" altLang="zh-CN" b="1" dirty="0"/>
              <a:t>;</a:t>
            </a:r>
          </a:p>
          <a:p>
            <a:pPr eaLnBrk="0" hangingPunct="0"/>
            <a:r>
              <a:rPr lang="en-US" altLang="zh-CN" b="1" dirty="0"/>
              <a:t>    float f;</a:t>
            </a:r>
          </a:p>
          <a:p>
            <a:pPr eaLnBrk="0" hangingPunct="0"/>
            <a:r>
              <a:rPr lang="en-US" altLang="zh-CN" b="1" dirty="0"/>
              <a:t> };</a:t>
            </a:r>
          </a:p>
          <a:p>
            <a:pPr eaLnBrk="0" hangingPunct="0"/>
            <a:r>
              <a:rPr lang="en-US" altLang="zh-CN" b="1" dirty="0"/>
              <a:t> union data a, b, *p, d[3];</a:t>
            </a:r>
          </a:p>
        </p:txBody>
      </p:sp>
      <p:sp>
        <p:nvSpPr>
          <p:cNvPr id="1118266" name="Text Box 58" descr="信纸"/>
          <p:cNvSpPr txBox="1">
            <a:spLocks noChangeArrowheads="1"/>
          </p:cNvSpPr>
          <p:nvPr/>
        </p:nvSpPr>
        <p:spPr bwMode="auto">
          <a:xfrm>
            <a:off x="8760296" y="1916880"/>
            <a:ext cx="2736304" cy="2686050"/>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en-US" b="1" dirty="0">
                <a:solidFill>
                  <a:srgbClr val="C00000"/>
                </a:solidFill>
                <a:latin typeface="隶书" pitchFamily="49" charset="-122"/>
                <a:ea typeface="隶书" pitchFamily="49" charset="-122"/>
              </a:rPr>
              <a:t>形式三</a:t>
            </a:r>
            <a:r>
              <a:rPr lang="en-US" altLang="zh-CN" b="1" dirty="0">
                <a:solidFill>
                  <a:srgbClr val="C00000"/>
                </a:solidFill>
                <a:latin typeface="隶书" pitchFamily="49" charset="-122"/>
                <a:ea typeface="隶书" pitchFamily="49" charset="-122"/>
              </a:rPr>
              <a:t>:</a:t>
            </a:r>
            <a:endParaRPr lang="en-US" altLang="zh-CN" b="1" dirty="0">
              <a:solidFill>
                <a:srgbClr val="C00000"/>
              </a:solidFill>
            </a:endParaRPr>
          </a:p>
          <a:p>
            <a:pPr eaLnBrk="0" hangingPunct="0"/>
            <a:r>
              <a:rPr lang="en-US" altLang="zh-CN" b="1" dirty="0"/>
              <a:t>union </a:t>
            </a:r>
          </a:p>
          <a:p>
            <a:pPr eaLnBrk="0" hangingPunct="0"/>
            <a:r>
              <a:rPr lang="en-US" altLang="zh-CN" b="1" dirty="0"/>
              <a:t>{    </a:t>
            </a:r>
          </a:p>
          <a:p>
            <a:pPr eaLnBrk="0" hangingPunct="0"/>
            <a:r>
              <a:rPr lang="en-US" altLang="zh-CN" b="1" dirty="0"/>
              <a:t>   short </a:t>
            </a:r>
            <a:r>
              <a:rPr lang="en-US" altLang="zh-CN" b="1" dirty="0" err="1"/>
              <a:t>i</a:t>
            </a:r>
            <a:r>
              <a:rPr lang="en-US" altLang="zh-CN" b="1" dirty="0"/>
              <a:t>;</a:t>
            </a:r>
          </a:p>
          <a:p>
            <a:pPr eaLnBrk="0" hangingPunct="0"/>
            <a:r>
              <a:rPr lang="en-US" altLang="zh-CN" b="1" dirty="0"/>
              <a:t>   char </a:t>
            </a:r>
            <a:r>
              <a:rPr lang="en-US" altLang="zh-CN" b="1" dirty="0" err="1"/>
              <a:t>ch</a:t>
            </a:r>
            <a:r>
              <a:rPr lang="en-US" altLang="zh-CN" b="1" dirty="0"/>
              <a:t>;</a:t>
            </a:r>
          </a:p>
          <a:p>
            <a:pPr eaLnBrk="0" hangingPunct="0"/>
            <a:r>
              <a:rPr lang="en-US" altLang="zh-CN" b="1" dirty="0"/>
              <a:t>   float f;</a:t>
            </a:r>
          </a:p>
          <a:p>
            <a:pPr eaLnBrk="0" hangingPunct="0"/>
            <a:r>
              <a:rPr lang="en-US" altLang="zh-CN" b="1" dirty="0"/>
              <a:t>} </a:t>
            </a:r>
            <a:r>
              <a:rPr lang="en-US" altLang="zh-CN" b="1" dirty="0" err="1"/>
              <a:t>a,b,c</a:t>
            </a:r>
            <a:r>
              <a:rPr lang="en-US" altLang="zh-CN" b="1" dirty="0"/>
              <a:t>;</a:t>
            </a:r>
          </a:p>
        </p:txBody>
      </p:sp>
      <p:grpSp>
        <p:nvGrpSpPr>
          <p:cNvPr id="1118267" name="Group 59"/>
          <p:cNvGrpSpPr>
            <a:grpSpLocks/>
          </p:cNvGrpSpPr>
          <p:nvPr/>
        </p:nvGrpSpPr>
        <p:grpSpPr bwMode="auto">
          <a:xfrm>
            <a:off x="4034011" y="4893593"/>
            <a:ext cx="4800600" cy="1679575"/>
            <a:chOff x="960" y="2400"/>
            <a:chExt cx="3024" cy="1058"/>
          </a:xfrm>
        </p:grpSpPr>
        <p:grpSp>
          <p:nvGrpSpPr>
            <p:cNvPr id="1118268" name="Group 60"/>
            <p:cNvGrpSpPr>
              <a:grpSpLocks/>
            </p:cNvGrpSpPr>
            <p:nvPr/>
          </p:nvGrpSpPr>
          <p:grpSpPr bwMode="auto">
            <a:xfrm>
              <a:off x="960" y="2400"/>
              <a:ext cx="3023" cy="799"/>
              <a:chOff x="960" y="2400"/>
              <a:chExt cx="3023" cy="799"/>
            </a:xfrm>
          </p:grpSpPr>
          <p:grpSp>
            <p:nvGrpSpPr>
              <p:cNvPr id="1118269" name="Group 61"/>
              <p:cNvGrpSpPr>
                <a:grpSpLocks/>
              </p:cNvGrpSpPr>
              <p:nvPr/>
            </p:nvGrpSpPr>
            <p:grpSpPr bwMode="auto">
              <a:xfrm>
                <a:off x="960" y="2400"/>
                <a:ext cx="1511" cy="799"/>
                <a:chOff x="1822" y="2333"/>
                <a:chExt cx="1511" cy="799"/>
              </a:xfrm>
            </p:grpSpPr>
            <p:sp>
              <p:nvSpPr>
                <p:cNvPr id="1118270" name="Rectangle 62"/>
                <p:cNvSpPr>
                  <a:spLocks noChangeArrowheads="1"/>
                </p:cNvSpPr>
                <p:nvPr/>
              </p:nvSpPr>
              <p:spPr bwMode="auto">
                <a:xfrm>
                  <a:off x="1822" y="2333"/>
                  <a:ext cx="723" cy="267"/>
                </a:xfrm>
                <a:prstGeom prst="rect">
                  <a:avLst/>
                </a:prstGeom>
                <a:noFill/>
                <a:ln w="28575">
                  <a:solidFill>
                    <a:schemeClr val="tx1"/>
                  </a:solidFill>
                  <a:miter lim="800000"/>
                  <a:headEnd/>
                  <a:tailEnd/>
                </a:ln>
                <a:effectLst/>
              </p:spPr>
              <p:txBody>
                <a:bodyPr wrap="none" anchor="ctr"/>
                <a:lstStyle/>
                <a:p>
                  <a:endParaRPr lang="zh-CN" altLang="en-US"/>
                </a:p>
              </p:txBody>
            </p:sp>
            <p:sp>
              <p:nvSpPr>
                <p:cNvPr id="1118271" name="Rectangle 63"/>
                <p:cNvSpPr>
                  <a:spLocks noChangeArrowheads="1"/>
                </p:cNvSpPr>
                <p:nvPr/>
              </p:nvSpPr>
              <p:spPr bwMode="auto">
                <a:xfrm>
                  <a:off x="1822" y="2600"/>
                  <a:ext cx="367" cy="244"/>
                </a:xfrm>
                <a:prstGeom prst="rect">
                  <a:avLst/>
                </a:prstGeom>
                <a:noFill/>
                <a:ln w="28575">
                  <a:solidFill>
                    <a:schemeClr val="tx1"/>
                  </a:solidFill>
                  <a:miter lim="800000"/>
                  <a:headEnd/>
                  <a:tailEnd/>
                </a:ln>
                <a:effectLst/>
              </p:spPr>
              <p:txBody>
                <a:bodyPr wrap="none" anchor="ctr"/>
                <a:lstStyle/>
                <a:p>
                  <a:endParaRPr lang="zh-CN" altLang="en-US"/>
                </a:p>
              </p:txBody>
            </p:sp>
            <p:sp>
              <p:nvSpPr>
                <p:cNvPr id="1118272" name="Rectangle 64"/>
                <p:cNvSpPr>
                  <a:spLocks noChangeArrowheads="1"/>
                </p:cNvSpPr>
                <p:nvPr/>
              </p:nvSpPr>
              <p:spPr bwMode="auto">
                <a:xfrm>
                  <a:off x="1822" y="2844"/>
                  <a:ext cx="1511" cy="278"/>
                </a:xfrm>
                <a:prstGeom prst="rect">
                  <a:avLst/>
                </a:prstGeom>
                <a:noFill/>
                <a:ln w="28575">
                  <a:solidFill>
                    <a:schemeClr val="tx1"/>
                  </a:solidFill>
                  <a:miter lim="800000"/>
                  <a:headEnd/>
                  <a:tailEnd/>
                </a:ln>
                <a:effectLst/>
              </p:spPr>
              <p:txBody>
                <a:bodyPr wrap="none" anchor="ctr"/>
                <a:lstStyle/>
                <a:p>
                  <a:endParaRPr lang="zh-CN" altLang="en-US"/>
                </a:p>
              </p:txBody>
            </p:sp>
            <p:sp>
              <p:nvSpPr>
                <p:cNvPr id="1118273" name="Line 65"/>
                <p:cNvSpPr>
                  <a:spLocks noChangeShapeType="1"/>
                </p:cNvSpPr>
                <p:nvPr/>
              </p:nvSpPr>
              <p:spPr bwMode="auto">
                <a:xfrm>
                  <a:off x="2189" y="2333"/>
                  <a:ext cx="0" cy="267"/>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74" name="Line 66"/>
                <p:cNvSpPr>
                  <a:spLocks noChangeShapeType="1"/>
                </p:cNvSpPr>
                <p:nvPr/>
              </p:nvSpPr>
              <p:spPr bwMode="auto">
                <a:xfrm>
                  <a:off x="2189" y="2844"/>
                  <a:ext cx="0" cy="288"/>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75" name="Line 67"/>
                <p:cNvSpPr>
                  <a:spLocks noChangeShapeType="1"/>
                </p:cNvSpPr>
                <p:nvPr/>
              </p:nvSpPr>
              <p:spPr bwMode="auto">
                <a:xfrm>
                  <a:off x="2545" y="2844"/>
                  <a:ext cx="0" cy="267"/>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76" name="Line 68"/>
                <p:cNvSpPr>
                  <a:spLocks noChangeShapeType="1"/>
                </p:cNvSpPr>
                <p:nvPr/>
              </p:nvSpPr>
              <p:spPr bwMode="auto">
                <a:xfrm>
                  <a:off x="2923" y="2844"/>
                  <a:ext cx="0" cy="267"/>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77" name="Text Box 69"/>
                <p:cNvSpPr txBox="1">
                  <a:spLocks noChangeArrowheads="1"/>
                </p:cNvSpPr>
                <p:nvPr/>
              </p:nvSpPr>
              <p:spPr bwMode="auto">
                <a:xfrm>
                  <a:off x="2283" y="2852"/>
                  <a:ext cx="169" cy="250"/>
                </a:xfrm>
                <a:prstGeom prst="rect">
                  <a:avLst/>
                </a:prstGeom>
                <a:noFill/>
                <a:ln w="9525">
                  <a:noFill/>
                  <a:miter lim="800000"/>
                  <a:headEnd/>
                  <a:tailEnd/>
                </a:ln>
                <a:effectLst/>
              </p:spPr>
              <p:txBody>
                <a:bodyPr wrap="none" anchor="ctr">
                  <a:spAutoFit/>
                </a:bodyPr>
                <a:lstStyle/>
                <a:p>
                  <a:pPr algn="ctr" eaLnBrk="0" hangingPunct="0"/>
                  <a:r>
                    <a:rPr lang="en-US" altLang="zh-CN" sz="2000" b="1"/>
                    <a:t>f</a:t>
                  </a:r>
                </a:p>
              </p:txBody>
            </p:sp>
            <p:sp>
              <p:nvSpPr>
                <p:cNvPr id="1118278" name="Text Box 70"/>
                <p:cNvSpPr txBox="1">
                  <a:spLocks noChangeArrowheads="1"/>
                </p:cNvSpPr>
                <p:nvPr/>
              </p:nvSpPr>
              <p:spPr bwMode="auto">
                <a:xfrm>
                  <a:off x="1870" y="2604"/>
                  <a:ext cx="276" cy="250"/>
                </a:xfrm>
                <a:prstGeom prst="rect">
                  <a:avLst/>
                </a:prstGeom>
                <a:noFill/>
                <a:ln w="9525">
                  <a:noFill/>
                  <a:miter lim="800000"/>
                  <a:headEnd/>
                  <a:tailEnd/>
                </a:ln>
                <a:effectLst/>
              </p:spPr>
              <p:txBody>
                <a:bodyPr wrap="none" anchor="ctr">
                  <a:spAutoFit/>
                </a:bodyPr>
                <a:lstStyle/>
                <a:p>
                  <a:pPr algn="ctr" eaLnBrk="0" hangingPunct="0"/>
                  <a:r>
                    <a:rPr lang="en-US" altLang="zh-CN" sz="2000" b="1"/>
                    <a:t>ch</a:t>
                  </a:r>
                </a:p>
              </p:txBody>
            </p:sp>
            <p:sp>
              <p:nvSpPr>
                <p:cNvPr id="1118279" name="Text Box 71"/>
                <p:cNvSpPr txBox="1">
                  <a:spLocks noChangeArrowheads="1"/>
                </p:cNvSpPr>
                <p:nvPr/>
              </p:nvSpPr>
              <p:spPr bwMode="auto">
                <a:xfrm>
                  <a:off x="1979" y="2344"/>
                  <a:ext cx="160" cy="250"/>
                </a:xfrm>
                <a:prstGeom prst="rect">
                  <a:avLst/>
                </a:prstGeom>
                <a:noFill/>
                <a:ln w="9525">
                  <a:noFill/>
                  <a:miter lim="800000"/>
                  <a:headEnd/>
                  <a:tailEnd/>
                </a:ln>
                <a:effectLst/>
              </p:spPr>
              <p:txBody>
                <a:bodyPr wrap="none" anchor="ctr">
                  <a:spAutoFit/>
                </a:bodyPr>
                <a:lstStyle/>
                <a:p>
                  <a:pPr algn="ctr" eaLnBrk="0" hangingPunct="0"/>
                  <a:r>
                    <a:rPr lang="en-US" altLang="zh-CN" sz="2000" b="1"/>
                    <a:t>i</a:t>
                  </a:r>
                </a:p>
              </p:txBody>
            </p:sp>
          </p:grpSp>
          <p:grpSp>
            <p:nvGrpSpPr>
              <p:cNvPr id="1118280" name="Group 72"/>
              <p:cNvGrpSpPr>
                <a:grpSpLocks/>
              </p:cNvGrpSpPr>
              <p:nvPr/>
            </p:nvGrpSpPr>
            <p:grpSpPr bwMode="auto">
              <a:xfrm>
                <a:off x="2472" y="2400"/>
                <a:ext cx="1511" cy="799"/>
                <a:chOff x="1822" y="2333"/>
                <a:chExt cx="1511" cy="799"/>
              </a:xfrm>
            </p:grpSpPr>
            <p:sp>
              <p:nvSpPr>
                <p:cNvPr id="1118281" name="Rectangle 73"/>
                <p:cNvSpPr>
                  <a:spLocks noChangeArrowheads="1"/>
                </p:cNvSpPr>
                <p:nvPr/>
              </p:nvSpPr>
              <p:spPr bwMode="auto">
                <a:xfrm>
                  <a:off x="1822" y="2333"/>
                  <a:ext cx="723" cy="267"/>
                </a:xfrm>
                <a:prstGeom prst="rect">
                  <a:avLst/>
                </a:prstGeom>
                <a:noFill/>
                <a:ln w="28575">
                  <a:solidFill>
                    <a:schemeClr val="tx1"/>
                  </a:solidFill>
                  <a:miter lim="800000"/>
                  <a:headEnd/>
                  <a:tailEnd/>
                </a:ln>
                <a:effectLst/>
              </p:spPr>
              <p:txBody>
                <a:bodyPr wrap="none" anchor="ctr"/>
                <a:lstStyle/>
                <a:p>
                  <a:endParaRPr lang="zh-CN" altLang="en-US"/>
                </a:p>
              </p:txBody>
            </p:sp>
            <p:sp>
              <p:nvSpPr>
                <p:cNvPr id="1118282" name="Rectangle 74"/>
                <p:cNvSpPr>
                  <a:spLocks noChangeArrowheads="1"/>
                </p:cNvSpPr>
                <p:nvPr/>
              </p:nvSpPr>
              <p:spPr bwMode="auto">
                <a:xfrm>
                  <a:off x="1822" y="2600"/>
                  <a:ext cx="367" cy="244"/>
                </a:xfrm>
                <a:prstGeom prst="rect">
                  <a:avLst/>
                </a:prstGeom>
                <a:noFill/>
                <a:ln w="28575">
                  <a:solidFill>
                    <a:schemeClr val="tx1"/>
                  </a:solidFill>
                  <a:miter lim="800000"/>
                  <a:headEnd/>
                  <a:tailEnd/>
                </a:ln>
                <a:effectLst/>
              </p:spPr>
              <p:txBody>
                <a:bodyPr wrap="none" anchor="ctr"/>
                <a:lstStyle/>
                <a:p>
                  <a:endParaRPr lang="zh-CN" altLang="en-US"/>
                </a:p>
              </p:txBody>
            </p:sp>
            <p:sp>
              <p:nvSpPr>
                <p:cNvPr id="1118283" name="Rectangle 75"/>
                <p:cNvSpPr>
                  <a:spLocks noChangeArrowheads="1"/>
                </p:cNvSpPr>
                <p:nvPr/>
              </p:nvSpPr>
              <p:spPr bwMode="auto">
                <a:xfrm>
                  <a:off x="1822" y="2844"/>
                  <a:ext cx="1511" cy="278"/>
                </a:xfrm>
                <a:prstGeom prst="rect">
                  <a:avLst/>
                </a:prstGeom>
                <a:noFill/>
                <a:ln w="28575">
                  <a:solidFill>
                    <a:schemeClr val="tx1"/>
                  </a:solidFill>
                  <a:miter lim="800000"/>
                  <a:headEnd/>
                  <a:tailEnd/>
                </a:ln>
                <a:effectLst/>
              </p:spPr>
              <p:txBody>
                <a:bodyPr wrap="none" anchor="ctr"/>
                <a:lstStyle/>
                <a:p>
                  <a:endParaRPr lang="zh-CN" altLang="en-US"/>
                </a:p>
              </p:txBody>
            </p:sp>
            <p:sp>
              <p:nvSpPr>
                <p:cNvPr id="1118284" name="Line 76"/>
                <p:cNvSpPr>
                  <a:spLocks noChangeShapeType="1"/>
                </p:cNvSpPr>
                <p:nvPr/>
              </p:nvSpPr>
              <p:spPr bwMode="auto">
                <a:xfrm>
                  <a:off x="2189" y="2333"/>
                  <a:ext cx="0" cy="267"/>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85" name="Line 77"/>
                <p:cNvSpPr>
                  <a:spLocks noChangeShapeType="1"/>
                </p:cNvSpPr>
                <p:nvPr/>
              </p:nvSpPr>
              <p:spPr bwMode="auto">
                <a:xfrm>
                  <a:off x="2189" y="2844"/>
                  <a:ext cx="0" cy="288"/>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86" name="Line 78"/>
                <p:cNvSpPr>
                  <a:spLocks noChangeShapeType="1"/>
                </p:cNvSpPr>
                <p:nvPr/>
              </p:nvSpPr>
              <p:spPr bwMode="auto">
                <a:xfrm>
                  <a:off x="2545" y="2844"/>
                  <a:ext cx="0" cy="267"/>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87" name="Line 79"/>
                <p:cNvSpPr>
                  <a:spLocks noChangeShapeType="1"/>
                </p:cNvSpPr>
                <p:nvPr/>
              </p:nvSpPr>
              <p:spPr bwMode="auto">
                <a:xfrm>
                  <a:off x="2923" y="2844"/>
                  <a:ext cx="0" cy="267"/>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88" name="Text Box 80"/>
                <p:cNvSpPr txBox="1">
                  <a:spLocks noChangeArrowheads="1"/>
                </p:cNvSpPr>
                <p:nvPr/>
              </p:nvSpPr>
              <p:spPr bwMode="auto">
                <a:xfrm>
                  <a:off x="2283" y="2852"/>
                  <a:ext cx="169" cy="250"/>
                </a:xfrm>
                <a:prstGeom prst="rect">
                  <a:avLst/>
                </a:prstGeom>
                <a:noFill/>
                <a:ln w="9525">
                  <a:noFill/>
                  <a:miter lim="800000"/>
                  <a:headEnd/>
                  <a:tailEnd/>
                </a:ln>
                <a:effectLst/>
              </p:spPr>
              <p:txBody>
                <a:bodyPr wrap="none" anchor="ctr">
                  <a:spAutoFit/>
                </a:bodyPr>
                <a:lstStyle/>
                <a:p>
                  <a:pPr algn="ctr" eaLnBrk="0" hangingPunct="0"/>
                  <a:r>
                    <a:rPr lang="en-US" altLang="zh-CN" sz="2000" b="1"/>
                    <a:t>f</a:t>
                  </a:r>
                </a:p>
              </p:txBody>
            </p:sp>
            <p:sp>
              <p:nvSpPr>
                <p:cNvPr id="1118289" name="Text Box 81"/>
                <p:cNvSpPr txBox="1">
                  <a:spLocks noChangeArrowheads="1"/>
                </p:cNvSpPr>
                <p:nvPr/>
              </p:nvSpPr>
              <p:spPr bwMode="auto">
                <a:xfrm>
                  <a:off x="1870" y="2604"/>
                  <a:ext cx="276" cy="250"/>
                </a:xfrm>
                <a:prstGeom prst="rect">
                  <a:avLst/>
                </a:prstGeom>
                <a:noFill/>
                <a:ln w="9525">
                  <a:noFill/>
                  <a:miter lim="800000"/>
                  <a:headEnd/>
                  <a:tailEnd/>
                </a:ln>
                <a:effectLst/>
              </p:spPr>
              <p:txBody>
                <a:bodyPr wrap="none" anchor="ctr">
                  <a:spAutoFit/>
                </a:bodyPr>
                <a:lstStyle/>
                <a:p>
                  <a:pPr algn="ctr" eaLnBrk="0" hangingPunct="0"/>
                  <a:r>
                    <a:rPr lang="en-US" altLang="zh-CN" sz="2000" b="1"/>
                    <a:t>ch</a:t>
                  </a:r>
                </a:p>
              </p:txBody>
            </p:sp>
            <p:sp>
              <p:nvSpPr>
                <p:cNvPr id="1118290" name="Text Box 82"/>
                <p:cNvSpPr txBox="1">
                  <a:spLocks noChangeArrowheads="1"/>
                </p:cNvSpPr>
                <p:nvPr/>
              </p:nvSpPr>
              <p:spPr bwMode="auto">
                <a:xfrm>
                  <a:off x="1979" y="2344"/>
                  <a:ext cx="160" cy="250"/>
                </a:xfrm>
                <a:prstGeom prst="rect">
                  <a:avLst/>
                </a:prstGeom>
                <a:noFill/>
                <a:ln w="9525">
                  <a:noFill/>
                  <a:miter lim="800000"/>
                  <a:headEnd/>
                  <a:tailEnd/>
                </a:ln>
                <a:effectLst/>
              </p:spPr>
              <p:txBody>
                <a:bodyPr wrap="none" anchor="ctr">
                  <a:spAutoFit/>
                </a:bodyPr>
                <a:lstStyle/>
                <a:p>
                  <a:pPr algn="ctr" eaLnBrk="0" hangingPunct="0"/>
                  <a:r>
                    <a:rPr lang="en-US" altLang="zh-CN" sz="2000" b="1"/>
                    <a:t>i</a:t>
                  </a:r>
                </a:p>
              </p:txBody>
            </p:sp>
          </p:grpSp>
        </p:grpSp>
        <p:sp>
          <p:nvSpPr>
            <p:cNvPr id="1118291" name="Line 83"/>
            <p:cNvSpPr>
              <a:spLocks noChangeShapeType="1"/>
            </p:cNvSpPr>
            <p:nvPr/>
          </p:nvSpPr>
          <p:spPr bwMode="auto">
            <a:xfrm>
              <a:off x="960" y="3168"/>
              <a:ext cx="0" cy="156"/>
            </a:xfrm>
            <a:prstGeom prst="line">
              <a:avLst/>
            </a:prstGeom>
            <a:noFill/>
            <a:ln w="19050">
              <a:solidFill>
                <a:schemeClr val="bg2"/>
              </a:solidFill>
              <a:round/>
              <a:headEnd/>
              <a:tailEnd/>
            </a:ln>
            <a:effectLst/>
          </p:spPr>
          <p:txBody>
            <a:bodyPr wrap="none" lIns="90000" tIns="46800" rIns="90000" bIns="46800" anchor="ctr">
              <a:spAutoFit/>
            </a:bodyPr>
            <a:lstStyle/>
            <a:p>
              <a:endParaRPr lang="zh-CN" altLang="en-US"/>
            </a:p>
          </p:txBody>
        </p:sp>
        <p:sp>
          <p:nvSpPr>
            <p:cNvPr id="1118292" name="Line 84"/>
            <p:cNvSpPr>
              <a:spLocks noChangeShapeType="1"/>
            </p:cNvSpPr>
            <p:nvPr/>
          </p:nvSpPr>
          <p:spPr bwMode="auto">
            <a:xfrm>
              <a:off x="2472" y="3168"/>
              <a:ext cx="0" cy="156"/>
            </a:xfrm>
            <a:prstGeom prst="line">
              <a:avLst/>
            </a:prstGeom>
            <a:noFill/>
            <a:ln w="19050">
              <a:solidFill>
                <a:schemeClr val="bg2"/>
              </a:solidFill>
              <a:round/>
              <a:headEnd/>
              <a:tailEnd/>
            </a:ln>
            <a:effectLst/>
          </p:spPr>
          <p:txBody>
            <a:bodyPr wrap="none" lIns="90000" tIns="46800" rIns="90000" bIns="46800" anchor="ctr">
              <a:spAutoFit/>
            </a:bodyPr>
            <a:lstStyle/>
            <a:p>
              <a:endParaRPr lang="zh-CN" altLang="en-US"/>
            </a:p>
          </p:txBody>
        </p:sp>
        <p:sp>
          <p:nvSpPr>
            <p:cNvPr id="1118293" name="Line 85"/>
            <p:cNvSpPr>
              <a:spLocks noChangeShapeType="1"/>
            </p:cNvSpPr>
            <p:nvPr/>
          </p:nvSpPr>
          <p:spPr bwMode="auto">
            <a:xfrm>
              <a:off x="3984" y="3168"/>
              <a:ext cx="0" cy="156"/>
            </a:xfrm>
            <a:prstGeom prst="line">
              <a:avLst/>
            </a:prstGeom>
            <a:noFill/>
            <a:ln w="19050">
              <a:solidFill>
                <a:schemeClr val="bg2"/>
              </a:solidFill>
              <a:round/>
              <a:headEnd/>
              <a:tailEnd/>
            </a:ln>
            <a:effectLst/>
          </p:spPr>
          <p:txBody>
            <a:bodyPr wrap="none" lIns="90000" tIns="46800" rIns="90000" bIns="46800" anchor="ctr">
              <a:spAutoFit/>
            </a:bodyPr>
            <a:lstStyle/>
            <a:p>
              <a:endParaRPr lang="zh-CN" altLang="en-US"/>
            </a:p>
          </p:txBody>
        </p:sp>
        <p:sp>
          <p:nvSpPr>
            <p:cNvPr id="1118294" name="Line 86"/>
            <p:cNvSpPr>
              <a:spLocks noChangeShapeType="1"/>
            </p:cNvSpPr>
            <p:nvPr/>
          </p:nvSpPr>
          <p:spPr bwMode="auto">
            <a:xfrm>
              <a:off x="1924" y="3300"/>
              <a:ext cx="528" cy="0"/>
            </a:xfrm>
            <a:prstGeom prst="line">
              <a:avLst/>
            </a:prstGeom>
            <a:noFill/>
            <a:ln w="19050">
              <a:solidFill>
                <a:schemeClr val="bg2"/>
              </a:solidFill>
              <a:round/>
              <a:headEnd type="triangle" w="med" len="med"/>
              <a:tailEnd/>
            </a:ln>
            <a:effectLst/>
          </p:spPr>
          <p:txBody>
            <a:bodyPr wrap="none" lIns="90000" tIns="46800" rIns="90000" bIns="46800" anchor="ctr">
              <a:spAutoFit/>
            </a:bodyPr>
            <a:lstStyle/>
            <a:p>
              <a:endParaRPr lang="zh-CN" altLang="en-US"/>
            </a:p>
          </p:txBody>
        </p:sp>
        <p:sp>
          <p:nvSpPr>
            <p:cNvPr id="1118295" name="Line 87"/>
            <p:cNvSpPr>
              <a:spLocks noChangeShapeType="1"/>
            </p:cNvSpPr>
            <p:nvPr/>
          </p:nvSpPr>
          <p:spPr bwMode="auto">
            <a:xfrm>
              <a:off x="2492" y="3300"/>
              <a:ext cx="528" cy="0"/>
            </a:xfrm>
            <a:prstGeom prst="line">
              <a:avLst/>
            </a:prstGeom>
            <a:noFill/>
            <a:ln w="19050">
              <a:solidFill>
                <a:schemeClr val="bg2"/>
              </a:solidFill>
              <a:round/>
              <a:headEnd/>
              <a:tailEnd type="triangle" w="med" len="med"/>
            </a:ln>
            <a:effectLst/>
          </p:spPr>
          <p:txBody>
            <a:bodyPr wrap="none" lIns="90000" tIns="46800" rIns="90000" bIns="46800" anchor="ctr">
              <a:spAutoFit/>
            </a:bodyPr>
            <a:lstStyle/>
            <a:p>
              <a:endParaRPr lang="zh-CN" altLang="en-US"/>
            </a:p>
          </p:txBody>
        </p:sp>
        <p:sp>
          <p:nvSpPr>
            <p:cNvPr id="1118296" name="Line 88"/>
            <p:cNvSpPr>
              <a:spLocks noChangeShapeType="1"/>
            </p:cNvSpPr>
            <p:nvPr/>
          </p:nvSpPr>
          <p:spPr bwMode="auto">
            <a:xfrm>
              <a:off x="3444" y="3300"/>
              <a:ext cx="528" cy="0"/>
            </a:xfrm>
            <a:prstGeom prst="line">
              <a:avLst/>
            </a:prstGeom>
            <a:noFill/>
            <a:ln w="19050">
              <a:solidFill>
                <a:schemeClr val="bg2"/>
              </a:solidFill>
              <a:round/>
              <a:headEnd type="triangle" w="med" len="med"/>
              <a:tailEnd/>
            </a:ln>
            <a:effectLst/>
          </p:spPr>
          <p:txBody>
            <a:bodyPr wrap="none" lIns="90000" tIns="46800" rIns="90000" bIns="46800" anchor="ctr">
              <a:spAutoFit/>
            </a:bodyPr>
            <a:lstStyle/>
            <a:p>
              <a:endParaRPr lang="zh-CN" altLang="en-US"/>
            </a:p>
          </p:txBody>
        </p:sp>
        <p:sp>
          <p:nvSpPr>
            <p:cNvPr id="1118297" name="Line 89"/>
            <p:cNvSpPr>
              <a:spLocks noChangeShapeType="1"/>
            </p:cNvSpPr>
            <p:nvPr/>
          </p:nvSpPr>
          <p:spPr bwMode="auto">
            <a:xfrm>
              <a:off x="984" y="3300"/>
              <a:ext cx="528" cy="0"/>
            </a:xfrm>
            <a:prstGeom prst="line">
              <a:avLst/>
            </a:prstGeom>
            <a:noFill/>
            <a:ln w="19050">
              <a:solidFill>
                <a:schemeClr val="bg2"/>
              </a:solidFill>
              <a:round/>
              <a:headEnd/>
              <a:tailEnd type="triangle" w="med" len="med"/>
            </a:ln>
            <a:effectLst/>
          </p:spPr>
          <p:txBody>
            <a:bodyPr wrap="none" lIns="90000" tIns="46800" rIns="90000" bIns="46800" anchor="ctr">
              <a:spAutoFit/>
            </a:bodyPr>
            <a:lstStyle/>
            <a:p>
              <a:endParaRPr lang="zh-CN" altLang="en-US"/>
            </a:p>
          </p:txBody>
        </p:sp>
        <p:sp>
          <p:nvSpPr>
            <p:cNvPr id="1118298" name="Text Box 90"/>
            <p:cNvSpPr txBox="1">
              <a:spLocks noChangeArrowheads="1"/>
            </p:cNvSpPr>
            <p:nvPr/>
          </p:nvSpPr>
          <p:spPr bwMode="auto">
            <a:xfrm>
              <a:off x="1611" y="3166"/>
              <a:ext cx="211" cy="292"/>
            </a:xfrm>
            <a:prstGeom prst="rect">
              <a:avLst/>
            </a:prstGeom>
            <a:noFill/>
            <a:ln w="38100">
              <a:noFill/>
              <a:miter lim="800000"/>
              <a:headEnd/>
              <a:tailEnd/>
            </a:ln>
            <a:effectLst/>
          </p:spPr>
          <p:txBody>
            <a:bodyPr wrap="none" lIns="90000" tIns="46800" rIns="90000" bIns="46800" anchor="ctr">
              <a:spAutoFit/>
            </a:bodyPr>
            <a:lstStyle/>
            <a:p>
              <a:pPr algn="ctr"/>
              <a:r>
                <a:rPr lang="en-US" altLang="zh-CN" b="1">
                  <a:solidFill>
                    <a:srgbClr val="CC0000"/>
                  </a:solidFill>
                </a:rPr>
                <a:t>a</a:t>
              </a:r>
            </a:p>
          </p:txBody>
        </p:sp>
        <p:sp>
          <p:nvSpPr>
            <p:cNvPr id="1118299" name="Text Box 91"/>
            <p:cNvSpPr txBox="1">
              <a:spLocks noChangeArrowheads="1"/>
            </p:cNvSpPr>
            <p:nvPr/>
          </p:nvSpPr>
          <p:spPr bwMode="auto">
            <a:xfrm>
              <a:off x="3118" y="3166"/>
              <a:ext cx="223" cy="292"/>
            </a:xfrm>
            <a:prstGeom prst="rect">
              <a:avLst/>
            </a:prstGeom>
            <a:noFill/>
            <a:ln w="38100">
              <a:noFill/>
              <a:miter lim="800000"/>
              <a:headEnd/>
              <a:tailEnd/>
            </a:ln>
            <a:effectLst/>
          </p:spPr>
          <p:txBody>
            <a:bodyPr wrap="none" lIns="90000" tIns="46800" rIns="90000" bIns="46800" anchor="ctr">
              <a:spAutoFit/>
            </a:bodyPr>
            <a:lstStyle/>
            <a:p>
              <a:pPr algn="ctr"/>
              <a:r>
                <a:rPr lang="en-US" altLang="zh-CN" b="1">
                  <a:solidFill>
                    <a:srgbClr val="CC0000"/>
                  </a:solidFill>
                </a:rPr>
                <a:t>b</a:t>
              </a:r>
            </a:p>
          </p:txBody>
        </p:sp>
      </p:grpSp>
      <p:sp>
        <p:nvSpPr>
          <p:cNvPr id="1118300" name="AutoShape 92"/>
          <p:cNvSpPr>
            <a:spLocks noChangeArrowheads="1"/>
          </p:cNvSpPr>
          <p:nvPr/>
        </p:nvSpPr>
        <p:spPr bwMode="auto">
          <a:xfrm>
            <a:off x="1327323" y="5522243"/>
            <a:ext cx="2500313" cy="720725"/>
          </a:xfrm>
          <a:prstGeom prst="wedgeRectCallout">
            <a:avLst>
              <a:gd name="adj1" fmla="val 98367"/>
              <a:gd name="adj2" fmla="val 48728"/>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zh-CN" altLang="en-US" sz="2000" b="1" dirty="0">
                <a:latin typeface="隶书" pitchFamily="49" charset="-122"/>
                <a:ea typeface="隶书" pitchFamily="49" charset="-122"/>
              </a:rPr>
              <a:t>共用体</a:t>
            </a:r>
            <a:r>
              <a:rPr lang="zh-CN" altLang="zh-CN" sz="2000" b="1" dirty="0">
                <a:latin typeface="隶书" pitchFamily="49" charset="-122"/>
                <a:ea typeface="隶书" pitchFamily="49" charset="-122"/>
              </a:rPr>
              <a:t>变量任何时刻</a:t>
            </a:r>
          </a:p>
          <a:p>
            <a:r>
              <a:rPr lang="zh-CN" altLang="zh-CN" sz="2000" b="1" dirty="0">
                <a:latin typeface="隶书" pitchFamily="49" charset="-122"/>
                <a:ea typeface="隶书" pitchFamily="49" charset="-122"/>
              </a:rPr>
              <a:t>只有</a:t>
            </a:r>
            <a:r>
              <a:rPr lang="zh-CN" altLang="zh-CN" sz="2000" b="1" dirty="0">
                <a:solidFill>
                  <a:srgbClr val="C00000"/>
                </a:solidFill>
                <a:latin typeface="隶书" pitchFamily="49" charset="-122"/>
                <a:ea typeface="隶书" pitchFamily="49" charset="-122"/>
              </a:rPr>
              <a:t>一个成员</a:t>
            </a:r>
            <a:r>
              <a:rPr lang="zh-CN" altLang="zh-CN" sz="2000" b="1" dirty="0">
                <a:latin typeface="隶书" pitchFamily="49" charset="-122"/>
                <a:ea typeface="隶书" pitchFamily="49" charset="-122"/>
              </a:rPr>
              <a:t>存在</a:t>
            </a:r>
            <a:endParaRPr lang="zh-CN" altLang="en-US" sz="2000" b="1" dirty="0">
              <a:latin typeface="隶书" pitchFamily="49" charset="-122"/>
              <a:ea typeface="隶书" pitchFamily="49" charset="-122"/>
            </a:endParaRPr>
          </a:p>
        </p:txBody>
      </p:sp>
      <p:sp>
        <p:nvSpPr>
          <p:cNvPr id="1118301" name="AutoShape 93"/>
          <p:cNvSpPr>
            <a:spLocks noChangeArrowheads="1"/>
          </p:cNvSpPr>
          <p:nvPr/>
        </p:nvSpPr>
        <p:spPr bwMode="auto">
          <a:xfrm>
            <a:off x="8948403" y="5092697"/>
            <a:ext cx="3168650" cy="720725"/>
          </a:xfrm>
          <a:prstGeom prst="wedgeRectCallout">
            <a:avLst>
              <a:gd name="adj1" fmla="val -106799"/>
              <a:gd name="adj2" fmla="val 106978"/>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zh-CN" altLang="en-US" sz="2000" b="1" dirty="0">
                <a:latin typeface="隶书" pitchFamily="49" charset="-122"/>
                <a:ea typeface="隶书" pitchFamily="49" charset="-122"/>
              </a:rPr>
              <a:t>共用体</a:t>
            </a:r>
            <a:r>
              <a:rPr lang="zh-CN" altLang="zh-CN" sz="2000" b="1" dirty="0">
                <a:latin typeface="隶书" pitchFamily="49" charset="-122"/>
                <a:ea typeface="隶书" pitchFamily="49" charset="-122"/>
              </a:rPr>
              <a:t>变量定义</a:t>
            </a:r>
            <a:r>
              <a:rPr lang="zh-CN" altLang="zh-CN" sz="2000" b="1" dirty="0">
                <a:solidFill>
                  <a:schemeClr val="tx2"/>
                </a:solidFill>
                <a:latin typeface="隶书" pitchFamily="49" charset="-122"/>
                <a:ea typeface="隶书" pitchFamily="49" charset="-122"/>
              </a:rPr>
              <a:t>分配内存</a:t>
            </a:r>
            <a:r>
              <a:rPr lang="zh-CN" altLang="zh-CN" sz="2000" b="1" dirty="0">
                <a:latin typeface="隶书" pitchFamily="49" charset="-122"/>
                <a:ea typeface="隶书" pitchFamily="49" charset="-122"/>
              </a:rPr>
              <a:t>,</a:t>
            </a:r>
          </a:p>
          <a:p>
            <a:r>
              <a:rPr lang="zh-CN" altLang="zh-CN" sz="2000" b="1" dirty="0">
                <a:latin typeface="隶书" pitchFamily="49" charset="-122"/>
                <a:ea typeface="隶书" pitchFamily="49" charset="-122"/>
              </a:rPr>
              <a:t>长度=</a:t>
            </a:r>
            <a:r>
              <a:rPr lang="zh-CN" altLang="zh-CN" sz="2000" b="1" dirty="0">
                <a:solidFill>
                  <a:srgbClr val="C00000"/>
                </a:solidFill>
                <a:latin typeface="隶书" pitchFamily="49" charset="-122"/>
                <a:ea typeface="隶书" pitchFamily="49" charset="-122"/>
              </a:rPr>
              <a:t>最长成员</a:t>
            </a:r>
            <a:r>
              <a:rPr lang="zh-CN" altLang="zh-CN" sz="2000" b="1" dirty="0">
                <a:latin typeface="隶书" pitchFamily="49" charset="-122"/>
                <a:ea typeface="隶书" pitchFamily="49" charset="-122"/>
              </a:rPr>
              <a:t>所占字节数</a:t>
            </a:r>
            <a:endParaRPr lang="zh-CN" altLang="en-US" sz="2000" b="1" dirty="0">
              <a:latin typeface="隶书" pitchFamily="49" charset="-122"/>
              <a:ea typeface="隶书" pitchFamily="49" charset="-122"/>
            </a:endParaRPr>
          </a:p>
        </p:txBody>
      </p:sp>
      <p:sp>
        <p:nvSpPr>
          <p:cNvPr id="45" name="Rectangle 4">
            <a:extLst>
              <a:ext uri="{FF2B5EF4-FFF2-40B4-BE49-F238E27FC236}">
                <a16:creationId xmlns:a16="http://schemas.microsoft.com/office/drawing/2014/main" id="{310D1297-A09D-4633-B079-4D6F4FF8554E}"/>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联合体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18263"/>
                                        </p:tgtEl>
                                        <p:attrNameLst>
                                          <p:attrName>style.visibility</p:attrName>
                                        </p:attrNameLst>
                                      </p:cBhvr>
                                      <p:to>
                                        <p:strVal val="visible"/>
                                      </p:to>
                                    </p:set>
                                    <p:anim calcmode="lin" valueType="num">
                                      <p:cBhvr additive="base">
                                        <p:cTn id="7" dur="500" fill="hold"/>
                                        <p:tgtEl>
                                          <p:spTgt spid="1118263"/>
                                        </p:tgtEl>
                                        <p:attrNameLst>
                                          <p:attrName>ppt_x</p:attrName>
                                        </p:attrNameLst>
                                      </p:cBhvr>
                                      <p:tavLst>
                                        <p:tav tm="0">
                                          <p:val>
                                            <p:strVal val="0-#ppt_w/2"/>
                                          </p:val>
                                        </p:tav>
                                        <p:tav tm="100000">
                                          <p:val>
                                            <p:strVal val="#ppt_x"/>
                                          </p:val>
                                        </p:tav>
                                      </p:tavLst>
                                    </p:anim>
                                    <p:anim calcmode="lin" valueType="num">
                                      <p:cBhvr additive="base">
                                        <p:cTn id="8" dur="500" fill="hold"/>
                                        <p:tgtEl>
                                          <p:spTgt spid="111826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18264"/>
                                        </p:tgtEl>
                                        <p:attrNameLst>
                                          <p:attrName>style.visibility</p:attrName>
                                        </p:attrNameLst>
                                      </p:cBhvr>
                                      <p:to>
                                        <p:strVal val="visible"/>
                                      </p:to>
                                    </p:set>
                                    <p:animEffect transition="in" filter="box(out)">
                                      <p:cBhvr>
                                        <p:cTn id="13" dur="500"/>
                                        <p:tgtEl>
                                          <p:spTgt spid="111826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18267"/>
                                        </p:tgtEl>
                                        <p:attrNameLst>
                                          <p:attrName>style.visibility</p:attrName>
                                        </p:attrNameLst>
                                      </p:cBhvr>
                                      <p:to>
                                        <p:strVal val="visible"/>
                                      </p:to>
                                    </p:set>
                                    <p:animEffect transition="in" filter="box(out)">
                                      <p:cBhvr>
                                        <p:cTn id="18" dur="500"/>
                                        <p:tgtEl>
                                          <p:spTgt spid="1118267"/>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18265"/>
                                        </p:tgtEl>
                                        <p:attrNameLst>
                                          <p:attrName>style.visibility</p:attrName>
                                        </p:attrNameLst>
                                      </p:cBhvr>
                                      <p:to>
                                        <p:strVal val="visible"/>
                                      </p:to>
                                    </p:set>
                                    <p:animEffect transition="in" filter="box(out)">
                                      <p:cBhvr>
                                        <p:cTn id="23" dur="500"/>
                                        <p:tgtEl>
                                          <p:spTgt spid="1118265"/>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18266"/>
                                        </p:tgtEl>
                                        <p:attrNameLst>
                                          <p:attrName>style.visibility</p:attrName>
                                        </p:attrNameLst>
                                      </p:cBhvr>
                                      <p:to>
                                        <p:strVal val="visible"/>
                                      </p:to>
                                    </p:set>
                                    <p:animEffect transition="in" filter="box(out)">
                                      <p:cBhvr>
                                        <p:cTn id="28" dur="500"/>
                                        <p:tgtEl>
                                          <p:spTgt spid="1118266"/>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118301"/>
                                        </p:tgtEl>
                                        <p:attrNameLst>
                                          <p:attrName>style.visibility</p:attrName>
                                        </p:attrNameLst>
                                      </p:cBhvr>
                                      <p:to>
                                        <p:strVal val="visible"/>
                                      </p:to>
                                    </p:set>
                                    <p:animEffect transition="in" filter="box(out)">
                                      <p:cBhvr>
                                        <p:cTn id="33" dur="500"/>
                                        <p:tgtEl>
                                          <p:spTgt spid="1118301"/>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118300"/>
                                        </p:tgtEl>
                                        <p:attrNameLst>
                                          <p:attrName>style.visibility</p:attrName>
                                        </p:attrNameLst>
                                      </p:cBhvr>
                                      <p:to>
                                        <p:strVal val="visible"/>
                                      </p:to>
                                    </p:set>
                                    <p:animEffect transition="in" filter="box(out)">
                                      <p:cBhvr>
                                        <p:cTn id="38" dur="500"/>
                                        <p:tgtEl>
                                          <p:spTgt spid="1118300"/>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8263" grpId="0"/>
      <p:bldP spid="1118264" grpId="0" animBg="1" autoUpdateAnimBg="0"/>
      <p:bldP spid="1118265" grpId="0" animBg="1" autoUpdateAnimBg="0"/>
      <p:bldP spid="1118266" grpId="0" animBg="1" autoUpdateAnimBg="0"/>
      <p:bldP spid="1118300" grpId="0" animBg="1" autoUpdateAnimBg="0"/>
      <p:bldP spid="1118301"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0262" name="Rectangle 6"/>
          <p:cNvSpPr>
            <a:spLocks noChangeArrowheads="1"/>
          </p:cNvSpPr>
          <p:nvPr/>
        </p:nvSpPr>
        <p:spPr bwMode="auto">
          <a:xfrm>
            <a:off x="1199456" y="1412776"/>
            <a:ext cx="3060453"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533400" algn="l"/>
              </a:tabLst>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联合体变量的引用</a:t>
            </a:r>
          </a:p>
        </p:txBody>
      </p:sp>
      <p:sp>
        <p:nvSpPr>
          <p:cNvPr id="1120307" name="Text Box 51"/>
          <p:cNvSpPr txBox="1">
            <a:spLocks noChangeArrowheads="1"/>
          </p:cNvSpPr>
          <p:nvPr/>
        </p:nvSpPr>
        <p:spPr bwMode="auto">
          <a:xfrm>
            <a:off x="1237422" y="2060476"/>
            <a:ext cx="5040312" cy="504825"/>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00000"/>
                </a:solidFill>
                <a:latin typeface="+mn-lt"/>
                <a:ea typeface="楷体" pitchFamily="49" charset="-122"/>
              </a:rPr>
              <a:t>联合体变量名</a:t>
            </a:r>
            <a:r>
              <a:rPr lang="en-US" altLang="zh-CN" sz="2000" b="1">
                <a:solidFill>
                  <a:srgbClr val="C00000"/>
                </a:solidFill>
                <a:latin typeface="+mn-lt"/>
                <a:ea typeface="楷体" pitchFamily="49" charset="-122"/>
              </a:rPr>
              <a:t>.</a:t>
            </a:r>
            <a:r>
              <a:rPr lang="zh-CN" altLang="en-US" sz="2000" b="1">
                <a:solidFill>
                  <a:srgbClr val="C00000"/>
                </a:solidFill>
                <a:latin typeface="+mn-lt"/>
                <a:ea typeface="楷体" pitchFamily="49" charset="-122"/>
                <a:sym typeface="Wingdings 3" pitchFamily="18" charset="2"/>
              </a:rPr>
              <a:t>成员名</a:t>
            </a:r>
          </a:p>
        </p:txBody>
      </p:sp>
      <p:sp>
        <p:nvSpPr>
          <p:cNvPr id="1120308" name="Text Box 52"/>
          <p:cNvSpPr txBox="1">
            <a:spLocks noChangeArrowheads="1"/>
          </p:cNvSpPr>
          <p:nvPr/>
        </p:nvSpPr>
        <p:spPr bwMode="auto">
          <a:xfrm>
            <a:off x="1234087" y="2747864"/>
            <a:ext cx="8030265" cy="504825"/>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0000"/>
                </a:solidFill>
                <a:latin typeface="+mn-lt"/>
                <a:ea typeface="楷体" pitchFamily="49" charset="-122"/>
              </a:rPr>
              <a:t>联合体指针名</a:t>
            </a:r>
            <a:r>
              <a:rPr lang="en-US" altLang="zh-CN" sz="2000" b="1" dirty="0">
                <a:solidFill>
                  <a:srgbClr val="C00000"/>
                </a:solidFill>
                <a:latin typeface="+mn-lt"/>
                <a:ea typeface="楷体" pitchFamily="49" charset="-122"/>
              </a:rPr>
              <a:t>-&gt;</a:t>
            </a:r>
            <a:r>
              <a:rPr lang="zh-CN" altLang="en-US" sz="2000" b="1" dirty="0">
                <a:solidFill>
                  <a:srgbClr val="C00000"/>
                </a:solidFill>
                <a:latin typeface="+mn-lt"/>
                <a:ea typeface="楷体" pitchFamily="49" charset="-122"/>
                <a:sym typeface="Wingdings 3" pitchFamily="18" charset="2"/>
              </a:rPr>
              <a:t>成员名  </a:t>
            </a:r>
            <a:r>
              <a:rPr lang="zh-CN" altLang="en-US" sz="2000" b="1" dirty="0">
                <a:solidFill>
                  <a:srgbClr val="002060"/>
                </a:solidFill>
                <a:latin typeface="+mn-lt"/>
                <a:ea typeface="楷体" pitchFamily="49" charset="-122"/>
                <a:sym typeface="Wingdings 3" pitchFamily="18" charset="2"/>
              </a:rPr>
              <a:t>或</a:t>
            </a:r>
            <a:r>
              <a:rPr lang="zh-CN" altLang="en-US" sz="2000" b="1" dirty="0">
                <a:solidFill>
                  <a:srgbClr val="C00000"/>
                </a:solidFill>
                <a:latin typeface="+mn-lt"/>
                <a:ea typeface="楷体" pitchFamily="49" charset="-122"/>
                <a:sym typeface="Wingdings 3" pitchFamily="18" charset="2"/>
              </a:rPr>
              <a:t>  </a:t>
            </a:r>
            <a:r>
              <a:rPr lang="en-US" altLang="zh-CN" sz="2000" b="1" dirty="0">
                <a:solidFill>
                  <a:srgbClr val="C00000"/>
                </a:solidFill>
                <a:latin typeface="+mn-lt"/>
                <a:ea typeface="楷体" pitchFamily="49" charset="-122"/>
                <a:sym typeface="Wingdings 3" pitchFamily="18" charset="2"/>
              </a:rPr>
              <a:t>(*</a:t>
            </a:r>
            <a:r>
              <a:rPr lang="zh-CN" altLang="en-US" sz="2000" b="1" dirty="0">
                <a:solidFill>
                  <a:srgbClr val="C00000"/>
                </a:solidFill>
                <a:latin typeface="+mn-lt"/>
                <a:ea typeface="楷体" pitchFamily="49" charset="-122"/>
              </a:rPr>
              <a:t>联合体指针名</a:t>
            </a:r>
            <a:r>
              <a:rPr lang="en-US" altLang="zh-CN" sz="2000" b="1" dirty="0">
                <a:solidFill>
                  <a:srgbClr val="C00000"/>
                </a:solidFill>
                <a:latin typeface="+mn-lt"/>
                <a:ea typeface="楷体" pitchFamily="49" charset="-122"/>
              </a:rPr>
              <a:t>).</a:t>
            </a:r>
            <a:r>
              <a:rPr lang="zh-CN" altLang="en-US" sz="2000" b="1" dirty="0">
                <a:solidFill>
                  <a:srgbClr val="C00000"/>
                </a:solidFill>
                <a:latin typeface="+mn-lt"/>
                <a:ea typeface="楷体" pitchFamily="49" charset="-122"/>
                <a:sym typeface="Wingdings 3" pitchFamily="18" charset="2"/>
              </a:rPr>
              <a:t>成员名</a:t>
            </a:r>
            <a:r>
              <a:rPr lang="zh-CN" altLang="en-US" dirty="0">
                <a:solidFill>
                  <a:srgbClr val="C00000"/>
                </a:solidFill>
                <a:latin typeface="+mn-lt"/>
                <a:ea typeface="楷体" pitchFamily="49" charset="-122"/>
                <a:sym typeface="Wingdings 3" pitchFamily="18" charset="2"/>
              </a:rPr>
              <a:t> </a:t>
            </a:r>
          </a:p>
        </p:txBody>
      </p:sp>
      <p:grpSp>
        <p:nvGrpSpPr>
          <p:cNvPr id="1120315" name="Group 59"/>
          <p:cNvGrpSpPr>
            <a:grpSpLocks/>
          </p:cNvGrpSpPr>
          <p:nvPr/>
        </p:nvGrpSpPr>
        <p:grpSpPr bwMode="auto">
          <a:xfrm>
            <a:off x="1222316" y="3623567"/>
            <a:ext cx="8258170" cy="2686050"/>
            <a:chOff x="657" y="1489"/>
            <a:chExt cx="5202" cy="1692"/>
          </a:xfrm>
        </p:grpSpPr>
        <p:sp>
          <p:nvSpPr>
            <p:cNvPr id="1120310" name="Text Box 54" descr="信纸"/>
            <p:cNvSpPr txBox="1">
              <a:spLocks noChangeArrowheads="1"/>
            </p:cNvSpPr>
            <p:nvPr/>
          </p:nvSpPr>
          <p:spPr bwMode="auto">
            <a:xfrm>
              <a:off x="657" y="1489"/>
              <a:ext cx="2798" cy="169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en-US" altLang="zh-CN" b="1"/>
                <a:t>union data </a:t>
              </a:r>
            </a:p>
            <a:p>
              <a:pPr eaLnBrk="0" hangingPunct="0"/>
              <a:r>
                <a:rPr lang="en-US" altLang="zh-CN" b="1"/>
                <a:t>{    </a:t>
              </a:r>
            </a:p>
            <a:p>
              <a:pPr eaLnBrk="0" hangingPunct="0"/>
              <a:r>
                <a:rPr lang="en-US" altLang="zh-CN" b="1"/>
                <a:t>    int i;</a:t>
              </a:r>
            </a:p>
            <a:p>
              <a:pPr eaLnBrk="0" hangingPunct="0"/>
              <a:r>
                <a:rPr lang="en-US" altLang="zh-CN" b="1"/>
                <a:t>    char ch;</a:t>
              </a:r>
            </a:p>
            <a:p>
              <a:pPr eaLnBrk="0" hangingPunct="0"/>
              <a:r>
                <a:rPr lang="en-US" altLang="zh-CN" b="1"/>
                <a:t>    float f;</a:t>
              </a:r>
            </a:p>
            <a:p>
              <a:pPr eaLnBrk="0" hangingPunct="0"/>
              <a:r>
                <a:rPr lang="en-US" altLang="zh-CN" b="1"/>
                <a:t>};</a:t>
              </a:r>
            </a:p>
            <a:p>
              <a:pPr eaLnBrk="0" hangingPunct="0"/>
              <a:r>
                <a:rPr lang="en-US" altLang="zh-CN" b="1"/>
                <a:t>union data a, b, c, *p, d[3];</a:t>
              </a:r>
            </a:p>
          </p:txBody>
        </p:sp>
        <p:sp>
          <p:nvSpPr>
            <p:cNvPr id="1120311" name="Rectangle 55"/>
            <p:cNvSpPr>
              <a:spLocks noChangeArrowheads="1"/>
            </p:cNvSpPr>
            <p:nvPr/>
          </p:nvSpPr>
          <p:spPr bwMode="auto">
            <a:xfrm>
              <a:off x="3855" y="1548"/>
              <a:ext cx="1299" cy="300"/>
            </a:xfrm>
            <a:prstGeom prst="rect">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b="1" dirty="0" err="1"/>
                <a:t>a.i</a:t>
              </a:r>
              <a:r>
                <a:rPr lang="en-US" altLang="zh-CN" b="1" dirty="0"/>
                <a:t>    a.ch     </a:t>
              </a:r>
              <a:r>
                <a:rPr lang="en-US" altLang="zh-CN" b="1" dirty="0" err="1"/>
                <a:t>a.f</a:t>
              </a:r>
              <a:endParaRPr lang="en-US" altLang="zh-CN" b="1" dirty="0"/>
            </a:p>
          </p:txBody>
        </p:sp>
        <p:sp>
          <p:nvSpPr>
            <p:cNvPr id="1120312" name="Rectangle 56"/>
            <p:cNvSpPr>
              <a:spLocks noChangeArrowheads="1"/>
            </p:cNvSpPr>
            <p:nvPr/>
          </p:nvSpPr>
          <p:spPr bwMode="auto">
            <a:xfrm>
              <a:off x="3854" y="1924"/>
              <a:ext cx="1515" cy="300"/>
            </a:xfrm>
            <a:prstGeom prst="rect">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b="1"/>
                <a:t>p-&gt;i   p-&gt;ch  p-&gt;f</a:t>
              </a:r>
            </a:p>
          </p:txBody>
        </p:sp>
        <p:sp>
          <p:nvSpPr>
            <p:cNvPr id="1120313" name="Rectangle 57"/>
            <p:cNvSpPr>
              <a:spLocks noChangeArrowheads="1"/>
            </p:cNvSpPr>
            <p:nvPr/>
          </p:nvSpPr>
          <p:spPr bwMode="auto">
            <a:xfrm>
              <a:off x="3855" y="2300"/>
              <a:ext cx="1812" cy="300"/>
            </a:xfrm>
            <a:prstGeom prst="rect">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b="1"/>
                <a:t>(*p).i   (*p).ch  (*p).f</a:t>
              </a:r>
            </a:p>
          </p:txBody>
        </p:sp>
        <p:sp>
          <p:nvSpPr>
            <p:cNvPr id="1120314" name="Rectangle 58"/>
            <p:cNvSpPr>
              <a:spLocks noChangeArrowheads="1"/>
            </p:cNvSpPr>
            <p:nvPr/>
          </p:nvSpPr>
          <p:spPr bwMode="auto">
            <a:xfrm>
              <a:off x="3855" y="2676"/>
              <a:ext cx="2004" cy="300"/>
            </a:xfrm>
            <a:prstGeom prst="rect">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b="1"/>
                <a:t>d[0].i    d[0].ch     d[0].f</a:t>
              </a:r>
            </a:p>
          </p:txBody>
        </p:sp>
      </p:grpSp>
      <p:sp>
        <p:nvSpPr>
          <p:cNvPr id="14" name="Rectangle 4">
            <a:extLst>
              <a:ext uri="{FF2B5EF4-FFF2-40B4-BE49-F238E27FC236}">
                <a16:creationId xmlns:a16="http://schemas.microsoft.com/office/drawing/2014/main" id="{4524E94D-CEC1-4700-8869-47127F004B63}"/>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联合体</a:t>
            </a:r>
          </a:p>
        </p:txBody>
      </p:sp>
      <p:sp>
        <p:nvSpPr>
          <p:cNvPr id="15" name="Rectangle 54">
            <a:extLst>
              <a:ext uri="{FF2B5EF4-FFF2-40B4-BE49-F238E27FC236}">
                <a16:creationId xmlns:a16="http://schemas.microsoft.com/office/drawing/2014/main" id="{79884E72-AEFD-4F67-A97D-96AE0CC27C20}"/>
              </a:ext>
            </a:extLst>
          </p:cNvPr>
          <p:cNvSpPr>
            <a:spLocks noChangeArrowheads="1"/>
          </p:cNvSpPr>
          <p:nvPr/>
        </p:nvSpPr>
        <p:spPr bwMode="auto">
          <a:xfrm>
            <a:off x="632100" y="817070"/>
            <a:ext cx="4782078"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mn-lt"/>
                <a:ea typeface="楷体" pitchFamily="49" charset="-122"/>
              </a:rPr>
              <a:t>2</a:t>
            </a:r>
            <a:r>
              <a:rPr lang="zh-CN" altLang="en-US" sz="2800" b="1" dirty="0">
                <a:solidFill>
                  <a:srgbClr val="C00000"/>
                </a:solidFill>
                <a:latin typeface="+mn-lt"/>
                <a:ea typeface="楷体" pitchFamily="49" charset="-122"/>
              </a:rPr>
              <a:t>、联合体变量的定义和引用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0262"/>
                                        </p:tgtEl>
                                        <p:attrNameLst>
                                          <p:attrName>style.visibility</p:attrName>
                                        </p:attrNameLst>
                                      </p:cBhvr>
                                      <p:to>
                                        <p:strVal val="visible"/>
                                      </p:to>
                                    </p:set>
                                    <p:anim calcmode="lin" valueType="num">
                                      <p:cBhvr additive="base">
                                        <p:cTn id="7" dur="500" fill="hold"/>
                                        <p:tgtEl>
                                          <p:spTgt spid="1120262"/>
                                        </p:tgtEl>
                                        <p:attrNameLst>
                                          <p:attrName>ppt_x</p:attrName>
                                        </p:attrNameLst>
                                      </p:cBhvr>
                                      <p:tavLst>
                                        <p:tav tm="0">
                                          <p:val>
                                            <p:strVal val="0-#ppt_w/2"/>
                                          </p:val>
                                        </p:tav>
                                        <p:tav tm="100000">
                                          <p:val>
                                            <p:strVal val="#ppt_x"/>
                                          </p:val>
                                        </p:tav>
                                      </p:tavLst>
                                    </p:anim>
                                    <p:anim calcmode="lin" valueType="num">
                                      <p:cBhvr additive="base">
                                        <p:cTn id="8" dur="500" fill="hold"/>
                                        <p:tgtEl>
                                          <p:spTgt spid="11202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20307"/>
                                        </p:tgtEl>
                                        <p:attrNameLst>
                                          <p:attrName>style.visibility</p:attrName>
                                        </p:attrNameLst>
                                      </p:cBhvr>
                                      <p:to>
                                        <p:strVal val="visible"/>
                                      </p:to>
                                    </p:set>
                                    <p:animEffect transition="in" filter="box(out)">
                                      <p:cBhvr>
                                        <p:cTn id="13" dur="500"/>
                                        <p:tgtEl>
                                          <p:spTgt spid="1120307"/>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20308"/>
                                        </p:tgtEl>
                                        <p:attrNameLst>
                                          <p:attrName>style.visibility</p:attrName>
                                        </p:attrNameLst>
                                      </p:cBhvr>
                                      <p:to>
                                        <p:strVal val="visible"/>
                                      </p:to>
                                    </p:set>
                                    <p:animEffect transition="in" filter="box(out)">
                                      <p:cBhvr>
                                        <p:cTn id="18" dur="500"/>
                                        <p:tgtEl>
                                          <p:spTgt spid="1120308"/>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20315"/>
                                        </p:tgtEl>
                                        <p:attrNameLst>
                                          <p:attrName>style.visibility</p:attrName>
                                        </p:attrNameLst>
                                      </p:cBhvr>
                                      <p:to>
                                        <p:strVal val="visible"/>
                                      </p:to>
                                    </p:set>
                                    <p:animEffect transition="in" filter="box(out)">
                                      <p:cBhvr>
                                        <p:cTn id="23" dur="500"/>
                                        <p:tgtEl>
                                          <p:spTgt spid="1120315"/>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0262" grpId="0"/>
      <p:bldP spid="1120307" grpId="0" animBg="1"/>
      <p:bldP spid="1120308"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2309" name="Rectangle 5"/>
          <p:cNvSpPr>
            <a:spLocks noChangeArrowheads="1"/>
          </p:cNvSpPr>
          <p:nvPr/>
        </p:nvSpPr>
        <p:spPr bwMode="auto">
          <a:xfrm>
            <a:off x="683098" y="794722"/>
            <a:ext cx="3700052"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mn-lt"/>
                <a:ea typeface="楷体" pitchFamily="49" charset="-122"/>
              </a:rPr>
              <a:t>3</a:t>
            </a:r>
            <a:r>
              <a:rPr lang="zh-CN" altLang="en-US" sz="2800" b="1" dirty="0">
                <a:solidFill>
                  <a:srgbClr val="C00000"/>
                </a:solidFill>
                <a:latin typeface="+mn-lt"/>
                <a:ea typeface="楷体" pitchFamily="49" charset="-122"/>
              </a:rPr>
              <a:t>、联合体变量的赋值 </a:t>
            </a:r>
          </a:p>
        </p:txBody>
      </p:sp>
      <p:sp>
        <p:nvSpPr>
          <p:cNvPr id="1122310" name="Rectangle 6"/>
          <p:cNvSpPr>
            <a:spLocks noChangeArrowheads="1"/>
          </p:cNvSpPr>
          <p:nvPr/>
        </p:nvSpPr>
        <p:spPr bwMode="auto">
          <a:xfrm>
            <a:off x="1171304" y="1361133"/>
            <a:ext cx="3988592"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533400" algn="l"/>
              </a:tabLst>
            </a:pPr>
            <a:r>
              <a:rPr lang="en-US" altLang="zh-CN" b="1">
                <a:solidFill>
                  <a:srgbClr val="C00000"/>
                </a:solidFill>
                <a:latin typeface="+mn-lt"/>
                <a:ea typeface="楷体" pitchFamily="49" charset="-122"/>
              </a:rPr>
              <a:t> </a:t>
            </a:r>
            <a:r>
              <a:rPr lang="zh-CN" altLang="en-US" b="1">
                <a:solidFill>
                  <a:srgbClr val="C00000"/>
                </a:solidFill>
                <a:latin typeface="+mn-lt"/>
                <a:ea typeface="楷体" pitchFamily="49" charset="-122"/>
              </a:rPr>
              <a:t>联合体变量的初始化赋值</a:t>
            </a:r>
          </a:p>
        </p:txBody>
      </p:sp>
      <p:sp>
        <p:nvSpPr>
          <p:cNvPr id="1122349" name="Rectangle 45"/>
          <p:cNvSpPr>
            <a:spLocks noChangeArrowheads="1"/>
          </p:cNvSpPr>
          <p:nvPr/>
        </p:nvSpPr>
        <p:spPr bwMode="auto">
          <a:xfrm>
            <a:off x="746400" y="1796092"/>
            <a:ext cx="10389914" cy="830997"/>
          </a:xfrm>
          <a:prstGeom prst="rect">
            <a:avLst/>
          </a:prstGeom>
          <a:noFill/>
          <a:ln w="9525">
            <a:noFill/>
            <a:miter lim="800000"/>
            <a:headEnd/>
            <a:tailEnd/>
          </a:ln>
          <a:effectLst/>
        </p:spPr>
        <p:txBody>
          <a:bodyPr wrap="square" anchor="ctr">
            <a:spAutoFit/>
          </a:bodyPr>
          <a:lstStyle/>
          <a:p>
            <a:r>
              <a:rPr lang="en-US" altLang="zh-CN" b="1" dirty="0">
                <a:latin typeface="+mn-lt"/>
                <a:ea typeface="楷体" pitchFamily="49" charset="-122"/>
              </a:rPr>
              <a:t>        </a:t>
            </a:r>
            <a:r>
              <a:rPr lang="zh-CN" altLang="en-US" b="1" dirty="0">
                <a:latin typeface="+mn-lt"/>
                <a:ea typeface="楷体" pitchFamily="49" charset="-122"/>
              </a:rPr>
              <a:t>定义联合体变量时可以对变量赋初值，但</a:t>
            </a:r>
            <a:r>
              <a:rPr lang="zh-CN" altLang="en-US" b="1" dirty="0">
                <a:solidFill>
                  <a:srgbClr val="C00000"/>
                </a:solidFill>
                <a:latin typeface="+mn-lt"/>
                <a:ea typeface="楷体" pitchFamily="49" charset="-122"/>
              </a:rPr>
              <a:t>只能对变量的第一个成员赋初值</a:t>
            </a:r>
            <a:r>
              <a:rPr lang="zh-CN" altLang="en-US" b="1" dirty="0">
                <a:latin typeface="+mn-lt"/>
                <a:ea typeface="楷体" pitchFamily="49" charset="-122"/>
              </a:rPr>
              <a:t>，不可象结构体变量那样对所有的成员赋初值。 </a:t>
            </a:r>
          </a:p>
        </p:txBody>
      </p:sp>
      <p:sp>
        <p:nvSpPr>
          <p:cNvPr id="1122351" name="Rectangle 47" descr="信纸"/>
          <p:cNvSpPr>
            <a:spLocks noChangeArrowheads="1"/>
          </p:cNvSpPr>
          <p:nvPr/>
        </p:nvSpPr>
        <p:spPr bwMode="auto">
          <a:xfrm>
            <a:off x="1467892" y="2771105"/>
            <a:ext cx="9647659" cy="3178175"/>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00000"/>
                </a:solidFill>
                <a:ea typeface="楷体_GB2312" pitchFamily="49" charset="-122"/>
              </a:rPr>
              <a:t>union </a:t>
            </a:r>
            <a:r>
              <a:rPr lang="en-US" altLang="zh-CN" sz="2000" b="1" dirty="0" err="1">
                <a:solidFill>
                  <a:srgbClr val="C00000"/>
                </a:solidFill>
                <a:ea typeface="楷体_GB2312" pitchFamily="49" charset="-122"/>
              </a:rPr>
              <a:t>UData</a:t>
            </a:r>
            <a:endParaRPr lang="en-US" altLang="zh-CN" sz="2000" b="1" dirty="0">
              <a:solidFill>
                <a:srgbClr val="C00000"/>
              </a:solidFill>
              <a:ea typeface="楷体_GB2312" pitchFamily="49" charset="-122"/>
            </a:endParaRPr>
          </a:p>
          <a:p>
            <a:r>
              <a:rPr lang="en-US" altLang="zh-CN" sz="2000" b="1" dirty="0">
                <a:ea typeface="楷体_GB2312" pitchFamily="49" charset="-122"/>
              </a:rPr>
              <a:t>{  </a:t>
            </a:r>
          </a:p>
          <a:p>
            <a:r>
              <a:rPr lang="en-US" altLang="zh-CN" sz="2000" b="1" dirty="0">
                <a:ea typeface="楷体_GB2312" pitchFamily="49" charset="-122"/>
              </a:rPr>
              <a:t>   short </a:t>
            </a:r>
            <a:r>
              <a:rPr lang="en-US" altLang="zh-CN" sz="2000" b="1" dirty="0" err="1">
                <a:ea typeface="楷体_GB2312" pitchFamily="49" charset="-122"/>
              </a:rPr>
              <a:t>i</a:t>
            </a:r>
            <a:r>
              <a:rPr lang="en-US" altLang="zh-CN" sz="2000" b="1" dirty="0">
                <a:ea typeface="楷体_GB2312" pitchFamily="49" charset="-122"/>
              </a:rPr>
              <a:t>;  </a:t>
            </a:r>
          </a:p>
          <a:p>
            <a:r>
              <a:rPr lang="en-US" altLang="zh-CN" sz="2000" b="1" dirty="0">
                <a:ea typeface="楷体_GB2312" pitchFamily="49" charset="-122"/>
              </a:rPr>
              <a:t>   char </a:t>
            </a:r>
            <a:r>
              <a:rPr lang="en-US" altLang="zh-CN" sz="2000" b="1" dirty="0" err="1">
                <a:ea typeface="楷体_GB2312" pitchFamily="49" charset="-122"/>
              </a:rPr>
              <a:t>ch</a:t>
            </a:r>
            <a:r>
              <a:rPr lang="en-US" altLang="zh-CN" sz="2000" b="1" dirty="0">
                <a:ea typeface="楷体_GB2312" pitchFamily="49" charset="-122"/>
              </a:rPr>
              <a:t>;  </a:t>
            </a:r>
          </a:p>
          <a:p>
            <a:r>
              <a:rPr lang="en-US" altLang="zh-CN" sz="2000" b="1" dirty="0">
                <a:ea typeface="楷体_GB2312" pitchFamily="49" charset="-122"/>
              </a:rPr>
              <a:t>   float f;</a:t>
            </a:r>
          </a:p>
          <a:p>
            <a:r>
              <a:rPr lang="en-US" altLang="zh-CN" sz="2000" b="1" dirty="0">
                <a:ea typeface="楷体_GB2312" pitchFamily="49" charset="-122"/>
              </a:rPr>
              <a:t>};</a:t>
            </a:r>
          </a:p>
          <a:p>
            <a:r>
              <a:rPr lang="en-US" altLang="zh-CN" sz="2000" b="1" dirty="0">
                <a:ea typeface="楷体_GB2312" pitchFamily="49" charset="-122"/>
              </a:rPr>
              <a:t>union </a:t>
            </a:r>
            <a:r>
              <a:rPr lang="en-US" altLang="zh-CN" sz="2000" b="1" dirty="0" err="1">
                <a:ea typeface="楷体_GB2312" pitchFamily="49" charset="-122"/>
              </a:rPr>
              <a:t>UData</a:t>
            </a:r>
            <a:r>
              <a:rPr lang="en-US" altLang="zh-CN" sz="2000" b="1" dirty="0">
                <a:ea typeface="楷体_GB2312" pitchFamily="49" charset="-122"/>
              </a:rPr>
              <a:t> data = {10};                    </a:t>
            </a:r>
            <a:r>
              <a:rPr lang="en-US" altLang="zh-CN" sz="1800" b="1" dirty="0">
                <a:solidFill>
                  <a:srgbClr val="002060"/>
                </a:solidFill>
                <a:latin typeface="+mn-lt"/>
                <a:ea typeface="楷体" pitchFamily="49" charset="-122"/>
              </a:rPr>
              <a:t>//10</a:t>
            </a:r>
            <a:r>
              <a:rPr lang="zh-CN" altLang="en-US" sz="1800" b="1" dirty="0">
                <a:solidFill>
                  <a:srgbClr val="002060"/>
                </a:solidFill>
                <a:latin typeface="+mn-lt"/>
                <a:ea typeface="楷体" pitchFamily="49" charset="-122"/>
              </a:rPr>
              <a:t>赋给成员</a:t>
            </a:r>
            <a:r>
              <a:rPr lang="en-US" altLang="zh-CN" sz="1800" b="1" dirty="0" err="1">
                <a:solidFill>
                  <a:srgbClr val="002060"/>
                </a:solidFill>
                <a:latin typeface="+mn-lt"/>
                <a:ea typeface="楷体" pitchFamily="49" charset="-122"/>
              </a:rPr>
              <a:t>i</a:t>
            </a:r>
            <a:endParaRPr lang="en-US" altLang="zh-CN" sz="1800" b="1" dirty="0">
              <a:solidFill>
                <a:srgbClr val="002060"/>
              </a:solidFill>
              <a:latin typeface="+mn-lt"/>
              <a:ea typeface="楷体" pitchFamily="49" charset="-122"/>
            </a:endParaRPr>
          </a:p>
          <a:p>
            <a:r>
              <a:rPr lang="en-US" altLang="zh-CN" sz="2000" b="1" dirty="0">
                <a:ea typeface="楷体_GB2312" pitchFamily="49" charset="-122"/>
              </a:rPr>
              <a:t>union </a:t>
            </a:r>
            <a:r>
              <a:rPr lang="en-US" altLang="zh-CN" sz="2000" b="1" dirty="0" err="1">
                <a:ea typeface="楷体_GB2312" pitchFamily="49" charset="-122"/>
              </a:rPr>
              <a:t>UData</a:t>
            </a:r>
            <a:r>
              <a:rPr lang="en-US" altLang="zh-CN" sz="2000" b="1" dirty="0">
                <a:ea typeface="楷体_GB2312" pitchFamily="49" charset="-122"/>
              </a:rPr>
              <a:t> data = {'A'};                  </a:t>
            </a:r>
            <a:r>
              <a:rPr lang="en-US" altLang="zh-CN" sz="1800" b="1" dirty="0">
                <a:solidFill>
                  <a:srgbClr val="002060"/>
                </a:solidFill>
                <a:latin typeface="+mn-lt"/>
                <a:ea typeface="楷体" pitchFamily="49" charset="-122"/>
              </a:rPr>
              <a:t>//'A'</a:t>
            </a:r>
            <a:r>
              <a:rPr lang="zh-CN" altLang="en-US" sz="1800" b="1" dirty="0">
                <a:solidFill>
                  <a:srgbClr val="002060"/>
                </a:solidFill>
                <a:latin typeface="+mn-lt"/>
                <a:ea typeface="楷体" pitchFamily="49" charset="-122"/>
              </a:rPr>
              <a:t>赋给成员</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，即</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的值为</a:t>
            </a:r>
            <a:r>
              <a:rPr lang="en-US" altLang="zh-CN" sz="1800" b="1" dirty="0">
                <a:solidFill>
                  <a:srgbClr val="002060"/>
                </a:solidFill>
                <a:latin typeface="+mn-lt"/>
                <a:ea typeface="楷体" pitchFamily="49" charset="-122"/>
              </a:rPr>
              <a:t>65</a:t>
            </a:r>
            <a:r>
              <a:rPr lang="zh-CN" altLang="en-US" sz="1800" b="1" dirty="0">
                <a:solidFill>
                  <a:srgbClr val="002060"/>
                </a:solidFill>
                <a:latin typeface="+mn-lt"/>
                <a:ea typeface="楷体" pitchFamily="49" charset="-122"/>
              </a:rPr>
              <a:t>（</a:t>
            </a:r>
            <a:r>
              <a:rPr lang="en-US" altLang="zh-CN" sz="1800" b="1" dirty="0">
                <a:solidFill>
                  <a:srgbClr val="002060"/>
                </a:solidFill>
                <a:latin typeface="+mn-lt"/>
                <a:ea typeface="楷体" pitchFamily="49" charset="-122"/>
              </a:rPr>
              <a:t>'A'</a:t>
            </a:r>
            <a:r>
              <a:rPr lang="zh-CN" altLang="en-US" sz="1800" b="1" dirty="0">
                <a:solidFill>
                  <a:srgbClr val="002060"/>
                </a:solidFill>
                <a:latin typeface="+mn-lt"/>
                <a:ea typeface="楷体" pitchFamily="49" charset="-122"/>
              </a:rPr>
              <a:t>的</a:t>
            </a:r>
            <a:r>
              <a:rPr lang="en-US" altLang="zh-CN" sz="1800" b="1" dirty="0">
                <a:solidFill>
                  <a:srgbClr val="002060"/>
                </a:solidFill>
                <a:latin typeface="+mn-lt"/>
                <a:ea typeface="楷体" pitchFamily="49" charset="-122"/>
              </a:rPr>
              <a:t>ASCII</a:t>
            </a:r>
            <a:r>
              <a:rPr lang="zh-CN" altLang="en-US" sz="1800" b="1" dirty="0">
                <a:solidFill>
                  <a:srgbClr val="002060"/>
                </a:solidFill>
                <a:latin typeface="+mn-lt"/>
                <a:ea typeface="楷体" pitchFamily="49" charset="-122"/>
              </a:rPr>
              <a:t>码）</a:t>
            </a:r>
          </a:p>
          <a:p>
            <a:r>
              <a:rPr lang="en-US" altLang="zh-CN" sz="2000" b="1" dirty="0">
                <a:ea typeface="楷体_GB2312" pitchFamily="49" charset="-122"/>
              </a:rPr>
              <a:t>union </a:t>
            </a:r>
            <a:r>
              <a:rPr lang="en-US" altLang="zh-CN" sz="2000" b="1" dirty="0" err="1">
                <a:ea typeface="楷体_GB2312" pitchFamily="49" charset="-122"/>
              </a:rPr>
              <a:t>UData</a:t>
            </a:r>
            <a:r>
              <a:rPr lang="en-US" altLang="zh-CN" sz="2000" b="1" dirty="0">
                <a:ea typeface="楷体_GB2312" pitchFamily="49" charset="-122"/>
              </a:rPr>
              <a:t> data = {10, 'A', 12.5};   </a:t>
            </a:r>
            <a:r>
              <a:rPr lang="en-US" altLang="zh-CN" sz="1800" b="1" dirty="0">
                <a:solidFill>
                  <a:srgbClr val="002060"/>
                </a:solidFill>
                <a:latin typeface="+mn-lt"/>
                <a:ea typeface="楷体" pitchFamily="49" charset="-122"/>
              </a:rPr>
              <a:t>//</a:t>
            </a:r>
            <a:r>
              <a:rPr lang="zh-CN" altLang="en-US" sz="1800" b="1" dirty="0">
                <a:solidFill>
                  <a:srgbClr val="C00000"/>
                </a:solidFill>
                <a:latin typeface="+mn-lt"/>
                <a:ea typeface="楷体" pitchFamily="49" charset="-122"/>
              </a:rPr>
              <a:t>错误</a:t>
            </a:r>
            <a:r>
              <a:rPr lang="zh-CN" altLang="en-US" sz="1800" b="1" dirty="0">
                <a:solidFill>
                  <a:srgbClr val="002060"/>
                </a:solidFill>
                <a:latin typeface="+mn-lt"/>
                <a:ea typeface="楷体" pitchFamily="49" charset="-122"/>
              </a:rPr>
              <a:t>，</a:t>
            </a:r>
            <a:r>
              <a:rPr lang="en-US" altLang="zh-CN" sz="1800" b="1" dirty="0">
                <a:solidFill>
                  <a:srgbClr val="002060"/>
                </a:solidFill>
                <a:latin typeface="+mn-lt"/>
                <a:ea typeface="楷体" pitchFamily="49" charset="-122"/>
              </a:rPr>
              <a:t>{ }</a:t>
            </a:r>
            <a:r>
              <a:rPr lang="zh-CN" altLang="en-US" sz="1800" b="1" dirty="0">
                <a:solidFill>
                  <a:srgbClr val="002060"/>
                </a:solidFill>
                <a:latin typeface="+mn-lt"/>
                <a:ea typeface="楷体" pitchFamily="49" charset="-122"/>
              </a:rPr>
              <a:t>中只能有一个值</a:t>
            </a:r>
          </a:p>
          <a:p>
            <a:r>
              <a:rPr lang="en-US" altLang="zh-CN" sz="2000" b="1" dirty="0">
                <a:ea typeface="楷体_GB2312" pitchFamily="49" charset="-122"/>
              </a:rPr>
              <a:t>union </a:t>
            </a:r>
            <a:r>
              <a:rPr lang="en-US" altLang="zh-CN" sz="2000" b="1" dirty="0" err="1">
                <a:ea typeface="楷体_GB2312" pitchFamily="49" charset="-122"/>
              </a:rPr>
              <a:t>UData</a:t>
            </a:r>
            <a:r>
              <a:rPr lang="en-US" altLang="zh-CN" sz="2000" b="1" dirty="0">
                <a:ea typeface="楷体_GB2312" pitchFamily="49" charset="-122"/>
              </a:rPr>
              <a:t> data = 10;                      </a:t>
            </a:r>
            <a:r>
              <a:rPr lang="en-US" altLang="zh-CN" sz="1800" b="1" dirty="0">
                <a:solidFill>
                  <a:srgbClr val="002060"/>
                </a:solidFill>
                <a:latin typeface="+mn-lt"/>
                <a:ea typeface="楷体" pitchFamily="49" charset="-122"/>
              </a:rPr>
              <a:t>//</a:t>
            </a:r>
            <a:r>
              <a:rPr lang="zh-CN" altLang="en-US" sz="1800" b="1" dirty="0">
                <a:solidFill>
                  <a:srgbClr val="C00000"/>
                </a:solidFill>
                <a:latin typeface="+mn-lt"/>
                <a:ea typeface="楷体" pitchFamily="49" charset="-122"/>
              </a:rPr>
              <a:t>错误</a:t>
            </a:r>
            <a:r>
              <a:rPr lang="zh-CN" altLang="en-US" sz="1800" b="1" dirty="0">
                <a:solidFill>
                  <a:srgbClr val="002060"/>
                </a:solidFill>
                <a:latin typeface="+mn-lt"/>
                <a:ea typeface="楷体" pitchFamily="49" charset="-122"/>
              </a:rPr>
              <a:t>，初值必须用</a:t>
            </a:r>
            <a:r>
              <a:rPr lang="en-US" altLang="zh-CN" sz="1800" b="1" dirty="0">
                <a:solidFill>
                  <a:srgbClr val="002060"/>
                </a:solidFill>
                <a:latin typeface="+mn-lt"/>
                <a:ea typeface="楷体" pitchFamily="49" charset="-122"/>
              </a:rPr>
              <a:t>{ }</a:t>
            </a:r>
            <a:r>
              <a:rPr lang="zh-CN" altLang="en-US" sz="1800" b="1" dirty="0">
                <a:solidFill>
                  <a:srgbClr val="002060"/>
                </a:solidFill>
                <a:latin typeface="+mn-lt"/>
                <a:ea typeface="楷体" pitchFamily="49" charset="-122"/>
              </a:rPr>
              <a:t>括起来</a:t>
            </a:r>
          </a:p>
        </p:txBody>
      </p:sp>
      <p:sp>
        <p:nvSpPr>
          <p:cNvPr id="9" name="Rectangle 4">
            <a:extLst>
              <a:ext uri="{FF2B5EF4-FFF2-40B4-BE49-F238E27FC236}">
                <a16:creationId xmlns:a16="http://schemas.microsoft.com/office/drawing/2014/main" id="{B6184C94-AFAC-4F9C-8B16-D7F52AAE9F3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联合体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2310"/>
                                        </p:tgtEl>
                                        <p:attrNameLst>
                                          <p:attrName>style.visibility</p:attrName>
                                        </p:attrNameLst>
                                      </p:cBhvr>
                                      <p:to>
                                        <p:strVal val="visible"/>
                                      </p:to>
                                    </p:set>
                                    <p:anim calcmode="lin" valueType="num">
                                      <p:cBhvr additive="base">
                                        <p:cTn id="7" dur="500" fill="hold"/>
                                        <p:tgtEl>
                                          <p:spTgt spid="1122310"/>
                                        </p:tgtEl>
                                        <p:attrNameLst>
                                          <p:attrName>ppt_x</p:attrName>
                                        </p:attrNameLst>
                                      </p:cBhvr>
                                      <p:tavLst>
                                        <p:tav tm="0">
                                          <p:val>
                                            <p:strVal val="0-#ppt_w/2"/>
                                          </p:val>
                                        </p:tav>
                                        <p:tav tm="100000">
                                          <p:val>
                                            <p:strVal val="#ppt_x"/>
                                          </p:val>
                                        </p:tav>
                                      </p:tavLst>
                                    </p:anim>
                                    <p:anim calcmode="lin" valueType="num">
                                      <p:cBhvr additive="base">
                                        <p:cTn id="8" dur="500" fill="hold"/>
                                        <p:tgtEl>
                                          <p:spTgt spid="11223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22349"/>
                                        </p:tgtEl>
                                        <p:attrNameLst>
                                          <p:attrName>style.visibility</p:attrName>
                                        </p:attrNameLst>
                                      </p:cBhvr>
                                      <p:to>
                                        <p:strVal val="visible"/>
                                      </p:to>
                                    </p:set>
                                    <p:animEffect transition="in" filter="box(out)">
                                      <p:cBhvr>
                                        <p:cTn id="13" dur="500"/>
                                        <p:tgtEl>
                                          <p:spTgt spid="112234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22351"/>
                                        </p:tgtEl>
                                        <p:attrNameLst>
                                          <p:attrName>style.visibility</p:attrName>
                                        </p:attrNameLst>
                                      </p:cBhvr>
                                      <p:to>
                                        <p:strVal val="visible"/>
                                      </p:to>
                                    </p:set>
                                    <p:animEffect transition="in" filter="box(out)">
                                      <p:cBhvr>
                                        <p:cTn id="18" dur="500"/>
                                        <p:tgtEl>
                                          <p:spTgt spid="1122351"/>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2310" grpId="0"/>
      <p:bldP spid="1122349" grpId="0"/>
      <p:bldP spid="1122351"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4357" name="Rectangle 5"/>
          <p:cNvSpPr>
            <a:spLocks noChangeArrowheads="1"/>
          </p:cNvSpPr>
          <p:nvPr/>
        </p:nvSpPr>
        <p:spPr bwMode="auto">
          <a:xfrm>
            <a:off x="635527" y="817548"/>
            <a:ext cx="3700052"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mn-lt"/>
                <a:ea typeface="楷体" pitchFamily="49" charset="-122"/>
              </a:rPr>
              <a:t>3</a:t>
            </a:r>
            <a:r>
              <a:rPr lang="zh-CN" altLang="en-US" sz="2800" b="1" dirty="0">
                <a:solidFill>
                  <a:srgbClr val="C00000"/>
                </a:solidFill>
                <a:latin typeface="+mn-lt"/>
                <a:ea typeface="楷体" pitchFamily="49" charset="-122"/>
              </a:rPr>
              <a:t>、联合体变量的赋值 </a:t>
            </a:r>
          </a:p>
        </p:txBody>
      </p:sp>
      <p:sp>
        <p:nvSpPr>
          <p:cNvPr id="1124358" name="Rectangle 6"/>
          <p:cNvSpPr>
            <a:spLocks noChangeArrowheads="1"/>
          </p:cNvSpPr>
          <p:nvPr/>
        </p:nvSpPr>
        <p:spPr bwMode="auto">
          <a:xfrm>
            <a:off x="1199456" y="1294333"/>
            <a:ext cx="3988592"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533400" algn="l"/>
              </a:tabLst>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联合体变量在程序中赋值</a:t>
            </a:r>
          </a:p>
        </p:txBody>
      </p:sp>
      <p:sp>
        <p:nvSpPr>
          <p:cNvPr id="1124359" name="Rectangle 7"/>
          <p:cNvSpPr>
            <a:spLocks noChangeArrowheads="1"/>
          </p:cNvSpPr>
          <p:nvPr/>
        </p:nvSpPr>
        <p:spPr bwMode="auto">
          <a:xfrm>
            <a:off x="750396" y="1722958"/>
            <a:ext cx="10314156" cy="830997"/>
          </a:xfrm>
          <a:prstGeom prst="rect">
            <a:avLst/>
          </a:prstGeom>
          <a:noFill/>
          <a:ln w="9525">
            <a:noFill/>
            <a:miter lim="800000"/>
            <a:headEnd/>
            <a:tailEnd/>
          </a:ln>
          <a:effectLst/>
        </p:spPr>
        <p:txBody>
          <a:bodyPr wrap="square" anchor="ctr">
            <a:spAutoFit/>
          </a:bodyPr>
          <a:lstStyle/>
          <a:p>
            <a:r>
              <a:rPr lang="en-US" altLang="zh-CN" b="1" dirty="0">
                <a:latin typeface="+mn-lt"/>
                <a:ea typeface="楷体" pitchFamily="49" charset="-122"/>
              </a:rPr>
              <a:t>         </a:t>
            </a:r>
            <a:r>
              <a:rPr lang="zh-CN" altLang="en-US" b="1" dirty="0">
                <a:latin typeface="+mn-lt"/>
                <a:ea typeface="楷体" pitchFamily="49" charset="-122"/>
              </a:rPr>
              <a:t>定义了联合体变量以后，如果要对其赋值，则只能通过</a:t>
            </a:r>
            <a:r>
              <a:rPr lang="zh-CN" altLang="en-US" b="1" dirty="0">
                <a:solidFill>
                  <a:srgbClr val="C00000"/>
                </a:solidFill>
                <a:latin typeface="+mn-lt"/>
                <a:ea typeface="楷体" pitchFamily="49" charset="-122"/>
              </a:rPr>
              <a:t>对其成员赋值，不可对其整体赋值</a:t>
            </a:r>
            <a:r>
              <a:rPr lang="zh-CN" altLang="en-US" b="1" dirty="0">
                <a:latin typeface="+mn-lt"/>
                <a:ea typeface="楷体" pitchFamily="49" charset="-122"/>
              </a:rPr>
              <a:t>。</a:t>
            </a:r>
            <a:r>
              <a:rPr lang="zh-CN" altLang="en-US" dirty="0">
                <a:latin typeface="+mn-lt"/>
                <a:ea typeface="楷体" pitchFamily="49" charset="-122"/>
              </a:rPr>
              <a:t> </a:t>
            </a:r>
          </a:p>
        </p:txBody>
      </p:sp>
      <p:sp>
        <p:nvSpPr>
          <p:cNvPr id="1124361" name="Rectangle 9"/>
          <p:cNvSpPr>
            <a:spLocks noChangeArrowheads="1"/>
          </p:cNvSpPr>
          <p:nvPr/>
        </p:nvSpPr>
        <p:spPr bwMode="auto">
          <a:xfrm>
            <a:off x="7161411" y="2888699"/>
            <a:ext cx="4047157" cy="830997"/>
          </a:xfrm>
          <a:prstGeom prst="rect">
            <a:avLst/>
          </a:prstGeom>
          <a:noFill/>
          <a:ln w="9525">
            <a:noFill/>
            <a:miter lim="800000"/>
            <a:headEnd/>
            <a:tailEnd/>
          </a:ln>
          <a:effectLst/>
        </p:spPr>
        <p:txBody>
          <a:bodyPr wrap="square" anchor="ctr">
            <a:spAutoFit/>
          </a:bodyPr>
          <a:lstStyle/>
          <a:p>
            <a:r>
              <a:rPr lang="zh-CN" altLang="en-US" b="1" dirty="0">
                <a:latin typeface="+mn-lt"/>
                <a:ea typeface="楷体" pitchFamily="49" charset="-122"/>
              </a:rPr>
              <a:t>具有相同联合体类型的变量之间也可以相互赋值。</a:t>
            </a:r>
            <a:r>
              <a:rPr lang="zh-CN" altLang="en-US" dirty="0">
                <a:latin typeface="+mn-lt"/>
                <a:ea typeface="楷体" pitchFamily="49" charset="-122"/>
              </a:rPr>
              <a:t> </a:t>
            </a:r>
          </a:p>
        </p:txBody>
      </p:sp>
      <p:sp>
        <p:nvSpPr>
          <p:cNvPr id="1124363" name="Rectangle 11" descr="信纸"/>
          <p:cNvSpPr>
            <a:spLocks noChangeArrowheads="1"/>
          </p:cNvSpPr>
          <p:nvPr/>
        </p:nvSpPr>
        <p:spPr bwMode="auto">
          <a:xfrm>
            <a:off x="1199456" y="2460625"/>
            <a:ext cx="5400675" cy="4397375"/>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dirty="0">
                <a:solidFill>
                  <a:srgbClr val="C00000"/>
                </a:solidFill>
                <a:ea typeface="楷体_GB2312" pitchFamily="49" charset="-122"/>
              </a:rPr>
              <a:t>union </a:t>
            </a:r>
            <a:r>
              <a:rPr lang="en-US" altLang="zh-CN" sz="2000" b="1" dirty="0" err="1">
                <a:solidFill>
                  <a:srgbClr val="C00000"/>
                </a:solidFill>
                <a:ea typeface="楷体_GB2312" pitchFamily="49" charset="-122"/>
              </a:rPr>
              <a:t>UData</a:t>
            </a:r>
            <a:endParaRPr lang="en-US" altLang="zh-CN" sz="2000" b="1" dirty="0">
              <a:solidFill>
                <a:srgbClr val="C00000"/>
              </a:solidFill>
              <a:ea typeface="楷体_GB2312" pitchFamily="49" charset="-122"/>
            </a:endParaRPr>
          </a:p>
          <a:p>
            <a:r>
              <a:rPr lang="en-US" altLang="zh-CN" sz="2000" b="1" dirty="0">
                <a:ea typeface="楷体_GB2312" pitchFamily="49" charset="-122"/>
              </a:rPr>
              <a:t>{  </a:t>
            </a:r>
          </a:p>
          <a:p>
            <a:r>
              <a:rPr lang="en-US" altLang="zh-CN" sz="2000" b="1" dirty="0">
                <a:ea typeface="楷体_GB2312" pitchFamily="49" charset="-122"/>
              </a:rPr>
              <a:t>   short </a:t>
            </a:r>
            <a:r>
              <a:rPr lang="en-US" altLang="zh-CN" sz="2000" b="1" dirty="0" err="1">
                <a:ea typeface="楷体_GB2312" pitchFamily="49" charset="-122"/>
              </a:rPr>
              <a:t>i</a:t>
            </a:r>
            <a:r>
              <a:rPr lang="en-US" altLang="zh-CN" sz="2000" b="1" dirty="0">
                <a:ea typeface="楷体_GB2312" pitchFamily="49" charset="-122"/>
              </a:rPr>
              <a:t>;  </a:t>
            </a:r>
          </a:p>
          <a:p>
            <a:r>
              <a:rPr lang="en-US" altLang="zh-CN" sz="2000" b="1" dirty="0">
                <a:ea typeface="楷体_GB2312" pitchFamily="49" charset="-122"/>
              </a:rPr>
              <a:t>   char </a:t>
            </a:r>
            <a:r>
              <a:rPr lang="en-US" altLang="zh-CN" sz="2000" b="1" dirty="0" err="1">
                <a:ea typeface="楷体_GB2312" pitchFamily="49" charset="-122"/>
              </a:rPr>
              <a:t>ch</a:t>
            </a:r>
            <a:r>
              <a:rPr lang="en-US" altLang="zh-CN" sz="2000" b="1" dirty="0">
                <a:ea typeface="楷体_GB2312" pitchFamily="49" charset="-122"/>
              </a:rPr>
              <a:t>;  </a:t>
            </a:r>
          </a:p>
          <a:p>
            <a:r>
              <a:rPr lang="en-US" altLang="zh-CN" sz="2000" b="1" dirty="0">
                <a:ea typeface="楷体_GB2312" pitchFamily="49" charset="-122"/>
              </a:rPr>
              <a:t>   float f;</a:t>
            </a:r>
          </a:p>
          <a:p>
            <a:r>
              <a:rPr lang="en-US" altLang="zh-CN" sz="2000" b="1" dirty="0">
                <a:ea typeface="楷体_GB2312" pitchFamily="49" charset="-122"/>
              </a:rPr>
              <a:t>};</a:t>
            </a:r>
          </a:p>
          <a:p>
            <a:r>
              <a:rPr lang="en-US" altLang="zh-CN" sz="2000" b="1" dirty="0">
                <a:ea typeface="楷体_GB2312" pitchFamily="49" charset="-122"/>
              </a:rPr>
              <a:t>union </a:t>
            </a:r>
            <a:r>
              <a:rPr lang="en-US" altLang="zh-CN" sz="2000" b="1" dirty="0" err="1">
                <a:ea typeface="楷体_GB2312" pitchFamily="49" charset="-122"/>
              </a:rPr>
              <a:t>UData</a:t>
            </a:r>
            <a:r>
              <a:rPr lang="en-US" altLang="zh-CN" sz="2000" b="1" dirty="0">
                <a:ea typeface="楷体_GB2312" pitchFamily="49" charset="-122"/>
              </a:rPr>
              <a:t> data, *p, d[10];</a:t>
            </a:r>
          </a:p>
          <a:p>
            <a:endParaRPr lang="en-US" altLang="zh-CN" sz="2000" b="1" dirty="0">
              <a:ea typeface="楷体_GB2312" pitchFamily="49" charset="-122"/>
            </a:endParaRPr>
          </a:p>
          <a:p>
            <a:r>
              <a:rPr lang="en-US" altLang="zh-CN" sz="2000" b="1" dirty="0">
                <a:ea typeface="楷体_GB2312" pitchFamily="49" charset="-122"/>
              </a:rPr>
              <a:t>data = {10};      </a:t>
            </a:r>
            <a:r>
              <a:rPr lang="en-US" altLang="zh-CN" sz="1800" b="1" dirty="0">
                <a:solidFill>
                  <a:srgbClr val="002060"/>
                </a:solidFill>
                <a:latin typeface="+mn-lt"/>
                <a:ea typeface="楷体" pitchFamily="49" charset="-122"/>
              </a:rPr>
              <a:t>//</a:t>
            </a:r>
            <a:r>
              <a:rPr lang="zh-CN" altLang="en-US" sz="1800" b="1" dirty="0">
                <a:solidFill>
                  <a:srgbClr val="C00000"/>
                </a:solidFill>
                <a:latin typeface="+mn-lt"/>
                <a:ea typeface="楷体" pitchFamily="49" charset="-122"/>
              </a:rPr>
              <a:t>错误</a:t>
            </a:r>
          </a:p>
          <a:p>
            <a:r>
              <a:rPr lang="en-US" altLang="zh-CN" sz="2000" b="1" dirty="0">
                <a:ea typeface="楷体_GB2312" pitchFamily="49" charset="-122"/>
              </a:rPr>
              <a:t>data = 10;         </a:t>
            </a:r>
            <a:r>
              <a:rPr lang="en-US" altLang="zh-CN" sz="1800" b="1" dirty="0">
                <a:solidFill>
                  <a:srgbClr val="002060"/>
                </a:solidFill>
                <a:latin typeface="+mn-lt"/>
                <a:ea typeface="楷体" pitchFamily="49" charset="-122"/>
              </a:rPr>
              <a:t>//</a:t>
            </a:r>
            <a:r>
              <a:rPr lang="zh-CN" altLang="en-US" sz="1800" b="1" dirty="0">
                <a:solidFill>
                  <a:srgbClr val="C00000"/>
                </a:solidFill>
                <a:latin typeface="+mn-lt"/>
                <a:ea typeface="楷体" pitchFamily="49" charset="-122"/>
              </a:rPr>
              <a:t>错误</a:t>
            </a:r>
          </a:p>
          <a:p>
            <a:r>
              <a:rPr lang="en-US" altLang="zh-CN" sz="2000" b="1" dirty="0" err="1">
                <a:ea typeface="楷体_GB2312" pitchFamily="49" charset="-122"/>
              </a:rPr>
              <a:t>data.i</a:t>
            </a:r>
            <a:r>
              <a:rPr lang="en-US" altLang="zh-CN" sz="2000" b="1" dirty="0">
                <a:ea typeface="楷体_GB2312" pitchFamily="49" charset="-122"/>
              </a:rPr>
              <a:t> = 10;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正确，将</a:t>
            </a:r>
            <a:r>
              <a:rPr lang="en-US" altLang="zh-CN" sz="1800" b="1" dirty="0">
                <a:solidFill>
                  <a:srgbClr val="002060"/>
                </a:solidFill>
                <a:latin typeface="+mn-lt"/>
                <a:ea typeface="楷体" pitchFamily="49" charset="-122"/>
              </a:rPr>
              <a:t>10</a:t>
            </a:r>
            <a:r>
              <a:rPr lang="zh-CN" altLang="en-US" sz="1800" b="1" dirty="0">
                <a:solidFill>
                  <a:srgbClr val="002060"/>
                </a:solidFill>
                <a:latin typeface="+mn-lt"/>
                <a:ea typeface="楷体" pitchFamily="49" charset="-122"/>
              </a:rPr>
              <a:t>赋给</a:t>
            </a:r>
            <a:r>
              <a:rPr lang="en-US" altLang="zh-CN" sz="1800" b="1" dirty="0">
                <a:solidFill>
                  <a:srgbClr val="002060"/>
                </a:solidFill>
                <a:latin typeface="+mn-lt"/>
                <a:ea typeface="楷体" pitchFamily="49" charset="-122"/>
              </a:rPr>
              <a:t>data</a:t>
            </a:r>
            <a:r>
              <a:rPr lang="zh-CN" altLang="en-US" sz="1800" b="1" dirty="0">
                <a:solidFill>
                  <a:srgbClr val="002060"/>
                </a:solidFill>
                <a:latin typeface="+mn-lt"/>
                <a:ea typeface="楷体" pitchFamily="49" charset="-122"/>
              </a:rPr>
              <a:t>的成员</a:t>
            </a:r>
            <a:r>
              <a:rPr lang="en-US" altLang="zh-CN" sz="1800" b="1" dirty="0" err="1">
                <a:solidFill>
                  <a:srgbClr val="002060"/>
                </a:solidFill>
                <a:latin typeface="+mn-lt"/>
                <a:ea typeface="楷体" pitchFamily="49" charset="-122"/>
              </a:rPr>
              <a:t>i</a:t>
            </a:r>
            <a:endParaRPr lang="en-US" altLang="zh-CN" sz="1800" b="1" dirty="0">
              <a:solidFill>
                <a:srgbClr val="002060"/>
              </a:solidFill>
              <a:latin typeface="+mn-lt"/>
              <a:ea typeface="楷体" pitchFamily="49" charset="-122"/>
            </a:endParaRPr>
          </a:p>
          <a:p>
            <a:r>
              <a:rPr lang="en-US" altLang="zh-CN" sz="2000" b="1" dirty="0">
                <a:ea typeface="楷体_GB2312" pitchFamily="49" charset="-122"/>
              </a:rPr>
              <a:t>p = &amp;data;        </a:t>
            </a:r>
            <a:r>
              <a:rPr lang="en-US" altLang="zh-CN" sz="1800" b="1" dirty="0">
                <a:solidFill>
                  <a:srgbClr val="002060"/>
                </a:solidFill>
                <a:latin typeface="+mn-lt"/>
                <a:ea typeface="楷体" pitchFamily="49" charset="-122"/>
              </a:rPr>
              <a:t>//p</a:t>
            </a:r>
            <a:r>
              <a:rPr lang="zh-CN" altLang="en-US" sz="1800" b="1" dirty="0">
                <a:solidFill>
                  <a:srgbClr val="002060"/>
                </a:solidFill>
                <a:latin typeface="+mn-lt"/>
                <a:ea typeface="楷体" pitchFamily="49" charset="-122"/>
              </a:rPr>
              <a:t>指向</a:t>
            </a:r>
            <a:r>
              <a:rPr lang="en-US" altLang="zh-CN" sz="1800" b="1" dirty="0">
                <a:solidFill>
                  <a:srgbClr val="002060"/>
                </a:solidFill>
                <a:latin typeface="+mn-lt"/>
                <a:ea typeface="楷体" pitchFamily="49" charset="-122"/>
              </a:rPr>
              <a:t>data</a:t>
            </a:r>
          </a:p>
          <a:p>
            <a:r>
              <a:rPr lang="en-US" altLang="zh-CN" sz="2000" b="1" dirty="0">
                <a:ea typeface="楷体_GB2312" pitchFamily="49" charset="-122"/>
              </a:rPr>
              <a:t>p-&gt;f = 12.5;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正确，将</a:t>
            </a:r>
            <a:r>
              <a:rPr lang="en-US" altLang="zh-CN" sz="1800" b="1" dirty="0">
                <a:solidFill>
                  <a:srgbClr val="002060"/>
                </a:solidFill>
                <a:latin typeface="+mn-lt"/>
                <a:ea typeface="楷体" pitchFamily="49" charset="-122"/>
              </a:rPr>
              <a:t>12.5</a:t>
            </a:r>
            <a:r>
              <a:rPr lang="zh-CN" altLang="en-US" sz="1800" b="1" dirty="0">
                <a:solidFill>
                  <a:srgbClr val="002060"/>
                </a:solidFill>
                <a:latin typeface="+mn-lt"/>
                <a:ea typeface="楷体" pitchFamily="49" charset="-122"/>
              </a:rPr>
              <a:t>赋给</a:t>
            </a:r>
            <a:r>
              <a:rPr lang="en-US" altLang="zh-CN" sz="1800" b="1" dirty="0">
                <a:solidFill>
                  <a:srgbClr val="002060"/>
                </a:solidFill>
                <a:latin typeface="+mn-lt"/>
                <a:ea typeface="楷体" pitchFamily="49" charset="-122"/>
              </a:rPr>
              <a:t>data</a:t>
            </a:r>
            <a:r>
              <a:rPr lang="zh-CN" altLang="en-US" sz="1800" b="1" dirty="0">
                <a:solidFill>
                  <a:srgbClr val="002060"/>
                </a:solidFill>
                <a:latin typeface="+mn-lt"/>
                <a:ea typeface="楷体" pitchFamily="49" charset="-122"/>
              </a:rPr>
              <a:t>的成员</a:t>
            </a:r>
            <a:r>
              <a:rPr lang="en-US" altLang="zh-CN" sz="1800" b="1" dirty="0">
                <a:solidFill>
                  <a:srgbClr val="002060"/>
                </a:solidFill>
                <a:latin typeface="+mn-lt"/>
                <a:ea typeface="楷体" pitchFamily="49" charset="-122"/>
              </a:rPr>
              <a:t>f</a:t>
            </a:r>
          </a:p>
          <a:p>
            <a:r>
              <a:rPr lang="en-US" altLang="zh-CN" sz="2000" b="1" dirty="0">
                <a:ea typeface="楷体_GB2312" pitchFamily="49" charset="-122"/>
              </a:rPr>
              <a:t>d[0].</a:t>
            </a:r>
            <a:r>
              <a:rPr lang="en-US" altLang="zh-CN" sz="2000" b="1" dirty="0" err="1">
                <a:ea typeface="楷体_GB2312" pitchFamily="49" charset="-122"/>
              </a:rPr>
              <a:t>ch</a:t>
            </a:r>
            <a:r>
              <a:rPr lang="en-US" altLang="zh-CN" sz="2000" b="1" dirty="0">
                <a:ea typeface="楷体_GB2312" pitchFamily="49" charset="-122"/>
              </a:rPr>
              <a:t> = 'A';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正确，将</a:t>
            </a:r>
            <a:r>
              <a:rPr lang="en-US" altLang="zh-CN" sz="1800" b="1" dirty="0">
                <a:solidFill>
                  <a:srgbClr val="002060"/>
                </a:solidFill>
                <a:latin typeface="+mn-lt"/>
                <a:ea typeface="楷体" pitchFamily="49" charset="-122"/>
              </a:rPr>
              <a:t>'A' </a:t>
            </a:r>
            <a:r>
              <a:rPr lang="zh-CN" altLang="en-US" sz="1800" b="1" dirty="0">
                <a:solidFill>
                  <a:srgbClr val="002060"/>
                </a:solidFill>
                <a:latin typeface="+mn-lt"/>
                <a:ea typeface="楷体" pitchFamily="49" charset="-122"/>
              </a:rPr>
              <a:t>赋给</a:t>
            </a:r>
            <a:r>
              <a:rPr lang="en-US" altLang="zh-CN" sz="1800" b="1" dirty="0">
                <a:solidFill>
                  <a:srgbClr val="002060"/>
                </a:solidFill>
                <a:latin typeface="+mn-lt"/>
                <a:ea typeface="楷体" pitchFamily="49" charset="-122"/>
              </a:rPr>
              <a:t>d[0]</a:t>
            </a:r>
            <a:r>
              <a:rPr lang="zh-CN" altLang="en-US" sz="1800" b="1" dirty="0">
                <a:solidFill>
                  <a:srgbClr val="002060"/>
                </a:solidFill>
                <a:latin typeface="+mn-lt"/>
                <a:ea typeface="楷体" pitchFamily="49" charset="-122"/>
              </a:rPr>
              <a:t>的成员</a:t>
            </a:r>
            <a:r>
              <a:rPr lang="en-US" altLang="zh-CN" sz="1800" b="1" dirty="0" err="1">
                <a:solidFill>
                  <a:srgbClr val="002060"/>
                </a:solidFill>
                <a:latin typeface="+mn-lt"/>
                <a:ea typeface="楷体" pitchFamily="49" charset="-122"/>
              </a:rPr>
              <a:t>ch</a:t>
            </a:r>
            <a:endParaRPr lang="en-US" altLang="zh-CN" sz="1800" b="1" dirty="0">
              <a:solidFill>
                <a:srgbClr val="002060"/>
              </a:solidFill>
              <a:latin typeface="+mn-lt"/>
              <a:ea typeface="楷体" pitchFamily="49" charset="-122"/>
            </a:endParaRPr>
          </a:p>
        </p:txBody>
      </p:sp>
      <p:sp>
        <p:nvSpPr>
          <p:cNvPr id="1124364" name="Rectangle 12" descr="信纸"/>
          <p:cNvSpPr>
            <a:spLocks noChangeArrowheads="1"/>
          </p:cNvSpPr>
          <p:nvPr/>
        </p:nvSpPr>
        <p:spPr bwMode="auto">
          <a:xfrm>
            <a:off x="7369358" y="3784425"/>
            <a:ext cx="3766955" cy="707886"/>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ea typeface="楷体_GB2312" pitchFamily="49" charset="-122"/>
              </a:rPr>
              <a:t>union </a:t>
            </a:r>
            <a:r>
              <a:rPr lang="en-US" altLang="zh-CN" sz="2000" b="1" dirty="0" err="1">
                <a:ea typeface="楷体_GB2312" pitchFamily="49" charset="-122"/>
              </a:rPr>
              <a:t>UData</a:t>
            </a:r>
            <a:r>
              <a:rPr lang="en-US" altLang="zh-CN" sz="2000" b="1" dirty="0">
                <a:ea typeface="楷体_GB2312" pitchFamily="49" charset="-122"/>
              </a:rPr>
              <a:t> data1 = {10}, data2;</a:t>
            </a:r>
          </a:p>
          <a:p>
            <a:r>
              <a:rPr lang="en-US" altLang="zh-CN" sz="2000" b="1" dirty="0">
                <a:ea typeface="楷体_GB2312" pitchFamily="49" charset="-122"/>
              </a:rPr>
              <a:t>data2 = data1;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正确</a:t>
            </a:r>
          </a:p>
        </p:txBody>
      </p:sp>
      <p:sp>
        <p:nvSpPr>
          <p:cNvPr id="11" name="Rectangle 4">
            <a:extLst>
              <a:ext uri="{FF2B5EF4-FFF2-40B4-BE49-F238E27FC236}">
                <a16:creationId xmlns:a16="http://schemas.microsoft.com/office/drawing/2014/main" id="{8AFF1B4C-3CF9-46A6-9CC1-4DD12C76852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联合体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4358"/>
                                        </p:tgtEl>
                                        <p:attrNameLst>
                                          <p:attrName>style.visibility</p:attrName>
                                        </p:attrNameLst>
                                      </p:cBhvr>
                                      <p:to>
                                        <p:strVal val="visible"/>
                                      </p:to>
                                    </p:set>
                                    <p:anim calcmode="lin" valueType="num">
                                      <p:cBhvr additive="base">
                                        <p:cTn id="7" dur="500" fill="hold"/>
                                        <p:tgtEl>
                                          <p:spTgt spid="1124358"/>
                                        </p:tgtEl>
                                        <p:attrNameLst>
                                          <p:attrName>ppt_x</p:attrName>
                                        </p:attrNameLst>
                                      </p:cBhvr>
                                      <p:tavLst>
                                        <p:tav tm="0">
                                          <p:val>
                                            <p:strVal val="0-#ppt_w/2"/>
                                          </p:val>
                                        </p:tav>
                                        <p:tav tm="100000">
                                          <p:val>
                                            <p:strVal val="#ppt_x"/>
                                          </p:val>
                                        </p:tav>
                                      </p:tavLst>
                                    </p:anim>
                                    <p:anim calcmode="lin" valueType="num">
                                      <p:cBhvr additive="base">
                                        <p:cTn id="8" dur="500" fill="hold"/>
                                        <p:tgtEl>
                                          <p:spTgt spid="112435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24359"/>
                                        </p:tgtEl>
                                        <p:attrNameLst>
                                          <p:attrName>style.visibility</p:attrName>
                                        </p:attrNameLst>
                                      </p:cBhvr>
                                      <p:to>
                                        <p:strVal val="visible"/>
                                      </p:to>
                                    </p:set>
                                    <p:animEffect transition="in" filter="box(out)">
                                      <p:cBhvr>
                                        <p:cTn id="13" dur="500"/>
                                        <p:tgtEl>
                                          <p:spTgt spid="112435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24363"/>
                                        </p:tgtEl>
                                        <p:attrNameLst>
                                          <p:attrName>style.visibility</p:attrName>
                                        </p:attrNameLst>
                                      </p:cBhvr>
                                      <p:to>
                                        <p:strVal val="visible"/>
                                      </p:to>
                                    </p:set>
                                    <p:animEffect transition="in" filter="box(out)">
                                      <p:cBhvr>
                                        <p:cTn id="18" dur="500"/>
                                        <p:tgtEl>
                                          <p:spTgt spid="1124363"/>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24361"/>
                                        </p:tgtEl>
                                        <p:attrNameLst>
                                          <p:attrName>style.visibility</p:attrName>
                                        </p:attrNameLst>
                                      </p:cBhvr>
                                      <p:to>
                                        <p:strVal val="visible"/>
                                      </p:to>
                                    </p:set>
                                    <p:animEffect transition="in" filter="box(out)">
                                      <p:cBhvr>
                                        <p:cTn id="23" dur="500"/>
                                        <p:tgtEl>
                                          <p:spTgt spid="1124361"/>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24364"/>
                                        </p:tgtEl>
                                        <p:attrNameLst>
                                          <p:attrName>style.visibility</p:attrName>
                                        </p:attrNameLst>
                                      </p:cBhvr>
                                      <p:to>
                                        <p:strVal val="visible"/>
                                      </p:to>
                                    </p:set>
                                    <p:animEffect transition="in" filter="box(out)">
                                      <p:cBhvr>
                                        <p:cTn id="28" dur="500"/>
                                        <p:tgtEl>
                                          <p:spTgt spid="1124364"/>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4358" grpId="0"/>
      <p:bldP spid="1124359" grpId="0"/>
      <p:bldP spid="1124361" grpId="0"/>
      <p:bldP spid="1124363" grpId="0" animBg="1"/>
      <p:bldP spid="1124364"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05" name="Rectangle 5"/>
          <p:cNvSpPr>
            <a:spLocks noChangeArrowheads="1"/>
          </p:cNvSpPr>
          <p:nvPr/>
        </p:nvSpPr>
        <p:spPr bwMode="auto">
          <a:xfrm>
            <a:off x="623392" y="811560"/>
            <a:ext cx="1758934" cy="457200"/>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solidFill>
                  <a:srgbClr val="C00000"/>
                </a:solidFill>
                <a:latin typeface="楷体" panose="02010609060101010101" pitchFamily="49" charset="-122"/>
                <a:ea typeface="楷体" panose="02010609060101010101" pitchFamily="49" charset="-122"/>
              </a:rPr>
              <a:t>几点说明： </a:t>
            </a:r>
          </a:p>
        </p:txBody>
      </p:sp>
      <p:sp>
        <p:nvSpPr>
          <p:cNvPr id="1126407" name="Rectangle 7"/>
          <p:cNvSpPr>
            <a:spLocks noChangeArrowheads="1"/>
          </p:cNvSpPr>
          <p:nvPr/>
        </p:nvSpPr>
        <p:spPr bwMode="auto">
          <a:xfrm>
            <a:off x="796628" y="1258307"/>
            <a:ext cx="10195916" cy="707886"/>
          </a:xfrm>
          <a:prstGeom prst="rect">
            <a:avLst/>
          </a:prstGeom>
          <a:noFill/>
          <a:ln w="9525">
            <a:noFill/>
            <a:miter lim="800000"/>
            <a:headEnd/>
            <a:tailEnd/>
          </a:ln>
          <a:effectLst/>
        </p:spPr>
        <p:txBody>
          <a:bodyPr wrap="square" anchor="ctr">
            <a:spAutoFit/>
          </a:bodyPr>
          <a:lstStyle/>
          <a:p>
            <a:pPr marL="342900" indent="-342900">
              <a:buClr>
                <a:srgbClr val="C00000"/>
              </a:buClr>
              <a:buFont typeface="Wingdings" panose="05000000000000000000" pitchFamily="2" charset="2"/>
              <a:buChar char="Ø"/>
            </a:pPr>
            <a:r>
              <a:rPr lang="zh-CN" altLang="en-US" sz="2000" b="1" dirty="0">
                <a:latin typeface="楷体" panose="02010609060101010101" pitchFamily="49" charset="-122"/>
                <a:ea typeface="楷体" panose="02010609060101010101" pitchFamily="49" charset="-122"/>
              </a:rPr>
              <a:t>由于联合体变量的各成员共享同一地址的内存单元，所以在对其成员赋值的某一时刻，</a:t>
            </a:r>
            <a:r>
              <a:rPr lang="zh-CN" altLang="en-US" sz="2000" b="1" dirty="0">
                <a:solidFill>
                  <a:srgbClr val="C00000"/>
                </a:solidFill>
                <a:latin typeface="楷体" panose="02010609060101010101" pitchFamily="49" charset="-122"/>
                <a:ea typeface="楷体" panose="02010609060101010101" pitchFamily="49" charset="-122"/>
              </a:rPr>
              <a:t>存放的和起作用的将是最后一次存入的成员值 </a:t>
            </a:r>
          </a:p>
        </p:txBody>
      </p:sp>
      <p:sp>
        <p:nvSpPr>
          <p:cNvPr id="1126412" name="Rectangle 12"/>
          <p:cNvSpPr>
            <a:spLocks noChangeArrowheads="1"/>
          </p:cNvSpPr>
          <p:nvPr/>
        </p:nvSpPr>
        <p:spPr bwMode="auto">
          <a:xfrm>
            <a:off x="801698" y="3262692"/>
            <a:ext cx="10642822" cy="400110"/>
          </a:xfrm>
          <a:prstGeom prst="rect">
            <a:avLst/>
          </a:prstGeom>
          <a:noFill/>
          <a:ln w="9525">
            <a:noFill/>
            <a:miter lim="800000"/>
            <a:headEnd/>
            <a:tailEnd/>
          </a:ln>
          <a:effectLst/>
        </p:spPr>
        <p:txBody>
          <a:bodyPr wrap="square" anchor="ctr">
            <a:spAutoFit/>
          </a:bodyPr>
          <a:lstStyle/>
          <a:p>
            <a:pPr marL="342900" indent="-342900">
              <a:buClr>
                <a:srgbClr val="C00000"/>
              </a:buClr>
              <a:buFont typeface="Wingdings" panose="05000000000000000000" pitchFamily="2" charset="2"/>
              <a:buChar char="Ø"/>
            </a:pPr>
            <a:r>
              <a:rPr lang="zh-CN" altLang="en-US" sz="2000" b="1" dirty="0">
                <a:latin typeface="楷体" panose="02010609060101010101" pitchFamily="49" charset="-122"/>
                <a:ea typeface="楷体" panose="02010609060101010101" pitchFamily="49" charset="-122"/>
              </a:rPr>
              <a:t>对联合体变量的某个成员赋值时，也改变了其它成员的值，因为它们共享一个内存地址。</a:t>
            </a:r>
            <a:r>
              <a:rPr lang="zh-CN" altLang="en-US" sz="2000" dirty="0">
                <a:latin typeface="楷体" panose="02010609060101010101" pitchFamily="49" charset="-122"/>
                <a:ea typeface="楷体" panose="02010609060101010101" pitchFamily="49" charset="-122"/>
              </a:rPr>
              <a:t> </a:t>
            </a:r>
          </a:p>
        </p:txBody>
      </p:sp>
      <p:sp>
        <p:nvSpPr>
          <p:cNvPr id="1126414" name="Rectangle 14"/>
          <p:cNvSpPr>
            <a:spLocks noChangeArrowheads="1"/>
          </p:cNvSpPr>
          <p:nvPr/>
        </p:nvSpPr>
        <p:spPr bwMode="auto">
          <a:xfrm>
            <a:off x="796628" y="4954713"/>
            <a:ext cx="10642822" cy="400110"/>
          </a:xfrm>
          <a:prstGeom prst="rect">
            <a:avLst/>
          </a:prstGeom>
          <a:noFill/>
          <a:ln w="9525">
            <a:noFill/>
            <a:miter lim="800000"/>
            <a:headEnd/>
            <a:tailEnd/>
          </a:ln>
          <a:effectLst/>
        </p:spPr>
        <p:txBody>
          <a:bodyPr wrap="square" anchor="ctr">
            <a:spAutoFit/>
          </a:bodyPr>
          <a:lstStyle/>
          <a:p>
            <a:pPr marL="342900" indent="-342900">
              <a:buClr>
                <a:srgbClr val="C00000"/>
              </a:buClr>
              <a:buFont typeface="Wingdings" panose="05000000000000000000" pitchFamily="2" charset="2"/>
              <a:buChar char="Ø"/>
            </a:pPr>
            <a:r>
              <a:rPr lang="zh-CN" altLang="en-US" sz="2000" b="1" dirty="0">
                <a:latin typeface="楷体" panose="02010609060101010101" pitchFamily="49" charset="-122"/>
                <a:ea typeface="楷体" panose="02010609060101010101" pitchFamily="49" charset="-122"/>
              </a:rPr>
              <a:t>由于联合体变量所有成员共享同一内存空间，因此联合体变量与其各成员的地址相同。</a:t>
            </a:r>
            <a:r>
              <a:rPr lang="zh-CN" altLang="en-US" sz="2000" dirty="0">
                <a:latin typeface="楷体" panose="02010609060101010101" pitchFamily="49" charset="-122"/>
                <a:ea typeface="楷体" panose="02010609060101010101" pitchFamily="49" charset="-122"/>
              </a:rPr>
              <a:t> </a:t>
            </a:r>
          </a:p>
        </p:txBody>
      </p:sp>
      <p:sp>
        <p:nvSpPr>
          <p:cNvPr id="1126416" name="Rectangle 16" descr="信纸"/>
          <p:cNvSpPr>
            <a:spLocks noChangeArrowheads="1"/>
          </p:cNvSpPr>
          <p:nvPr/>
        </p:nvSpPr>
        <p:spPr bwMode="auto">
          <a:xfrm>
            <a:off x="2280096" y="2125358"/>
            <a:ext cx="8280400" cy="1015663"/>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latin typeface="+mn-lt"/>
                <a:ea typeface="楷体" pitchFamily="49" charset="-122"/>
              </a:rPr>
              <a:t>union UData data;</a:t>
            </a:r>
          </a:p>
          <a:p>
            <a:r>
              <a:rPr lang="en-US" altLang="zh-CN" sz="2000" b="1">
                <a:latin typeface="+mn-lt"/>
                <a:ea typeface="楷体" pitchFamily="49" charset="-122"/>
              </a:rPr>
              <a:t>data.i = 10;  data.ch = 'A';  data.f = 12.5;</a:t>
            </a:r>
          </a:p>
          <a:p>
            <a:r>
              <a:rPr lang="zh-CN" altLang="en-US" sz="2000" b="1">
                <a:latin typeface="+mn-lt"/>
                <a:ea typeface="楷体" pitchFamily="49" charset="-122"/>
              </a:rPr>
              <a:t>则</a:t>
            </a:r>
            <a:r>
              <a:rPr lang="en-US" altLang="zh-CN" sz="2000" b="1">
                <a:solidFill>
                  <a:srgbClr val="CC0000"/>
                </a:solidFill>
                <a:latin typeface="+mn-lt"/>
                <a:ea typeface="楷体" pitchFamily="49" charset="-122"/>
              </a:rPr>
              <a:t>data.f</a:t>
            </a:r>
            <a:r>
              <a:rPr lang="zh-CN" altLang="en-US" sz="2000" b="1">
                <a:solidFill>
                  <a:srgbClr val="CC0000"/>
                </a:solidFill>
                <a:latin typeface="+mn-lt"/>
                <a:ea typeface="楷体" pitchFamily="49" charset="-122"/>
              </a:rPr>
              <a:t>的值才是有效的成员的值。</a:t>
            </a:r>
          </a:p>
        </p:txBody>
      </p:sp>
      <p:sp>
        <p:nvSpPr>
          <p:cNvPr id="1126417" name="Rectangle 17" descr="信纸"/>
          <p:cNvSpPr>
            <a:spLocks noChangeArrowheads="1"/>
          </p:cNvSpPr>
          <p:nvPr/>
        </p:nvSpPr>
        <p:spPr bwMode="auto">
          <a:xfrm>
            <a:off x="2275842" y="3766748"/>
            <a:ext cx="8280000" cy="1044575"/>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latin typeface="+mn-lt"/>
                <a:ea typeface="楷体" pitchFamily="49" charset="-122"/>
              </a:rPr>
              <a:t>union </a:t>
            </a:r>
            <a:r>
              <a:rPr lang="en-US" altLang="zh-CN" sz="2000" b="1" dirty="0" err="1">
                <a:latin typeface="+mn-lt"/>
                <a:ea typeface="楷体" pitchFamily="49" charset="-122"/>
              </a:rPr>
              <a:t>UData</a:t>
            </a:r>
            <a:r>
              <a:rPr lang="en-US" altLang="zh-CN" sz="2000" b="1" dirty="0">
                <a:latin typeface="+mn-lt"/>
                <a:ea typeface="楷体" pitchFamily="49" charset="-122"/>
              </a:rPr>
              <a:t> data;</a:t>
            </a:r>
          </a:p>
          <a:p>
            <a:r>
              <a:rPr lang="en-US" altLang="zh-CN" sz="2000" b="1" dirty="0" err="1">
                <a:latin typeface="+mn-lt"/>
                <a:ea typeface="楷体" pitchFamily="49" charset="-122"/>
              </a:rPr>
              <a:t>data.i</a:t>
            </a:r>
            <a:r>
              <a:rPr lang="en-US" altLang="zh-CN" sz="2000" b="1" dirty="0">
                <a:latin typeface="+mn-lt"/>
                <a:ea typeface="楷体" pitchFamily="49" charset="-122"/>
              </a:rPr>
              <a:t> = 10;  data.ch = 'A';</a:t>
            </a:r>
          </a:p>
          <a:p>
            <a:r>
              <a:rPr lang="zh-CN" altLang="en-US" sz="2000" b="1" dirty="0">
                <a:latin typeface="+mn-lt"/>
                <a:ea typeface="楷体" pitchFamily="49" charset="-122"/>
              </a:rPr>
              <a:t>则</a:t>
            </a:r>
            <a:r>
              <a:rPr lang="en-US" altLang="zh-CN" sz="2000" b="1" dirty="0">
                <a:solidFill>
                  <a:srgbClr val="CC0000"/>
                </a:solidFill>
                <a:latin typeface="+mn-lt"/>
                <a:ea typeface="楷体" pitchFamily="49" charset="-122"/>
              </a:rPr>
              <a:t>data</a:t>
            </a:r>
            <a:r>
              <a:rPr lang="zh-CN" altLang="en-US" sz="2000" b="1" dirty="0">
                <a:solidFill>
                  <a:srgbClr val="CC0000"/>
                </a:solidFill>
                <a:latin typeface="+mn-lt"/>
                <a:ea typeface="楷体" pitchFamily="49" charset="-122"/>
              </a:rPr>
              <a:t>的成员</a:t>
            </a:r>
            <a:r>
              <a:rPr lang="en-US" altLang="zh-CN" sz="2000" b="1" dirty="0" err="1">
                <a:solidFill>
                  <a:srgbClr val="CC0000"/>
                </a:solidFill>
                <a:latin typeface="+mn-lt"/>
                <a:ea typeface="楷体" pitchFamily="49" charset="-122"/>
              </a:rPr>
              <a:t>i</a:t>
            </a:r>
            <a:r>
              <a:rPr lang="zh-CN" altLang="en-US" sz="2000" b="1" dirty="0">
                <a:solidFill>
                  <a:srgbClr val="CC0000"/>
                </a:solidFill>
                <a:latin typeface="+mn-lt"/>
                <a:ea typeface="楷体" pitchFamily="49" charset="-122"/>
              </a:rPr>
              <a:t>的值将变为</a:t>
            </a:r>
            <a:r>
              <a:rPr lang="en-US" altLang="zh-CN" sz="2000" b="1" dirty="0">
                <a:solidFill>
                  <a:srgbClr val="CC0000"/>
                </a:solidFill>
                <a:latin typeface="+mn-lt"/>
                <a:ea typeface="楷体" pitchFamily="49" charset="-122"/>
              </a:rPr>
              <a:t>65</a:t>
            </a:r>
            <a:r>
              <a:rPr lang="zh-CN" altLang="en-US" sz="2000" b="1" dirty="0">
                <a:solidFill>
                  <a:srgbClr val="CC0000"/>
                </a:solidFill>
                <a:latin typeface="+mn-lt"/>
                <a:ea typeface="楷体" pitchFamily="49" charset="-122"/>
              </a:rPr>
              <a:t>（</a:t>
            </a:r>
            <a:r>
              <a:rPr lang="en-US" altLang="zh-CN" sz="2000" b="1" dirty="0">
                <a:solidFill>
                  <a:srgbClr val="CC0000"/>
                </a:solidFill>
                <a:latin typeface="+mn-lt"/>
                <a:ea typeface="楷体" pitchFamily="49" charset="-122"/>
              </a:rPr>
              <a:t>'A'</a:t>
            </a:r>
            <a:r>
              <a:rPr lang="zh-CN" altLang="en-US" sz="2000" b="1" dirty="0">
                <a:solidFill>
                  <a:srgbClr val="CC0000"/>
                </a:solidFill>
                <a:latin typeface="+mn-lt"/>
                <a:ea typeface="楷体" pitchFamily="49" charset="-122"/>
              </a:rPr>
              <a:t>的</a:t>
            </a:r>
            <a:r>
              <a:rPr lang="en-US" altLang="zh-CN" sz="2000" b="1" dirty="0">
                <a:solidFill>
                  <a:srgbClr val="CC0000"/>
                </a:solidFill>
                <a:latin typeface="+mn-lt"/>
                <a:ea typeface="楷体" pitchFamily="49" charset="-122"/>
              </a:rPr>
              <a:t>ASCII</a:t>
            </a:r>
            <a:r>
              <a:rPr lang="zh-CN" altLang="en-US" sz="2000" b="1" dirty="0">
                <a:solidFill>
                  <a:srgbClr val="CC0000"/>
                </a:solidFill>
                <a:latin typeface="+mn-lt"/>
                <a:ea typeface="楷体" pitchFamily="49" charset="-122"/>
              </a:rPr>
              <a:t>码值）。</a:t>
            </a:r>
          </a:p>
        </p:txBody>
      </p:sp>
      <p:sp>
        <p:nvSpPr>
          <p:cNvPr id="1126418" name="Rectangle 18" descr="信纸"/>
          <p:cNvSpPr>
            <a:spLocks noChangeArrowheads="1"/>
          </p:cNvSpPr>
          <p:nvPr/>
        </p:nvSpPr>
        <p:spPr bwMode="auto">
          <a:xfrm>
            <a:off x="2311497" y="5457418"/>
            <a:ext cx="8280000" cy="707886"/>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dirty="0">
                <a:latin typeface="+mn-lt"/>
                <a:ea typeface="楷体" pitchFamily="49" charset="-122"/>
              </a:rPr>
              <a:t>union </a:t>
            </a:r>
            <a:r>
              <a:rPr lang="en-US" altLang="zh-CN" sz="2000" b="1" dirty="0" err="1">
                <a:latin typeface="+mn-lt"/>
                <a:ea typeface="楷体" pitchFamily="49" charset="-122"/>
              </a:rPr>
              <a:t>UData</a:t>
            </a:r>
            <a:r>
              <a:rPr lang="en-US" altLang="zh-CN" sz="2000" b="1" dirty="0">
                <a:latin typeface="+mn-lt"/>
                <a:ea typeface="楷体" pitchFamily="49" charset="-122"/>
              </a:rPr>
              <a:t> data;</a:t>
            </a:r>
          </a:p>
          <a:p>
            <a:r>
              <a:rPr lang="zh-CN" altLang="en-US" sz="2000" b="1" dirty="0">
                <a:latin typeface="+mn-lt"/>
                <a:ea typeface="楷体" pitchFamily="49" charset="-122"/>
              </a:rPr>
              <a:t>则</a:t>
            </a:r>
            <a:r>
              <a:rPr lang="en-US" altLang="zh-CN" sz="2000" b="1" dirty="0">
                <a:solidFill>
                  <a:srgbClr val="CC0000"/>
                </a:solidFill>
                <a:latin typeface="+mn-lt"/>
                <a:ea typeface="楷体" pitchFamily="49" charset="-122"/>
              </a:rPr>
              <a:t>&amp;data</a:t>
            </a:r>
            <a:r>
              <a:rPr lang="zh-CN" altLang="en-US" sz="2000" b="1" dirty="0">
                <a:latin typeface="+mn-lt"/>
                <a:ea typeface="楷体" pitchFamily="49" charset="-122"/>
              </a:rPr>
              <a:t>与</a:t>
            </a:r>
            <a:r>
              <a:rPr lang="en-US" altLang="zh-CN" sz="2000" b="1" dirty="0">
                <a:solidFill>
                  <a:srgbClr val="002060"/>
                </a:solidFill>
                <a:latin typeface="+mn-lt"/>
                <a:ea typeface="楷体" pitchFamily="49" charset="-122"/>
              </a:rPr>
              <a:t>&amp;</a:t>
            </a:r>
            <a:r>
              <a:rPr lang="en-US" altLang="zh-CN" sz="2000" b="1" dirty="0" err="1">
                <a:solidFill>
                  <a:srgbClr val="002060"/>
                </a:solidFill>
                <a:latin typeface="+mn-lt"/>
                <a:ea typeface="楷体" pitchFamily="49" charset="-122"/>
              </a:rPr>
              <a:t>data.i</a:t>
            </a:r>
            <a:r>
              <a:rPr lang="zh-CN" altLang="en-US" sz="2000" b="1" dirty="0">
                <a:latin typeface="+mn-lt"/>
                <a:ea typeface="楷体" pitchFamily="49" charset="-122"/>
              </a:rPr>
              <a:t>、</a:t>
            </a:r>
            <a:r>
              <a:rPr lang="en-US" altLang="zh-CN" sz="2000" b="1" dirty="0">
                <a:latin typeface="+mn-lt"/>
                <a:ea typeface="楷体" pitchFamily="49" charset="-122"/>
              </a:rPr>
              <a:t>&amp;data.ch</a:t>
            </a:r>
            <a:r>
              <a:rPr lang="zh-CN" altLang="en-US" sz="2000" b="1" dirty="0">
                <a:latin typeface="+mn-lt"/>
                <a:ea typeface="楷体" pitchFamily="49" charset="-122"/>
              </a:rPr>
              <a:t>、</a:t>
            </a:r>
            <a:r>
              <a:rPr lang="en-US" altLang="zh-CN" sz="2000" b="1" dirty="0">
                <a:solidFill>
                  <a:srgbClr val="002060"/>
                </a:solidFill>
                <a:latin typeface="+mn-lt"/>
                <a:ea typeface="楷体" pitchFamily="49" charset="-122"/>
              </a:rPr>
              <a:t>&amp;</a:t>
            </a:r>
            <a:r>
              <a:rPr lang="en-US" altLang="zh-CN" sz="2000" b="1" dirty="0" err="1">
                <a:solidFill>
                  <a:srgbClr val="002060"/>
                </a:solidFill>
                <a:latin typeface="+mn-lt"/>
                <a:ea typeface="楷体" pitchFamily="49" charset="-122"/>
              </a:rPr>
              <a:t>data.f</a:t>
            </a:r>
            <a:r>
              <a:rPr lang="zh-CN" altLang="en-US" sz="2000" b="1" dirty="0">
                <a:latin typeface="+mn-lt"/>
                <a:ea typeface="楷体" pitchFamily="49" charset="-122"/>
              </a:rPr>
              <a:t>均相同</a:t>
            </a:r>
          </a:p>
        </p:txBody>
      </p:sp>
      <p:sp>
        <p:nvSpPr>
          <p:cNvPr id="12" name="Rectangle 4">
            <a:extLst>
              <a:ext uri="{FF2B5EF4-FFF2-40B4-BE49-F238E27FC236}">
                <a16:creationId xmlns:a16="http://schemas.microsoft.com/office/drawing/2014/main" id="{F6BAE489-9F0B-4BFC-886D-2E16F46F286C}"/>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联合体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407"/>
                                        </p:tgtEl>
                                        <p:attrNameLst>
                                          <p:attrName>style.visibility</p:attrName>
                                        </p:attrNameLst>
                                      </p:cBhvr>
                                      <p:to>
                                        <p:strVal val="visible"/>
                                      </p:to>
                                    </p:set>
                                    <p:anim calcmode="lin" valueType="num">
                                      <p:cBhvr additive="base">
                                        <p:cTn id="7" dur="500" fill="hold"/>
                                        <p:tgtEl>
                                          <p:spTgt spid="1126407"/>
                                        </p:tgtEl>
                                        <p:attrNameLst>
                                          <p:attrName>ppt_x</p:attrName>
                                        </p:attrNameLst>
                                      </p:cBhvr>
                                      <p:tavLst>
                                        <p:tav tm="0">
                                          <p:val>
                                            <p:strVal val="0-#ppt_w/2"/>
                                          </p:val>
                                        </p:tav>
                                        <p:tav tm="100000">
                                          <p:val>
                                            <p:strVal val="#ppt_x"/>
                                          </p:val>
                                        </p:tav>
                                      </p:tavLst>
                                    </p:anim>
                                    <p:anim calcmode="lin" valueType="num">
                                      <p:cBhvr additive="base">
                                        <p:cTn id="8" dur="500" fill="hold"/>
                                        <p:tgtEl>
                                          <p:spTgt spid="112640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26416"/>
                                        </p:tgtEl>
                                        <p:attrNameLst>
                                          <p:attrName>style.visibility</p:attrName>
                                        </p:attrNameLst>
                                      </p:cBhvr>
                                      <p:to>
                                        <p:strVal val="visible"/>
                                      </p:to>
                                    </p:set>
                                    <p:animEffect transition="in" filter="box(out)">
                                      <p:cBhvr>
                                        <p:cTn id="13" dur="500"/>
                                        <p:tgtEl>
                                          <p:spTgt spid="1126416"/>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126412"/>
                                        </p:tgtEl>
                                        <p:attrNameLst>
                                          <p:attrName>style.visibility</p:attrName>
                                        </p:attrNameLst>
                                      </p:cBhvr>
                                      <p:to>
                                        <p:strVal val="visible"/>
                                      </p:to>
                                    </p:set>
                                    <p:anim calcmode="lin" valueType="num">
                                      <p:cBhvr additive="base">
                                        <p:cTn id="18" dur="500" fill="hold"/>
                                        <p:tgtEl>
                                          <p:spTgt spid="1126412"/>
                                        </p:tgtEl>
                                        <p:attrNameLst>
                                          <p:attrName>ppt_x</p:attrName>
                                        </p:attrNameLst>
                                      </p:cBhvr>
                                      <p:tavLst>
                                        <p:tav tm="0">
                                          <p:val>
                                            <p:strVal val="0-#ppt_w/2"/>
                                          </p:val>
                                        </p:tav>
                                        <p:tav tm="100000">
                                          <p:val>
                                            <p:strVal val="#ppt_x"/>
                                          </p:val>
                                        </p:tav>
                                      </p:tavLst>
                                    </p:anim>
                                    <p:anim calcmode="lin" valueType="num">
                                      <p:cBhvr additive="base">
                                        <p:cTn id="19" dur="500" fill="hold"/>
                                        <p:tgtEl>
                                          <p:spTgt spid="11264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26417"/>
                                        </p:tgtEl>
                                        <p:attrNameLst>
                                          <p:attrName>style.visibility</p:attrName>
                                        </p:attrNameLst>
                                      </p:cBhvr>
                                      <p:to>
                                        <p:strVal val="visible"/>
                                      </p:to>
                                    </p:set>
                                    <p:animEffect transition="in" filter="box(out)">
                                      <p:cBhvr>
                                        <p:cTn id="24" dur="500"/>
                                        <p:tgtEl>
                                          <p:spTgt spid="1126417"/>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126414">
                                            <p:txEl>
                                              <p:pRg st="0" end="0"/>
                                            </p:txEl>
                                          </p:spTgt>
                                        </p:tgtEl>
                                        <p:attrNameLst>
                                          <p:attrName>style.visibility</p:attrName>
                                        </p:attrNameLst>
                                      </p:cBhvr>
                                      <p:to>
                                        <p:strVal val="visible"/>
                                      </p:to>
                                    </p:set>
                                    <p:anim calcmode="lin" valueType="num">
                                      <p:cBhvr additive="base">
                                        <p:cTn id="29" dur="500" fill="hold"/>
                                        <p:tgtEl>
                                          <p:spTgt spid="1126414">
                                            <p:txEl>
                                              <p:pRg st="0" end="0"/>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12641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4" name="whoosh.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126418"/>
                                        </p:tgtEl>
                                        <p:attrNameLst>
                                          <p:attrName>style.visibility</p:attrName>
                                        </p:attrNameLst>
                                      </p:cBhvr>
                                      <p:to>
                                        <p:strVal val="visible"/>
                                      </p:to>
                                    </p:set>
                                    <p:animEffect transition="in" filter="box(out)">
                                      <p:cBhvr>
                                        <p:cTn id="35" dur="500"/>
                                        <p:tgtEl>
                                          <p:spTgt spid="1126418"/>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07" grpId="0"/>
      <p:bldP spid="1126412" grpId="0"/>
      <p:bldP spid="1126416" grpId="0" animBg="1"/>
      <p:bldP spid="1126417" grpId="0" animBg="1"/>
      <p:bldP spid="1126418"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8453" name="Rectangle 5"/>
          <p:cNvSpPr>
            <a:spLocks noChangeArrowheads="1"/>
          </p:cNvSpPr>
          <p:nvPr/>
        </p:nvSpPr>
        <p:spPr bwMode="auto">
          <a:xfrm>
            <a:off x="839416" y="990935"/>
            <a:ext cx="7069138" cy="457200"/>
          </a:xfrm>
          <a:prstGeom prst="rect">
            <a:avLst/>
          </a:prstGeom>
          <a:noFill/>
          <a:ln w="9525">
            <a:noFill/>
            <a:miter lim="800000"/>
            <a:headEnd/>
            <a:tailEnd/>
          </a:ln>
          <a:effectLst/>
        </p:spPr>
        <p:txBody>
          <a:bodyPr anchor="ctr">
            <a:spAutoFit/>
          </a:bodyPr>
          <a:lstStyle/>
          <a:p>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1】 </a:t>
            </a:r>
            <a:r>
              <a:rPr lang="zh-CN" altLang="en-US" b="1" dirty="0">
                <a:solidFill>
                  <a:srgbClr val="C00000"/>
                </a:solidFill>
                <a:latin typeface="楷体" panose="02010609060101010101" pitchFamily="49" charset="-122"/>
                <a:ea typeface="楷体" panose="02010609060101010101" pitchFamily="49" charset="-122"/>
              </a:rPr>
              <a:t>共用体成员间的相互影响。</a:t>
            </a:r>
          </a:p>
        </p:txBody>
      </p:sp>
      <p:sp>
        <p:nvSpPr>
          <p:cNvPr id="1128459" name="Rectangle 11" descr="信纸"/>
          <p:cNvSpPr>
            <a:spLocks noChangeArrowheads="1"/>
          </p:cNvSpPr>
          <p:nvPr/>
        </p:nvSpPr>
        <p:spPr bwMode="auto">
          <a:xfrm>
            <a:off x="1022198" y="1628800"/>
            <a:ext cx="6192688" cy="47021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b="1" dirty="0"/>
              <a:t>#include &lt;</a:t>
            </a:r>
            <a:r>
              <a:rPr lang="en-US" altLang="zh-CN" sz="2000" b="1" dirty="0" err="1"/>
              <a:t>stdio.h</a:t>
            </a:r>
            <a:r>
              <a:rPr lang="en-US" altLang="zh-CN" sz="2000" b="1" dirty="0"/>
              <a:t>&gt;</a:t>
            </a:r>
          </a:p>
          <a:p>
            <a:pPr marL="457200" indent="-457200"/>
            <a:r>
              <a:rPr lang="en-US" altLang="zh-CN" sz="2000" b="1" dirty="0">
                <a:solidFill>
                  <a:srgbClr val="CC0000"/>
                </a:solidFill>
              </a:rPr>
              <a:t>void main ( )</a:t>
            </a:r>
          </a:p>
          <a:p>
            <a:pPr marL="457200" indent="-457200"/>
            <a:r>
              <a:rPr lang="en-US" altLang="zh-CN" sz="2000" b="1" dirty="0"/>
              <a:t>{</a:t>
            </a:r>
          </a:p>
          <a:p>
            <a:pPr marL="457200" indent="-457200"/>
            <a:r>
              <a:rPr lang="en-US" altLang="zh-CN" sz="2000" b="1" dirty="0">
                <a:solidFill>
                  <a:srgbClr val="002060"/>
                </a:solidFill>
              </a:rPr>
              <a:t>   union</a:t>
            </a:r>
          </a:p>
          <a:p>
            <a:pPr marL="457200" indent="-457200"/>
            <a:r>
              <a:rPr lang="en-US" altLang="zh-CN" sz="2000" b="1" dirty="0">
                <a:solidFill>
                  <a:srgbClr val="002060"/>
                </a:solidFill>
              </a:rPr>
              <a:t>   {</a:t>
            </a:r>
          </a:p>
          <a:p>
            <a:pPr marL="457200" indent="-457200"/>
            <a:r>
              <a:rPr lang="en-US" altLang="zh-CN" sz="2000" b="1" dirty="0">
                <a:solidFill>
                  <a:srgbClr val="002060"/>
                </a:solidFill>
              </a:rPr>
              <a:t>      long  L;</a:t>
            </a:r>
          </a:p>
          <a:p>
            <a:pPr marL="457200" indent="-457200"/>
            <a:r>
              <a:rPr lang="en-US" altLang="zh-CN" sz="2000" b="1" dirty="0">
                <a:solidFill>
                  <a:srgbClr val="002060"/>
                </a:solidFill>
              </a:rPr>
              <a:t>      short a;</a:t>
            </a:r>
          </a:p>
          <a:p>
            <a:pPr marL="457200" indent="-457200"/>
            <a:r>
              <a:rPr lang="en-US" altLang="zh-CN" sz="2000" b="1" dirty="0">
                <a:solidFill>
                  <a:srgbClr val="002060"/>
                </a:solidFill>
              </a:rPr>
              <a:t>      char </a:t>
            </a:r>
            <a:r>
              <a:rPr lang="en-US" altLang="zh-CN" sz="2000" b="1" dirty="0" err="1">
                <a:solidFill>
                  <a:srgbClr val="002060"/>
                </a:solidFill>
              </a:rPr>
              <a:t>ch</a:t>
            </a:r>
            <a:r>
              <a:rPr lang="en-US" altLang="zh-CN" sz="2000" b="1" dirty="0">
                <a:solidFill>
                  <a:srgbClr val="002060"/>
                </a:solidFill>
              </a:rPr>
              <a:t>;</a:t>
            </a:r>
          </a:p>
          <a:p>
            <a:pPr marL="457200" indent="-457200"/>
            <a:r>
              <a:rPr lang="en-US" altLang="zh-CN" sz="2000" b="1" dirty="0">
                <a:solidFill>
                  <a:srgbClr val="002060"/>
                </a:solidFill>
              </a:rPr>
              <a:t>    } </a:t>
            </a:r>
            <a:r>
              <a:rPr lang="en-US" altLang="zh-CN" sz="2000" b="1" dirty="0">
                <a:solidFill>
                  <a:srgbClr val="C00000"/>
                </a:solidFill>
              </a:rPr>
              <a:t>d = {0xFFF11241};</a:t>
            </a:r>
          </a:p>
          <a:p>
            <a:pPr marL="457200" indent="-457200"/>
            <a:r>
              <a:rPr lang="en-US" altLang="zh-CN" sz="2000" b="1" dirty="0"/>
              <a:t>    </a:t>
            </a:r>
            <a:r>
              <a:rPr lang="en-US" altLang="zh-CN" sz="2000" b="1" dirty="0" err="1"/>
              <a:t>printf</a:t>
            </a:r>
            <a:r>
              <a:rPr lang="en-US" altLang="zh-CN" sz="2000" b="1" dirty="0"/>
              <a:t> ("d.ch = %c  </a:t>
            </a:r>
            <a:r>
              <a:rPr lang="en-US" altLang="zh-CN" sz="2000" b="1" dirty="0" err="1"/>
              <a:t>d.a</a:t>
            </a:r>
            <a:r>
              <a:rPr lang="en-US" altLang="zh-CN" sz="2000" b="1" dirty="0"/>
              <a:t> = %X  </a:t>
            </a:r>
            <a:r>
              <a:rPr lang="en-US" altLang="zh-CN" sz="2000" b="1" dirty="0" err="1"/>
              <a:t>d.L</a:t>
            </a:r>
            <a:r>
              <a:rPr lang="en-US" altLang="zh-CN" sz="2000" b="1" dirty="0"/>
              <a:t> = %X\n", </a:t>
            </a:r>
          </a:p>
          <a:p>
            <a:pPr marL="457200" indent="-457200"/>
            <a:r>
              <a:rPr lang="en-US" altLang="zh-CN" sz="2000" b="1" dirty="0"/>
              <a:t>                  d.ch, </a:t>
            </a:r>
            <a:r>
              <a:rPr lang="en-US" altLang="zh-CN" sz="2000" b="1" dirty="0" err="1"/>
              <a:t>d.a</a:t>
            </a:r>
            <a:r>
              <a:rPr lang="en-US" altLang="zh-CN" sz="2000" b="1" dirty="0"/>
              <a:t>, </a:t>
            </a:r>
            <a:r>
              <a:rPr lang="en-US" altLang="zh-CN" sz="2000" b="1" dirty="0" err="1"/>
              <a:t>d.L</a:t>
            </a:r>
            <a:r>
              <a:rPr lang="en-US" altLang="zh-CN" sz="2000" b="1" dirty="0"/>
              <a:t>);</a:t>
            </a:r>
          </a:p>
          <a:p>
            <a:pPr marL="457200" indent="-457200"/>
            <a:r>
              <a:rPr lang="en-US" altLang="zh-CN" sz="2000" b="1" dirty="0">
                <a:solidFill>
                  <a:srgbClr val="7030A0"/>
                </a:solidFill>
              </a:rPr>
              <a:t>    </a:t>
            </a:r>
            <a:r>
              <a:rPr lang="en-US" altLang="zh-CN" sz="2000" b="1" dirty="0" err="1">
                <a:solidFill>
                  <a:srgbClr val="7030A0"/>
                </a:solidFill>
              </a:rPr>
              <a:t>d.a</a:t>
            </a:r>
            <a:r>
              <a:rPr lang="en-US" altLang="zh-CN" sz="2000" b="1" dirty="0">
                <a:solidFill>
                  <a:srgbClr val="7030A0"/>
                </a:solidFill>
              </a:rPr>
              <a:t>++;</a:t>
            </a:r>
          </a:p>
          <a:p>
            <a:pPr marL="457200" indent="-457200"/>
            <a:r>
              <a:rPr lang="en-US" altLang="zh-CN" sz="2000" b="1" dirty="0"/>
              <a:t>    </a:t>
            </a:r>
            <a:r>
              <a:rPr lang="en-US" altLang="zh-CN" sz="2000" b="1" dirty="0" err="1"/>
              <a:t>printf</a:t>
            </a:r>
            <a:r>
              <a:rPr lang="en-US" altLang="zh-CN" sz="2000" b="1" dirty="0"/>
              <a:t> ("d.ch = %c  </a:t>
            </a:r>
            <a:r>
              <a:rPr lang="en-US" altLang="zh-CN" sz="2000" b="1" dirty="0" err="1"/>
              <a:t>d.a</a:t>
            </a:r>
            <a:r>
              <a:rPr lang="en-US" altLang="zh-CN" sz="2000" b="1" dirty="0"/>
              <a:t> = %X  </a:t>
            </a:r>
            <a:r>
              <a:rPr lang="en-US" altLang="zh-CN" sz="2000" b="1" dirty="0" err="1"/>
              <a:t>d.L</a:t>
            </a:r>
            <a:r>
              <a:rPr lang="en-US" altLang="zh-CN" sz="2000" b="1" dirty="0"/>
              <a:t> = %X\n", </a:t>
            </a:r>
          </a:p>
          <a:p>
            <a:pPr marL="457200" indent="-457200"/>
            <a:r>
              <a:rPr lang="en-US" altLang="zh-CN" sz="2000" b="1" dirty="0"/>
              <a:t>                  d.ch, </a:t>
            </a:r>
            <a:r>
              <a:rPr lang="en-US" altLang="zh-CN" sz="2000" b="1" dirty="0" err="1"/>
              <a:t>d.a</a:t>
            </a:r>
            <a:r>
              <a:rPr lang="en-US" altLang="zh-CN" sz="2000" b="1" dirty="0"/>
              <a:t>, </a:t>
            </a:r>
            <a:r>
              <a:rPr lang="en-US" altLang="zh-CN" sz="2000" b="1" dirty="0" err="1"/>
              <a:t>d.L</a:t>
            </a:r>
            <a:r>
              <a:rPr lang="en-US" altLang="zh-CN" sz="2000" b="1" dirty="0"/>
              <a:t>);</a:t>
            </a:r>
          </a:p>
          <a:p>
            <a:pPr marL="457200" indent="-457200"/>
            <a:r>
              <a:rPr lang="en-US" altLang="zh-CN" sz="2000" b="1" dirty="0"/>
              <a:t>}</a:t>
            </a:r>
          </a:p>
        </p:txBody>
      </p:sp>
      <p:grpSp>
        <p:nvGrpSpPr>
          <p:cNvPr id="1128460" name="Group 12"/>
          <p:cNvGrpSpPr>
            <a:grpSpLocks/>
          </p:cNvGrpSpPr>
          <p:nvPr/>
        </p:nvGrpSpPr>
        <p:grpSpPr bwMode="auto">
          <a:xfrm>
            <a:off x="7752184" y="1838127"/>
            <a:ext cx="3340100" cy="2166937"/>
            <a:chOff x="2095" y="2899"/>
            <a:chExt cx="2104" cy="1365"/>
          </a:xfrm>
        </p:grpSpPr>
        <p:grpSp>
          <p:nvGrpSpPr>
            <p:cNvPr id="1128461" name="Group 13"/>
            <p:cNvGrpSpPr>
              <a:grpSpLocks/>
            </p:cNvGrpSpPr>
            <p:nvPr/>
          </p:nvGrpSpPr>
          <p:grpSpPr bwMode="auto">
            <a:xfrm>
              <a:off x="3424" y="2899"/>
              <a:ext cx="775" cy="758"/>
              <a:chOff x="3424" y="2899"/>
              <a:chExt cx="775" cy="758"/>
            </a:xfrm>
          </p:grpSpPr>
          <p:sp>
            <p:nvSpPr>
              <p:cNvPr id="1128462" name="Text Box 14"/>
              <p:cNvSpPr txBox="1">
                <a:spLocks noChangeArrowheads="1"/>
              </p:cNvSpPr>
              <p:nvPr/>
            </p:nvSpPr>
            <p:spPr bwMode="auto">
              <a:xfrm>
                <a:off x="3440" y="2899"/>
                <a:ext cx="31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rPr>
                  <a:t>ch</a:t>
                </a:r>
              </a:p>
            </p:txBody>
          </p:sp>
          <p:grpSp>
            <p:nvGrpSpPr>
              <p:cNvPr id="1128463" name="Group 15"/>
              <p:cNvGrpSpPr>
                <a:grpSpLocks/>
              </p:cNvGrpSpPr>
              <p:nvPr/>
            </p:nvGrpSpPr>
            <p:grpSpPr bwMode="auto">
              <a:xfrm>
                <a:off x="3424" y="2936"/>
                <a:ext cx="775" cy="721"/>
                <a:chOff x="3424" y="2936"/>
                <a:chExt cx="775" cy="721"/>
              </a:xfrm>
            </p:grpSpPr>
            <p:sp>
              <p:nvSpPr>
                <p:cNvPr id="1128464" name="AutoShape 16"/>
                <p:cNvSpPr>
                  <a:spLocks/>
                </p:cNvSpPr>
                <p:nvPr/>
              </p:nvSpPr>
              <p:spPr bwMode="auto">
                <a:xfrm>
                  <a:off x="3424" y="2944"/>
                  <a:ext cx="46" cy="182"/>
                </a:xfrm>
                <a:prstGeom prst="rightBrace">
                  <a:avLst>
                    <a:gd name="adj1" fmla="val 32971"/>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dirty="0"/>
                </a:p>
              </p:txBody>
            </p:sp>
            <p:sp>
              <p:nvSpPr>
                <p:cNvPr id="1128465" name="AutoShape 17"/>
                <p:cNvSpPr>
                  <a:spLocks/>
                </p:cNvSpPr>
                <p:nvPr/>
              </p:nvSpPr>
              <p:spPr bwMode="auto">
                <a:xfrm>
                  <a:off x="3720" y="2944"/>
                  <a:ext cx="70" cy="350"/>
                </a:xfrm>
                <a:prstGeom prst="rightBrace">
                  <a:avLst>
                    <a:gd name="adj1" fmla="val 41667"/>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28466" name="Text Box 18"/>
                <p:cNvSpPr txBox="1">
                  <a:spLocks noChangeArrowheads="1"/>
                </p:cNvSpPr>
                <p:nvPr/>
              </p:nvSpPr>
              <p:spPr bwMode="auto">
                <a:xfrm>
                  <a:off x="3785" y="2976"/>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rPr>
                    <a:t>a</a:t>
                  </a:r>
                </a:p>
              </p:txBody>
            </p:sp>
            <p:sp>
              <p:nvSpPr>
                <p:cNvPr id="1128467" name="AutoShape 19"/>
                <p:cNvSpPr>
                  <a:spLocks/>
                </p:cNvSpPr>
                <p:nvPr/>
              </p:nvSpPr>
              <p:spPr bwMode="auto">
                <a:xfrm>
                  <a:off x="3968" y="2936"/>
                  <a:ext cx="46" cy="721"/>
                </a:xfrm>
                <a:prstGeom prst="rightBrace">
                  <a:avLst>
                    <a:gd name="adj1" fmla="val 130616"/>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28468" name="Text Box 20"/>
                <p:cNvSpPr txBox="1">
                  <a:spLocks noChangeArrowheads="1"/>
                </p:cNvSpPr>
                <p:nvPr/>
              </p:nvSpPr>
              <p:spPr bwMode="auto">
                <a:xfrm>
                  <a:off x="4017" y="3168"/>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rPr>
                    <a:t>L</a:t>
                  </a:r>
                </a:p>
              </p:txBody>
            </p:sp>
          </p:grpSp>
        </p:grpSp>
        <p:grpSp>
          <p:nvGrpSpPr>
            <p:cNvPr id="1128469" name="Group 21"/>
            <p:cNvGrpSpPr>
              <a:grpSpLocks/>
            </p:cNvGrpSpPr>
            <p:nvPr/>
          </p:nvGrpSpPr>
          <p:grpSpPr bwMode="auto">
            <a:xfrm>
              <a:off x="2095" y="2928"/>
              <a:ext cx="409" cy="783"/>
              <a:chOff x="2095" y="2928"/>
              <a:chExt cx="409" cy="783"/>
            </a:xfrm>
          </p:grpSpPr>
          <p:sp>
            <p:nvSpPr>
              <p:cNvPr id="1128470" name="Text Box 22"/>
              <p:cNvSpPr txBox="1">
                <a:spLocks noChangeArrowheads="1"/>
              </p:cNvSpPr>
              <p:nvPr/>
            </p:nvSpPr>
            <p:spPr bwMode="auto">
              <a:xfrm>
                <a:off x="2095" y="2928"/>
                <a:ext cx="409" cy="231"/>
              </a:xfrm>
              <a:prstGeom prst="rect">
                <a:avLst/>
              </a:prstGeom>
              <a:noFill/>
              <a:ln w="9525">
                <a:noFill/>
                <a:miter lim="800000"/>
                <a:headEnd/>
                <a:tailEnd/>
              </a:ln>
              <a:effectLst/>
            </p:spPr>
            <p:txBody>
              <a:bodyPr>
                <a:spAutoFit/>
              </a:bodyPr>
              <a:lstStyle/>
              <a:p>
                <a:pPr>
                  <a:spcBef>
                    <a:spcPct val="50000"/>
                  </a:spcBef>
                </a:pPr>
                <a:r>
                  <a:rPr lang="en-US" altLang="zh-CN" sz="1800" b="1"/>
                  <a:t>2000</a:t>
                </a:r>
              </a:p>
            </p:txBody>
          </p:sp>
          <p:sp>
            <p:nvSpPr>
              <p:cNvPr id="1128471" name="Text Box 23"/>
              <p:cNvSpPr txBox="1">
                <a:spLocks noChangeArrowheads="1"/>
              </p:cNvSpPr>
              <p:nvPr/>
            </p:nvSpPr>
            <p:spPr bwMode="auto">
              <a:xfrm>
                <a:off x="2095" y="3112"/>
                <a:ext cx="409" cy="231"/>
              </a:xfrm>
              <a:prstGeom prst="rect">
                <a:avLst/>
              </a:prstGeom>
              <a:noFill/>
              <a:ln w="9525">
                <a:noFill/>
                <a:miter lim="800000"/>
                <a:headEnd/>
                <a:tailEnd/>
              </a:ln>
              <a:effectLst/>
            </p:spPr>
            <p:txBody>
              <a:bodyPr>
                <a:spAutoFit/>
              </a:bodyPr>
              <a:lstStyle/>
              <a:p>
                <a:pPr>
                  <a:spcBef>
                    <a:spcPct val="50000"/>
                  </a:spcBef>
                </a:pPr>
                <a:r>
                  <a:rPr lang="en-US" altLang="zh-CN" sz="1800" b="1"/>
                  <a:t>2001</a:t>
                </a:r>
              </a:p>
            </p:txBody>
          </p:sp>
          <p:sp>
            <p:nvSpPr>
              <p:cNvPr id="1128472" name="Text Box 24"/>
              <p:cNvSpPr txBox="1">
                <a:spLocks noChangeArrowheads="1"/>
              </p:cNvSpPr>
              <p:nvPr/>
            </p:nvSpPr>
            <p:spPr bwMode="auto">
              <a:xfrm>
                <a:off x="2095" y="3296"/>
                <a:ext cx="409" cy="231"/>
              </a:xfrm>
              <a:prstGeom prst="rect">
                <a:avLst/>
              </a:prstGeom>
              <a:noFill/>
              <a:ln w="9525">
                <a:noFill/>
                <a:miter lim="800000"/>
                <a:headEnd/>
                <a:tailEnd/>
              </a:ln>
              <a:effectLst/>
            </p:spPr>
            <p:txBody>
              <a:bodyPr>
                <a:spAutoFit/>
              </a:bodyPr>
              <a:lstStyle/>
              <a:p>
                <a:pPr>
                  <a:spcBef>
                    <a:spcPct val="50000"/>
                  </a:spcBef>
                </a:pPr>
                <a:r>
                  <a:rPr lang="en-US" altLang="zh-CN" sz="1800" b="1"/>
                  <a:t>2002</a:t>
                </a:r>
              </a:p>
            </p:txBody>
          </p:sp>
          <p:sp>
            <p:nvSpPr>
              <p:cNvPr id="1128473" name="Text Box 25"/>
              <p:cNvSpPr txBox="1">
                <a:spLocks noChangeArrowheads="1"/>
              </p:cNvSpPr>
              <p:nvPr/>
            </p:nvSpPr>
            <p:spPr bwMode="auto">
              <a:xfrm>
                <a:off x="2095" y="3480"/>
                <a:ext cx="409" cy="231"/>
              </a:xfrm>
              <a:prstGeom prst="rect">
                <a:avLst/>
              </a:prstGeom>
              <a:noFill/>
              <a:ln w="9525">
                <a:noFill/>
                <a:miter lim="800000"/>
                <a:headEnd/>
                <a:tailEnd/>
              </a:ln>
              <a:effectLst/>
            </p:spPr>
            <p:txBody>
              <a:bodyPr>
                <a:spAutoFit/>
              </a:bodyPr>
              <a:lstStyle/>
              <a:p>
                <a:pPr>
                  <a:spcBef>
                    <a:spcPct val="50000"/>
                  </a:spcBef>
                </a:pPr>
                <a:r>
                  <a:rPr lang="en-US" altLang="zh-CN" sz="1800" b="1"/>
                  <a:t>2003</a:t>
                </a:r>
              </a:p>
            </p:txBody>
          </p:sp>
        </p:grpSp>
        <p:grpSp>
          <p:nvGrpSpPr>
            <p:cNvPr id="1128474" name="Group 26"/>
            <p:cNvGrpSpPr>
              <a:grpSpLocks/>
            </p:cNvGrpSpPr>
            <p:nvPr/>
          </p:nvGrpSpPr>
          <p:grpSpPr bwMode="auto">
            <a:xfrm>
              <a:off x="2488" y="2949"/>
              <a:ext cx="898" cy="1315"/>
              <a:chOff x="2488" y="2949"/>
              <a:chExt cx="898" cy="1315"/>
            </a:xfrm>
          </p:grpSpPr>
          <p:grpSp>
            <p:nvGrpSpPr>
              <p:cNvPr id="1128475" name="Group 27"/>
              <p:cNvGrpSpPr>
                <a:grpSpLocks/>
              </p:cNvGrpSpPr>
              <p:nvPr/>
            </p:nvGrpSpPr>
            <p:grpSpPr bwMode="auto">
              <a:xfrm>
                <a:off x="2488" y="2949"/>
                <a:ext cx="898" cy="1315"/>
                <a:chOff x="3923" y="1616"/>
                <a:chExt cx="898" cy="1315"/>
              </a:xfrm>
            </p:grpSpPr>
            <p:sp>
              <p:nvSpPr>
                <p:cNvPr id="1128476" name="Rectangle 28"/>
                <p:cNvSpPr>
                  <a:spLocks noChangeArrowheads="1"/>
                </p:cNvSpPr>
                <p:nvPr/>
              </p:nvSpPr>
              <p:spPr bwMode="auto">
                <a:xfrm>
                  <a:off x="3923" y="1616"/>
                  <a:ext cx="898" cy="907"/>
                </a:xfrm>
                <a:prstGeom prst="rect">
                  <a:avLst/>
                </a:prstGeom>
                <a:solidFill>
                  <a:srgbClr val="BEDFC4"/>
                </a:solidFill>
                <a:ln w="381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zh-CN" altLang="zh-CN" sz="2000"/>
                </a:p>
              </p:txBody>
            </p:sp>
            <p:sp>
              <p:nvSpPr>
                <p:cNvPr id="1128477" name="Line 29"/>
                <p:cNvSpPr>
                  <a:spLocks noChangeShapeType="1"/>
                </p:cNvSpPr>
                <p:nvPr/>
              </p:nvSpPr>
              <p:spPr bwMode="auto">
                <a:xfrm>
                  <a:off x="3923" y="1810"/>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28478" name="Line 30"/>
                <p:cNvSpPr>
                  <a:spLocks noChangeShapeType="1"/>
                </p:cNvSpPr>
                <p:nvPr/>
              </p:nvSpPr>
              <p:spPr bwMode="auto">
                <a:xfrm>
                  <a:off x="3923" y="1992"/>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28479" name="Line 31"/>
                <p:cNvSpPr>
                  <a:spLocks noChangeShapeType="1"/>
                </p:cNvSpPr>
                <p:nvPr/>
              </p:nvSpPr>
              <p:spPr bwMode="auto">
                <a:xfrm>
                  <a:off x="3923" y="2339"/>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28480" name="AutoShape 32"/>
                <p:cNvSpPr>
                  <a:spLocks noChangeArrowheads="1"/>
                </p:cNvSpPr>
                <p:nvPr/>
              </p:nvSpPr>
              <p:spPr bwMode="auto">
                <a:xfrm>
                  <a:off x="3923" y="2520"/>
                  <a:ext cx="898" cy="411"/>
                </a:xfrm>
                <a:prstGeom prst="foldedCorner">
                  <a:avLst>
                    <a:gd name="adj" fmla="val 50000"/>
                  </a:avLst>
                </a:prstGeom>
                <a:solidFill>
                  <a:srgbClr val="BEDFC4"/>
                </a:solidFill>
                <a:ln w="3810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128481" name="Line 33"/>
                <p:cNvSpPr>
                  <a:spLocks noChangeShapeType="1"/>
                </p:cNvSpPr>
                <p:nvPr/>
              </p:nvSpPr>
              <p:spPr bwMode="auto">
                <a:xfrm>
                  <a:off x="3923" y="2173"/>
                  <a:ext cx="898" cy="0"/>
                </a:xfrm>
                <a:prstGeom prst="line">
                  <a:avLst/>
                </a:prstGeom>
                <a:noFill/>
                <a:ln w="12700">
                  <a:solidFill>
                    <a:srgbClr val="000000"/>
                  </a:solidFill>
                  <a:round/>
                  <a:headEnd/>
                  <a:tailEnd/>
                </a:ln>
                <a:effectLst/>
              </p:spPr>
              <p:txBody>
                <a:bodyPr wrap="none" anchor="ctr"/>
                <a:lstStyle/>
                <a:p>
                  <a:endParaRPr lang="zh-CN" altLang="en-US"/>
                </a:p>
              </p:txBody>
            </p:sp>
          </p:grpSp>
          <p:sp>
            <p:nvSpPr>
              <p:cNvPr id="1128482" name="Rectangle 34"/>
              <p:cNvSpPr>
                <a:spLocks noChangeArrowheads="1"/>
              </p:cNvSpPr>
              <p:nvPr/>
            </p:nvSpPr>
            <p:spPr bwMode="auto">
              <a:xfrm>
                <a:off x="2490" y="2960"/>
                <a:ext cx="889" cy="707"/>
              </a:xfrm>
              <a:prstGeom prst="rect">
                <a:avLst/>
              </a:prstGeom>
              <a:solidFill>
                <a:srgbClr val="FF99CC">
                  <a:alpha val="41000"/>
                </a:srgbClr>
              </a:solidFill>
              <a:ln w="9525">
                <a:solidFill>
                  <a:schemeClr val="tx1"/>
                </a:solidFill>
                <a:miter lim="800000"/>
                <a:headEnd/>
                <a:tailEnd/>
              </a:ln>
              <a:effectLst/>
            </p:spPr>
            <p:txBody>
              <a:bodyPr wrap="none" anchor="ctr"/>
              <a:lstStyle/>
              <a:p>
                <a:endParaRPr lang="zh-CN" altLang="en-US"/>
              </a:p>
            </p:txBody>
          </p:sp>
        </p:grpSp>
      </p:grpSp>
      <p:sp>
        <p:nvSpPr>
          <p:cNvPr id="1128483" name="Text Box 35"/>
          <p:cNvSpPr txBox="1">
            <a:spLocks noChangeArrowheads="1"/>
          </p:cNvSpPr>
          <p:nvPr/>
        </p:nvSpPr>
        <p:spPr bwMode="auto">
          <a:xfrm>
            <a:off x="8704685" y="2741414"/>
            <a:ext cx="936625" cy="366713"/>
          </a:xfrm>
          <a:prstGeom prst="rect">
            <a:avLst/>
          </a:prstGeom>
          <a:noFill/>
          <a:ln w="9525">
            <a:noFill/>
            <a:miter lim="800000"/>
            <a:headEnd/>
            <a:tailEnd/>
          </a:ln>
          <a:effectLst/>
        </p:spPr>
        <p:txBody>
          <a:bodyPr>
            <a:spAutoFit/>
          </a:bodyPr>
          <a:lstStyle/>
          <a:p>
            <a:pPr>
              <a:spcBef>
                <a:spcPct val="50000"/>
              </a:spcBef>
            </a:pPr>
            <a:r>
              <a:rPr lang="en-US" altLang="zh-CN" sz="1800" b="1">
                <a:solidFill>
                  <a:srgbClr val="C00000"/>
                </a:solidFill>
              </a:rPr>
              <a:t>0XFF</a:t>
            </a:r>
          </a:p>
        </p:txBody>
      </p:sp>
      <p:sp>
        <p:nvSpPr>
          <p:cNvPr id="1128484" name="Text Box 36"/>
          <p:cNvSpPr txBox="1">
            <a:spLocks noChangeArrowheads="1"/>
          </p:cNvSpPr>
          <p:nvPr/>
        </p:nvSpPr>
        <p:spPr bwMode="auto">
          <a:xfrm>
            <a:off x="8691985" y="2462014"/>
            <a:ext cx="936625" cy="366713"/>
          </a:xfrm>
          <a:prstGeom prst="rect">
            <a:avLst/>
          </a:prstGeom>
          <a:noFill/>
          <a:ln w="9525">
            <a:noFill/>
            <a:miter lim="800000"/>
            <a:headEnd/>
            <a:tailEnd/>
          </a:ln>
          <a:effectLst/>
        </p:spPr>
        <p:txBody>
          <a:bodyPr>
            <a:spAutoFit/>
          </a:bodyPr>
          <a:lstStyle/>
          <a:p>
            <a:pPr>
              <a:spcBef>
                <a:spcPct val="50000"/>
              </a:spcBef>
            </a:pPr>
            <a:r>
              <a:rPr lang="en-US" altLang="zh-CN" sz="1800" b="1">
                <a:solidFill>
                  <a:srgbClr val="C00000"/>
                </a:solidFill>
              </a:rPr>
              <a:t>0XF1</a:t>
            </a:r>
          </a:p>
        </p:txBody>
      </p:sp>
      <p:sp>
        <p:nvSpPr>
          <p:cNvPr id="1128485" name="Text Box 37"/>
          <p:cNvSpPr txBox="1">
            <a:spLocks noChangeArrowheads="1"/>
          </p:cNvSpPr>
          <p:nvPr/>
        </p:nvSpPr>
        <p:spPr bwMode="auto">
          <a:xfrm>
            <a:off x="8691985" y="2169914"/>
            <a:ext cx="936625" cy="366713"/>
          </a:xfrm>
          <a:prstGeom prst="rect">
            <a:avLst/>
          </a:prstGeom>
          <a:noFill/>
          <a:ln w="9525">
            <a:noFill/>
            <a:miter lim="800000"/>
            <a:headEnd/>
            <a:tailEnd/>
          </a:ln>
          <a:effectLst/>
        </p:spPr>
        <p:txBody>
          <a:bodyPr>
            <a:spAutoFit/>
          </a:bodyPr>
          <a:lstStyle/>
          <a:p>
            <a:pPr>
              <a:spcBef>
                <a:spcPct val="50000"/>
              </a:spcBef>
            </a:pPr>
            <a:r>
              <a:rPr lang="en-US" altLang="zh-CN" sz="1800" b="1">
                <a:solidFill>
                  <a:srgbClr val="C00000"/>
                </a:solidFill>
              </a:rPr>
              <a:t>0X12</a:t>
            </a:r>
          </a:p>
        </p:txBody>
      </p:sp>
      <p:sp>
        <p:nvSpPr>
          <p:cNvPr id="1128486" name="Text Box 38"/>
          <p:cNvSpPr txBox="1">
            <a:spLocks noChangeArrowheads="1"/>
          </p:cNvSpPr>
          <p:nvPr/>
        </p:nvSpPr>
        <p:spPr bwMode="auto">
          <a:xfrm>
            <a:off x="8679285" y="1890514"/>
            <a:ext cx="936625" cy="366713"/>
          </a:xfrm>
          <a:prstGeom prst="rect">
            <a:avLst/>
          </a:prstGeom>
          <a:noFill/>
          <a:ln w="9525">
            <a:noFill/>
            <a:miter lim="800000"/>
            <a:headEnd/>
            <a:tailEnd/>
          </a:ln>
          <a:effectLst/>
        </p:spPr>
        <p:txBody>
          <a:bodyPr>
            <a:spAutoFit/>
          </a:bodyPr>
          <a:lstStyle/>
          <a:p>
            <a:pPr>
              <a:spcBef>
                <a:spcPct val="50000"/>
              </a:spcBef>
            </a:pPr>
            <a:r>
              <a:rPr lang="en-US" altLang="zh-CN" sz="1800" b="1">
                <a:solidFill>
                  <a:srgbClr val="FF0000"/>
                </a:solidFill>
              </a:rPr>
              <a:t>0X41</a:t>
            </a:r>
          </a:p>
        </p:txBody>
      </p:sp>
      <p:sp>
        <p:nvSpPr>
          <p:cNvPr id="1128487" name="Rectangle 39"/>
          <p:cNvSpPr>
            <a:spLocks noChangeArrowheads="1"/>
          </p:cNvSpPr>
          <p:nvPr/>
        </p:nvSpPr>
        <p:spPr bwMode="auto">
          <a:xfrm>
            <a:off x="6886823" y="5013176"/>
            <a:ext cx="4249737" cy="104457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C00000"/>
                </a:solidFill>
                <a:latin typeface="隶书" pitchFamily="49" charset="-122"/>
                <a:ea typeface="隶书" pitchFamily="49" charset="-122"/>
              </a:rPr>
              <a:t>运行结果：</a:t>
            </a:r>
          </a:p>
          <a:p>
            <a:r>
              <a:rPr lang="en-US" altLang="zh-CN" sz="2000" b="1" dirty="0">
                <a:solidFill>
                  <a:srgbClr val="002060"/>
                </a:solidFill>
                <a:ea typeface="楷体_GB2312" pitchFamily="49" charset="-122"/>
              </a:rPr>
              <a:t>d.ch = A  </a:t>
            </a:r>
            <a:r>
              <a:rPr lang="en-US" altLang="zh-CN" sz="2000" b="1" dirty="0" err="1">
                <a:solidFill>
                  <a:srgbClr val="002060"/>
                </a:solidFill>
                <a:ea typeface="楷体_GB2312" pitchFamily="49" charset="-122"/>
              </a:rPr>
              <a:t>d.a</a:t>
            </a:r>
            <a:r>
              <a:rPr lang="en-US" altLang="zh-CN" sz="2000" b="1" dirty="0">
                <a:solidFill>
                  <a:srgbClr val="002060"/>
                </a:solidFill>
                <a:ea typeface="楷体_GB2312" pitchFamily="49" charset="-122"/>
              </a:rPr>
              <a:t> = 1241  </a:t>
            </a:r>
            <a:r>
              <a:rPr lang="en-US" altLang="zh-CN" sz="2000" b="1" dirty="0" err="1">
                <a:solidFill>
                  <a:srgbClr val="002060"/>
                </a:solidFill>
                <a:ea typeface="楷体_GB2312" pitchFamily="49" charset="-122"/>
              </a:rPr>
              <a:t>d.L</a:t>
            </a:r>
            <a:r>
              <a:rPr lang="en-US" altLang="zh-CN" sz="2000" b="1" dirty="0">
                <a:solidFill>
                  <a:srgbClr val="002060"/>
                </a:solidFill>
                <a:ea typeface="楷体_GB2312" pitchFamily="49" charset="-122"/>
              </a:rPr>
              <a:t> = FFF11241</a:t>
            </a:r>
          </a:p>
          <a:p>
            <a:endParaRPr lang="en-US" altLang="zh-CN" sz="2000" b="1" dirty="0">
              <a:ea typeface="楷体_GB2312" pitchFamily="49" charset="-122"/>
            </a:endParaRPr>
          </a:p>
        </p:txBody>
      </p:sp>
      <p:sp>
        <p:nvSpPr>
          <p:cNvPr id="1128488" name="Rectangle 40"/>
          <p:cNvSpPr>
            <a:spLocks noChangeArrowheads="1"/>
          </p:cNvSpPr>
          <p:nvPr/>
        </p:nvSpPr>
        <p:spPr bwMode="auto">
          <a:xfrm>
            <a:off x="6880483" y="5610076"/>
            <a:ext cx="4197350" cy="396875"/>
          </a:xfrm>
          <a:prstGeom prst="rect">
            <a:avLst/>
          </a:prstGeom>
          <a:noFill/>
          <a:ln w="9525">
            <a:noFill/>
            <a:miter lim="800000"/>
            <a:headEnd/>
            <a:tailEnd/>
          </a:ln>
          <a:effectLst/>
        </p:spPr>
        <p:txBody>
          <a:bodyPr wrap="none">
            <a:spAutoFit/>
          </a:bodyPr>
          <a:lstStyle/>
          <a:p>
            <a:r>
              <a:rPr lang="en-US" altLang="zh-CN" sz="2000" b="1" dirty="0">
                <a:solidFill>
                  <a:schemeClr val="accent1">
                    <a:lumMod val="50000"/>
                  </a:schemeClr>
                </a:solidFill>
              </a:rPr>
              <a:t>d.ch = B  </a:t>
            </a:r>
            <a:r>
              <a:rPr lang="en-US" altLang="zh-CN" sz="2000" b="1" dirty="0" err="1">
                <a:solidFill>
                  <a:schemeClr val="accent1">
                    <a:lumMod val="50000"/>
                  </a:schemeClr>
                </a:solidFill>
              </a:rPr>
              <a:t>d.a</a:t>
            </a:r>
            <a:r>
              <a:rPr lang="en-US" altLang="zh-CN" sz="2000" b="1" dirty="0">
                <a:solidFill>
                  <a:schemeClr val="accent1">
                    <a:lumMod val="50000"/>
                  </a:schemeClr>
                </a:solidFill>
              </a:rPr>
              <a:t> = 1242  </a:t>
            </a:r>
            <a:r>
              <a:rPr lang="en-US" altLang="zh-CN" sz="2000" b="1" dirty="0" err="1">
                <a:solidFill>
                  <a:schemeClr val="accent1">
                    <a:lumMod val="50000"/>
                  </a:schemeClr>
                </a:solidFill>
              </a:rPr>
              <a:t>d.L</a:t>
            </a:r>
            <a:r>
              <a:rPr lang="en-US" altLang="zh-CN" sz="2000" b="1" dirty="0">
                <a:solidFill>
                  <a:schemeClr val="accent1">
                    <a:lumMod val="50000"/>
                  </a:schemeClr>
                </a:solidFill>
              </a:rPr>
              <a:t> = FFF11242</a:t>
            </a:r>
          </a:p>
        </p:txBody>
      </p:sp>
      <p:grpSp>
        <p:nvGrpSpPr>
          <p:cNvPr id="1128492" name="Group 44"/>
          <p:cNvGrpSpPr>
            <a:grpSpLocks/>
          </p:cNvGrpSpPr>
          <p:nvPr/>
        </p:nvGrpSpPr>
        <p:grpSpPr bwMode="auto">
          <a:xfrm>
            <a:off x="8393534" y="1876226"/>
            <a:ext cx="1389062" cy="366712"/>
            <a:chOff x="4079" y="959"/>
            <a:chExt cx="875" cy="231"/>
          </a:xfrm>
        </p:grpSpPr>
        <p:sp>
          <p:nvSpPr>
            <p:cNvPr id="1128491" name="Rectangle 43"/>
            <p:cNvSpPr>
              <a:spLocks noChangeArrowheads="1"/>
            </p:cNvSpPr>
            <p:nvPr/>
          </p:nvSpPr>
          <p:spPr bwMode="auto">
            <a:xfrm>
              <a:off x="4079" y="999"/>
              <a:ext cx="875" cy="177"/>
            </a:xfrm>
            <a:prstGeom prst="rect">
              <a:avLst/>
            </a:prstGeom>
            <a:solidFill>
              <a:srgbClr val="BAA1B9"/>
            </a:solidFill>
            <a:ln w="9525">
              <a:noFill/>
              <a:miter lim="800000"/>
              <a:headEnd/>
              <a:tailEnd/>
            </a:ln>
            <a:effectLst/>
          </p:spPr>
          <p:txBody>
            <a:bodyPr wrap="none" anchor="ctr"/>
            <a:lstStyle/>
            <a:p>
              <a:endParaRPr lang="zh-CN" altLang="en-US"/>
            </a:p>
          </p:txBody>
        </p:sp>
        <p:sp>
          <p:nvSpPr>
            <p:cNvPr id="1128489" name="Text Box 41"/>
            <p:cNvSpPr txBox="1">
              <a:spLocks noChangeArrowheads="1"/>
            </p:cNvSpPr>
            <p:nvPr/>
          </p:nvSpPr>
          <p:spPr bwMode="auto">
            <a:xfrm>
              <a:off x="4259" y="959"/>
              <a:ext cx="562" cy="231"/>
            </a:xfrm>
            <a:prstGeom prst="rect">
              <a:avLst/>
            </a:prstGeom>
            <a:noFill/>
            <a:ln w="9525">
              <a:noFill/>
              <a:miter lim="800000"/>
              <a:headEnd/>
              <a:tailEnd/>
            </a:ln>
            <a:effectLst/>
          </p:spPr>
          <p:txBody>
            <a:bodyPr>
              <a:spAutoFit/>
            </a:bodyPr>
            <a:lstStyle/>
            <a:p>
              <a:pPr>
                <a:spcBef>
                  <a:spcPct val="50000"/>
                </a:spcBef>
              </a:pPr>
              <a:r>
                <a:rPr lang="en-US" altLang="zh-CN" sz="1800" b="1" dirty="0">
                  <a:solidFill>
                    <a:srgbClr val="002060"/>
                  </a:solidFill>
                </a:rPr>
                <a:t>0X42</a:t>
              </a:r>
            </a:p>
          </p:txBody>
        </p:sp>
      </p:grpSp>
      <p:sp>
        <p:nvSpPr>
          <p:cNvPr id="39" name="Rectangle 4">
            <a:extLst>
              <a:ext uri="{FF2B5EF4-FFF2-40B4-BE49-F238E27FC236}">
                <a16:creationId xmlns:a16="http://schemas.microsoft.com/office/drawing/2014/main" id="{AEDE8867-2B6E-4B73-894B-6F45EED9DDA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联合体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8459">
                                            <p:txEl>
                                              <p:pRg st="0" end="0"/>
                                            </p:txEl>
                                          </p:spTgt>
                                        </p:tgtEl>
                                        <p:attrNameLst>
                                          <p:attrName>style.visibility</p:attrName>
                                        </p:attrNameLst>
                                      </p:cBhvr>
                                      <p:to>
                                        <p:strVal val="visible"/>
                                      </p:to>
                                    </p:set>
                                    <p:anim calcmode="lin" valueType="num">
                                      <p:cBhvr additive="base">
                                        <p:cTn id="7" dur="500" fill="hold"/>
                                        <p:tgtEl>
                                          <p:spTgt spid="1128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8459">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128459">
                                            <p:txEl>
                                              <p:pRg st="1" end="1"/>
                                            </p:txEl>
                                          </p:spTgt>
                                        </p:tgtEl>
                                        <p:attrNameLst>
                                          <p:attrName>style.visibility</p:attrName>
                                        </p:attrNameLst>
                                      </p:cBhvr>
                                      <p:to>
                                        <p:strVal val="visible"/>
                                      </p:to>
                                    </p:set>
                                    <p:anim calcmode="lin" valueType="num">
                                      <p:cBhvr additive="base">
                                        <p:cTn id="11" dur="500" fill="hold"/>
                                        <p:tgtEl>
                                          <p:spTgt spid="112845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28459">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128459">
                                            <p:txEl>
                                              <p:pRg st="2" end="2"/>
                                            </p:txEl>
                                          </p:spTgt>
                                        </p:tgtEl>
                                        <p:attrNameLst>
                                          <p:attrName>style.visibility</p:attrName>
                                        </p:attrNameLst>
                                      </p:cBhvr>
                                      <p:to>
                                        <p:strVal val="visible"/>
                                      </p:to>
                                    </p:set>
                                    <p:anim calcmode="lin" valueType="num">
                                      <p:cBhvr additive="base">
                                        <p:cTn id="15" dur="500" fill="hold"/>
                                        <p:tgtEl>
                                          <p:spTgt spid="112845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28459">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128459">
                                            <p:txEl>
                                              <p:pRg st="3" end="3"/>
                                            </p:txEl>
                                          </p:spTgt>
                                        </p:tgtEl>
                                        <p:attrNameLst>
                                          <p:attrName>style.visibility</p:attrName>
                                        </p:attrNameLst>
                                      </p:cBhvr>
                                      <p:to>
                                        <p:strVal val="visible"/>
                                      </p:to>
                                    </p:set>
                                    <p:anim calcmode="lin" valueType="num">
                                      <p:cBhvr additive="base">
                                        <p:cTn id="19" dur="500" fill="hold"/>
                                        <p:tgtEl>
                                          <p:spTgt spid="112845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8459">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1128459">
                                            <p:txEl>
                                              <p:pRg st="4" end="4"/>
                                            </p:txEl>
                                          </p:spTgt>
                                        </p:tgtEl>
                                        <p:attrNameLst>
                                          <p:attrName>style.visibility</p:attrName>
                                        </p:attrNameLst>
                                      </p:cBhvr>
                                      <p:to>
                                        <p:strVal val="visible"/>
                                      </p:to>
                                    </p:set>
                                    <p:anim calcmode="lin" valueType="num">
                                      <p:cBhvr additive="base">
                                        <p:cTn id="23" dur="500" fill="hold"/>
                                        <p:tgtEl>
                                          <p:spTgt spid="112845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28459">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5" presetID="2" presetClass="entr" presetSubtype="4" fill="hold" nodeType="withEffect">
                                  <p:stCondLst>
                                    <p:cond delay="0"/>
                                  </p:stCondLst>
                                  <p:childTnLst>
                                    <p:set>
                                      <p:cBhvr>
                                        <p:cTn id="26" dur="1" fill="hold">
                                          <p:stCondLst>
                                            <p:cond delay="0"/>
                                          </p:stCondLst>
                                        </p:cTn>
                                        <p:tgtEl>
                                          <p:spTgt spid="1128459">
                                            <p:txEl>
                                              <p:pRg st="5" end="5"/>
                                            </p:txEl>
                                          </p:spTgt>
                                        </p:tgtEl>
                                        <p:attrNameLst>
                                          <p:attrName>style.visibility</p:attrName>
                                        </p:attrNameLst>
                                      </p:cBhvr>
                                      <p:to>
                                        <p:strVal val="visible"/>
                                      </p:to>
                                    </p:set>
                                    <p:anim calcmode="lin" valueType="num">
                                      <p:cBhvr additive="base">
                                        <p:cTn id="27" dur="500" fill="hold"/>
                                        <p:tgtEl>
                                          <p:spTgt spid="112845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28459">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par>
                                <p:cTn id="29" presetID="2" presetClass="entr" presetSubtype="4" fill="hold" nodeType="withEffect">
                                  <p:stCondLst>
                                    <p:cond delay="0"/>
                                  </p:stCondLst>
                                  <p:childTnLst>
                                    <p:set>
                                      <p:cBhvr>
                                        <p:cTn id="30" dur="1" fill="hold">
                                          <p:stCondLst>
                                            <p:cond delay="0"/>
                                          </p:stCondLst>
                                        </p:cTn>
                                        <p:tgtEl>
                                          <p:spTgt spid="1128459">
                                            <p:txEl>
                                              <p:pRg st="6" end="6"/>
                                            </p:txEl>
                                          </p:spTgt>
                                        </p:tgtEl>
                                        <p:attrNameLst>
                                          <p:attrName>style.visibility</p:attrName>
                                        </p:attrNameLst>
                                      </p:cBhvr>
                                      <p:to>
                                        <p:strVal val="visible"/>
                                      </p:to>
                                    </p:set>
                                    <p:anim calcmode="lin" valueType="num">
                                      <p:cBhvr additive="base">
                                        <p:cTn id="31" dur="500" fill="hold"/>
                                        <p:tgtEl>
                                          <p:spTgt spid="1128459">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8459">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par>
                                <p:cTn id="33" presetID="2" presetClass="entr" presetSubtype="4" fill="hold" nodeType="withEffect">
                                  <p:stCondLst>
                                    <p:cond delay="0"/>
                                  </p:stCondLst>
                                  <p:childTnLst>
                                    <p:set>
                                      <p:cBhvr>
                                        <p:cTn id="34" dur="1" fill="hold">
                                          <p:stCondLst>
                                            <p:cond delay="0"/>
                                          </p:stCondLst>
                                        </p:cTn>
                                        <p:tgtEl>
                                          <p:spTgt spid="1128459">
                                            <p:txEl>
                                              <p:pRg st="7" end="7"/>
                                            </p:txEl>
                                          </p:spTgt>
                                        </p:tgtEl>
                                        <p:attrNameLst>
                                          <p:attrName>style.visibility</p:attrName>
                                        </p:attrNameLst>
                                      </p:cBhvr>
                                      <p:to>
                                        <p:strVal val="visible"/>
                                      </p:to>
                                    </p:set>
                                    <p:anim calcmode="lin" valueType="num">
                                      <p:cBhvr additive="base">
                                        <p:cTn id="35" dur="500" fill="hold"/>
                                        <p:tgtEl>
                                          <p:spTgt spid="1128459">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28459">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par>
                                <p:cTn id="37" presetID="2" presetClass="entr" presetSubtype="4" fill="hold" nodeType="withEffect">
                                  <p:stCondLst>
                                    <p:cond delay="0"/>
                                  </p:stCondLst>
                                  <p:childTnLst>
                                    <p:set>
                                      <p:cBhvr>
                                        <p:cTn id="38" dur="1" fill="hold">
                                          <p:stCondLst>
                                            <p:cond delay="0"/>
                                          </p:stCondLst>
                                        </p:cTn>
                                        <p:tgtEl>
                                          <p:spTgt spid="1128459">
                                            <p:txEl>
                                              <p:pRg st="8" end="8"/>
                                            </p:txEl>
                                          </p:spTgt>
                                        </p:tgtEl>
                                        <p:attrNameLst>
                                          <p:attrName>style.visibility</p:attrName>
                                        </p:attrNameLst>
                                      </p:cBhvr>
                                      <p:to>
                                        <p:strVal val="visible"/>
                                      </p:to>
                                    </p:set>
                                    <p:anim calcmode="lin" valueType="num">
                                      <p:cBhvr additive="base">
                                        <p:cTn id="39" dur="500" fill="hold"/>
                                        <p:tgtEl>
                                          <p:spTgt spid="1128459">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128459">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1" fill="hold">
                            <p:stCondLst>
                              <p:cond delay="500"/>
                            </p:stCondLst>
                            <p:childTnLst>
                              <p:par>
                                <p:cTn id="42" presetID="4" presetClass="entr" presetSubtype="32" fill="hold" nodeType="afterEffect">
                                  <p:stCondLst>
                                    <p:cond delay="0"/>
                                  </p:stCondLst>
                                  <p:childTnLst>
                                    <p:set>
                                      <p:cBhvr>
                                        <p:cTn id="43" dur="1" fill="hold">
                                          <p:stCondLst>
                                            <p:cond delay="0"/>
                                          </p:stCondLst>
                                        </p:cTn>
                                        <p:tgtEl>
                                          <p:spTgt spid="1128460"/>
                                        </p:tgtEl>
                                        <p:attrNameLst>
                                          <p:attrName>style.visibility</p:attrName>
                                        </p:attrNameLst>
                                      </p:cBhvr>
                                      <p:to>
                                        <p:strVal val="visible"/>
                                      </p:to>
                                    </p:set>
                                    <p:animEffect transition="in" filter="box(out)">
                                      <p:cBhvr>
                                        <p:cTn id="44" dur="500"/>
                                        <p:tgtEl>
                                          <p:spTgt spid="1128460"/>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5" fill="hold">
                            <p:stCondLst>
                              <p:cond delay="1000"/>
                            </p:stCondLst>
                            <p:childTnLst>
                              <p:par>
                                <p:cTn id="46" presetID="4" presetClass="entr" presetSubtype="32" fill="hold" grpId="0" nodeType="afterEffect">
                                  <p:stCondLst>
                                    <p:cond delay="0"/>
                                  </p:stCondLst>
                                  <p:childTnLst>
                                    <p:set>
                                      <p:cBhvr>
                                        <p:cTn id="47" dur="1" fill="hold">
                                          <p:stCondLst>
                                            <p:cond delay="0"/>
                                          </p:stCondLst>
                                        </p:cTn>
                                        <p:tgtEl>
                                          <p:spTgt spid="1128486"/>
                                        </p:tgtEl>
                                        <p:attrNameLst>
                                          <p:attrName>style.visibility</p:attrName>
                                        </p:attrNameLst>
                                      </p:cBhvr>
                                      <p:to>
                                        <p:strVal val="visible"/>
                                      </p:to>
                                    </p:set>
                                    <p:animEffect transition="in" filter="box(out)">
                                      <p:cBhvr>
                                        <p:cTn id="48" dur="500"/>
                                        <p:tgtEl>
                                          <p:spTgt spid="1128486"/>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par>
                          <p:cTn id="49" fill="hold">
                            <p:stCondLst>
                              <p:cond delay="1500"/>
                            </p:stCondLst>
                            <p:childTnLst>
                              <p:par>
                                <p:cTn id="50" presetID="4" presetClass="entr" presetSubtype="32" fill="hold" grpId="0" nodeType="afterEffect">
                                  <p:stCondLst>
                                    <p:cond delay="0"/>
                                  </p:stCondLst>
                                  <p:childTnLst>
                                    <p:set>
                                      <p:cBhvr>
                                        <p:cTn id="51" dur="1" fill="hold">
                                          <p:stCondLst>
                                            <p:cond delay="0"/>
                                          </p:stCondLst>
                                        </p:cTn>
                                        <p:tgtEl>
                                          <p:spTgt spid="1128485"/>
                                        </p:tgtEl>
                                        <p:attrNameLst>
                                          <p:attrName>style.visibility</p:attrName>
                                        </p:attrNameLst>
                                      </p:cBhvr>
                                      <p:to>
                                        <p:strVal val="visible"/>
                                      </p:to>
                                    </p:set>
                                    <p:animEffect transition="in" filter="box(out)">
                                      <p:cBhvr>
                                        <p:cTn id="52" dur="500"/>
                                        <p:tgtEl>
                                          <p:spTgt spid="1128485"/>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3" fill="hold">
                            <p:stCondLst>
                              <p:cond delay="2000"/>
                            </p:stCondLst>
                            <p:childTnLst>
                              <p:par>
                                <p:cTn id="54" presetID="4" presetClass="entr" presetSubtype="32" fill="hold" grpId="0" nodeType="afterEffect">
                                  <p:stCondLst>
                                    <p:cond delay="0"/>
                                  </p:stCondLst>
                                  <p:childTnLst>
                                    <p:set>
                                      <p:cBhvr>
                                        <p:cTn id="55" dur="1" fill="hold">
                                          <p:stCondLst>
                                            <p:cond delay="0"/>
                                          </p:stCondLst>
                                        </p:cTn>
                                        <p:tgtEl>
                                          <p:spTgt spid="1128484"/>
                                        </p:tgtEl>
                                        <p:attrNameLst>
                                          <p:attrName>style.visibility</p:attrName>
                                        </p:attrNameLst>
                                      </p:cBhvr>
                                      <p:to>
                                        <p:strVal val="visible"/>
                                      </p:to>
                                    </p:set>
                                    <p:animEffect transition="in" filter="box(out)">
                                      <p:cBhvr>
                                        <p:cTn id="56" dur="500"/>
                                        <p:tgtEl>
                                          <p:spTgt spid="1128484"/>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par>
                          <p:cTn id="57" fill="hold">
                            <p:stCondLst>
                              <p:cond delay="2500"/>
                            </p:stCondLst>
                            <p:childTnLst>
                              <p:par>
                                <p:cTn id="58" presetID="4" presetClass="entr" presetSubtype="32" fill="hold" grpId="0" nodeType="afterEffect">
                                  <p:stCondLst>
                                    <p:cond delay="0"/>
                                  </p:stCondLst>
                                  <p:childTnLst>
                                    <p:set>
                                      <p:cBhvr>
                                        <p:cTn id="59" dur="1" fill="hold">
                                          <p:stCondLst>
                                            <p:cond delay="0"/>
                                          </p:stCondLst>
                                        </p:cTn>
                                        <p:tgtEl>
                                          <p:spTgt spid="1128483"/>
                                        </p:tgtEl>
                                        <p:attrNameLst>
                                          <p:attrName>style.visibility</p:attrName>
                                        </p:attrNameLst>
                                      </p:cBhvr>
                                      <p:to>
                                        <p:strVal val="visible"/>
                                      </p:to>
                                    </p:set>
                                    <p:animEffect transition="in" filter="box(out)">
                                      <p:cBhvr>
                                        <p:cTn id="60" dur="500"/>
                                        <p:tgtEl>
                                          <p:spTgt spid="1128483"/>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128459">
                                            <p:txEl>
                                              <p:pRg st="9" end="9"/>
                                            </p:txEl>
                                          </p:spTgt>
                                        </p:tgtEl>
                                        <p:attrNameLst>
                                          <p:attrName>style.visibility</p:attrName>
                                        </p:attrNameLst>
                                      </p:cBhvr>
                                      <p:to>
                                        <p:strVal val="visible"/>
                                      </p:to>
                                    </p:set>
                                    <p:anim calcmode="lin" valueType="num">
                                      <p:cBhvr additive="base">
                                        <p:cTn id="65" dur="500" fill="hold"/>
                                        <p:tgtEl>
                                          <p:spTgt spid="1128459">
                                            <p:txEl>
                                              <p:pRg st="9" end="9"/>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128459">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par>
                                <p:cTn id="67" presetID="2" presetClass="entr" presetSubtype="4" fill="hold" nodeType="withEffect">
                                  <p:stCondLst>
                                    <p:cond delay="0"/>
                                  </p:stCondLst>
                                  <p:childTnLst>
                                    <p:set>
                                      <p:cBhvr>
                                        <p:cTn id="68" dur="1" fill="hold">
                                          <p:stCondLst>
                                            <p:cond delay="0"/>
                                          </p:stCondLst>
                                        </p:cTn>
                                        <p:tgtEl>
                                          <p:spTgt spid="1128459">
                                            <p:txEl>
                                              <p:pRg st="10" end="10"/>
                                            </p:txEl>
                                          </p:spTgt>
                                        </p:tgtEl>
                                        <p:attrNameLst>
                                          <p:attrName>style.visibility</p:attrName>
                                        </p:attrNameLst>
                                      </p:cBhvr>
                                      <p:to>
                                        <p:strVal val="visible"/>
                                      </p:to>
                                    </p:set>
                                    <p:anim calcmode="lin" valueType="num">
                                      <p:cBhvr additive="base">
                                        <p:cTn id="69" dur="500" fill="hold"/>
                                        <p:tgtEl>
                                          <p:spTgt spid="1128459">
                                            <p:txEl>
                                              <p:pRg st="10" end="1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128459">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4" presetClass="entr" presetSubtype="32" fill="hold" grpId="0" nodeType="afterEffect">
                                  <p:stCondLst>
                                    <p:cond delay="0"/>
                                  </p:stCondLst>
                                  <p:childTnLst>
                                    <p:set>
                                      <p:cBhvr>
                                        <p:cTn id="73" dur="1" fill="hold">
                                          <p:stCondLst>
                                            <p:cond delay="0"/>
                                          </p:stCondLst>
                                        </p:cTn>
                                        <p:tgtEl>
                                          <p:spTgt spid="1128487"/>
                                        </p:tgtEl>
                                        <p:attrNameLst>
                                          <p:attrName>style.visibility</p:attrName>
                                        </p:attrNameLst>
                                      </p:cBhvr>
                                      <p:to>
                                        <p:strVal val="visible"/>
                                      </p:to>
                                    </p:set>
                                    <p:animEffect transition="in" filter="box(out)">
                                      <p:cBhvr>
                                        <p:cTn id="74" dur="500"/>
                                        <p:tgtEl>
                                          <p:spTgt spid="1128487"/>
                                        </p:tgtEl>
                                      </p:cBhvr>
                                    </p:animEffect>
                                  </p:childTnLst>
                                  <p:subTnLst>
                                    <p:audio>
                                      <p:cMediaNode>
                                        <p:cTn display="0" masterRel="sameClick">
                                          <p:stCondLst>
                                            <p:cond evt="begin" delay="0">
                                              <p:tn val="72"/>
                                            </p:cond>
                                          </p:stCondLst>
                                          <p:endCondLst>
                                            <p:cond evt="onStopAudio" delay="0">
                                              <p:tgtEl>
                                                <p:sldTgt/>
                                              </p:tgtEl>
                                            </p:cond>
                                          </p:endCondLst>
                                        </p:cTn>
                                        <p:tgtEl>
                                          <p:sndTgt r:embed="rId4" name="chimes.wav"/>
                                        </p:tgtEl>
                                      </p:cMediaNode>
                                    </p:audio>
                                  </p:sub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128459">
                                            <p:txEl>
                                              <p:pRg st="11" end="11"/>
                                            </p:txEl>
                                          </p:spTgt>
                                        </p:tgtEl>
                                        <p:attrNameLst>
                                          <p:attrName>style.visibility</p:attrName>
                                        </p:attrNameLst>
                                      </p:cBhvr>
                                      <p:to>
                                        <p:strVal val="visible"/>
                                      </p:to>
                                    </p:set>
                                    <p:anim calcmode="lin" valueType="num">
                                      <p:cBhvr additive="base">
                                        <p:cTn id="79" dur="500" fill="hold"/>
                                        <p:tgtEl>
                                          <p:spTgt spid="1128459">
                                            <p:txEl>
                                              <p:pRg st="11" end="1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128459">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par>
                          <p:cTn id="81" fill="hold">
                            <p:stCondLst>
                              <p:cond delay="500"/>
                            </p:stCondLst>
                            <p:childTnLst>
                              <p:par>
                                <p:cTn id="82" presetID="4" presetClass="entr" presetSubtype="16" fill="hold" nodeType="afterEffect">
                                  <p:stCondLst>
                                    <p:cond delay="0"/>
                                  </p:stCondLst>
                                  <p:childTnLst>
                                    <p:set>
                                      <p:cBhvr>
                                        <p:cTn id="83" dur="1" fill="hold">
                                          <p:stCondLst>
                                            <p:cond delay="0"/>
                                          </p:stCondLst>
                                        </p:cTn>
                                        <p:tgtEl>
                                          <p:spTgt spid="1128492"/>
                                        </p:tgtEl>
                                        <p:attrNameLst>
                                          <p:attrName>style.visibility</p:attrName>
                                        </p:attrNameLst>
                                      </p:cBhvr>
                                      <p:to>
                                        <p:strVal val="visible"/>
                                      </p:to>
                                    </p:set>
                                    <p:animEffect transition="in" filter="box(in)">
                                      <p:cBhvr>
                                        <p:cTn id="84" dur="500"/>
                                        <p:tgtEl>
                                          <p:spTgt spid="1128492"/>
                                        </p:tgtEl>
                                      </p:cBhvr>
                                    </p:animEffect>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1128459">
                                            <p:txEl>
                                              <p:pRg st="12" end="12"/>
                                            </p:txEl>
                                          </p:spTgt>
                                        </p:tgtEl>
                                        <p:attrNameLst>
                                          <p:attrName>style.visibility</p:attrName>
                                        </p:attrNameLst>
                                      </p:cBhvr>
                                      <p:to>
                                        <p:strVal val="visible"/>
                                      </p:to>
                                    </p:set>
                                    <p:anim calcmode="lin" valueType="num">
                                      <p:cBhvr additive="base">
                                        <p:cTn id="89" dur="500" fill="hold"/>
                                        <p:tgtEl>
                                          <p:spTgt spid="1128459">
                                            <p:txEl>
                                              <p:pRg st="12" end="12"/>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128459">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par>
                                <p:cTn id="91" presetID="2" presetClass="entr" presetSubtype="4" fill="hold" nodeType="withEffect">
                                  <p:stCondLst>
                                    <p:cond delay="0"/>
                                  </p:stCondLst>
                                  <p:childTnLst>
                                    <p:set>
                                      <p:cBhvr>
                                        <p:cTn id="92" dur="1" fill="hold">
                                          <p:stCondLst>
                                            <p:cond delay="0"/>
                                          </p:stCondLst>
                                        </p:cTn>
                                        <p:tgtEl>
                                          <p:spTgt spid="1128459">
                                            <p:txEl>
                                              <p:pRg st="13" end="13"/>
                                            </p:txEl>
                                          </p:spTgt>
                                        </p:tgtEl>
                                        <p:attrNameLst>
                                          <p:attrName>style.visibility</p:attrName>
                                        </p:attrNameLst>
                                      </p:cBhvr>
                                      <p:to>
                                        <p:strVal val="visible"/>
                                      </p:to>
                                    </p:set>
                                    <p:anim calcmode="lin" valueType="num">
                                      <p:cBhvr additive="base">
                                        <p:cTn id="93" dur="500" fill="hold"/>
                                        <p:tgtEl>
                                          <p:spTgt spid="1128459">
                                            <p:txEl>
                                              <p:pRg st="13" end="13"/>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128459">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par>
                                <p:cTn id="95" presetID="2" presetClass="entr" presetSubtype="4" fill="hold" nodeType="withEffect">
                                  <p:stCondLst>
                                    <p:cond delay="0"/>
                                  </p:stCondLst>
                                  <p:childTnLst>
                                    <p:set>
                                      <p:cBhvr>
                                        <p:cTn id="96" dur="1" fill="hold">
                                          <p:stCondLst>
                                            <p:cond delay="0"/>
                                          </p:stCondLst>
                                        </p:cTn>
                                        <p:tgtEl>
                                          <p:spTgt spid="1128459">
                                            <p:txEl>
                                              <p:pRg st="14" end="14"/>
                                            </p:txEl>
                                          </p:spTgt>
                                        </p:tgtEl>
                                        <p:attrNameLst>
                                          <p:attrName>style.visibility</p:attrName>
                                        </p:attrNameLst>
                                      </p:cBhvr>
                                      <p:to>
                                        <p:strVal val="visible"/>
                                      </p:to>
                                    </p:set>
                                    <p:anim calcmode="lin" valueType="num">
                                      <p:cBhvr additive="base">
                                        <p:cTn id="97" dur="500" fill="hold"/>
                                        <p:tgtEl>
                                          <p:spTgt spid="1128459">
                                            <p:txEl>
                                              <p:pRg st="14" end="14"/>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128459">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par>
                          <p:cTn id="99" fill="hold">
                            <p:stCondLst>
                              <p:cond delay="500"/>
                            </p:stCondLst>
                            <p:childTnLst>
                              <p:par>
                                <p:cTn id="100" presetID="4" presetClass="entr" presetSubtype="32" fill="hold" grpId="0" nodeType="afterEffect">
                                  <p:stCondLst>
                                    <p:cond delay="0"/>
                                  </p:stCondLst>
                                  <p:childTnLst>
                                    <p:set>
                                      <p:cBhvr>
                                        <p:cTn id="101" dur="1" fill="hold">
                                          <p:stCondLst>
                                            <p:cond delay="0"/>
                                          </p:stCondLst>
                                        </p:cTn>
                                        <p:tgtEl>
                                          <p:spTgt spid="1128488"/>
                                        </p:tgtEl>
                                        <p:attrNameLst>
                                          <p:attrName>style.visibility</p:attrName>
                                        </p:attrNameLst>
                                      </p:cBhvr>
                                      <p:to>
                                        <p:strVal val="visible"/>
                                      </p:to>
                                    </p:set>
                                    <p:animEffect transition="in" filter="box(out)">
                                      <p:cBhvr>
                                        <p:cTn id="102" dur="500"/>
                                        <p:tgtEl>
                                          <p:spTgt spid="1128488"/>
                                        </p:tgtEl>
                                      </p:cBhvr>
                                    </p:animEffect>
                                  </p:childTnLst>
                                  <p:subTnLst>
                                    <p:audio>
                                      <p:cMediaNode>
                                        <p:cTn display="0" masterRel="sameClick">
                                          <p:stCondLst>
                                            <p:cond evt="begin" delay="0">
                                              <p:tn val="10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483" grpId="0"/>
      <p:bldP spid="1128484" grpId="0"/>
      <p:bldP spid="1128485" grpId="0"/>
      <p:bldP spid="1128486" grpId="0"/>
      <p:bldP spid="1128487" grpId="0" animBg="1"/>
      <p:bldP spid="1128488" grpId="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0501" name="Rectangle 5"/>
          <p:cNvSpPr>
            <a:spLocks noChangeArrowheads="1"/>
          </p:cNvSpPr>
          <p:nvPr/>
        </p:nvSpPr>
        <p:spPr bwMode="auto">
          <a:xfrm>
            <a:off x="366887" y="788511"/>
            <a:ext cx="10769426" cy="1200329"/>
          </a:xfrm>
          <a:prstGeom prst="rect">
            <a:avLst/>
          </a:prstGeom>
          <a:noFill/>
          <a:ln w="9525">
            <a:noFill/>
            <a:miter lim="800000"/>
            <a:headEnd/>
            <a:tailEnd/>
          </a:ln>
          <a:effectLst/>
        </p:spPr>
        <p:txBody>
          <a:bodyPr wrap="square" anchor="ctr">
            <a:spAutoFit/>
          </a:bodyPr>
          <a:lstStyle/>
          <a:p>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2】</a:t>
            </a:r>
            <a:r>
              <a:rPr lang="zh-CN" altLang="en-US" b="1" dirty="0">
                <a:solidFill>
                  <a:srgbClr val="C00000"/>
                </a:solidFill>
                <a:latin typeface="楷体" panose="02010609060101010101" pitchFamily="49" charset="-122"/>
                <a:ea typeface="楷体" panose="02010609060101010101" pitchFamily="49" charset="-122"/>
              </a:rPr>
              <a:t>设有一个教师与学生通用的表格，教师数据有姓名、年龄、职业，教研室四项。学生有姓名、年龄、职业、班级四项。编程输入人员数据， 再以表格输出。</a:t>
            </a:r>
            <a:r>
              <a:rPr lang="zh-CN" altLang="en-US" dirty="0">
                <a:solidFill>
                  <a:srgbClr val="C00000"/>
                </a:solidFill>
                <a:latin typeface="楷体" panose="02010609060101010101" pitchFamily="49" charset="-122"/>
                <a:ea typeface="楷体" panose="02010609060101010101" pitchFamily="49" charset="-122"/>
              </a:rPr>
              <a:t> </a:t>
            </a:r>
          </a:p>
        </p:txBody>
      </p:sp>
      <p:sp>
        <p:nvSpPr>
          <p:cNvPr id="1130502" name="Rectangle 6" descr="信纸"/>
          <p:cNvSpPr>
            <a:spLocks noChangeArrowheads="1"/>
          </p:cNvSpPr>
          <p:nvPr/>
        </p:nvSpPr>
        <p:spPr bwMode="auto">
          <a:xfrm>
            <a:off x="695325" y="2111176"/>
            <a:ext cx="4895974" cy="37877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err="1">
                <a:solidFill>
                  <a:srgbClr val="C00000"/>
                </a:solidFill>
                <a:ea typeface="楷体_GB2312" pitchFamily="49" charset="-122"/>
              </a:rPr>
              <a:t>struct</a:t>
            </a:r>
            <a:r>
              <a:rPr lang="en-US" altLang="zh-CN" sz="2000" b="1" dirty="0">
                <a:solidFill>
                  <a:srgbClr val="C00000"/>
                </a:solidFill>
                <a:ea typeface="楷体_GB2312" pitchFamily="49" charset="-122"/>
              </a:rPr>
              <a:t> </a:t>
            </a:r>
            <a:r>
              <a:rPr lang="en-US" altLang="zh-CN" sz="2000" b="1" dirty="0" err="1">
                <a:solidFill>
                  <a:srgbClr val="C00000"/>
                </a:solidFill>
                <a:ea typeface="楷体_GB2312" pitchFamily="49" charset="-122"/>
              </a:rPr>
              <a:t>Stu_Tea</a:t>
            </a:r>
            <a:endParaRPr lang="en-US" altLang="zh-CN" sz="2000" b="1" dirty="0">
              <a:solidFill>
                <a:srgbClr val="C00000"/>
              </a:solidFill>
              <a:ea typeface="楷体_GB2312" pitchFamily="49" charset="-122"/>
            </a:endParaRPr>
          </a:p>
          <a:p>
            <a:pPr marL="457200" indent="-457200"/>
            <a:r>
              <a:rPr lang="en-US" altLang="zh-CN" sz="2000" b="1" dirty="0">
                <a:ea typeface="楷体_GB2312" pitchFamily="49" charset="-122"/>
              </a:rPr>
              <a:t>{</a:t>
            </a:r>
          </a:p>
          <a:p>
            <a:pPr marL="457200" indent="-457200"/>
            <a:r>
              <a:rPr lang="en-US" altLang="zh-CN" sz="2000" b="1" dirty="0">
                <a:ea typeface="楷体_GB2312" pitchFamily="49" charset="-122"/>
              </a:rPr>
              <a:t>  char  name[10];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姓名</a:t>
            </a:r>
          </a:p>
          <a:p>
            <a:pPr marL="457200" indent="-457200"/>
            <a:r>
              <a:rPr lang="zh-CN" altLang="en-US"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age;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年龄</a:t>
            </a:r>
          </a:p>
          <a:p>
            <a:pPr marL="457200" indent="-457200"/>
            <a:r>
              <a:rPr lang="zh-CN" altLang="en-US" sz="2000" b="1" dirty="0">
                <a:ea typeface="楷体_GB2312" pitchFamily="49" charset="-122"/>
              </a:rPr>
              <a:t>  </a:t>
            </a:r>
            <a:r>
              <a:rPr lang="en-US" altLang="zh-CN" sz="2000" b="1" dirty="0">
                <a:ea typeface="楷体_GB2312" pitchFamily="49" charset="-122"/>
              </a:rPr>
              <a:t>char  job;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工作</a:t>
            </a:r>
            <a:r>
              <a:rPr lang="en-US" altLang="zh-CN" sz="1800" b="1" dirty="0">
                <a:solidFill>
                  <a:srgbClr val="002060"/>
                </a:solidFill>
                <a:latin typeface="+mn-lt"/>
                <a:ea typeface="楷体" pitchFamily="49" charset="-122"/>
              </a:rPr>
              <a:t>s--</a:t>
            </a:r>
            <a:r>
              <a:rPr lang="zh-CN" altLang="en-US" sz="1800" b="1" dirty="0">
                <a:solidFill>
                  <a:srgbClr val="002060"/>
                </a:solidFill>
                <a:latin typeface="+mn-lt"/>
                <a:ea typeface="楷体" pitchFamily="49" charset="-122"/>
              </a:rPr>
              <a:t>表示学生</a:t>
            </a:r>
            <a:r>
              <a:rPr lang="en-US" altLang="zh-CN" sz="1800" b="1" dirty="0">
                <a:solidFill>
                  <a:srgbClr val="002060"/>
                </a:solidFill>
                <a:latin typeface="+mn-lt"/>
                <a:ea typeface="楷体" pitchFamily="49" charset="-122"/>
              </a:rPr>
              <a:t>,t--</a:t>
            </a:r>
            <a:r>
              <a:rPr lang="zh-CN" altLang="en-US" sz="1800" b="1" dirty="0">
                <a:solidFill>
                  <a:srgbClr val="002060"/>
                </a:solidFill>
                <a:latin typeface="+mn-lt"/>
                <a:ea typeface="楷体" pitchFamily="49" charset="-122"/>
              </a:rPr>
              <a:t>表示教师</a:t>
            </a:r>
          </a:p>
          <a:p>
            <a:pPr marL="457200" indent="-457200"/>
            <a:r>
              <a:rPr lang="zh-CN" altLang="en-US" sz="2000" b="1" dirty="0">
                <a:solidFill>
                  <a:srgbClr val="C00000"/>
                </a:solidFill>
                <a:ea typeface="楷体_GB2312" pitchFamily="49" charset="-122"/>
              </a:rPr>
              <a:t>  </a:t>
            </a:r>
            <a:r>
              <a:rPr lang="en-US" altLang="zh-CN" sz="2000" b="1" dirty="0">
                <a:solidFill>
                  <a:srgbClr val="C00000"/>
                </a:solidFill>
                <a:ea typeface="楷体_GB2312" pitchFamily="49" charset="-122"/>
              </a:rPr>
              <a:t>union</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classno</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学生班级号</a:t>
            </a:r>
          </a:p>
          <a:p>
            <a:pPr marL="457200" indent="-457200"/>
            <a:r>
              <a:rPr lang="zh-CN" altLang="en-US" sz="2000" b="1" dirty="0">
                <a:ea typeface="楷体_GB2312" pitchFamily="49" charset="-122"/>
              </a:rPr>
              <a:t>    </a:t>
            </a:r>
            <a:r>
              <a:rPr lang="en-US" altLang="zh-CN" sz="2000" b="1" dirty="0">
                <a:ea typeface="楷体_GB2312" pitchFamily="49" charset="-122"/>
              </a:rPr>
              <a:t>char office[10];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教师教研室名</a:t>
            </a:r>
          </a:p>
          <a:p>
            <a:pPr marL="457200" indent="-457200"/>
            <a:r>
              <a:rPr lang="zh-CN" altLang="en-US" sz="2000" b="1" dirty="0">
                <a:ea typeface="楷体_GB2312" pitchFamily="49" charset="-122"/>
              </a:rPr>
              <a:t>  </a:t>
            </a:r>
            <a:r>
              <a:rPr lang="en-US" altLang="zh-CN" sz="2000" b="1" dirty="0">
                <a:ea typeface="楷体_GB2312" pitchFamily="49" charset="-122"/>
              </a:rPr>
              <a:t>} depart;</a:t>
            </a:r>
          </a:p>
          <a:p>
            <a:pPr marL="457200" indent="-457200"/>
            <a:r>
              <a:rPr lang="en-US" altLang="zh-CN" sz="2000" b="1" dirty="0">
                <a:ea typeface="楷体_GB2312" pitchFamily="49" charset="-122"/>
              </a:rPr>
              <a:t>};</a:t>
            </a:r>
          </a:p>
        </p:txBody>
      </p:sp>
      <p:sp>
        <p:nvSpPr>
          <p:cNvPr id="1130535" name="Rectangle 39" descr="信纸"/>
          <p:cNvSpPr>
            <a:spLocks noChangeArrowheads="1"/>
          </p:cNvSpPr>
          <p:nvPr/>
        </p:nvSpPr>
        <p:spPr bwMode="auto">
          <a:xfrm>
            <a:off x="5807523" y="1950272"/>
            <a:ext cx="5976937" cy="43973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err="1">
                <a:solidFill>
                  <a:srgbClr val="CC0000"/>
                </a:solidFill>
                <a:ea typeface="楷体_GB2312" pitchFamily="49" charset="-122"/>
              </a:rPr>
              <a:t>int</a:t>
            </a:r>
            <a:r>
              <a:rPr lang="en-US" altLang="zh-CN" sz="2000" b="1" dirty="0">
                <a:solidFill>
                  <a:srgbClr val="CC0000"/>
                </a:solidFill>
                <a:ea typeface="楷体_GB2312" pitchFamily="49" charset="-122"/>
              </a:rPr>
              <a:t> main ( )</a:t>
            </a:r>
          </a:p>
          <a:p>
            <a:pPr marL="457200" indent="-457200"/>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struct</a:t>
            </a:r>
            <a:r>
              <a:rPr lang="en-US" altLang="zh-CN" sz="2000" b="1" dirty="0">
                <a:ea typeface="楷体_GB2312" pitchFamily="49" charset="-122"/>
              </a:rPr>
              <a:t> </a:t>
            </a:r>
            <a:r>
              <a:rPr lang="en-US" altLang="zh-CN" sz="2000" b="1" dirty="0" err="1">
                <a:ea typeface="楷体_GB2312" pitchFamily="49" charset="-122"/>
              </a:rPr>
              <a:t>Stu_Tea</a:t>
            </a:r>
            <a:r>
              <a:rPr lang="en-US" altLang="zh-CN" sz="2000" b="1" dirty="0">
                <a:ea typeface="楷体_GB2312" pitchFamily="49" charset="-122"/>
              </a:rPr>
              <a:t> body[2];</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2;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输入学生或教师信息</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a:t>
            </a:r>
            <a:r>
              <a:rPr lang="en-US" altLang="zh-CN" sz="2000" b="1" dirty="0" err="1">
                <a:ea typeface="楷体_GB2312" pitchFamily="49" charset="-122"/>
              </a:rPr>
              <a:t>name,age,job</a:t>
            </a:r>
            <a:r>
              <a:rPr lang="en-US" altLang="zh-CN" sz="2000" b="1" dirty="0">
                <a:ea typeface="楷体_GB2312" pitchFamily="49" charset="-122"/>
              </a:rPr>
              <a:t> and department\n");</a:t>
            </a:r>
          </a:p>
          <a:p>
            <a:pPr marL="457200" indent="-457200"/>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("%s %d %c", body[</a:t>
            </a:r>
            <a:r>
              <a:rPr lang="en-US" altLang="zh-CN" sz="2000" b="1" dirty="0" err="1">
                <a:ea typeface="楷体_GB2312" pitchFamily="49" charset="-122"/>
              </a:rPr>
              <a:t>i</a:t>
            </a:r>
            <a:r>
              <a:rPr lang="en-US" altLang="zh-CN" sz="2000" b="1" dirty="0">
                <a:ea typeface="楷体_GB2312" pitchFamily="49" charset="-122"/>
              </a:rPr>
              <a:t>].name, </a:t>
            </a:r>
          </a:p>
          <a:p>
            <a:pPr marL="457200" indent="-457200"/>
            <a:r>
              <a:rPr lang="en-US" altLang="zh-CN" sz="2000" b="1" dirty="0">
                <a:ea typeface="楷体_GB2312" pitchFamily="49" charset="-122"/>
              </a:rPr>
              <a:t>               &amp;body[</a:t>
            </a:r>
            <a:r>
              <a:rPr lang="en-US" altLang="zh-CN" sz="2000" b="1" dirty="0" err="1">
                <a:ea typeface="楷体_GB2312" pitchFamily="49" charset="-122"/>
              </a:rPr>
              <a:t>i</a:t>
            </a:r>
            <a:r>
              <a:rPr lang="en-US" altLang="zh-CN" sz="2000" b="1" dirty="0">
                <a:ea typeface="楷体_GB2312" pitchFamily="49" charset="-122"/>
              </a:rPr>
              <a:t>].age, &amp;body[</a:t>
            </a:r>
            <a:r>
              <a:rPr lang="en-US" altLang="zh-CN" sz="2000" b="1" dirty="0" err="1">
                <a:ea typeface="楷体_GB2312" pitchFamily="49" charset="-122"/>
              </a:rPr>
              <a:t>i</a:t>
            </a:r>
            <a:r>
              <a:rPr lang="en-US" altLang="zh-CN" sz="2000" b="1" dirty="0">
                <a:ea typeface="楷体_GB2312" pitchFamily="49" charset="-122"/>
              </a:rPr>
              <a:t>].job);</a:t>
            </a:r>
          </a:p>
          <a:p>
            <a:pPr marL="457200" indent="-457200"/>
            <a:r>
              <a:rPr lang="en-US" altLang="zh-CN" sz="2000" b="1" dirty="0">
                <a:ea typeface="楷体_GB2312" pitchFamily="49" charset="-122"/>
              </a:rPr>
              <a:t>    if (body[</a:t>
            </a:r>
            <a:r>
              <a:rPr lang="en-US" altLang="zh-CN" sz="2000" b="1" dirty="0" err="1">
                <a:ea typeface="楷体_GB2312" pitchFamily="49" charset="-122"/>
              </a:rPr>
              <a:t>i</a:t>
            </a:r>
            <a:r>
              <a:rPr lang="en-US" altLang="zh-CN" sz="2000" b="1" dirty="0">
                <a:ea typeface="楷体_GB2312" pitchFamily="49" charset="-122"/>
              </a:rPr>
              <a:t>].job == 's')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是学生</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输入班级号</a:t>
            </a:r>
          </a:p>
          <a:p>
            <a:pPr marL="457200" indent="-457200"/>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("%d", &amp;body[</a:t>
            </a:r>
            <a:r>
              <a:rPr lang="en-US" altLang="zh-CN" sz="2000" b="1" dirty="0" err="1">
                <a:ea typeface="楷体_GB2312" pitchFamily="49" charset="-122"/>
              </a:rPr>
              <a:t>i</a:t>
            </a:r>
            <a:r>
              <a:rPr lang="en-US" altLang="zh-CN" sz="2000" b="1" dirty="0">
                <a:ea typeface="楷体_GB2312" pitchFamily="49" charset="-122"/>
              </a:rPr>
              <a:t>].</a:t>
            </a:r>
            <a:r>
              <a:rPr lang="en-US" altLang="zh-CN" sz="2000" b="1" dirty="0" err="1">
                <a:ea typeface="楷体_GB2312" pitchFamily="49" charset="-122"/>
              </a:rPr>
              <a:t>depart.classno</a:t>
            </a:r>
            <a:r>
              <a:rPr lang="en-US" altLang="zh-CN" sz="2000" b="1" dirty="0">
                <a:ea typeface="楷体_GB2312" pitchFamily="49" charset="-122"/>
              </a:rPr>
              <a:t>);</a:t>
            </a:r>
          </a:p>
          <a:p>
            <a:pPr marL="457200" indent="-457200"/>
            <a:r>
              <a:rPr lang="en-US" altLang="zh-CN" sz="2000" b="1" dirty="0">
                <a:ea typeface="楷体_GB2312" pitchFamily="49" charset="-122"/>
              </a:rPr>
              <a:t>    else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是教师，输入教研室名</a:t>
            </a:r>
          </a:p>
          <a:p>
            <a:pPr marL="457200" indent="-457200"/>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("%s", body[</a:t>
            </a:r>
            <a:r>
              <a:rPr lang="en-US" altLang="zh-CN" sz="2000" b="1" dirty="0" err="1">
                <a:ea typeface="楷体_GB2312" pitchFamily="49" charset="-122"/>
              </a:rPr>
              <a:t>i</a:t>
            </a:r>
            <a:r>
              <a:rPr lang="en-US" altLang="zh-CN" sz="2000" b="1" dirty="0">
                <a:ea typeface="楷体_GB2312" pitchFamily="49" charset="-122"/>
              </a:rPr>
              <a:t>].</a:t>
            </a:r>
            <a:r>
              <a:rPr lang="en-US" altLang="zh-CN" sz="2000" b="1" dirty="0" err="1">
                <a:ea typeface="楷体_GB2312" pitchFamily="49" charset="-122"/>
              </a:rPr>
              <a:t>depart.office</a:t>
            </a:r>
            <a:r>
              <a:rPr lang="en-US" altLang="zh-CN" sz="2000" b="1" dirty="0">
                <a:ea typeface="楷体_GB2312" pitchFamily="49" charset="-122"/>
              </a:rPr>
              <a:t>);</a:t>
            </a:r>
          </a:p>
          <a:p>
            <a:pPr marL="457200" indent="-457200"/>
            <a:r>
              <a:rPr lang="en-US" altLang="zh-CN" sz="2000" b="1" dirty="0">
                <a:ea typeface="楷体_GB2312" pitchFamily="49" charset="-122"/>
              </a:rPr>
              <a:t>  }    </a:t>
            </a:r>
          </a:p>
        </p:txBody>
      </p:sp>
      <p:sp>
        <p:nvSpPr>
          <p:cNvPr id="1130536" name="Rectangle 40" descr="信纸"/>
          <p:cNvSpPr>
            <a:spLocks noChangeArrowheads="1"/>
          </p:cNvSpPr>
          <p:nvPr/>
        </p:nvSpPr>
        <p:spPr bwMode="auto">
          <a:xfrm>
            <a:off x="695325" y="2284996"/>
            <a:ext cx="7129462" cy="4062651"/>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1800" b="1" dirty="0">
                <a:solidFill>
                  <a:schemeClr val="accent2"/>
                </a:solidFill>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显示输入的学生、教师信息  </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("name\</a:t>
            </a:r>
            <a:r>
              <a:rPr lang="en-US" altLang="zh-CN" sz="2000" b="1" dirty="0" err="1">
                <a:ea typeface="楷体_GB2312" pitchFamily="49" charset="-122"/>
              </a:rPr>
              <a:t>tage</a:t>
            </a:r>
            <a:r>
              <a:rPr lang="en-US" altLang="zh-CN" sz="2000" b="1" dirty="0">
                <a:ea typeface="楷体_GB2312" pitchFamily="49" charset="-122"/>
              </a:rPr>
              <a:t> job class/office\n"); </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2;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if (body[</a:t>
            </a:r>
            <a:r>
              <a:rPr lang="en-US" altLang="zh-CN" sz="2000" b="1" dirty="0" err="1">
                <a:ea typeface="楷体_GB2312" pitchFamily="49" charset="-122"/>
              </a:rPr>
              <a:t>i</a:t>
            </a:r>
            <a:r>
              <a:rPr lang="en-US" altLang="zh-CN" sz="2000" b="1" dirty="0">
                <a:ea typeface="楷体_GB2312" pitchFamily="49" charset="-122"/>
              </a:rPr>
              <a:t>].job == 's')</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("%s\t%3d%3c%d\n", body[</a:t>
            </a:r>
            <a:r>
              <a:rPr lang="en-US" altLang="zh-CN" sz="2000" b="1" dirty="0" err="1">
                <a:ea typeface="楷体_GB2312" pitchFamily="49" charset="-122"/>
              </a:rPr>
              <a:t>i</a:t>
            </a:r>
            <a:r>
              <a:rPr lang="en-US" altLang="zh-CN" sz="2000" b="1" dirty="0">
                <a:ea typeface="楷体_GB2312" pitchFamily="49" charset="-122"/>
              </a:rPr>
              <a:t>].name,</a:t>
            </a:r>
          </a:p>
          <a:p>
            <a:pPr marL="457200" indent="-457200"/>
            <a:r>
              <a:rPr lang="en-US" altLang="zh-CN" sz="2000" b="1" dirty="0">
                <a:ea typeface="楷体_GB2312" pitchFamily="49" charset="-122"/>
              </a:rPr>
              <a:t>                       body[</a:t>
            </a:r>
            <a:r>
              <a:rPr lang="en-US" altLang="zh-CN" sz="2000" b="1" dirty="0" err="1">
                <a:ea typeface="楷体_GB2312" pitchFamily="49" charset="-122"/>
              </a:rPr>
              <a:t>i</a:t>
            </a:r>
            <a:r>
              <a:rPr lang="en-US" altLang="zh-CN" sz="2000" b="1" dirty="0">
                <a:ea typeface="楷体_GB2312" pitchFamily="49" charset="-122"/>
              </a:rPr>
              <a:t>].age, body[</a:t>
            </a:r>
            <a:r>
              <a:rPr lang="en-US" altLang="zh-CN" sz="2000" b="1" dirty="0" err="1">
                <a:ea typeface="楷体_GB2312" pitchFamily="49" charset="-122"/>
              </a:rPr>
              <a:t>i</a:t>
            </a:r>
            <a:r>
              <a:rPr lang="en-US" altLang="zh-CN" sz="2000" b="1" dirty="0">
                <a:ea typeface="楷体_GB2312" pitchFamily="49" charset="-122"/>
              </a:rPr>
              <a:t>].job, body[</a:t>
            </a:r>
            <a:r>
              <a:rPr lang="en-US" altLang="zh-CN" sz="2000" b="1" dirty="0" err="1">
                <a:ea typeface="楷体_GB2312" pitchFamily="49" charset="-122"/>
              </a:rPr>
              <a:t>i</a:t>
            </a:r>
            <a:r>
              <a:rPr lang="en-US" altLang="zh-CN" sz="2000" b="1" dirty="0">
                <a:ea typeface="楷体_GB2312" pitchFamily="49" charset="-122"/>
              </a:rPr>
              <a:t>].</a:t>
            </a:r>
            <a:r>
              <a:rPr lang="en-US" altLang="zh-CN" sz="2000" b="1" dirty="0" err="1">
                <a:ea typeface="楷体_GB2312" pitchFamily="49" charset="-122"/>
              </a:rPr>
              <a:t>depart.classno</a:t>
            </a:r>
            <a:r>
              <a:rPr lang="en-US" altLang="zh-CN" sz="2000" b="1" dirty="0">
                <a:ea typeface="楷体_GB2312" pitchFamily="49" charset="-122"/>
              </a:rPr>
              <a:t>);</a:t>
            </a:r>
          </a:p>
          <a:p>
            <a:pPr marL="457200" indent="-457200"/>
            <a:r>
              <a:rPr lang="en-US" altLang="zh-CN" sz="2000" b="1" dirty="0">
                <a:ea typeface="楷体_GB2312" pitchFamily="49" charset="-122"/>
              </a:rPr>
              <a:t>      else</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("%s\t%3d %3c %s\n", body[</a:t>
            </a:r>
            <a:r>
              <a:rPr lang="en-US" altLang="zh-CN" sz="2000" b="1" dirty="0" err="1">
                <a:ea typeface="楷体_GB2312" pitchFamily="49" charset="-122"/>
              </a:rPr>
              <a:t>i</a:t>
            </a:r>
            <a:r>
              <a:rPr lang="en-US" altLang="zh-CN" sz="2000" b="1" dirty="0">
                <a:ea typeface="楷体_GB2312" pitchFamily="49" charset="-122"/>
              </a:rPr>
              <a:t>].name, body[</a:t>
            </a:r>
            <a:r>
              <a:rPr lang="en-US" altLang="zh-CN" sz="2000" b="1" dirty="0" err="1">
                <a:ea typeface="楷体_GB2312" pitchFamily="49" charset="-122"/>
              </a:rPr>
              <a:t>i</a:t>
            </a:r>
            <a:r>
              <a:rPr lang="en-US" altLang="zh-CN" sz="2000" b="1" dirty="0">
                <a:ea typeface="楷体_GB2312" pitchFamily="49" charset="-122"/>
              </a:rPr>
              <a:t>].age, </a:t>
            </a:r>
          </a:p>
          <a:p>
            <a:pPr marL="457200" indent="-457200"/>
            <a:r>
              <a:rPr lang="en-US" altLang="zh-CN" sz="2000" b="1" dirty="0">
                <a:ea typeface="楷体_GB2312" pitchFamily="49" charset="-122"/>
              </a:rPr>
              <a:t>                      body[</a:t>
            </a:r>
            <a:r>
              <a:rPr lang="en-US" altLang="zh-CN" sz="2000" b="1" dirty="0" err="1">
                <a:ea typeface="楷体_GB2312" pitchFamily="49" charset="-122"/>
              </a:rPr>
              <a:t>i</a:t>
            </a:r>
            <a:r>
              <a:rPr lang="en-US" altLang="zh-CN" sz="2000" b="1" dirty="0">
                <a:ea typeface="楷体_GB2312" pitchFamily="49" charset="-122"/>
              </a:rPr>
              <a:t>].job,  body[</a:t>
            </a:r>
            <a:r>
              <a:rPr lang="en-US" altLang="zh-CN" sz="2000" b="1" dirty="0" err="1">
                <a:ea typeface="楷体_GB2312" pitchFamily="49" charset="-122"/>
              </a:rPr>
              <a:t>i</a:t>
            </a:r>
            <a:r>
              <a:rPr lang="en-US" altLang="zh-CN" sz="2000" b="1" dirty="0">
                <a:ea typeface="楷体_GB2312" pitchFamily="49" charset="-122"/>
              </a:rPr>
              <a:t>].</a:t>
            </a:r>
            <a:r>
              <a:rPr lang="en-US" altLang="zh-CN" sz="2000" b="1" dirty="0" err="1">
                <a:ea typeface="楷体_GB2312" pitchFamily="49" charset="-122"/>
              </a:rPr>
              <a:t>depart.office</a:t>
            </a:r>
            <a:r>
              <a:rPr lang="en-US" altLang="zh-CN" sz="2000" b="1" dirty="0">
                <a:ea typeface="楷体_GB2312" pitchFamily="49" charset="-122"/>
              </a:rPr>
              <a:t>);</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 }</a:t>
            </a:r>
          </a:p>
        </p:txBody>
      </p:sp>
      <p:sp>
        <p:nvSpPr>
          <p:cNvPr id="9" name="Rectangle 4">
            <a:extLst>
              <a:ext uri="{FF2B5EF4-FFF2-40B4-BE49-F238E27FC236}">
                <a16:creationId xmlns:a16="http://schemas.microsoft.com/office/drawing/2014/main" id="{DE77E41B-B1BE-45F4-A5B4-0BA01E9F4A9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联合体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30502"/>
                                        </p:tgtEl>
                                        <p:attrNameLst>
                                          <p:attrName>style.visibility</p:attrName>
                                        </p:attrNameLst>
                                      </p:cBhvr>
                                      <p:to>
                                        <p:strVal val="visible"/>
                                      </p:to>
                                    </p:set>
                                    <p:animEffect transition="in" filter="box(out)">
                                      <p:cBhvr>
                                        <p:cTn id="7" dur="500"/>
                                        <p:tgtEl>
                                          <p:spTgt spid="113050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30535"/>
                                        </p:tgtEl>
                                        <p:attrNameLst>
                                          <p:attrName>style.visibility</p:attrName>
                                        </p:attrNameLst>
                                      </p:cBhvr>
                                      <p:to>
                                        <p:strVal val="visible"/>
                                      </p:to>
                                    </p:set>
                                    <p:animEffect transition="in" filter="box(out)">
                                      <p:cBhvr>
                                        <p:cTn id="12" dur="500"/>
                                        <p:tgtEl>
                                          <p:spTgt spid="113053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30536"/>
                                        </p:tgtEl>
                                        <p:attrNameLst>
                                          <p:attrName>style.visibility</p:attrName>
                                        </p:attrNameLst>
                                      </p:cBhvr>
                                      <p:to>
                                        <p:strVal val="visible"/>
                                      </p:to>
                                    </p:set>
                                    <p:animEffect transition="in" filter="box(out)">
                                      <p:cBhvr>
                                        <p:cTn id="17" dur="500"/>
                                        <p:tgtEl>
                                          <p:spTgt spid="1130536"/>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0502" grpId="0" animBg="1"/>
      <p:bldP spid="1130535" grpId="0" animBg="1"/>
      <p:bldP spid="1130536"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2618" name="Rectangle 74"/>
          <p:cNvSpPr>
            <a:spLocks noChangeArrowheads="1"/>
          </p:cNvSpPr>
          <p:nvPr/>
        </p:nvSpPr>
        <p:spPr bwMode="auto">
          <a:xfrm>
            <a:off x="556356" y="1124744"/>
            <a:ext cx="10512921" cy="461665"/>
          </a:xfrm>
          <a:prstGeom prst="rect">
            <a:avLst/>
          </a:prstGeom>
          <a:noFill/>
          <a:ln w="9525">
            <a:noFill/>
            <a:miter lim="800000"/>
            <a:headEnd/>
            <a:tailEnd/>
          </a:ln>
          <a:effectLst/>
        </p:spPr>
        <p:txBody>
          <a:bodyPr wrap="square" anchor="ctr">
            <a:spAutoFit/>
          </a:bodyPr>
          <a:lstStyle/>
          <a:p>
            <a:r>
              <a:rPr lang="en-US" altLang="zh-CN" b="1" dirty="0">
                <a:latin typeface="+mn-lt"/>
                <a:ea typeface="楷体" pitchFamily="49" charset="-122"/>
              </a:rPr>
              <a:t>         </a:t>
            </a:r>
            <a:r>
              <a:rPr lang="zh-CN" altLang="en-US" b="1" dirty="0">
                <a:solidFill>
                  <a:srgbClr val="CC0000"/>
                </a:solidFill>
                <a:latin typeface="+mn-lt"/>
                <a:ea typeface="楷体" pitchFamily="49" charset="-122"/>
              </a:rPr>
              <a:t>对结构体或联合体中的成员访问：</a:t>
            </a:r>
            <a:r>
              <a:rPr lang="zh-CN" altLang="en-US" b="1" dirty="0">
                <a:latin typeface="+mn-lt"/>
                <a:ea typeface="楷体" pitchFamily="49" charset="-122"/>
              </a:rPr>
              <a:t>只能是该成员所对应的整个内存单元。 </a:t>
            </a:r>
          </a:p>
        </p:txBody>
      </p:sp>
      <p:sp>
        <p:nvSpPr>
          <p:cNvPr id="1132619" name="Rectangle 75"/>
          <p:cNvSpPr>
            <a:spLocks noChangeArrowheads="1"/>
          </p:cNvSpPr>
          <p:nvPr/>
        </p:nvSpPr>
        <p:spPr bwMode="auto">
          <a:xfrm>
            <a:off x="623392" y="1805915"/>
            <a:ext cx="10512921" cy="830997"/>
          </a:xfrm>
          <a:prstGeom prst="rect">
            <a:avLst/>
          </a:prstGeom>
          <a:noFill/>
          <a:ln w="9525">
            <a:noFill/>
            <a:miter lim="800000"/>
            <a:headEnd/>
            <a:tailEnd/>
          </a:ln>
          <a:effectLst/>
        </p:spPr>
        <p:txBody>
          <a:bodyPr wrap="square" anchor="ctr">
            <a:spAutoFit/>
          </a:bodyPr>
          <a:lstStyle/>
          <a:p>
            <a:r>
              <a:rPr lang="en-US" altLang="zh-CN" b="1" dirty="0">
                <a:latin typeface="+mn-lt"/>
                <a:ea typeface="楷体" pitchFamily="49" charset="-122"/>
              </a:rPr>
              <a:t>        </a:t>
            </a:r>
            <a:r>
              <a:rPr lang="zh-CN" altLang="en-US" b="1" dirty="0">
                <a:latin typeface="+mn-lt"/>
                <a:ea typeface="楷体" pitchFamily="49" charset="-122"/>
              </a:rPr>
              <a:t>如果要访问结构体或联合体中的成员所对应内存单元的若干位，则必须要将结构体或联合体中的成员定义成</a:t>
            </a:r>
            <a:r>
              <a:rPr lang="zh-CN" altLang="en-US" b="1" dirty="0">
                <a:solidFill>
                  <a:srgbClr val="C00000"/>
                </a:solidFill>
                <a:latin typeface="+mn-lt"/>
                <a:ea typeface="楷体" pitchFamily="49" charset="-122"/>
              </a:rPr>
              <a:t>位域成员。 </a:t>
            </a:r>
          </a:p>
        </p:txBody>
      </p:sp>
      <p:sp>
        <p:nvSpPr>
          <p:cNvPr id="1132620" name="Rectangle 76"/>
          <p:cNvSpPr>
            <a:spLocks noChangeArrowheads="1"/>
          </p:cNvSpPr>
          <p:nvPr/>
        </p:nvSpPr>
        <p:spPr bwMode="auto">
          <a:xfrm>
            <a:off x="579781" y="2874605"/>
            <a:ext cx="10551095" cy="1200329"/>
          </a:xfrm>
          <a:prstGeom prst="rect">
            <a:avLst/>
          </a:prstGeom>
          <a:noFill/>
          <a:ln w="9525">
            <a:noFill/>
            <a:miter lim="800000"/>
            <a:headEnd/>
            <a:tailEnd/>
          </a:ln>
          <a:effectLst/>
        </p:spPr>
        <p:txBody>
          <a:bodyPr wrap="square" anchor="ctr">
            <a:spAutoFit/>
          </a:bodyPr>
          <a:lstStyle/>
          <a:p>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位域成员：</a:t>
            </a:r>
            <a:r>
              <a:rPr lang="zh-CN" altLang="en-US" b="1" dirty="0">
                <a:latin typeface="+mn-lt"/>
                <a:ea typeface="楷体" pitchFamily="49" charset="-122"/>
              </a:rPr>
              <a:t>只占有有限几位的结构体或联合体成员。位域成员是特殊的成员，它必须是</a:t>
            </a:r>
            <a:r>
              <a:rPr lang="zh-CN" altLang="en-US" b="1" dirty="0">
                <a:solidFill>
                  <a:srgbClr val="002060"/>
                </a:solidFill>
                <a:latin typeface="+mn-lt"/>
                <a:ea typeface="楷体" pitchFamily="49" charset="-122"/>
              </a:rPr>
              <a:t>整型</a:t>
            </a:r>
            <a:r>
              <a:rPr lang="zh-CN" altLang="en-US" b="1" dirty="0">
                <a:latin typeface="+mn-lt"/>
                <a:ea typeface="楷体" pitchFamily="49" charset="-122"/>
              </a:rPr>
              <a:t>或</a:t>
            </a:r>
            <a:r>
              <a:rPr lang="zh-CN" altLang="en-US" b="1" dirty="0">
                <a:solidFill>
                  <a:srgbClr val="002060"/>
                </a:solidFill>
                <a:latin typeface="+mn-lt"/>
                <a:ea typeface="楷体" pitchFamily="49" charset="-122"/>
              </a:rPr>
              <a:t>字符型</a:t>
            </a:r>
            <a:r>
              <a:rPr lang="zh-CN" altLang="en-US" b="1" dirty="0">
                <a:latin typeface="+mn-lt"/>
                <a:ea typeface="楷体" pitchFamily="49" charset="-122"/>
              </a:rPr>
              <a:t>变量</a:t>
            </a:r>
            <a:r>
              <a:rPr lang="en-US" altLang="zh-CN" b="1" dirty="0">
                <a:solidFill>
                  <a:srgbClr val="C00000"/>
                </a:solidFill>
                <a:latin typeface="+mn-lt"/>
                <a:ea typeface="楷体" pitchFamily="49" charset="-122"/>
              </a:rPr>
              <a:t>( char</a:t>
            </a:r>
            <a:r>
              <a:rPr lang="zh-CN" altLang="en-US" b="1" dirty="0">
                <a:solidFill>
                  <a:srgbClr val="C00000"/>
                </a:solidFill>
                <a:latin typeface="+mn-lt"/>
                <a:ea typeface="楷体" pitchFamily="49" charset="-122"/>
              </a:rPr>
              <a:t>、</a:t>
            </a:r>
            <a:r>
              <a:rPr lang="en-US" altLang="zh-CN" b="1" dirty="0">
                <a:solidFill>
                  <a:srgbClr val="C00000"/>
                </a:solidFill>
                <a:latin typeface="+mn-lt"/>
                <a:ea typeface="楷体" pitchFamily="49" charset="-122"/>
              </a:rPr>
              <a:t>short</a:t>
            </a:r>
            <a:r>
              <a:rPr lang="zh-CN" altLang="en-US" b="1" dirty="0">
                <a:solidFill>
                  <a:srgbClr val="C00000"/>
                </a:solidFill>
                <a:latin typeface="+mn-lt"/>
                <a:ea typeface="楷体" pitchFamily="49" charset="-122"/>
              </a:rPr>
              <a:t>、</a:t>
            </a:r>
            <a:r>
              <a:rPr lang="en-US" altLang="zh-CN" b="1" dirty="0" err="1">
                <a:solidFill>
                  <a:srgbClr val="C00000"/>
                </a:solidFill>
                <a:latin typeface="+mn-lt"/>
                <a:ea typeface="楷体" pitchFamily="49" charset="-122"/>
              </a:rPr>
              <a:t>int</a:t>
            </a:r>
            <a:r>
              <a:rPr lang="zh-CN" altLang="en-US" b="1" dirty="0">
                <a:solidFill>
                  <a:srgbClr val="C00000"/>
                </a:solidFill>
                <a:latin typeface="+mn-lt"/>
                <a:ea typeface="楷体" pitchFamily="49" charset="-122"/>
              </a:rPr>
              <a:t>，</a:t>
            </a:r>
            <a:r>
              <a:rPr lang="en-US" altLang="zh-CN" b="1" dirty="0">
                <a:solidFill>
                  <a:srgbClr val="C00000"/>
                </a:solidFill>
                <a:latin typeface="+mn-lt"/>
                <a:ea typeface="楷体" pitchFamily="49" charset="-122"/>
              </a:rPr>
              <a:t>long )</a:t>
            </a:r>
            <a:r>
              <a:rPr lang="zh-CN" altLang="en-US" b="1" dirty="0">
                <a:latin typeface="+mn-lt"/>
                <a:ea typeface="楷体" pitchFamily="49" charset="-122"/>
              </a:rPr>
              <a:t>，但它可以只占有一个整型数据的某几位。 </a:t>
            </a:r>
          </a:p>
        </p:txBody>
      </p:sp>
      <p:sp>
        <p:nvSpPr>
          <p:cNvPr id="1132621" name="Rectangle 77"/>
          <p:cNvSpPr>
            <a:spLocks noChangeArrowheads="1"/>
          </p:cNvSpPr>
          <p:nvPr/>
        </p:nvSpPr>
        <p:spPr bwMode="auto">
          <a:xfrm>
            <a:off x="538512" y="4326195"/>
            <a:ext cx="10511428" cy="830997"/>
          </a:xfrm>
          <a:prstGeom prst="rect">
            <a:avLst/>
          </a:prstGeom>
          <a:noFill/>
          <a:ln w="9525">
            <a:noFill/>
            <a:miter lim="800000"/>
            <a:headEnd/>
            <a:tailEnd/>
          </a:ln>
          <a:effectLst/>
        </p:spPr>
        <p:txBody>
          <a:bodyPr wrap="square" anchor="ctr">
            <a:spAutoFit/>
          </a:bodyPr>
          <a:lstStyle/>
          <a:p>
            <a:r>
              <a:rPr lang="en-US" altLang="zh-CN" b="1" dirty="0">
                <a:latin typeface="隶书" pitchFamily="49" charset="-122"/>
                <a:ea typeface="隶书" pitchFamily="49" charset="-122"/>
              </a:rPr>
              <a:t>    </a:t>
            </a:r>
            <a:r>
              <a:rPr lang="zh-CN" altLang="en-US" b="1" dirty="0">
                <a:solidFill>
                  <a:srgbClr val="C00000"/>
                </a:solidFill>
                <a:latin typeface="楷体" panose="02010609060101010101" pitchFamily="49" charset="-122"/>
                <a:ea typeface="楷体" panose="02010609060101010101" pitchFamily="49" charset="-122"/>
              </a:rPr>
              <a:t>定义位域成员的方法：</a:t>
            </a:r>
            <a:r>
              <a:rPr lang="zh-CN" altLang="en-US" b="1" dirty="0">
                <a:latin typeface="+mn-lt"/>
                <a:ea typeface="楷体" pitchFamily="49" charset="-122"/>
              </a:rPr>
              <a:t>在定义结构体或联合体类型时，只要在成员后面加上“</a:t>
            </a:r>
            <a:r>
              <a:rPr lang="zh-CN" altLang="en-US" b="1" dirty="0">
                <a:solidFill>
                  <a:srgbClr val="002060"/>
                </a:solidFill>
                <a:latin typeface="+mn-lt"/>
                <a:ea typeface="楷体" pitchFamily="49" charset="-122"/>
              </a:rPr>
              <a:t>：位数</a:t>
            </a:r>
            <a:r>
              <a:rPr lang="zh-CN" altLang="en-US" b="1" dirty="0">
                <a:latin typeface="+mn-lt"/>
                <a:ea typeface="楷体" pitchFamily="49" charset="-122"/>
              </a:rPr>
              <a:t>”。</a:t>
            </a:r>
            <a:endParaRPr lang="zh-CN" altLang="en-US" dirty="0">
              <a:latin typeface="+mn-lt"/>
              <a:ea typeface="楷体" pitchFamily="49" charset="-122"/>
            </a:endParaRPr>
          </a:p>
        </p:txBody>
      </p:sp>
      <p:sp>
        <p:nvSpPr>
          <p:cNvPr id="10" name="Rectangle 4">
            <a:extLst>
              <a:ext uri="{FF2B5EF4-FFF2-40B4-BE49-F238E27FC236}">
                <a16:creationId xmlns:a16="http://schemas.microsoft.com/office/drawing/2014/main" id="{1C87DBEA-5C6B-49BE-9946-BA37F0F7150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位域</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32618"/>
                                        </p:tgtEl>
                                        <p:attrNameLst>
                                          <p:attrName>style.visibility</p:attrName>
                                        </p:attrNameLst>
                                      </p:cBhvr>
                                      <p:to>
                                        <p:strVal val="visible"/>
                                      </p:to>
                                    </p:set>
                                    <p:animEffect transition="in" filter="box(in)">
                                      <p:cBhvr>
                                        <p:cTn id="7" dur="500"/>
                                        <p:tgtEl>
                                          <p:spTgt spid="113261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32619"/>
                                        </p:tgtEl>
                                        <p:attrNameLst>
                                          <p:attrName>style.visibility</p:attrName>
                                        </p:attrNameLst>
                                      </p:cBhvr>
                                      <p:to>
                                        <p:strVal val="visible"/>
                                      </p:to>
                                    </p:set>
                                    <p:animEffect transition="in" filter="box(out)">
                                      <p:cBhvr>
                                        <p:cTn id="12" dur="500"/>
                                        <p:tgtEl>
                                          <p:spTgt spid="113261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32620"/>
                                        </p:tgtEl>
                                        <p:attrNameLst>
                                          <p:attrName>style.visibility</p:attrName>
                                        </p:attrNameLst>
                                      </p:cBhvr>
                                      <p:to>
                                        <p:strVal val="visible"/>
                                      </p:to>
                                    </p:set>
                                    <p:animEffect transition="in" filter="box(out)">
                                      <p:cBhvr>
                                        <p:cTn id="17" dur="500"/>
                                        <p:tgtEl>
                                          <p:spTgt spid="113262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32621"/>
                                        </p:tgtEl>
                                        <p:attrNameLst>
                                          <p:attrName>style.visibility</p:attrName>
                                        </p:attrNameLst>
                                      </p:cBhvr>
                                      <p:to>
                                        <p:strVal val="visible"/>
                                      </p:to>
                                    </p:set>
                                    <p:animEffect transition="in" filter="box(out)">
                                      <p:cBhvr>
                                        <p:cTn id="22" dur="500"/>
                                        <p:tgtEl>
                                          <p:spTgt spid="1132621"/>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618" grpId="0"/>
      <p:bldP spid="1132619" grpId="0"/>
      <p:bldP spid="1132620" grpId="0"/>
      <p:bldP spid="1132621" grpId="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 name="Rectangle 4">
            <a:extLst>
              <a:ext uri="{FF2B5EF4-FFF2-40B4-BE49-F238E27FC236}">
                <a16:creationId xmlns:a16="http://schemas.microsoft.com/office/drawing/2014/main" id="{89667E45-86A9-405E-857B-CDF9CA93B50D}"/>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位域</a:t>
            </a:r>
          </a:p>
        </p:txBody>
      </p:sp>
      <p:graphicFrame>
        <p:nvGraphicFramePr>
          <p:cNvPr id="1134915" name="Group 323"/>
          <p:cNvGraphicFramePr>
            <a:graphicFrameLocks noGrp="1"/>
          </p:cNvGraphicFramePr>
          <p:nvPr>
            <p:extLst>
              <p:ext uri="{D42A27DB-BD31-4B8C-83A1-F6EECF244321}">
                <p14:modId xmlns:p14="http://schemas.microsoft.com/office/powerpoint/2010/main" val="1466415619"/>
              </p:ext>
            </p:extLst>
          </p:nvPr>
        </p:nvGraphicFramePr>
        <p:xfrm>
          <a:off x="890292" y="3309352"/>
          <a:ext cx="7077916" cy="1127760"/>
        </p:xfrm>
        <a:graphic>
          <a:graphicData uri="http://schemas.openxmlformats.org/drawingml/2006/table">
            <a:tbl>
              <a:tblPr/>
              <a:tblGrid>
                <a:gridCol w="442999">
                  <a:extLst>
                    <a:ext uri="{9D8B030D-6E8A-4147-A177-3AD203B41FA5}">
                      <a16:colId xmlns:a16="http://schemas.microsoft.com/office/drawing/2014/main" val="20000"/>
                    </a:ext>
                  </a:extLst>
                </a:gridCol>
                <a:gridCol w="441320">
                  <a:extLst>
                    <a:ext uri="{9D8B030D-6E8A-4147-A177-3AD203B41FA5}">
                      <a16:colId xmlns:a16="http://schemas.microsoft.com/office/drawing/2014/main" val="20001"/>
                    </a:ext>
                  </a:extLst>
                </a:gridCol>
                <a:gridCol w="442999">
                  <a:extLst>
                    <a:ext uri="{9D8B030D-6E8A-4147-A177-3AD203B41FA5}">
                      <a16:colId xmlns:a16="http://schemas.microsoft.com/office/drawing/2014/main" val="20002"/>
                    </a:ext>
                  </a:extLst>
                </a:gridCol>
                <a:gridCol w="442999">
                  <a:extLst>
                    <a:ext uri="{9D8B030D-6E8A-4147-A177-3AD203B41FA5}">
                      <a16:colId xmlns:a16="http://schemas.microsoft.com/office/drawing/2014/main" val="20003"/>
                    </a:ext>
                  </a:extLst>
                </a:gridCol>
                <a:gridCol w="441322">
                  <a:extLst>
                    <a:ext uri="{9D8B030D-6E8A-4147-A177-3AD203B41FA5}">
                      <a16:colId xmlns:a16="http://schemas.microsoft.com/office/drawing/2014/main" val="20004"/>
                    </a:ext>
                  </a:extLst>
                </a:gridCol>
                <a:gridCol w="442999">
                  <a:extLst>
                    <a:ext uri="{9D8B030D-6E8A-4147-A177-3AD203B41FA5}">
                      <a16:colId xmlns:a16="http://schemas.microsoft.com/office/drawing/2014/main" val="20005"/>
                    </a:ext>
                  </a:extLst>
                </a:gridCol>
                <a:gridCol w="441320">
                  <a:extLst>
                    <a:ext uri="{9D8B030D-6E8A-4147-A177-3AD203B41FA5}">
                      <a16:colId xmlns:a16="http://schemas.microsoft.com/office/drawing/2014/main" val="20006"/>
                    </a:ext>
                  </a:extLst>
                </a:gridCol>
                <a:gridCol w="406082">
                  <a:extLst>
                    <a:ext uri="{9D8B030D-6E8A-4147-A177-3AD203B41FA5}">
                      <a16:colId xmlns:a16="http://schemas.microsoft.com/office/drawing/2014/main" val="20007"/>
                    </a:ext>
                  </a:extLst>
                </a:gridCol>
                <a:gridCol w="479916">
                  <a:extLst>
                    <a:ext uri="{9D8B030D-6E8A-4147-A177-3AD203B41FA5}">
                      <a16:colId xmlns:a16="http://schemas.microsoft.com/office/drawing/2014/main" val="20008"/>
                    </a:ext>
                  </a:extLst>
                </a:gridCol>
                <a:gridCol w="441322">
                  <a:extLst>
                    <a:ext uri="{9D8B030D-6E8A-4147-A177-3AD203B41FA5}">
                      <a16:colId xmlns:a16="http://schemas.microsoft.com/office/drawing/2014/main" val="20009"/>
                    </a:ext>
                  </a:extLst>
                </a:gridCol>
                <a:gridCol w="442999">
                  <a:extLst>
                    <a:ext uri="{9D8B030D-6E8A-4147-A177-3AD203B41FA5}">
                      <a16:colId xmlns:a16="http://schemas.microsoft.com/office/drawing/2014/main" val="20010"/>
                    </a:ext>
                  </a:extLst>
                </a:gridCol>
                <a:gridCol w="442999">
                  <a:extLst>
                    <a:ext uri="{9D8B030D-6E8A-4147-A177-3AD203B41FA5}">
                      <a16:colId xmlns:a16="http://schemas.microsoft.com/office/drawing/2014/main" val="20011"/>
                    </a:ext>
                  </a:extLst>
                </a:gridCol>
                <a:gridCol w="441320">
                  <a:extLst>
                    <a:ext uri="{9D8B030D-6E8A-4147-A177-3AD203B41FA5}">
                      <a16:colId xmlns:a16="http://schemas.microsoft.com/office/drawing/2014/main" val="20012"/>
                    </a:ext>
                  </a:extLst>
                </a:gridCol>
                <a:gridCol w="442999">
                  <a:extLst>
                    <a:ext uri="{9D8B030D-6E8A-4147-A177-3AD203B41FA5}">
                      <a16:colId xmlns:a16="http://schemas.microsoft.com/office/drawing/2014/main" val="20013"/>
                    </a:ext>
                  </a:extLst>
                </a:gridCol>
                <a:gridCol w="441322">
                  <a:extLst>
                    <a:ext uri="{9D8B030D-6E8A-4147-A177-3AD203B41FA5}">
                      <a16:colId xmlns:a16="http://schemas.microsoft.com/office/drawing/2014/main" val="20014"/>
                    </a:ext>
                  </a:extLst>
                </a:gridCol>
                <a:gridCol w="442999">
                  <a:extLst>
                    <a:ext uri="{9D8B030D-6E8A-4147-A177-3AD203B41FA5}">
                      <a16:colId xmlns:a16="http://schemas.microsoft.com/office/drawing/2014/main" val="20015"/>
                    </a:ext>
                  </a:extLst>
                </a:gridCol>
              </a:tblGrid>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15</a:t>
                      </a:r>
                    </a:p>
                  </a:txBody>
                  <a:tcPr horzOverflow="overflow">
                    <a:lnL cap="flat">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14</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13</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12</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11</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10</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9</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8</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7</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6</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5</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4</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3</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gridSpan="7">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2"/>
                  </a:ext>
                </a:extLst>
              </a:tr>
            </a:tbl>
          </a:graphicData>
        </a:graphic>
      </p:graphicFrame>
      <p:graphicFrame>
        <p:nvGraphicFramePr>
          <p:cNvPr id="1134916" name="Group 324"/>
          <p:cNvGraphicFramePr>
            <a:graphicFrameLocks noGrp="1"/>
          </p:cNvGraphicFramePr>
          <p:nvPr>
            <p:extLst>
              <p:ext uri="{D42A27DB-BD31-4B8C-83A1-F6EECF244321}">
                <p14:modId xmlns:p14="http://schemas.microsoft.com/office/powerpoint/2010/main" val="2474070559"/>
              </p:ext>
            </p:extLst>
          </p:nvPr>
        </p:nvGraphicFramePr>
        <p:xfrm>
          <a:off x="891879" y="4627563"/>
          <a:ext cx="7076334" cy="1127760"/>
        </p:xfrm>
        <a:graphic>
          <a:graphicData uri="http://schemas.openxmlformats.org/drawingml/2006/table">
            <a:tbl>
              <a:tblPr/>
              <a:tblGrid>
                <a:gridCol w="442900">
                  <a:extLst>
                    <a:ext uri="{9D8B030D-6E8A-4147-A177-3AD203B41FA5}">
                      <a16:colId xmlns:a16="http://schemas.microsoft.com/office/drawing/2014/main" val="20000"/>
                    </a:ext>
                  </a:extLst>
                </a:gridCol>
                <a:gridCol w="441223">
                  <a:extLst>
                    <a:ext uri="{9D8B030D-6E8A-4147-A177-3AD203B41FA5}">
                      <a16:colId xmlns:a16="http://schemas.microsoft.com/office/drawing/2014/main" val="20001"/>
                    </a:ext>
                  </a:extLst>
                </a:gridCol>
                <a:gridCol w="442900">
                  <a:extLst>
                    <a:ext uri="{9D8B030D-6E8A-4147-A177-3AD203B41FA5}">
                      <a16:colId xmlns:a16="http://schemas.microsoft.com/office/drawing/2014/main" val="20002"/>
                    </a:ext>
                  </a:extLst>
                </a:gridCol>
                <a:gridCol w="442900">
                  <a:extLst>
                    <a:ext uri="{9D8B030D-6E8A-4147-A177-3AD203B41FA5}">
                      <a16:colId xmlns:a16="http://schemas.microsoft.com/office/drawing/2014/main" val="20003"/>
                    </a:ext>
                  </a:extLst>
                </a:gridCol>
                <a:gridCol w="441222">
                  <a:extLst>
                    <a:ext uri="{9D8B030D-6E8A-4147-A177-3AD203B41FA5}">
                      <a16:colId xmlns:a16="http://schemas.microsoft.com/office/drawing/2014/main" val="20004"/>
                    </a:ext>
                  </a:extLst>
                </a:gridCol>
                <a:gridCol w="442900">
                  <a:extLst>
                    <a:ext uri="{9D8B030D-6E8A-4147-A177-3AD203B41FA5}">
                      <a16:colId xmlns:a16="http://schemas.microsoft.com/office/drawing/2014/main" val="20005"/>
                    </a:ext>
                  </a:extLst>
                </a:gridCol>
                <a:gridCol w="441223">
                  <a:extLst>
                    <a:ext uri="{9D8B030D-6E8A-4147-A177-3AD203B41FA5}">
                      <a16:colId xmlns:a16="http://schemas.microsoft.com/office/drawing/2014/main" val="20006"/>
                    </a:ext>
                  </a:extLst>
                </a:gridCol>
                <a:gridCol w="405991">
                  <a:extLst>
                    <a:ext uri="{9D8B030D-6E8A-4147-A177-3AD203B41FA5}">
                      <a16:colId xmlns:a16="http://schemas.microsoft.com/office/drawing/2014/main" val="20007"/>
                    </a:ext>
                  </a:extLst>
                </a:gridCol>
                <a:gridCol w="479808">
                  <a:extLst>
                    <a:ext uri="{9D8B030D-6E8A-4147-A177-3AD203B41FA5}">
                      <a16:colId xmlns:a16="http://schemas.microsoft.com/office/drawing/2014/main" val="20008"/>
                    </a:ext>
                  </a:extLst>
                </a:gridCol>
                <a:gridCol w="441222">
                  <a:extLst>
                    <a:ext uri="{9D8B030D-6E8A-4147-A177-3AD203B41FA5}">
                      <a16:colId xmlns:a16="http://schemas.microsoft.com/office/drawing/2014/main" val="20009"/>
                    </a:ext>
                  </a:extLst>
                </a:gridCol>
                <a:gridCol w="442900">
                  <a:extLst>
                    <a:ext uri="{9D8B030D-6E8A-4147-A177-3AD203B41FA5}">
                      <a16:colId xmlns:a16="http://schemas.microsoft.com/office/drawing/2014/main" val="20010"/>
                    </a:ext>
                  </a:extLst>
                </a:gridCol>
                <a:gridCol w="442900">
                  <a:extLst>
                    <a:ext uri="{9D8B030D-6E8A-4147-A177-3AD203B41FA5}">
                      <a16:colId xmlns:a16="http://schemas.microsoft.com/office/drawing/2014/main" val="20011"/>
                    </a:ext>
                  </a:extLst>
                </a:gridCol>
                <a:gridCol w="441223">
                  <a:extLst>
                    <a:ext uri="{9D8B030D-6E8A-4147-A177-3AD203B41FA5}">
                      <a16:colId xmlns:a16="http://schemas.microsoft.com/office/drawing/2014/main" val="20012"/>
                    </a:ext>
                  </a:extLst>
                </a:gridCol>
                <a:gridCol w="442900">
                  <a:extLst>
                    <a:ext uri="{9D8B030D-6E8A-4147-A177-3AD203B41FA5}">
                      <a16:colId xmlns:a16="http://schemas.microsoft.com/office/drawing/2014/main" val="20013"/>
                    </a:ext>
                  </a:extLst>
                </a:gridCol>
                <a:gridCol w="441222">
                  <a:extLst>
                    <a:ext uri="{9D8B030D-6E8A-4147-A177-3AD203B41FA5}">
                      <a16:colId xmlns:a16="http://schemas.microsoft.com/office/drawing/2014/main" val="20014"/>
                    </a:ext>
                  </a:extLst>
                </a:gridCol>
                <a:gridCol w="442900">
                  <a:extLst>
                    <a:ext uri="{9D8B030D-6E8A-4147-A177-3AD203B41FA5}">
                      <a16:colId xmlns:a16="http://schemas.microsoft.com/office/drawing/2014/main" val="20015"/>
                    </a:ext>
                  </a:extLst>
                </a:gridCol>
              </a:tblGrid>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15</a:t>
                      </a:r>
                    </a:p>
                  </a:txBody>
                  <a:tcPr horzOverflow="overflow">
                    <a:lnL cap="flat">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14</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13</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12</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11</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10</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9</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8</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7</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6</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5</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4</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3</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gridSpan="7">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rgbClr val="002060"/>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2"/>
                  </a:ext>
                </a:extLst>
              </a:tr>
            </a:tbl>
          </a:graphicData>
        </a:graphic>
      </p:graphicFrame>
      <p:sp>
        <p:nvSpPr>
          <p:cNvPr id="1134999" name="Rectangle 407" descr="信纸"/>
          <p:cNvSpPr>
            <a:spLocks noChangeArrowheads="1"/>
          </p:cNvSpPr>
          <p:nvPr/>
        </p:nvSpPr>
        <p:spPr bwMode="auto">
          <a:xfrm>
            <a:off x="1199456" y="855603"/>
            <a:ext cx="3744416" cy="2263775"/>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2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C0000"/>
                </a:solidFill>
              </a:rPr>
              <a:t>struct  </a:t>
            </a:r>
            <a:r>
              <a:rPr lang="en-US" altLang="zh-CN" sz="2000" b="1" dirty="0" err="1">
                <a:solidFill>
                  <a:srgbClr val="CC0000"/>
                </a:solidFill>
              </a:rPr>
              <a:t>BitStruct</a:t>
            </a:r>
            <a:endParaRPr lang="en-US" altLang="zh-CN" sz="2000" b="1" dirty="0">
              <a:solidFill>
                <a:srgbClr val="CC0000"/>
              </a:solidFill>
            </a:endParaRPr>
          </a:p>
          <a:p>
            <a:r>
              <a:rPr lang="en-US" altLang="zh-CN" sz="2000" b="1" dirty="0"/>
              <a:t>{</a:t>
            </a:r>
          </a:p>
          <a:p>
            <a:r>
              <a:rPr lang="en-US" altLang="zh-CN" sz="2000" b="1" dirty="0"/>
              <a:t>  char   a : 4;</a:t>
            </a:r>
          </a:p>
          <a:p>
            <a:r>
              <a:rPr lang="en-US" altLang="zh-CN" sz="2000" b="1" dirty="0"/>
              <a:t>  short  b : 4;</a:t>
            </a:r>
          </a:p>
          <a:p>
            <a:r>
              <a:rPr lang="en-US" altLang="zh-CN" sz="2000" b="1" dirty="0"/>
              <a:t>  unsigned long  c : 7;</a:t>
            </a:r>
          </a:p>
          <a:p>
            <a:r>
              <a:rPr lang="en-US" altLang="zh-CN" sz="2000" b="1" dirty="0"/>
              <a:t>  short d : 1;</a:t>
            </a:r>
          </a:p>
          <a:p>
            <a:r>
              <a:rPr lang="en-US" altLang="zh-CN" sz="2000" b="1" dirty="0"/>
              <a:t>} word;</a:t>
            </a:r>
          </a:p>
        </p:txBody>
      </p:sp>
      <p:sp>
        <p:nvSpPr>
          <p:cNvPr id="1135000" name="Rectangle 408" descr="信纸"/>
          <p:cNvSpPr>
            <a:spLocks noChangeArrowheads="1"/>
          </p:cNvSpPr>
          <p:nvPr/>
        </p:nvSpPr>
        <p:spPr bwMode="auto">
          <a:xfrm>
            <a:off x="6240016" y="877193"/>
            <a:ext cx="3500244" cy="2263775"/>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2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C0000"/>
                </a:solidFill>
              </a:rPr>
              <a:t>struct  </a:t>
            </a:r>
            <a:r>
              <a:rPr lang="en-US" altLang="zh-CN" sz="2000" b="1" dirty="0" err="1">
                <a:solidFill>
                  <a:srgbClr val="CC0000"/>
                </a:solidFill>
              </a:rPr>
              <a:t>BitStruct</a:t>
            </a:r>
            <a:endParaRPr lang="en-US" altLang="zh-CN" sz="2000" b="1" dirty="0">
              <a:solidFill>
                <a:srgbClr val="CC0000"/>
              </a:solidFill>
            </a:endParaRPr>
          </a:p>
          <a:p>
            <a:r>
              <a:rPr lang="en-US" altLang="zh-CN" sz="2000" b="1" dirty="0"/>
              <a:t>{</a:t>
            </a:r>
          </a:p>
          <a:p>
            <a:r>
              <a:rPr lang="en-US" altLang="zh-CN" sz="2000" b="1" dirty="0"/>
              <a:t>  char   a : 4;</a:t>
            </a:r>
          </a:p>
          <a:p>
            <a:r>
              <a:rPr lang="en-US" altLang="zh-CN" sz="2000" b="1" dirty="0">
                <a:solidFill>
                  <a:srgbClr val="7030A0"/>
                </a:solidFill>
              </a:rPr>
              <a:t>  short     : 4;</a:t>
            </a:r>
          </a:p>
          <a:p>
            <a:r>
              <a:rPr lang="en-US" altLang="zh-CN" sz="2000" b="1" dirty="0"/>
              <a:t>  unsigned long  c : 7;</a:t>
            </a:r>
          </a:p>
          <a:p>
            <a:r>
              <a:rPr lang="en-US" altLang="zh-CN" sz="2000" b="1" dirty="0"/>
              <a:t>  short d : 1;</a:t>
            </a:r>
          </a:p>
          <a:p>
            <a:r>
              <a:rPr lang="en-US" altLang="zh-CN" sz="2000" b="1" dirty="0"/>
              <a:t>} word;</a:t>
            </a:r>
          </a:p>
        </p:txBody>
      </p:sp>
      <p:sp>
        <p:nvSpPr>
          <p:cNvPr id="1134996" name="AutoShape 404"/>
          <p:cNvSpPr>
            <a:spLocks noChangeArrowheads="1"/>
          </p:cNvSpPr>
          <p:nvPr/>
        </p:nvSpPr>
        <p:spPr bwMode="auto">
          <a:xfrm>
            <a:off x="9945048" y="765175"/>
            <a:ext cx="1439863" cy="503238"/>
          </a:xfrm>
          <a:prstGeom prst="wedgeRoundRectCallout">
            <a:avLst>
              <a:gd name="adj1" fmla="val -130046"/>
              <a:gd name="adj2" fmla="val 98264"/>
              <a:gd name="adj3" fmla="val 16667"/>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2000"/>
              </a:prstClr>
            </a:outerShdw>
          </a:effectLst>
          <a:scene3d>
            <a:camera prst="orthographicFront"/>
            <a:lightRig rig="threePt" dir="t"/>
          </a:scene3d>
          <a:sp3d>
            <a:bevelT w="114300" prst="hardEdge"/>
          </a:sp3d>
        </p:spPr>
        <p:txBody>
          <a:bodyPr anchor="ctr" anchorCtr="0"/>
          <a:lstStyle/>
          <a:p>
            <a:r>
              <a:rPr lang="zh-CN" altLang="en-US" sz="2000" b="1" dirty="0">
                <a:solidFill>
                  <a:srgbClr val="C00000"/>
                </a:solidFill>
                <a:latin typeface="+mn-lt"/>
                <a:ea typeface="隶书" pitchFamily="49" charset="-122"/>
              </a:rPr>
              <a:t>匿名位域</a:t>
            </a:r>
            <a:r>
              <a:rPr lang="zh-CN" altLang="en-US" dirty="0">
                <a:solidFill>
                  <a:srgbClr val="C00000"/>
                </a:solidFill>
                <a:latin typeface="+mn-lt"/>
                <a:ea typeface="隶书" pitchFamily="49" charset="-122"/>
              </a:rPr>
              <a:t> </a:t>
            </a:r>
          </a:p>
        </p:txBody>
      </p:sp>
      <p:sp>
        <p:nvSpPr>
          <p:cNvPr id="1135002" name="Rectangle 410"/>
          <p:cNvSpPr>
            <a:spLocks noChangeArrowheads="1"/>
          </p:cNvSpPr>
          <p:nvPr/>
        </p:nvSpPr>
        <p:spPr bwMode="auto">
          <a:xfrm>
            <a:off x="-9821" y="2802882"/>
            <a:ext cx="184731" cy="461665"/>
          </a:xfrm>
          <a:prstGeom prst="rect">
            <a:avLst/>
          </a:prstGeom>
          <a:noFill/>
          <a:ln w="9525">
            <a:noFill/>
            <a:miter lim="800000"/>
            <a:headEnd/>
            <a:tailEnd/>
          </a:ln>
          <a:effectLst/>
        </p:spPr>
        <p:txBody>
          <a:bodyPr wrap="none" anchor="ctr">
            <a:spAutoFit/>
          </a:bodyPr>
          <a:lstStyle/>
          <a:p>
            <a:endParaRPr lang="zh-CN" altLang="en-US"/>
          </a:p>
        </p:txBody>
      </p:sp>
      <p:sp>
        <p:nvSpPr>
          <p:cNvPr id="1135005" name="Rectangle 413"/>
          <p:cNvSpPr>
            <a:spLocks noChangeArrowheads="1"/>
          </p:cNvSpPr>
          <p:nvPr/>
        </p:nvSpPr>
        <p:spPr bwMode="auto">
          <a:xfrm>
            <a:off x="839416" y="5755323"/>
            <a:ext cx="10545495" cy="860425"/>
          </a:xfrm>
          <a:prstGeom prst="rect">
            <a:avLst/>
          </a:prstGeom>
          <a:gradFill rotWithShape="1">
            <a:gsLst>
              <a:gs pos="0">
                <a:srgbClr val="CFCFD1"/>
              </a:gs>
              <a:gs pos="100000">
                <a:schemeClr val="bg1"/>
              </a:gs>
            </a:gsLst>
            <a:lin ang="5400000" scaled="1"/>
          </a:gradFill>
          <a:ln w="38100">
            <a:solidFill>
              <a:srgbClr val="C00000"/>
            </a:solidFill>
            <a:miter lim="800000"/>
            <a:headEnd/>
            <a:tailEnd/>
          </a:ln>
          <a:effectLst>
            <a:outerShdw blurRad="50800" dist="106680" dir="2700000" algn="tl" rotWithShape="0">
              <a:prstClr val="black">
                <a:alpha val="42000"/>
              </a:prstClr>
            </a:outerShdw>
          </a:effectLst>
          <a:scene3d>
            <a:camera prst="orthographicFront"/>
            <a:lightRig rig="threePt" dir="t"/>
          </a:scene3d>
          <a:sp3d>
            <a:bevelT w="114300" prst="hardEdge"/>
          </a:sp3d>
        </p:spPr>
        <p:txBody>
          <a:bodyPr wrap="square">
            <a:spAutoFit/>
          </a:bodyPr>
          <a:lstStyle/>
          <a:p>
            <a:r>
              <a:rPr lang="en-US" altLang="zh-CN" b="1" dirty="0">
                <a:latin typeface="+mn-lt"/>
                <a:ea typeface="楷体" pitchFamily="49" charset="-122"/>
              </a:rPr>
              <a:t>        </a:t>
            </a:r>
            <a:r>
              <a:rPr lang="zh-CN" altLang="en-US" b="1" dirty="0">
                <a:latin typeface="+mn-lt"/>
                <a:ea typeface="楷体" pitchFamily="49" charset="-122"/>
              </a:rPr>
              <a:t>对位域成员的引用方法与结构体或联合体成员引用方法一样，用</a:t>
            </a:r>
            <a:r>
              <a:rPr lang="zh-CN" altLang="en-US" b="1" dirty="0">
                <a:solidFill>
                  <a:srgbClr val="C00000"/>
                </a:solidFill>
                <a:latin typeface="+mn-lt"/>
                <a:ea typeface="楷体" pitchFamily="49" charset="-122"/>
              </a:rPr>
              <a:t>“</a:t>
            </a:r>
            <a:r>
              <a:rPr lang="en-US" altLang="zh-CN" b="1" dirty="0">
                <a:solidFill>
                  <a:srgbClr val="C00000"/>
                </a:solidFill>
                <a:latin typeface="+mn-lt"/>
                <a:ea typeface="楷体" pitchFamily="49" charset="-122"/>
              </a:rPr>
              <a:t>.”</a:t>
            </a:r>
            <a:r>
              <a:rPr lang="zh-CN" altLang="en-US" b="1" dirty="0">
                <a:latin typeface="+mn-lt"/>
                <a:ea typeface="楷体" pitchFamily="49" charset="-122"/>
              </a:rPr>
              <a:t>或</a:t>
            </a:r>
            <a:r>
              <a:rPr lang="zh-CN" altLang="en-US" b="1" dirty="0">
                <a:solidFill>
                  <a:srgbClr val="C00000"/>
                </a:solidFill>
                <a:latin typeface="+mn-lt"/>
                <a:ea typeface="楷体" pitchFamily="49" charset="-122"/>
              </a:rPr>
              <a:t>“</a:t>
            </a:r>
            <a:r>
              <a:rPr lang="en-US" altLang="zh-CN" b="1" dirty="0">
                <a:solidFill>
                  <a:srgbClr val="C00000"/>
                </a:solidFill>
                <a:latin typeface="+mn-lt"/>
                <a:ea typeface="楷体" pitchFamily="49" charset="-122"/>
              </a:rPr>
              <a:t>-&gt;”</a:t>
            </a:r>
            <a:r>
              <a:rPr lang="zh-CN" altLang="en-US" b="1" dirty="0">
                <a:latin typeface="+mn-lt"/>
                <a:ea typeface="楷体" pitchFamily="49" charset="-122"/>
              </a:rPr>
              <a:t>来引用这些成员。</a:t>
            </a:r>
          </a:p>
        </p:txBody>
      </p:sp>
      <p:sp>
        <p:nvSpPr>
          <p:cNvPr id="1134998" name="AutoShape 406"/>
          <p:cNvSpPr>
            <a:spLocks noChangeArrowheads="1"/>
          </p:cNvSpPr>
          <p:nvPr/>
        </p:nvSpPr>
        <p:spPr bwMode="auto">
          <a:xfrm rot="-374793">
            <a:off x="9094550" y="2236544"/>
            <a:ext cx="1558551" cy="3552112"/>
          </a:xfrm>
          <a:prstGeom prst="curvedLeftArrow">
            <a:avLst>
              <a:gd name="adj1" fmla="val 19838"/>
              <a:gd name="adj2" fmla="val 82352"/>
              <a:gd name="adj3" fmla="val 35380"/>
            </a:avLst>
          </a:prstGeom>
          <a:gradFill rotWithShape="1">
            <a:gsLst>
              <a:gs pos="0">
                <a:srgbClr val="BEDFC4"/>
              </a:gs>
              <a:gs pos="100000">
                <a:srgbClr val="00FFFF">
                  <a:gamma/>
                  <a:shade val="46275"/>
                  <a:invGamma/>
                </a:srgbClr>
              </a:gs>
            </a:gsLst>
            <a:lin ang="5400000" scaled="1"/>
          </a:gradFill>
          <a:ln w="9525">
            <a:no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34997" name="AutoShape 405"/>
          <p:cNvSpPr>
            <a:spLocks noChangeArrowheads="1"/>
          </p:cNvSpPr>
          <p:nvPr/>
        </p:nvSpPr>
        <p:spPr bwMode="auto">
          <a:xfrm rot="20683040">
            <a:off x="5048624" y="1852087"/>
            <a:ext cx="647096" cy="1680264"/>
          </a:xfrm>
          <a:prstGeom prst="curvedLeftArrow">
            <a:avLst>
              <a:gd name="adj1" fmla="val 54385"/>
              <a:gd name="adj2" fmla="val 108770"/>
              <a:gd name="adj3" fmla="val 33333"/>
            </a:avLst>
          </a:prstGeom>
          <a:gradFill rotWithShape="1">
            <a:gsLst>
              <a:gs pos="0">
                <a:srgbClr val="BEDFC4"/>
              </a:gs>
              <a:gs pos="100000">
                <a:srgbClr val="00FFFF">
                  <a:gamma/>
                  <a:shade val="46275"/>
                  <a:invGamma/>
                </a:srgbClr>
              </a:gs>
            </a:gsLst>
            <a:lin ang="5400000" scaled="1"/>
          </a:gradFill>
          <a:ln w="9525">
            <a:no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35006" name="Rectangle 414"/>
          <p:cNvSpPr>
            <a:spLocks noChangeArrowheads="1"/>
          </p:cNvSpPr>
          <p:nvPr/>
        </p:nvSpPr>
        <p:spPr bwMode="auto">
          <a:xfrm>
            <a:off x="2725313" y="4164561"/>
            <a:ext cx="6741373" cy="860425"/>
          </a:xfrm>
          <a:prstGeom prst="rect">
            <a:avLst/>
          </a:prstGeom>
          <a:gradFill rotWithShape="1">
            <a:gsLst>
              <a:gs pos="0">
                <a:srgbClr val="CFCFD1"/>
              </a:gs>
              <a:gs pos="9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2000"/>
              </a:prstClr>
            </a:outerShdw>
          </a:effectLst>
          <a:scene3d>
            <a:camera prst="orthographicFront"/>
            <a:lightRig rig="threePt" dir="t"/>
          </a:scene3d>
          <a:sp3d>
            <a:bevelT w="114300" prst="hardEdge"/>
          </a:sp3d>
        </p:spPr>
        <p:txBody>
          <a:bodyPr wrap="square">
            <a:spAutoFit/>
          </a:bodyPr>
          <a:lstStyle/>
          <a:p>
            <a:pPr indent="-457200"/>
            <a:r>
              <a:rPr lang="en-US" altLang="zh-CN" b="1" dirty="0">
                <a:ea typeface="隶书" pitchFamily="49" charset="-122"/>
              </a:rPr>
              <a:t> </a:t>
            </a:r>
            <a:r>
              <a:rPr lang="zh-CN" altLang="en-US" b="1" dirty="0">
                <a:solidFill>
                  <a:srgbClr val="C00000"/>
                </a:solidFill>
                <a:ea typeface="隶书" pitchFamily="49" charset="-122"/>
              </a:rPr>
              <a:t>注意：</a:t>
            </a:r>
            <a:r>
              <a:rPr lang="zh-CN" altLang="en-US" b="1" dirty="0">
                <a:ea typeface="隶书" pitchFamily="49" charset="-122"/>
              </a:rPr>
              <a:t>不能对位域成员取地址。</a:t>
            </a:r>
          </a:p>
          <a:p>
            <a:pPr indent="-457200"/>
            <a:r>
              <a:rPr lang="zh-CN" altLang="en-US" b="1" dirty="0">
                <a:ea typeface="隶书" pitchFamily="49" charset="-122"/>
              </a:rPr>
              <a:t>              例如：</a:t>
            </a:r>
            <a:r>
              <a:rPr lang="en-US" altLang="zh-CN" b="1" dirty="0">
                <a:ea typeface="隶书" pitchFamily="49" charset="-122"/>
              </a:rPr>
              <a:t>&amp;</a:t>
            </a:r>
            <a:r>
              <a:rPr lang="en-US" altLang="zh-CN" b="1" dirty="0" err="1">
                <a:ea typeface="隶书" pitchFamily="49" charset="-122"/>
              </a:rPr>
              <a:t>word.a</a:t>
            </a:r>
            <a:r>
              <a:rPr lang="zh-CN" altLang="en-US" b="1" dirty="0">
                <a:ea typeface="隶书" pitchFamily="49" charset="-122"/>
              </a:rPr>
              <a:t>是错误的。</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34999"/>
                                        </p:tgtEl>
                                        <p:attrNameLst>
                                          <p:attrName>style.visibility</p:attrName>
                                        </p:attrNameLst>
                                      </p:cBhvr>
                                      <p:to>
                                        <p:strVal val="visible"/>
                                      </p:to>
                                    </p:set>
                                    <p:animEffect transition="in" filter="box(out)">
                                      <p:cBhvr>
                                        <p:cTn id="7" dur="500"/>
                                        <p:tgtEl>
                                          <p:spTgt spid="113499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134997"/>
                                        </p:tgtEl>
                                        <p:attrNameLst>
                                          <p:attrName>style.visibility</p:attrName>
                                        </p:attrNameLst>
                                      </p:cBhvr>
                                      <p:to>
                                        <p:strVal val="visible"/>
                                      </p:to>
                                    </p:set>
                                    <p:animEffect transition="in" filter="strips(downRight)">
                                      <p:cBhvr>
                                        <p:cTn id="12" dur="500"/>
                                        <p:tgtEl>
                                          <p:spTgt spid="113499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4" presetClass="entr" presetSubtype="32" fill="hold" nodeType="afterEffect">
                                  <p:stCondLst>
                                    <p:cond delay="0"/>
                                  </p:stCondLst>
                                  <p:childTnLst>
                                    <p:set>
                                      <p:cBhvr>
                                        <p:cTn id="15" dur="1" fill="hold">
                                          <p:stCondLst>
                                            <p:cond delay="0"/>
                                          </p:stCondLst>
                                        </p:cTn>
                                        <p:tgtEl>
                                          <p:spTgt spid="1134915"/>
                                        </p:tgtEl>
                                        <p:attrNameLst>
                                          <p:attrName>style.visibility</p:attrName>
                                        </p:attrNameLst>
                                      </p:cBhvr>
                                      <p:to>
                                        <p:strVal val="visible"/>
                                      </p:to>
                                    </p:set>
                                    <p:animEffect transition="in" filter="box(out)">
                                      <p:cBhvr>
                                        <p:cTn id="16" dur="500"/>
                                        <p:tgtEl>
                                          <p:spTgt spid="1134915"/>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1135000"/>
                                        </p:tgtEl>
                                        <p:attrNameLst>
                                          <p:attrName>style.visibility</p:attrName>
                                        </p:attrNameLst>
                                      </p:cBhvr>
                                      <p:to>
                                        <p:strVal val="visible"/>
                                      </p:to>
                                    </p:set>
                                    <p:animEffect transition="in" filter="box(out)">
                                      <p:cBhvr>
                                        <p:cTn id="21" dur="500"/>
                                        <p:tgtEl>
                                          <p:spTgt spid="1135000"/>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3" fill="hold" grpId="0" nodeType="clickEffect">
                                  <p:stCondLst>
                                    <p:cond delay="0"/>
                                  </p:stCondLst>
                                  <p:childTnLst>
                                    <p:set>
                                      <p:cBhvr>
                                        <p:cTn id="25" dur="1" fill="hold">
                                          <p:stCondLst>
                                            <p:cond delay="0"/>
                                          </p:stCondLst>
                                        </p:cTn>
                                        <p:tgtEl>
                                          <p:spTgt spid="1134996"/>
                                        </p:tgtEl>
                                        <p:attrNameLst>
                                          <p:attrName>style.visibility</p:attrName>
                                        </p:attrNameLst>
                                      </p:cBhvr>
                                      <p:to>
                                        <p:strVal val="visible"/>
                                      </p:to>
                                    </p:set>
                                    <p:animEffect transition="in" filter="strips(upRight)">
                                      <p:cBhvr>
                                        <p:cTn id="26" dur="500"/>
                                        <p:tgtEl>
                                          <p:spTgt spid="1134996"/>
                                        </p:tgtEl>
                                      </p:cBhvr>
                                    </p:animEffect>
                                  </p:childTnLst>
                                  <p:subTnLst>
                                    <p:audio>
                                      <p:cMediaNode>
                                        <p:cTn display="0" masterRel="sameClick">
                                          <p:stCondLst>
                                            <p:cond evt="begin" delay="0">
                                              <p:tn val="24"/>
                                            </p:cond>
                                          </p:stCondLst>
                                          <p:endCondLst>
                                            <p:cond evt="onStopAudio" delay="0">
                                              <p:tgtEl>
                                                <p:sldTgt/>
                                              </p:tgtEl>
                                            </p:cond>
                                          </p:endCondLst>
                                        </p:cTn>
                                        <p:tgtEl>
                                          <p:sndTgt r:embed="rId4" name="laser.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1134998"/>
                                        </p:tgtEl>
                                        <p:attrNameLst>
                                          <p:attrName>style.visibility</p:attrName>
                                        </p:attrNameLst>
                                      </p:cBhvr>
                                      <p:to>
                                        <p:strVal val="visible"/>
                                      </p:to>
                                    </p:set>
                                    <p:animEffect transition="in" filter="strips(downRight)">
                                      <p:cBhvr>
                                        <p:cTn id="31" dur="500"/>
                                        <p:tgtEl>
                                          <p:spTgt spid="1134998"/>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500"/>
                            </p:stCondLst>
                            <p:childTnLst>
                              <p:par>
                                <p:cTn id="33" presetID="4" presetClass="entr" presetSubtype="32" fill="hold" nodeType="afterEffect">
                                  <p:stCondLst>
                                    <p:cond delay="0"/>
                                  </p:stCondLst>
                                  <p:childTnLst>
                                    <p:set>
                                      <p:cBhvr>
                                        <p:cTn id="34" dur="1" fill="hold">
                                          <p:stCondLst>
                                            <p:cond delay="0"/>
                                          </p:stCondLst>
                                        </p:cTn>
                                        <p:tgtEl>
                                          <p:spTgt spid="1134916"/>
                                        </p:tgtEl>
                                        <p:attrNameLst>
                                          <p:attrName>style.visibility</p:attrName>
                                        </p:attrNameLst>
                                      </p:cBhvr>
                                      <p:to>
                                        <p:strVal val="visible"/>
                                      </p:to>
                                    </p:set>
                                    <p:animEffect transition="in" filter="box(out)">
                                      <p:cBhvr>
                                        <p:cTn id="35" dur="500"/>
                                        <p:tgtEl>
                                          <p:spTgt spid="1134916"/>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135005"/>
                                        </p:tgtEl>
                                        <p:attrNameLst>
                                          <p:attrName>style.visibility</p:attrName>
                                        </p:attrNameLst>
                                      </p:cBhvr>
                                      <p:to>
                                        <p:strVal val="visible"/>
                                      </p:to>
                                    </p:set>
                                    <p:animEffect transition="in" filter="box(out)">
                                      <p:cBhvr>
                                        <p:cTn id="40" dur="500"/>
                                        <p:tgtEl>
                                          <p:spTgt spid="1135005"/>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135006"/>
                                        </p:tgtEl>
                                        <p:attrNameLst>
                                          <p:attrName>style.visibility</p:attrName>
                                        </p:attrNameLst>
                                      </p:cBhvr>
                                      <p:to>
                                        <p:strVal val="visible"/>
                                      </p:to>
                                    </p:set>
                                    <p:animEffect transition="in" filter="box(out)">
                                      <p:cBhvr>
                                        <p:cTn id="45" dur="500"/>
                                        <p:tgtEl>
                                          <p:spTgt spid="1135006"/>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4999" grpId="0" animBg="1"/>
      <p:bldP spid="1135000" grpId="0" animBg="1"/>
      <p:bldP spid="1134996" grpId="0" animBg="1"/>
      <p:bldP spid="1135005" grpId="0" animBg="1"/>
      <p:bldP spid="1134998" grpId="0" animBg="1"/>
      <p:bldP spid="1134997" grpId="0" animBg="1"/>
      <p:bldP spid="1135006"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Rectangle 4">
            <a:extLst>
              <a:ext uri="{FF2B5EF4-FFF2-40B4-BE49-F238E27FC236}">
                <a16:creationId xmlns:a16="http://schemas.microsoft.com/office/drawing/2014/main" id="{45EB4A59-2589-4D09-830D-E36AF75BF669}"/>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位域</a:t>
            </a:r>
          </a:p>
        </p:txBody>
      </p:sp>
      <p:sp>
        <p:nvSpPr>
          <p:cNvPr id="1136645" name="Rectangle 5"/>
          <p:cNvSpPr>
            <a:spLocks noChangeArrowheads="1"/>
          </p:cNvSpPr>
          <p:nvPr/>
        </p:nvSpPr>
        <p:spPr bwMode="auto">
          <a:xfrm>
            <a:off x="839416" y="908720"/>
            <a:ext cx="3184525" cy="457200"/>
          </a:xfrm>
          <a:prstGeom prst="rect">
            <a:avLst/>
          </a:prstGeom>
          <a:noFill/>
          <a:ln w="9525">
            <a:noFill/>
            <a:miter lim="800000"/>
            <a:headEnd/>
            <a:tailEnd/>
          </a:ln>
          <a:effectLst/>
        </p:spPr>
        <p:txBody>
          <a:bodyPr anchor="ctr">
            <a:spAutoFit/>
          </a:bodyPr>
          <a:lstStyle/>
          <a:p>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位域的应用。 </a:t>
            </a:r>
          </a:p>
        </p:txBody>
      </p:sp>
      <p:sp>
        <p:nvSpPr>
          <p:cNvPr id="1136646" name="Rectangle 6" descr="信纸"/>
          <p:cNvSpPr>
            <a:spLocks noChangeArrowheads="1"/>
          </p:cNvSpPr>
          <p:nvPr/>
        </p:nvSpPr>
        <p:spPr bwMode="auto">
          <a:xfrm>
            <a:off x="775099" y="603920"/>
            <a:ext cx="4993068" cy="6186309"/>
          </a:xfrm>
          <a:prstGeom prst="rect">
            <a:avLst/>
          </a:prstGeom>
          <a:gradFill>
            <a:gsLst>
              <a:gs pos="0">
                <a:srgbClr val="CFCFD1"/>
              </a:gs>
              <a:gs pos="100000">
                <a:schemeClr val="bg1">
                  <a:lumMod val="95000"/>
                </a:schemeClr>
              </a:gs>
            </a:gsLst>
            <a:path path="circle">
              <a:fillToRect l="100000" b="100000"/>
            </a:path>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1800" b="1" dirty="0"/>
              <a:t>#include &lt;</a:t>
            </a:r>
            <a:r>
              <a:rPr lang="en-US" altLang="zh-CN" sz="1800" b="1" dirty="0" err="1"/>
              <a:t>stdio.h</a:t>
            </a:r>
            <a:r>
              <a:rPr lang="en-US" altLang="zh-CN" sz="1800" b="1" dirty="0"/>
              <a:t>&gt;</a:t>
            </a:r>
          </a:p>
          <a:p>
            <a:pPr marL="457200" indent="-457200"/>
            <a:r>
              <a:rPr lang="en-US" altLang="zh-CN" sz="1800" b="1" dirty="0" err="1">
                <a:solidFill>
                  <a:srgbClr val="C00000"/>
                </a:solidFill>
              </a:rPr>
              <a:t>struct</a:t>
            </a:r>
            <a:r>
              <a:rPr lang="en-US" altLang="zh-CN" sz="1800" b="1" dirty="0">
                <a:solidFill>
                  <a:srgbClr val="C00000"/>
                </a:solidFill>
              </a:rPr>
              <a:t> </a:t>
            </a:r>
            <a:r>
              <a:rPr lang="en-US" altLang="zh-CN" sz="1800" b="1" dirty="0" err="1">
                <a:solidFill>
                  <a:srgbClr val="C00000"/>
                </a:solidFill>
              </a:rPr>
              <a:t>MyStruct</a:t>
            </a:r>
            <a:endParaRPr lang="en-US" altLang="zh-CN" sz="1800" b="1" dirty="0">
              <a:solidFill>
                <a:srgbClr val="C00000"/>
              </a:solidFill>
            </a:endParaRPr>
          </a:p>
          <a:p>
            <a:pPr marL="457200" indent="-457200"/>
            <a:r>
              <a:rPr lang="en-US" altLang="zh-CN" sz="1800" b="1" dirty="0"/>
              <a:t>{</a:t>
            </a:r>
          </a:p>
          <a:p>
            <a:pPr marL="457200" indent="-457200"/>
            <a:r>
              <a:rPr lang="en-US" altLang="zh-CN" sz="1800" b="1" dirty="0"/>
              <a:t>  unsigned char  a : 1;</a:t>
            </a:r>
          </a:p>
          <a:p>
            <a:pPr marL="457200" indent="-457200"/>
            <a:r>
              <a:rPr lang="en-US" altLang="zh-CN" sz="1800" b="1" dirty="0"/>
              <a:t>  unsigned char  b : 5;</a:t>
            </a:r>
          </a:p>
          <a:p>
            <a:pPr marL="457200" indent="-457200"/>
            <a:r>
              <a:rPr lang="en-US" altLang="zh-CN" sz="1800" b="1" dirty="0"/>
              <a:t>  unsigned short c : 10;</a:t>
            </a:r>
          </a:p>
          <a:p>
            <a:pPr marL="457200" indent="-457200"/>
            <a:r>
              <a:rPr lang="en-US" altLang="zh-CN" sz="1800" b="1" dirty="0"/>
              <a:t>};</a:t>
            </a:r>
          </a:p>
          <a:p>
            <a:pPr marL="457200" indent="-457200"/>
            <a:r>
              <a:rPr lang="en-US" altLang="zh-CN" sz="1800" b="1" dirty="0">
                <a:solidFill>
                  <a:srgbClr val="C00000"/>
                </a:solidFill>
              </a:rPr>
              <a:t>union </a:t>
            </a:r>
            <a:r>
              <a:rPr lang="en-US" altLang="zh-CN" sz="1800" b="1" dirty="0" err="1">
                <a:solidFill>
                  <a:srgbClr val="C00000"/>
                </a:solidFill>
              </a:rPr>
              <a:t>MyUnion</a:t>
            </a:r>
            <a:endParaRPr lang="en-US" altLang="zh-CN" sz="1800" b="1" dirty="0">
              <a:solidFill>
                <a:srgbClr val="C00000"/>
              </a:solidFill>
            </a:endParaRPr>
          </a:p>
          <a:p>
            <a:pPr marL="457200" indent="-457200"/>
            <a:r>
              <a:rPr lang="en-US" altLang="zh-CN" sz="1800" b="1" dirty="0"/>
              <a:t>{</a:t>
            </a:r>
          </a:p>
          <a:p>
            <a:pPr marL="457200" indent="-457200"/>
            <a:r>
              <a:rPr lang="en-US" altLang="zh-CN" sz="1800" b="1" dirty="0"/>
              <a:t>  unsigned short    x;</a:t>
            </a:r>
          </a:p>
          <a:p>
            <a:pPr marL="457200" indent="-457200"/>
            <a:r>
              <a:rPr lang="en-US" altLang="zh-CN" sz="1800" b="1" dirty="0"/>
              <a:t>  </a:t>
            </a:r>
            <a:r>
              <a:rPr lang="en-US" altLang="zh-CN" sz="1800" b="1" dirty="0" err="1"/>
              <a:t>struct</a:t>
            </a:r>
            <a:r>
              <a:rPr lang="en-US" altLang="zh-CN" sz="1800" b="1" dirty="0"/>
              <a:t> </a:t>
            </a:r>
            <a:r>
              <a:rPr lang="en-US" altLang="zh-CN" sz="1800" b="1" dirty="0" err="1"/>
              <a:t>MyStruct</a:t>
            </a:r>
            <a:r>
              <a:rPr lang="en-US" altLang="zh-CN" sz="1800" b="1" dirty="0"/>
              <a:t>  y;</a:t>
            </a:r>
          </a:p>
          <a:p>
            <a:pPr marL="457200" indent="-457200"/>
            <a:r>
              <a:rPr lang="en-US" altLang="zh-CN" sz="1800" b="1" dirty="0"/>
              <a:t>};</a:t>
            </a:r>
          </a:p>
          <a:p>
            <a:pPr marL="457200" indent="-457200"/>
            <a:r>
              <a:rPr lang="en-US" altLang="zh-CN" sz="1800" b="1" dirty="0" err="1">
                <a:solidFill>
                  <a:srgbClr val="CC0000"/>
                </a:solidFill>
              </a:rPr>
              <a:t>int</a:t>
            </a:r>
            <a:r>
              <a:rPr lang="en-US" altLang="zh-CN" sz="1800" b="1" dirty="0">
                <a:solidFill>
                  <a:srgbClr val="CC0000"/>
                </a:solidFill>
              </a:rPr>
              <a:t> main ( )</a:t>
            </a:r>
          </a:p>
          <a:p>
            <a:pPr marL="457200" indent="-457200"/>
            <a:r>
              <a:rPr lang="en-US" altLang="zh-CN" sz="1800" b="1" dirty="0"/>
              <a:t>{</a:t>
            </a:r>
          </a:p>
          <a:p>
            <a:pPr marL="457200" indent="-457200"/>
            <a:r>
              <a:rPr lang="en-US" altLang="zh-CN" sz="1800" b="1" dirty="0"/>
              <a:t>  union </a:t>
            </a:r>
            <a:r>
              <a:rPr lang="en-US" altLang="zh-CN" sz="1800" b="1" dirty="0" err="1"/>
              <a:t>MyUnion</a:t>
            </a:r>
            <a:r>
              <a:rPr lang="en-US" altLang="zh-CN" sz="1800" b="1" dirty="0"/>
              <a:t> m = {(unsigned short)0XFFF1};</a:t>
            </a:r>
          </a:p>
          <a:p>
            <a:pPr marL="457200" indent="-457200"/>
            <a:r>
              <a:rPr lang="en-US" altLang="zh-CN" sz="1800" b="1" dirty="0"/>
              <a:t>  </a:t>
            </a:r>
            <a:r>
              <a:rPr lang="en-US" altLang="zh-CN" sz="1800" b="1" dirty="0" err="1"/>
              <a:t>printf</a:t>
            </a:r>
            <a:r>
              <a:rPr lang="en-US" altLang="zh-CN" sz="1800" b="1" dirty="0"/>
              <a:t> ("</a:t>
            </a:r>
            <a:r>
              <a:rPr lang="en-US" altLang="zh-CN" sz="1800" b="1" dirty="0" err="1"/>
              <a:t>m.y.a</a:t>
            </a:r>
            <a:r>
              <a:rPr lang="en-US" altLang="zh-CN" sz="1800" b="1" dirty="0"/>
              <a:t> = %u\n", </a:t>
            </a:r>
            <a:r>
              <a:rPr lang="en-US" altLang="zh-CN" sz="1800" b="1" dirty="0" err="1"/>
              <a:t>m.y.a</a:t>
            </a:r>
            <a:r>
              <a:rPr lang="en-US" altLang="zh-CN" sz="1800" b="1" dirty="0"/>
              <a:t>);</a:t>
            </a:r>
          </a:p>
          <a:p>
            <a:pPr marL="457200" indent="-457200"/>
            <a:r>
              <a:rPr lang="en-US" altLang="zh-CN" sz="1800" b="1" dirty="0"/>
              <a:t>  </a:t>
            </a:r>
            <a:r>
              <a:rPr lang="en-US" altLang="zh-CN" sz="1800" b="1" dirty="0" err="1"/>
              <a:t>printf</a:t>
            </a:r>
            <a:r>
              <a:rPr lang="en-US" altLang="zh-CN" sz="1800" b="1" dirty="0"/>
              <a:t> ("</a:t>
            </a:r>
            <a:r>
              <a:rPr lang="en-US" altLang="zh-CN" sz="1800" b="1" dirty="0" err="1"/>
              <a:t>m.y.b</a:t>
            </a:r>
            <a:r>
              <a:rPr lang="en-US" altLang="zh-CN" sz="1800" b="1" dirty="0"/>
              <a:t> = %u\n", </a:t>
            </a:r>
            <a:r>
              <a:rPr lang="en-US" altLang="zh-CN" sz="1800" b="1" dirty="0" err="1"/>
              <a:t>m.y.b</a:t>
            </a:r>
            <a:r>
              <a:rPr lang="en-US" altLang="zh-CN" sz="1800" b="1" dirty="0"/>
              <a:t>);</a:t>
            </a:r>
          </a:p>
          <a:p>
            <a:pPr marL="457200" indent="-457200"/>
            <a:r>
              <a:rPr lang="en-US" altLang="zh-CN" sz="1800" b="1" dirty="0"/>
              <a:t>  </a:t>
            </a:r>
            <a:r>
              <a:rPr lang="en-US" altLang="zh-CN" sz="1800" b="1" dirty="0" err="1"/>
              <a:t>printf</a:t>
            </a:r>
            <a:r>
              <a:rPr lang="en-US" altLang="zh-CN" sz="1800" b="1" dirty="0"/>
              <a:t> ("</a:t>
            </a:r>
            <a:r>
              <a:rPr lang="en-US" altLang="zh-CN" sz="1800" b="1" dirty="0" err="1"/>
              <a:t>m.y.c</a:t>
            </a:r>
            <a:r>
              <a:rPr lang="en-US" altLang="zh-CN" sz="1800" b="1" dirty="0"/>
              <a:t> = %u\n", </a:t>
            </a:r>
            <a:r>
              <a:rPr lang="en-US" altLang="zh-CN" sz="1800" b="1" dirty="0" err="1"/>
              <a:t>m.y.c</a:t>
            </a:r>
            <a:r>
              <a:rPr lang="en-US" altLang="zh-CN" sz="1800" b="1" dirty="0"/>
              <a:t>);</a:t>
            </a:r>
          </a:p>
          <a:p>
            <a:pPr marL="457200" indent="-457200"/>
            <a:r>
              <a:rPr lang="en-US" altLang="zh-CN" sz="1800" b="1" dirty="0"/>
              <a:t>  </a:t>
            </a:r>
            <a:r>
              <a:rPr lang="en-US" altLang="zh-CN" sz="1800" b="1" dirty="0" err="1"/>
              <a:t>m.y.b</a:t>
            </a:r>
            <a:r>
              <a:rPr lang="en-US" altLang="zh-CN" sz="1800" b="1" dirty="0"/>
              <a:t> = 0;</a:t>
            </a:r>
          </a:p>
          <a:p>
            <a:pPr marL="457200" indent="-457200"/>
            <a:r>
              <a:rPr lang="en-US" altLang="zh-CN" sz="1800" b="1" dirty="0"/>
              <a:t>  </a:t>
            </a:r>
            <a:r>
              <a:rPr lang="en-US" altLang="zh-CN" sz="1800" b="1" dirty="0" err="1"/>
              <a:t>printf</a:t>
            </a:r>
            <a:r>
              <a:rPr lang="en-US" altLang="zh-CN" sz="1800" b="1" dirty="0"/>
              <a:t> ("%X\n", </a:t>
            </a:r>
            <a:r>
              <a:rPr lang="en-US" altLang="zh-CN" sz="1800" b="1" dirty="0" err="1"/>
              <a:t>m.x</a:t>
            </a:r>
            <a:r>
              <a:rPr lang="en-US" altLang="zh-CN" sz="1800" b="1" dirty="0"/>
              <a:t>);</a:t>
            </a:r>
          </a:p>
          <a:p>
            <a:pPr marL="457200" indent="-457200"/>
            <a:r>
              <a:rPr lang="en-US" altLang="zh-CN" sz="1800" b="1" dirty="0"/>
              <a:t>  return 0;</a:t>
            </a:r>
          </a:p>
          <a:p>
            <a:pPr marL="457200" indent="-457200"/>
            <a:r>
              <a:rPr lang="en-US" altLang="zh-CN" sz="1800" b="1" dirty="0"/>
              <a:t>}</a:t>
            </a:r>
          </a:p>
        </p:txBody>
      </p:sp>
      <p:graphicFrame>
        <p:nvGraphicFramePr>
          <p:cNvPr id="1136885" name="Group 245"/>
          <p:cNvGraphicFramePr>
            <a:graphicFrameLocks noGrp="1"/>
          </p:cNvGraphicFramePr>
          <p:nvPr>
            <p:extLst>
              <p:ext uri="{D42A27DB-BD31-4B8C-83A1-F6EECF244321}">
                <p14:modId xmlns:p14="http://schemas.microsoft.com/office/powerpoint/2010/main" val="3504047603"/>
              </p:ext>
            </p:extLst>
          </p:nvPr>
        </p:nvGraphicFramePr>
        <p:xfrm>
          <a:off x="5160565" y="1844675"/>
          <a:ext cx="6696075" cy="1127760"/>
        </p:xfrm>
        <a:graphic>
          <a:graphicData uri="http://schemas.openxmlformats.org/drawingml/2006/table">
            <a:tbl>
              <a:tblPr/>
              <a:tblGrid>
                <a:gridCol w="419100">
                  <a:extLst>
                    <a:ext uri="{9D8B030D-6E8A-4147-A177-3AD203B41FA5}">
                      <a16:colId xmlns:a16="http://schemas.microsoft.com/office/drawing/2014/main" val="20000"/>
                    </a:ext>
                  </a:extLst>
                </a:gridCol>
                <a:gridCol w="417512">
                  <a:extLst>
                    <a:ext uri="{9D8B030D-6E8A-4147-A177-3AD203B41FA5}">
                      <a16:colId xmlns:a16="http://schemas.microsoft.com/office/drawing/2014/main" val="20001"/>
                    </a:ext>
                  </a:extLst>
                </a:gridCol>
                <a:gridCol w="419100">
                  <a:extLst>
                    <a:ext uri="{9D8B030D-6E8A-4147-A177-3AD203B41FA5}">
                      <a16:colId xmlns:a16="http://schemas.microsoft.com/office/drawing/2014/main" val="20002"/>
                    </a:ext>
                  </a:extLst>
                </a:gridCol>
                <a:gridCol w="419100">
                  <a:extLst>
                    <a:ext uri="{9D8B030D-6E8A-4147-A177-3AD203B41FA5}">
                      <a16:colId xmlns:a16="http://schemas.microsoft.com/office/drawing/2014/main" val="20003"/>
                    </a:ext>
                  </a:extLst>
                </a:gridCol>
                <a:gridCol w="417513">
                  <a:extLst>
                    <a:ext uri="{9D8B030D-6E8A-4147-A177-3AD203B41FA5}">
                      <a16:colId xmlns:a16="http://schemas.microsoft.com/office/drawing/2014/main" val="20004"/>
                    </a:ext>
                  </a:extLst>
                </a:gridCol>
                <a:gridCol w="419100">
                  <a:extLst>
                    <a:ext uri="{9D8B030D-6E8A-4147-A177-3AD203B41FA5}">
                      <a16:colId xmlns:a16="http://schemas.microsoft.com/office/drawing/2014/main" val="20005"/>
                    </a:ext>
                  </a:extLst>
                </a:gridCol>
                <a:gridCol w="417512">
                  <a:extLst>
                    <a:ext uri="{9D8B030D-6E8A-4147-A177-3AD203B41FA5}">
                      <a16:colId xmlns:a16="http://schemas.microsoft.com/office/drawing/2014/main" val="20006"/>
                    </a:ext>
                  </a:extLst>
                </a:gridCol>
                <a:gridCol w="384175">
                  <a:extLst>
                    <a:ext uri="{9D8B030D-6E8A-4147-A177-3AD203B41FA5}">
                      <a16:colId xmlns:a16="http://schemas.microsoft.com/office/drawing/2014/main" val="20007"/>
                    </a:ext>
                  </a:extLst>
                </a:gridCol>
                <a:gridCol w="430213">
                  <a:extLst>
                    <a:ext uri="{9D8B030D-6E8A-4147-A177-3AD203B41FA5}">
                      <a16:colId xmlns:a16="http://schemas.microsoft.com/office/drawing/2014/main" val="20008"/>
                    </a:ext>
                  </a:extLst>
                </a:gridCol>
                <a:gridCol w="441325">
                  <a:extLst>
                    <a:ext uri="{9D8B030D-6E8A-4147-A177-3AD203B41FA5}">
                      <a16:colId xmlns:a16="http://schemas.microsoft.com/office/drawing/2014/main" val="20009"/>
                    </a:ext>
                  </a:extLst>
                </a:gridCol>
                <a:gridCol w="419100">
                  <a:extLst>
                    <a:ext uri="{9D8B030D-6E8A-4147-A177-3AD203B41FA5}">
                      <a16:colId xmlns:a16="http://schemas.microsoft.com/office/drawing/2014/main" val="20010"/>
                    </a:ext>
                  </a:extLst>
                </a:gridCol>
                <a:gridCol w="400050">
                  <a:extLst>
                    <a:ext uri="{9D8B030D-6E8A-4147-A177-3AD203B41FA5}">
                      <a16:colId xmlns:a16="http://schemas.microsoft.com/office/drawing/2014/main" val="20011"/>
                    </a:ext>
                  </a:extLst>
                </a:gridCol>
                <a:gridCol w="436562">
                  <a:extLst>
                    <a:ext uri="{9D8B030D-6E8A-4147-A177-3AD203B41FA5}">
                      <a16:colId xmlns:a16="http://schemas.microsoft.com/office/drawing/2014/main" val="20012"/>
                    </a:ext>
                  </a:extLst>
                </a:gridCol>
                <a:gridCol w="419100">
                  <a:extLst>
                    <a:ext uri="{9D8B030D-6E8A-4147-A177-3AD203B41FA5}">
                      <a16:colId xmlns:a16="http://schemas.microsoft.com/office/drawing/2014/main" val="20013"/>
                    </a:ext>
                  </a:extLst>
                </a:gridCol>
                <a:gridCol w="439738">
                  <a:extLst>
                    <a:ext uri="{9D8B030D-6E8A-4147-A177-3AD203B41FA5}">
                      <a16:colId xmlns:a16="http://schemas.microsoft.com/office/drawing/2014/main" val="20014"/>
                    </a:ext>
                  </a:extLst>
                </a:gridCol>
                <a:gridCol w="396875">
                  <a:extLst>
                    <a:ext uri="{9D8B030D-6E8A-4147-A177-3AD203B41FA5}">
                      <a16:colId xmlns:a16="http://schemas.microsoft.com/office/drawing/2014/main" val="20015"/>
                    </a:ext>
                  </a:extLst>
                </a:gridCol>
              </a:tblGrid>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C0000"/>
                          </a:solidFill>
                          <a:effectLst/>
                          <a:latin typeface="Times New Roman" pitchFamily="18" charset="0"/>
                          <a:ea typeface="宋体" pitchFamily="2" charset="-122"/>
                        </a:rPr>
                        <a:t>15</a:t>
                      </a:r>
                    </a:p>
                  </a:txBody>
                  <a:tcPr horzOverflow="overflow">
                    <a:lnL cap="flat">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14</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13</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12</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11</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10</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9</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8</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7</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6</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C0000"/>
                          </a:solidFill>
                          <a:effectLst/>
                          <a:latin typeface="Times New Roman" pitchFamily="18" charset="0"/>
                          <a:ea typeface="宋体" pitchFamily="2" charset="-122"/>
                        </a:rPr>
                        <a:t>5</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4</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3</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2</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1</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latin typeface="Times New Roman" pitchFamily="18" charset="0"/>
                          <a:ea typeface="宋体" pitchFamily="2" charset="-122"/>
                        </a:rPr>
                        <a:t>0</a:t>
                      </a:r>
                    </a:p>
                  </a:txBody>
                  <a:tcP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0E5B7"/>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extLst>
                  <a:ext uri="{0D108BD9-81ED-4DB2-BD59-A6C34878D82A}">
                    <a16:rowId xmlns:a16="http://schemas.microsoft.com/office/drawing/2014/main" val="10001"/>
                  </a:ext>
                </a:extLst>
              </a:tr>
              <a:tr h="365125">
                <a:tc gridSpan="10">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002060"/>
                          </a:solidFill>
                          <a:effectLst/>
                          <a:latin typeface="Times New Roman" pitchFamily="18" charset="0"/>
                          <a:ea typeface="宋体" pitchFamily="2" charset="-122"/>
                        </a:rPr>
                        <a:t>c </a:t>
                      </a:r>
                      <a:r>
                        <a:rPr kumimoji="0" lang="en-US" altLang="zh-CN" sz="1800" b="1" i="0" u="none" strike="noStrike" cap="none" normalizeH="0" baseline="0" dirty="0">
                          <a:ln>
                            <a:noFill/>
                          </a:ln>
                          <a:solidFill>
                            <a:srgbClr val="C00000"/>
                          </a:solidFill>
                          <a:effectLst/>
                          <a:latin typeface="+mn-lt"/>
                          <a:ea typeface="楷体" pitchFamily="49" charset="-122"/>
                        </a:rPr>
                        <a:t>(</a:t>
                      </a:r>
                      <a:r>
                        <a:rPr kumimoji="1" lang="en-US" altLang="zh-CN" sz="1800" b="1" i="0" u="none" strike="noStrike" cap="none" normalizeH="0" baseline="0" dirty="0">
                          <a:ln>
                            <a:noFill/>
                          </a:ln>
                          <a:solidFill>
                            <a:srgbClr val="C00000"/>
                          </a:solidFill>
                          <a:effectLst/>
                          <a:latin typeface="+mn-lt"/>
                          <a:ea typeface="楷体" pitchFamily="49" charset="-122"/>
                        </a:rPr>
                        <a:t>VC</a:t>
                      </a:r>
                      <a:r>
                        <a:rPr kumimoji="1" lang="zh-CN" altLang="en-US" sz="1800" b="1" i="0" u="none" strike="noStrike" cap="none" normalizeH="0" baseline="0" dirty="0">
                          <a:ln>
                            <a:noFill/>
                          </a:ln>
                          <a:solidFill>
                            <a:srgbClr val="C00000"/>
                          </a:solidFill>
                          <a:effectLst/>
                          <a:latin typeface="+mn-lt"/>
                          <a:ea typeface="楷体" pitchFamily="49" charset="-122"/>
                        </a:rPr>
                        <a:t>、</a:t>
                      </a:r>
                      <a:r>
                        <a:rPr kumimoji="1" lang="en-US" altLang="zh-CN" sz="1800" b="1" i="0" u="none" strike="noStrike" cap="none" normalizeH="0" baseline="0" dirty="0">
                          <a:ln>
                            <a:noFill/>
                          </a:ln>
                          <a:solidFill>
                            <a:srgbClr val="C00000"/>
                          </a:solidFill>
                          <a:effectLst/>
                          <a:latin typeface="+mn-lt"/>
                          <a:ea typeface="楷体" pitchFamily="49" charset="-122"/>
                        </a:rPr>
                        <a:t>CB</a:t>
                      </a:r>
                      <a:r>
                        <a:rPr kumimoji="1" lang="zh-CN" altLang="en-US" sz="1800" b="1" i="0" u="none" strike="noStrike" cap="none" normalizeH="0" baseline="0" dirty="0">
                          <a:ln>
                            <a:noFill/>
                          </a:ln>
                          <a:solidFill>
                            <a:srgbClr val="C00000"/>
                          </a:solidFill>
                          <a:effectLst/>
                          <a:latin typeface="+mn-lt"/>
                          <a:ea typeface="楷体" pitchFamily="49" charset="-122"/>
                        </a:rPr>
                        <a:t>下不可取</a:t>
                      </a:r>
                      <a:r>
                        <a:rPr kumimoji="1" lang="en-US" altLang="zh-CN" sz="1800" b="1" i="0" u="none" strike="noStrike" cap="none" normalizeH="0" baseline="0" dirty="0">
                          <a:ln>
                            <a:noFill/>
                          </a:ln>
                          <a:solidFill>
                            <a:srgbClr val="C00000"/>
                          </a:solidFill>
                          <a:effectLst/>
                          <a:latin typeface="+mn-lt"/>
                          <a:ea typeface="楷体" pitchFamily="49"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36871" name="Rectangle 231"/>
          <p:cNvSpPr>
            <a:spLocks noChangeArrowheads="1"/>
          </p:cNvSpPr>
          <p:nvPr/>
        </p:nvSpPr>
        <p:spPr bwMode="auto">
          <a:xfrm>
            <a:off x="6362823" y="4727154"/>
            <a:ext cx="2469481" cy="1654175"/>
          </a:xfrm>
          <a:prstGeom prst="rect">
            <a:avLst/>
          </a:prstGeom>
          <a:solidFill>
            <a:srgbClr val="FFFFFF"/>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C00000"/>
                </a:solidFill>
                <a:latin typeface="隶书" pitchFamily="49" charset="-122"/>
                <a:ea typeface="隶书" pitchFamily="49" charset="-122"/>
              </a:rPr>
              <a:t>运行结果：</a:t>
            </a:r>
          </a:p>
          <a:p>
            <a:r>
              <a:rPr lang="en-US" altLang="zh-CN" sz="2000" b="1" dirty="0" err="1">
                <a:solidFill>
                  <a:schemeClr val="accent2">
                    <a:lumMod val="50000"/>
                  </a:schemeClr>
                </a:solidFill>
              </a:rPr>
              <a:t>m.y.a</a:t>
            </a:r>
            <a:r>
              <a:rPr lang="en-US" altLang="zh-CN" sz="2000" b="1" dirty="0">
                <a:solidFill>
                  <a:schemeClr val="accent2">
                    <a:lumMod val="50000"/>
                  </a:schemeClr>
                </a:solidFill>
              </a:rPr>
              <a:t> = 1</a:t>
            </a:r>
          </a:p>
          <a:p>
            <a:r>
              <a:rPr lang="en-US" altLang="zh-CN" sz="2000" b="1" dirty="0" err="1">
                <a:solidFill>
                  <a:schemeClr val="accent2">
                    <a:lumMod val="50000"/>
                  </a:schemeClr>
                </a:solidFill>
              </a:rPr>
              <a:t>m.y.b</a:t>
            </a:r>
            <a:r>
              <a:rPr lang="en-US" altLang="zh-CN" sz="2000" b="1" dirty="0">
                <a:solidFill>
                  <a:schemeClr val="accent2">
                    <a:lumMod val="50000"/>
                  </a:schemeClr>
                </a:solidFill>
              </a:rPr>
              <a:t> = 24</a:t>
            </a:r>
          </a:p>
          <a:p>
            <a:r>
              <a:rPr lang="en-US" altLang="zh-CN" sz="2000" b="1" dirty="0" err="1">
                <a:solidFill>
                  <a:schemeClr val="accent1">
                    <a:lumMod val="50000"/>
                  </a:schemeClr>
                </a:solidFill>
              </a:rPr>
              <a:t>m.y.c</a:t>
            </a:r>
            <a:r>
              <a:rPr lang="en-US" altLang="zh-CN" sz="2000" b="1" dirty="0">
                <a:solidFill>
                  <a:schemeClr val="accent1">
                    <a:lumMod val="50000"/>
                  </a:schemeClr>
                </a:solidFill>
              </a:rPr>
              <a:t> = 0</a:t>
            </a:r>
          </a:p>
          <a:p>
            <a:r>
              <a:rPr lang="en-US" altLang="zh-CN" sz="2000" b="1" dirty="0" err="1">
                <a:solidFill>
                  <a:schemeClr val="accent2">
                    <a:lumMod val="50000"/>
                  </a:schemeClr>
                </a:solidFill>
              </a:rPr>
              <a:t>m.x</a:t>
            </a:r>
            <a:r>
              <a:rPr lang="en-US" altLang="zh-CN" sz="2000" b="1" dirty="0">
                <a:solidFill>
                  <a:schemeClr val="accent2">
                    <a:lumMod val="50000"/>
                  </a:schemeClr>
                </a:solidFill>
              </a:rPr>
              <a:t> = FFC1</a:t>
            </a:r>
          </a:p>
        </p:txBody>
      </p:sp>
      <p:grpSp>
        <p:nvGrpSpPr>
          <p:cNvPr id="1136884" name="Group 244"/>
          <p:cNvGrpSpPr>
            <a:grpSpLocks/>
          </p:cNvGrpSpPr>
          <p:nvPr/>
        </p:nvGrpSpPr>
        <p:grpSpPr bwMode="auto">
          <a:xfrm>
            <a:off x="9386489" y="2222004"/>
            <a:ext cx="2030412" cy="342900"/>
            <a:chOff x="4159" y="845"/>
            <a:chExt cx="1279" cy="216"/>
          </a:xfrm>
        </p:grpSpPr>
        <p:sp>
          <p:nvSpPr>
            <p:cNvPr id="1136874" name="Text Box 234"/>
            <p:cNvSpPr txBox="1">
              <a:spLocks noChangeArrowheads="1"/>
            </p:cNvSpPr>
            <p:nvPr/>
          </p:nvSpPr>
          <p:spPr bwMode="auto">
            <a:xfrm>
              <a:off x="4159" y="845"/>
              <a:ext cx="218" cy="212"/>
            </a:xfrm>
            <a:prstGeom prst="rect">
              <a:avLst/>
            </a:prstGeom>
            <a:gradFill rotWithShape="1">
              <a:gsLst>
                <a:gs pos="0">
                  <a:srgbClr val="F0E5B7"/>
                </a:gs>
                <a:gs pos="100000">
                  <a:schemeClr val="bg1"/>
                </a:gs>
              </a:gsLst>
              <a:lin ang="5400000" scaled="1"/>
            </a:gradFill>
            <a:ln w="9525">
              <a:noFill/>
              <a:miter lim="800000"/>
              <a:headEnd/>
              <a:tailEnd/>
            </a:ln>
            <a:effectLst/>
          </p:spPr>
          <p:txBody>
            <a:bodyPr>
              <a:spAutoFit/>
            </a:bodyPr>
            <a:lstStyle/>
            <a:p>
              <a:pPr algn="ctr">
                <a:spcBef>
                  <a:spcPct val="50000"/>
                </a:spcBef>
              </a:pPr>
              <a:r>
                <a:rPr lang="en-US" altLang="zh-CN" sz="1600" b="1" dirty="0">
                  <a:solidFill>
                    <a:srgbClr val="C00000"/>
                  </a:solidFill>
                </a:rPr>
                <a:t>0</a:t>
              </a:r>
            </a:p>
          </p:txBody>
        </p:sp>
        <p:sp>
          <p:nvSpPr>
            <p:cNvPr id="1136877" name="Text Box 237"/>
            <p:cNvSpPr txBox="1">
              <a:spLocks noChangeArrowheads="1"/>
            </p:cNvSpPr>
            <p:nvPr/>
          </p:nvSpPr>
          <p:spPr bwMode="auto">
            <a:xfrm>
              <a:off x="4647" y="847"/>
              <a:ext cx="265" cy="212"/>
            </a:xfrm>
            <a:prstGeom prst="rect">
              <a:avLst/>
            </a:prstGeom>
            <a:gradFill rotWithShape="1">
              <a:gsLst>
                <a:gs pos="0">
                  <a:srgbClr val="F0E5B7"/>
                </a:gs>
                <a:gs pos="100000">
                  <a:schemeClr val="bg1"/>
                </a:gs>
              </a:gsLst>
              <a:lin ang="5400000" scaled="1"/>
            </a:gradFill>
            <a:ln w="9525">
              <a:noFill/>
              <a:miter lim="800000"/>
              <a:headEnd/>
              <a:tailEnd/>
            </a:ln>
            <a:effectLst/>
          </p:spPr>
          <p:txBody>
            <a:bodyPr>
              <a:spAutoFit/>
            </a:bodyPr>
            <a:lstStyle/>
            <a:p>
              <a:pPr algn="ctr">
                <a:spcBef>
                  <a:spcPct val="50000"/>
                </a:spcBef>
              </a:pPr>
              <a:r>
                <a:rPr lang="en-US" altLang="zh-CN" sz="1600" b="1">
                  <a:solidFill>
                    <a:srgbClr val="C00000"/>
                  </a:solidFill>
                </a:rPr>
                <a:t>0</a:t>
              </a:r>
            </a:p>
          </p:txBody>
        </p:sp>
        <p:sp>
          <p:nvSpPr>
            <p:cNvPr id="1136878" name="Text Box 238"/>
            <p:cNvSpPr txBox="1">
              <a:spLocks noChangeArrowheads="1"/>
            </p:cNvSpPr>
            <p:nvPr/>
          </p:nvSpPr>
          <p:spPr bwMode="auto">
            <a:xfrm>
              <a:off x="4945" y="848"/>
              <a:ext cx="221" cy="212"/>
            </a:xfrm>
            <a:prstGeom prst="rect">
              <a:avLst/>
            </a:prstGeom>
            <a:gradFill rotWithShape="1">
              <a:gsLst>
                <a:gs pos="0">
                  <a:srgbClr val="F0E5B7"/>
                </a:gs>
                <a:gs pos="100000">
                  <a:schemeClr val="bg1"/>
                </a:gs>
              </a:gsLst>
              <a:lin ang="5400000" scaled="1"/>
            </a:gradFill>
            <a:ln w="9525">
              <a:noFill/>
              <a:miter lim="800000"/>
              <a:headEnd/>
              <a:tailEnd/>
            </a:ln>
            <a:effectLst/>
          </p:spPr>
          <p:txBody>
            <a:bodyPr>
              <a:spAutoFit/>
            </a:bodyPr>
            <a:lstStyle/>
            <a:p>
              <a:pPr algn="ctr">
                <a:spcBef>
                  <a:spcPct val="50000"/>
                </a:spcBef>
              </a:pPr>
              <a:r>
                <a:rPr lang="en-US" altLang="zh-CN" sz="1600" b="1">
                  <a:solidFill>
                    <a:srgbClr val="C00000"/>
                  </a:solidFill>
                </a:rPr>
                <a:t>0</a:t>
              </a:r>
            </a:p>
          </p:txBody>
        </p:sp>
        <p:sp>
          <p:nvSpPr>
            <p:cNvPr id="1136879" name="Text Box 239"/>
            <p:cNvSpPr txBox="1">
              <a:spLocks noChangeArrowheads="1"/>
            </p:cNvSpPr>
            <p:nvPr/>
          </p:nvSpPr>
          <p:spPr bwMode="auto">
            <a:xfrm>
              <a:off x="5207" y="849"/>
              <a:ext cx="231" cy="212"/>
            </a:xfrm>
            <a:prstGeom prst="rect">
              <a:avLst/>
            </a:prstGeom>
            <a:gradFill rotWithShape="1">
              <a:gsLst>
                <a:gs pos="0">
                  <a:srgbClr val="F0E5B7"/>
                </a:gs>
                <a:gs pos="100000">
                  <a:schemeClr val="bg1"/>
                </a:gs>
              </a:gsLst>
              <a:lin ang="5400000" scaled="1"/>
            </a:gradFill>
            <a:ln w="9525">
              <a:noFill/>
              <a:miter lim="800000"/>
              <a:headEnd/>
              <a:tailEnd/>
            </a:ln>
            <a:effectLst/>
          </p:spPr>
          <p:txBody>
            <a:bodyPr>
              <a:spAutoFit/>
            </a:bodyPr>
            <a:lstStyle/>
            <a:p>
              <a:pPr algn="ctr">
                <a:spcBef>
                  <a:spcPct val="50000"/>
                </a:spcBef>
              </a:pPr>
              <a:r>
                <a:rPr lang="en-US" altLang="zh-CN" sz="1600" b="1">
                  <a:solidFill>
                    <a:srgbClr val="C00000"/>
                  </a:solidFill>
                </a:rPr>
                <a:t>0</a:t>
              </a:r>
            </a:p>
          </p:txBody>
        </p:sp>
        <p:sp>
          <p:nvSpPr>
            <p:cNvPr id="1136880" name="Text Box 240"/>
            <p:cNvSpPr txBox="1">
              <a:spLocks noChangeArrowheads="1"/>
            </p:cNvSpPr>
            <p:nvPr/>
          </p:nvSpPr>
          <p:spPr bwMode="auto">
            <a:xfrm>
              <a:off x="4423" y="848"/>
              <a:ext cx="199" cy="212"/>
            </a:xfrm>
            <a:prstGeom prst="rect">
              <a:avLst/>
            </a:prstGeom>
            <a:gradFill rotWithShape="1">
              <a:gsLst>
                <a:gs pos="0">
                  <a:srgbClr val="F0E5B7"/>
                </a:gs>
                <a:gs pos="100000">
                  <a:schemeClr val="bg1"/>
                </a:gs>
              </a:gsLst>
              <a:lin ang="5400000" scaled="1"/>
            </a:gradFill>
            <a:ln w="9525">
              <a:noFill/>
              <a:miter lim="800000"/>
              <a:headEnd/>
              <a:tailEnd/>
            </a:ln>
            <a:effectLst/>
          </p:spPr>
          <p:txBody>
            <a:bodyPr>
              <a:spAutoFit/>
            </a:bodyPr>
            <a:lstStyle/>
            <a:p>
              <a:pPr algn="ctr">
                <a:spcBef>
                  <a:spcPct val="50000"/>
                </a:spcBef>
              </a:pPr>
              <a:r>
                <a:rPr lang="en-US" altLang="zh-CN" sz="1600" b="1">
                  <a:solidFill>
                    <a:srgbClr val="C00000"/>
                  </a:solidFill>
                </a:rPr>
                <a:t>0</a:t>
              </a:r>
            </a:p>
          </p:txBody>
        </p:sp>
      </p:grpSp>
      <p:sp>
        <p:nvSpPr>
          <p:cNvPr id="1136883" name="Rectangle 243"/>
          <p:cNvSpPr>
            <a:spLocks noChangeArrowheads="1"/>
          </p:cNvSpPr>
          <p:nvPr/>
        </p:nvSpPr>
        <p:spPr bwMode="auto">
          <a:xfrm>
            <a:off x="2374816" y="3117678"/>
            <a:ext cx="9504394" cy="2308324"/>
          </a:xfrm>
          <a:prstGeom prst="rect">
            <a:avLst/>
          </a:prstGeom>
          <a:gradFill flip="none" rotWithShape="1">
            <a:gsLst>
              <a:gs pos="0">
                <a:srgbClr val="CFCFD1"/>
              </a:gs>
              <a:gs pos="100000">
                <a:schemeClr val="bg1">
                  <a:lumMod val="95000"/>
                </a:schemeClr>
              </a:gs>
            </a:gsLst>
            <a:path path="circle">
              <a:fillToRect l="100000" b="100000"/>
            </a:path>
            <a:tileRect t="-100000" r="-100000"/>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scene3d>
              <a:camera prst="orthographicFront"/>
              <a:lightRig rig="flat" dir="tl">
                <a:rot lat="0" lon="0" rev="6600000"/>
              </a:lightRig>
            </a:scene3d>
            <a:sp3d>
              <a:extrusionClr>
                <a:schemeClr val="bg1"/>
              </a:extrusionClr>
              <a:contourClr>
                <a:schemeClr val="bg1"/>
              </a:contourClr>
            </a:sp3d>
          </a:bodyPr>
          <a:lstStyle/>
          <a:p>
            <a:pPr>
              <a:tabLst>
                <a:tab pos="266700" algn="l"/>
              </a:tabLst>
            </a:pPr>
            <a:r>
              <a:rPr lang="zh-CN" altLang="en-US" b="1" dirty="0">
                <a:ln w="11430"/>
                <a:solidFill>
                  <a:srgbClr val="C00000"/>
                </a:solidFill>
                <a:latin typeface="隶书" pitchFamily="49" charset="-122"/>
                <a:ea typeface="隶书" pitchFamily="49" charset="-122"/>
              </a:rPr>
              <a:t>  注意：</a:t>
            </a:r>
          </a:p>
          <a:p>
            <a:pPr>
              <a:buClr>
                <a:srgbClr val="FF0066"/>
              </a:buClr>
              <a:tabLst>
                <a:tab pos="84138" algn="l"/>
              </a:tabLst>
            </a:pPr>
            <a:r>
              <a:rPr lang="zh-CN" altLang="en-US" b="1" dirty="0">
                <a:ln w="11430"/>
                <a:solidFill>
                  <a:srgbClr val="002060"/>
                </a:solidFill>
                <a:ea typeface="隶书" pitchFamily="49" charset="-122"/>
              </a:rPr>
              <a:t>    （</a:t>
            </a:r>
            <a:r>
              <a:rPr lang="en-US" altLang="zh-CN" b="1" dirty="0">
                <a:ln w="11430"/>
                <a:solidFill>
                  <a:srgbClr val="002060"/>
                </a:solidFill>
                <a:ea typeface="隶书" pitchFamily="49" charset="-122"/>
              </a:rPr>
              <a:t>1</a:t>
            </a:r>
            <a:r>
              <a:rPr lang="zh-CN" altLang="en-US" b="1" dirty="0">
                <a:ln w="11430"/>
                <a:solidFill>
                  <a:srgbClr val="002060"/>
                </a:solidFill>
                <a:ea typeface="隶书" pitchFamily="49" charset="-122"/>
              </a:rPr>
              <a:t>）在</a:t>
            </a:r>
            <a:r>
              <a:rPr lang="en-US" altLang="zh-CN" b="1" dirty="0">
                <a:ln w="11430"/>
                <a:solidFill>
                  <a:srgbClr val="002060"/>
                </a:solidFill>
                <a:ea typeface="隶书" pitchFamily="49" charset="-122"/>
              </a:rPr>
              <a:t>VC</a:t>
            </a:r>
            <a:r>
              <a:rPr lang="zh-CN" altLang="en-US" b="1" dirty="0">
                <a:ln w="11430"/>
                <a:solidFill>
                  <a:srgbClr val="002060"/>
                </a:solidFill>
                <a:ea typeface="隶书" pitchFamily="49" charset="-122"/>
              </a:rPr>
              <a:t>、</a:t>
            </a:r>
            <a:r>
              <a:rPr lang="en-US" altLang="zh-CN" b="1" dirty="0">
                <a:ln w="11430"/>
                <a:solidFill>
                  <a:srgbClr val="002060"/>
                </a:solidFill>
                <a:ea typeface="隶书" pitchFamily="49" charset="-122"/>
              </a:rPr>
              <a:t>CB</a:t>
            </a:r>
            <a:r>
              <a:rPr lang="zh-CN" altLang="en-US" b="1" dirty="0">
                <a:ln w="11430"/>
                <a:solidFill>
                  <a:srgbClr val="002060"/>
                </a:solidFill>
                <a:ea typeface="隶书" pitchFamily="49" charset="-122"/>
              </a:rPr>
              <a:t>下，利用</a:t>
            </a:r>
            <a:r>
              <a:rPr lang="en-US" altLang="zh-CN" b="1" dirty="0" err="1">
                <a:ln w="11430"/>
                <a:solidFill>
                  <a:srgbClr val="002060"/>
                </a:solidFill>
                <a:ea typeface="隶书" pitchFamily="49" charset="-122"/>
              </a:rPr>
              <a:t>y.c</a:t>
            </a:r>
            <a:r>
              <a:rPr lang="zh-CN" altLang="en-US" b="1" dirty="0">
                <a:ln w="11430"/>
                <a:solidFill>
                  <a:srgbClr val="002060"/>
                </a:solidFill>
                <a:ea typeface="隶书" pitchFamily="49" charset="-122"/>
              </a:rPr>
              <a:t>不可读取</a:t>
            </a:r>
            <a:r>
              <a:rPr lang="en-US" altLang="zh-CN" b="1" dirty="0">
                <a:ln w="11430"/>
                <a:solidFill>
                  <a:srgbClr val="002060"/>
                </a:solidFill>
                <a:ea typeface="隶书" pitchFamily="49" charset="-122"/>
              </a:rPr>
              <a:t>x</a:t>
            </a:r>
            <a:r>
              <a:rPr lang="zh-CN" altLang="en-US" b="1" dirty="0">
                <a:ln w="11430"/>
                <a:solidFill>
                  <a:srgbClr val="002060"/>
                </a:solidFill>
                <a:ea typeface="隶书" pitchFamily="49" charset="-122"/>
              </a:rPr>
              <a:t>的高</a:t>
            </a:r>
            <a:r>
              <a:rPr lang="en-US" altLang="zh-CN" b="1" dirty="0">
                <a:ln w="11430"/>
                <a:solidFill>
                  <a:srgbClr val="002060"/>
                </a:solidFill>
                <a:ea typeface="隶书" pitchFamily="49" charset="-122"/>
              </a:rPr>
              <a:t>10</a:t>
            </a:r>
            <a:r>
              <a:rPr lang="zh-CN" altLang="en-US" b="1" dirty="0">
                <a:ln w="11430"/>
                <a:solidFill>
                  <a:srgbClr val="002060"/>
                </a:solidFill>
                <a:ea typeface="隶书" pitchFamily="49" charset="-122"/>
              </a:rPr>
              <a:t>位数据，如果对</a:t>
            </a:r>
            <a:r>
              <a:rPr lang="en-US" altLang="zh-CN" b="1" dirty="0" err="1">
                <a:ln w="11430"/>
                <a:solidFill>
                  <a:srgbClr val="002060"/>
                </a:solidFill>
                <a:ea typeface="隶书" pitchFamily="49" charset="-122"/>
              </a:rPr>
              <a:t>y.c</a:t>
            </a:r>
            <a:r>
              <a:rPr lang="zh-CN" altLang="en-US" b="1" dirty="0">
                <a:ln w="11430"/>
                <a:solidFill>
                  <a:srgbClr val="002060"/>
                </a:solidFill>
                <a:ea typeface="隶书" pitchFamily="49" charset="-122"/>
              </a:rPr>
              <a:t>的作了改变，也不会影响</a:t>
            </a:r>
            <a:r>
              <a:rPr lang="en-US" altLang="zh-CN" b="1" dirty="0">
                <a:ln w="11430"/>
                <a:solidFill>
                  <a:srgbClr val="002060"/>
                </a:solidFill>
                <a:ea typeface="隶书" pitchFamily="49" charset="-122"/>
              </a:rPr>
              <a:t>x</a:t>
            </a:r>
            <a:r>
              <a:rPr lang="zh-CN" altLang="en-US" b="1" dirty="0">
                <a:ln w="11430"/>
                <a:solidFill>
                  <a:srgbClr val="002060"/>
                </a:solidFill>
                <a:ea typeface="隶书" pitchFamily="49" charset="-122"/>
              </a:rPr>
              <a:t>的值，就好象</a:t>
            </a:r>
            <a:r>
              <a:rPr lang="en-US" altLang="zh-CN" b="1" dirty="0" err="1">
                <a:ln w="11430"/>
                <a:solidFill>
                  <a:srgbClr val="002060"/>
                </a:solidFill>
                <a:ea typeface="隶书" pitchFamily="49" charset="-122"/>
              </a:rPr>
              <a:t>y.c</a:t>
            </a:r>
            <a:r>
              <a:rPr lang="zh-CN" altLang="en-US" b="1" dirty="0">
                <a:ln w="11430"/>
                <a:solidFill>
                  <a:srgbClr val="002060"/>
                </a:solidFill>
                <a:ea typeface="隶书" pitchFamily="49" charset="-122"/>
              </a:rPr>
              <a:t>与</a:t>
            </a:r>
            <a:r>
              <a:rPr lang="en-US" altLang="zh-CN" b="1" dirty="0">
                <a:ln w="11430"/>
                <a:solidFill>
                  <a:srgbClr val="002060"/>
                </a:solidFill>
                <a:ea typeface="隶书" pitchFamily="49" charset="-122"/>
              </a:rPr>
              <a:t>x</a:t>
            </a:r>
            <a:r>
              <a:rPr lang="zh-CN" altLang="en-US" b="1" dirty="0">
                <a:ln w="11430"/>
                <a:solidFill>
                  <a:srgbClr val="002060"/>
                </a:solidFill>
                <a:ea typeface="隶书" pitchFamily="49" charset="-122"/>
              </a:rPr>
              <a:t>无关一样。</a:t>
            </a:r>
            <a:endParaRPr lang="en-US" altLang="zh-CN" b="1" dirty="0">
              <a:ln w="11430"/>
              <a:solidFill>
                <a:srgbClr val="002060"/>
              </a:solidFill>
              <a:ea typeface="隶书" pitchFamily="49" charset="-122"/>
            </a:endParaRPr>
          </a:p>
          <a:p>
            <a:pPr>
              <a:buClr>
                <a:srgbClr val="FF0066"/>
              </a:buClr>
              <a:tabLst>
                <a:tab pos="84138" algn="l"/>
              </a:tabLst>
            </a:pPr>
            <a:r>
              <a:rPr lang="en-US" altLang="zh-CN" b="1" dirty="0">
                <a:ln w="11430"/>
                <a:solidFill>
                  <a:srgbClr val="002060"/>
                </a:solidFill>
                <a:ea typeface="隶书" pitchFamily="49" charset="-122"/>
              </a:rPr>
              <a:t>    </a:t>
            </a:r>
            <a:r>
              <a:rPr lang="zh-CN" altLang="en-US" b="1" dirty="0">
                <a:ln w="11430"/>
                <a:solidFill>
                  <a:srgbClr val="002060"/>
                </a:solidFill>
                <a:ea typeface="隶书" pitchFamily="49" charset="-122"/>
              </a:rPr>
              <a:t>（</a:t>
            </a:r>
            <a:r>
              <a:rPr lang="en-US" altLang="zh-CN" b="1" dirty="0">
                <a:ln w="11430"/>
                <a:solidFill>
                  <a:srgbClr val="002060"/>
                </a:solidFill>
                <a:ea typeface="隶书" pitchFamily="49" charset="-122"/>
              </a:rPr>
              <a:t>2</a:t>
            </a:r>
            <a:r>
              <a:rPr lang="zh-CN" altLang="en-US" b="1" dirty="0">
                <a:ln w="11430"/>
                <a:solidFill>
                  <a:srgbClr val="002060"/>
                </a:solidFill>
                <a:ea typeface="隶书" pitchFamily="49" charset="-122"/>
              </a:rPr>
              <a:t>）</a:t>
            </a:r>
            <a:r>
              <a:rPr lang="zh-CN" altLang="zh-CN" b="1" dirty="0">
                <a:ln w="11430"/>
                <a:solidFill>
                  <a:srgbClr val="002060"/>
                </a:solidFill>
                <a:ea typeface="隶书" pitchFamily="49" charset="-122"/>
              </a:rPr>
              <a:t>为了避免某些位域字段不可读取现象，</a:t>
            </a:r>
            <a:r>
              <a:rPr lang="zh-CN" altLang="en-US" b="1" dirty="0">
                <a:ln w="11430"/>
                <a:solidFill>
                  <a:srgbClr val="002060"/>
                </a:solidFill>
                <a:ea typeface="隶书" pitchFamily="49" charset="-122"/>
              </a:rPr>
              <a:t>，一般将位域成员的数据类型定义为同一数据类型。例如，将程序中的</a:t>
            </a:r>
            <a:r>
              <a:rPr lang="en-US" altLang="zh-CN" b="1" dirty="0">
                <a:ln w="11430"/>
                <a:solidFill>
                  <a:srgbClr val="002060"/>
                </a:solidFill>
                <a:ea typeface="隶书" pitchFamily="49" charset="-122"/>
              </a:rPr>
              <a:t>a</a:t>
            </a:r>
            <a:r>
              <a:rPr lang="zh-CN" altLang="en-US" b="1" dirty="0">
                <a:ln w="11430"/>
                <a:solidFill>
                  <a:srgbClr val="002060"/>
                </a:solidFill>
                <a:ea typeface="隶书" pitchFamily="49" charset="-122"/>
              </a:rPr>
              <a:t>和</a:t>
            </a:r>
            <a:r>
              <a:rPr lang="en-US" altLang="zh-CN" b="1" dirty="0">
                <a:ln w="11430"/>
                <a:solidFill>
                  <a:srgbClr val="002060"/>
                </a:solidFill>
                <a:ea typeface="隶书" pitchFamily="49" charset="-122"/>
              </a:rPr>
              <a:t>b</a:t>
            </a:r>
            <a:r>
              <a:rPr lang="zh-CN" altLang="en-US" b="1" dirty="0">
                <a:ln w="11430"/>
                <a:solidFill>
                  <a:srgbClr val="002060"/>
                </a:solidFill>
                <a:ea typeface="隶书" pitchFamily="49" charset="-122"/>
              </a:rPr>
              <a:t>的数据类型如果改为</a:t>
            </a:r>
            <a:r>
              <a:rPr lang="en-US" altLang="zh-CN" b="1" dirty="0">
                <a:ln w="11430"/>
                <a:solidFill>
                  <a:srgbClr val="002060"/>
                </a:solidFill>
                <a:ea typeface="隶书" pitchFamily="49" charset="-122"/>
              </a:rPr>
              <a:t>unsigned short</a:t>
            </a:r>
            <a:r>
              <a:rPr lang="zh-CN" altLang="en-US" b="1" dirty="0">
                <a:ln w="11430"/>
                <a:solidFill>
                  <a:srgbClr val="002060"/>
                </a:solidFill>
                <a:ea typeface="隶书" pitchFamily="49" charset="-122"/>
              </a:rPr>
              <a:t>，则</a:t>
            </a:r>
            <a:r>
              <a:rPr lang="zh-CN" altLang="zh-CN" b="1" dirty="0">
                <a:ln w="11430"/>
                <a:solidFill>
                  <a:srgbClr val="002060"/>
                </a:solidFill>
                <a:ea typeface="隶书" pitchFamily="49" charset="-122"/>
              </a:rPr>
              <a:t>m.y.c</a:t>
            </a:r>
            <a:r>
              <a:rPr lang="zh-CN" altLang="en-US" b="1" dirty="0">
                <a:ln w="11430"/>
                <a:solidFill>
                  <a:srgbClr val="002060"/>
                </a:solidFill>
                <a:ea typeface="隶书" pitchFamily="49" charset="-122"/>
              </a:rPr>
              <a:t>的输出将是</a:t>
            </a:r>
            <a:r>
              <a:rPr lang="zh-CN" altLang="zh-CN" b="1" dirty="0">
                <a:ln w="11430"/>
                <a:solidFill>
                  <a:srgbClr val="002060"/>
                </a:solidFill>
                <a:ea typeface="隶书" pitchFamily="49" charset="-122"/>
              </a:rPr>
              <a:t> 1023</a:t>
            </a:r>
            <a:r>
              <a:rPr lang="zh-CN" altLang="en-US" b="1" dirty="0">
                <a:ln w="11430"/>
                <a:solidFill>
                  <a:srgbClr val="002060"/>
                </a:solidFill>
                <a:ea typeface="隶书" pitchFamily="49" charset="-122"/>
              </a:rPr>
              <a:t>。</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36646">
                                            <p:txEl>
                                              <p:pRg st="0" end="0"/>
                                            </p:txEl>
                                          </p:spTgt>
                                        </p:tgtEl>
                                        <p:attrNameLst>
                                          <p:attrName>style.visibility</p:attrName>
                                        </p:attrNameLst>
                                      </p:cBhvr>
                                      <p:to>
                                        <p:strVal val="visible"/>
                                      </p:to>
                                    </p:set>
                                    <p:anim calcmode="lin" valueType="num">
                                      <p:cBhvr additive="base">
                                        <p:cTn id="7" dur="500" fill="hold"/>
                                        <p:tgtEl>
                                          <p:spTgt spid="113664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36646">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136646">
                                            <p:txEl>
                                              <p:pRg st="1" end="1"/>
                                            </p:txEl>
                                          </p:spTgt>
                                        </p:tgtEl>
                                        <p:attrNameLst>
                                          <p:attrName>style.visibility</p:attrName>
                                        </p:attrNameLst>
                                      </p:cBhvr>
                                      <p:to>
                                        <p:strVal val="visible"/>
                                      </p:to>
                                    </p:set>
                                    <p:anim calcmode="lin" valueType="num">
                                      <p:cBhvr additive="base">
                                        <p:cTn id="11" dur="500" fill="hold"/>
                                        <p:tgtEl>
                                          <p:spTgt spid="113664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36646">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136646">
                                            <p:txEl>
                                              <p:pRg st="2" end="2"/>
                                            </p:txEl>
                                          </p:spTgt>
                                        </p:tgtEl>
                                        <p:attrNameLst>
                                          <p:attrName>style.visibility</p:attrName>
                                        </p:attrNameLst>
                                      </p:cBhvr>
                                      <p:to>
                                        <p:strVal val="visible"/>
                                      </p:to>
                                    </p:set>
                                    <p:anim calcmode="lin" valueType="num">
                                      <p:cBhvr additive="base">
                                        <p:cTn id="15" dur="500" fill="hold"/>
                                        <p:tgtEl>
                                          <p:spTgt spid="113664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36646">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136646">
                                            <p:txEl>
                                              <p:pRg st="3" end="3"/>
                                            </p:txEl>
                                          </p:spTgt>
                                        </p:tgtEl>
                                        <p:attrNameLst>
                                          <p:attrName>style.visibility</p:attrName>
                                        </p:attrNameLst>
                                      </p:cBhvr>
                                      <p:to>
                                        <p:strVal val="visible"/>
                                      </p:to>
                                    </p:set>
                                    <p:anim calcmode="lin" valueType="num">
                                      <p:cBhvr additive="base">
                                        <p:cTn id="19" dur="500" fill="hold"/>
                                        <p:tgtEl>
                                          <p:spTgt spid="113664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36646">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1136646">
                                            <p:txEl>
                                              <p:pRg st="4" end="4"/>
                                            </p:txEl>
                                          </p:spTgt>
                                        </p:tgtEl>
                                        <p:attrNameLst>
                                          <p:attrName>style.visibility</p:attrName>
                                        </p:attrNameLst>
                                      </p:cBhvr>
                                      <p:to>
                                        <p:strVal val="visible"/>
                                      </p:to>
                                    </p:set>
                                    <p:anim calcmode="lin" valueType="num">
                                      <p:cBhvr additive="base">
                                        <p:cTn id="23" dur="500" fill="hold"/>
                                        <p:tgtEl>
                                          <p:spTgt spid="113664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36646">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5" presetID="2" presetClass="entr" presetSubtype="4" fill="hold" nodeType="withEffect">
                                  <p:stCondLst>
                                    <p:cond delay="0"/>
                                  </p:stCondLst>
                                  <p:childTnLst>
                                    <p:set>
                                      <p:cBhvr>
                                        <p:cTn id="26" dur="1" fill="hold">
                                          <p:stCondLst>
                                            <p:cond delay="0"/>
                                          </p:stCondLst>
                                        </p:cTn>
                                        <p:tgtEl>
                                          <p:spTgt spid="1136646">
                                            <p:txEl>
                                              <p:pRg st="5" end="5"/>
                                            </p:txEl>
                                          </p:spTgt>
                                        </p:tgtEl>
                                        <p:attrNameLst>
                                          <p:attrName>style.visibility</p:attrName>
                                        </p:attrNameLst>
                                      </p:cBhvr>
                                      <p:to>
                                        <p:strVal val="visible"/>
                                      </p:to>
                                    </p:set>
                                    <p:anim calcmode="lin" valueType="num">
                                      <p:cBhvr additive="base">
                                        <p:cTn id="27" dur="500" fill="hold"/>
                                        <p:tgtEl>
                                          <p:spTgt spid="113664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36646">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par>
                                <p:cTn id="29" presetID="2" presetClass="entr" presetSubtype="4" fill="hold" nodeType="withEffect">
                                  <p:stCondLst>
                                    <p:cond delay="0"/>
                                  </p:stCondLst>
                                  <p:childTnLst>
                                    <p:set>
                                      <p:cBhvr>
                                        <p:cTn id="30" dur="1" fill="hold">
                                          <p:stCondLst>
                                            <p:cond delay="0"/>
                                          </p:stCondLst>
                                        </p:cTn>
                                        <p:tgtEl>
                                          <p:spTgt spid="1136646">
                                            <p:txEl>
                                              <p:pRg st="6" end="6"/>
                                            </p:txEl>
                                          </p:spTgt>
                                        </p:tgtEl>
                                        <p:attrNameLst>
                                          <p:attrName>style.visibility</p:attrName>
                                        </p:attrNameLst>
                                      </p:cBhvr>
                                      <p:to>
                                        <p:strVal val="visible"/>
                                      </p:to>
                                    </p:set>
                                    <p:anim calcmode="lin" valueType="num">
                                      <p:cBhvr additive="base">
                                        <p:cTn id="31" dur="500" fill="hold"/>
                                        <p:tgtEl>
                                          <p:spTgt spid="113664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36646">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par>
                                <p:cTn id="33" presetID="2" presetClass="entr" presetSubtype="4" fill="hold" nodeType="withEffect">
                                  <p:stCondLst>
                                    <p:cond delay="0"/>
                                  </p:stCondLst>
                                  <p:childTnLst>
                                    <p:set>
                                      <p:cBhvr>
                                        <p:cTn id="34" dur="1" fill="hold">
                                          <p:stCondLst>
                                            <p:cond delay="0"/>
                                          </p:stCondLst>
                                        </p:cTn>
                                        <p:tgtEl>
                                          <p:spTgt spid="1136646">
                                            <p:txEl>
                                              <p:pRg st="7" end="7"/>
                                            </p:txEl>
                                          </p:spTgt>
                                        </p:tgtEl>
                                        <p:attrNameLst>
                                          <p:attrName>style.visibility</p:attrName>
                                        </p:attrNameLst>
                                      </p:cBhvr>
                                      <p:to>
                                        <p:strVal val="visible"/>
                                      </p:to>
                                    </p:set>
                                    <p:anim calcmode="lin" valueType="num">
                                      <p:cBhvr additive="base">
                                        <p:cTn id="35" dur="500" fill="hold"/>
                                        <p:tgtEl>
                                          <p:spTgt spid="1136646">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36646">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par>
                                <p:cTn id="37" presetID="2" presetClass="entr" presetSubtype="4" fill="hold" nodeType="withEffect">
                                  <p:stCondLst>
                                    <p:cond delay="0"/>
                                  </p:stCondLst>
                                  <p:childTnLst>
                                    <p:set>
                                      <p:cBhvr>
                                        <p:cTn id="38" dur="1" fill="hold">
                                          <p:stCondLst>
                                            <p:cond delay="0"/>
                                          </p:stCondLst>
                                        </p:cTn>
                                        <p:tgtEl>
                                          <p:spTgt spid="1136646">
                                            <p:txEl>
                                              <p:pRg st="8" end="8"/>
                                            </p:txEl>
                                          </p:spTgt>
                                        </p:tgtEl>
                                        <p:attrNameLst>
                                          <p:attrName>style.visibility</p:attrName>
                                        </p:attrNameLst>
                                      </p:cBhvr>
                                      <p:to>
                                        <p:strVal val="visible"/>
                                      </p:to>
                                    </p:set>
                                    <p:anim calcmode="lin" valueType="num">
                                      <p:cBhvr additive="base">
                                        <p:cTn id="39" dur="500" fill="hold"/>
                                        <p:tgtEl>
                                          <p:spTgt spid="1136646">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136646">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par>
                                <p:cTn id="41" presetID="2" presetClass="entr" presetSubtype="4" fill="hold" nodeType="withEffect">
                                  <p:stCondLst>
                                    <p:cond delay="0"/>
                                  </p:stCondLst>
                                  <p:childTnLst>
                                    <p:set>
                                      <p:cBhvr>
                                        <p:cTn id="42" dur="1" fill="hold">
                                          <p:stCondLst>
                                            <p:cond delay="0"/>
                                          </p:stCondLst>
                                        </p:cTn>
                                        <p:tgtEl>
                                          <p:spTgt spid="1136646">
                                            <p:txEl>
                                              <p:pRg st="9" end="9"/>
                                            </p:txEl>
                                          </p:spTgt>
                                        </p:tgtEl>
                                        <p:attrNameLst>
                                          <p:attrName>style.visibility</p:attrName>
                                        </p:attrNameLst>
                                      </p:cBhvr>
                                      <p:to>
                                        <p:strVal val="visible"/>
                                      </p:to>
                                    </p:set>
                                    <p:anim calcmode="lin" valueType="num">
                                      <p:cBhvr additive="base">
                                        <p:cTn id="43" dur="500" fill="hold"/>
                                        <p:tgtEl>
                                          <p:spTgt spid="1136646">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36646">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par>
                                <p:cTn id="45" presetID="2" presetClass="entr" presetSubtype="4" fill="hold" nodeType="withEffect">
                                  <p:stCondLst>
                                    <p:cond delay="0"/>
                                  </p:stCondLst>
                                  <p:childTnLst>
                                    <p:set>
                                      <p:cBhvr>
                                        <p:cTn id="46" dur="1" fill="hold">
                                          <p:stCondLst>
                                            <p:cond delay="0"/>
                                          </p:stCondLst>
                                        </p:cTn>
                                        <p:tgtEl>
                                          <p:spTgt spid="1136646">
                                            <p:txEl>
                                              <p:pRg st="10" end="10"/>
                                            </p:txEl>
                                          </p:spTgt>
                                        </p:tgtEl>
                                        <p:attrNameLst>
                                          <p:attrName>style.visibility</p:attrName>
                                        </p:attrNameLst>
                                      </p:cBhvr>
                                      <p:to>
                                        <p:strVal val="visible"/>
                                      </p:to>
                                    </p:set>
                                    <p:anim calcmode="lin" valueType="num">
                                      <p:cBhvr additive="base">
                                        <p:cTn id="47" dur="500" fill="hold"/>
                                        <p:tgtEl>
                                          <p:spTgt spid="1136646">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36646">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par>
                                <p:cTn id="49" presetID="2" presetClass="entr" presetSubtype="4" fill="hold" nodeType="withEffect">
                                  <p:stCondLst>
                                    <p:cond delay="0"/>
                                  </p:stCondLst>
                                  <p:childTnLst>
                                    <p:set>
                                      <p:cBhvr>
                                        <p:cTn id="50" dur="1" fill="hold">
                                          <p:stCondLst>
                                            <p:cond delay="0"/>
                                          </p:stCondLst>
                                        </p:cTn>
                                        <p:tgtEl>
                                          <p:spTgt spid="1136646">
                                            <p:txEl>
                                              <p:pRg st="11" end="11"/>
                                            </p:txEl>
                                          </p:spTgt>
                                        </p:tgtEl>
                                        <p:attrNameLst>
                                          <p:attrName>style.visibility</p:attrName>
                                        </p:attrNameLst>
                                      </p:cBhvr>
                                      <p:to>
                                        <p:strVal val="visible"/>
                                      </p:to>
                                    </p:set>
                                    <p:anim calcmode="lin" valueType="num">
                                      <p:cBhvr additive="base">
                                        <p:cTn id="51" dur="500" fill="hold"/>
                                        <p:tgtEl>
                                          <p:spTgt spid="1136646">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36646">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par>
                                <p:cTn id="53" presetID="2" presetClass="entr" presetSubtype="4" fill="hold" nodeType="withEffect">
                                  <p:stCondLst>
                                    <p:cond delay="0"/>
                                  </p:stCondLst>
                                  <p:childTnLst>
                                    <p:set>
                                      <p:cBhvr>
                                        <p:cTn id="54" dur="1" fill="hold">
                                          <p:stCondLst>
                                            <p:cond delay="0"/>
                                          </p:stCondLst>
                                        </p:cTn>
                                        <p:tgtEl>
                                          <p:spTgt spid="1136646">
                                            <p:txEl>
                                              <p:pRg st="12" end="12"/>
                                            </p:txEl>
                                          </p:spTgt>
                                        </p:tgtEl>
                                        <p:attrNameLst>
                                          <p:attrName>style.visibility</p:attrName>
                                        </p:attrNameLst>
                                      </p:cBhvr>
                                      <p:to>
                                        <p:strVal val="visible"/>
                                      </p:to>
                                    </p:set>
                                    <p:anim calcmode="lin" valueType="num">
                                      <p:cBhvr additive="base">
                                        <p:cTn id="55" dur="500" fill="hold"/>
                                        <p:tgtEl>
                                          <p:spTgt spid="1136646">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136646">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par>
                                <p:cTn id="57" presetID="2" presetClass="entr" presetSubtype="4" fill="hold" nodeType="withEffect">
                                  <p:stCondLst>
                                    <p:cond delay="0"/>
                                  </p:stCondLst>
                                  <p:childTnLst>
                                    <p:set>
                                      <p:cBhvr>
                                        <p:cTn id="58" dur="1" fill="hold">
                                          <p:stCondLst>
                                            <p:cond delay="0"/>
                                          </p:stCondLst>
                                        </p:cTn>
                                        <p:tgtEl>
                                          <p:spTgt spid="1136646">
                                            <p:txEl>
                                              <p:pRg st="13" end="13"/>
                                            </p:txEl>
                                          </p:spTgt>
                                        </p:tgtEl>
                                        <p:attrNameLst>
                                          <p:attrName>style.visibility</p:attrName>
                                        </p:attrNameLst>
                                      </p:cBhvr>
                                      <p:to>
                                        <p:strVal val="visible"/>
                                      </p:to>
                                    </p:set>
                                    <p:anim calcmode="lin" valueType="num">
                                      <p:cBhvr additive="base">
                                        <p:cTn id="59" dur="500" fill="hold"/>
                                        <p:tgtEl>
                                          <p:spTgt spid="1136646">
                                            <p:txEl>
                                              <p:pRg st="13" end="13"/>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136646">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par>
                                <p:cTn id="61" presetID="2" presetClass="entr" presetSubtype="4" fill="hold" nodeType="withEffect">
                                  <p:stCondLst>
                                    <p:cond delay="0"/>
                                  </p:stCondLst>
                                  <p:childTnLst>
                                    <p:set>
                                      <p:cBhvr>
                                        <p:cTn id="62" dur="1" fill="hold">
                                          <p:stCondLst>
                                            <p:cond delay="0"/>
                                          </p:stCondLst>
                                        </p:cTn>
                                        <p:tgtEl>
                                          <p:spTgt spid="1136646">
                                            <p:txEl>
                                              <p:pRg st="14" end="14"/>
                                            </p:txEl>
                                          </p:spTgt>
                                        </p:tgtEl>
                                        <p:attrNameLst>
                                          <p:attrName>style.visibility</p:attrName>
                                        </p:attrNameLst>
                                      </p:cBhvr>
                                      <p:to>
                                        <p:strVal val="visible"/>
                                      </p:to>
                                    </p:set>
                                    <p:anim calcmode="lin" valueType="num">
                                      <p:cBhvr additive="base">
                                        <p:cTn id="63" dur="500" fill="hold"/>
                                        <p:tgtEl>
                                          <p:spTgt spid="1136646">
                                            <p:txEl>
                                              <p:pRg st="14" end="14"/>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136646">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par>
                          <p:cTn id="65" fill="hold">
                            <p:stCondLst>
                              <p:cond delay="500"/>
                            </p:stCondLst>
                            <p:childTnLst>
                              <p:par>
                                <p:cTn id="66" presetID="4" presetClass="entr" presetSubtype="32" fill="hold" nodeType="afterEffect">
                                  <p:stCondLst>
                                    <p:cond delay="0"/>
                                  </p:stCondLst>
                                  <p:childTnLst>
                                    <p:set>
                                      <p:cBhvr>
                                        <p:cTn id="67" dur="1" fill="hold">
                                          <p:stCondLst>
                                            <p:cond delay="0"/>
                                          </p:stCondLst>
                                        </p:cTn>
                                        <p:tgtEl>
                                          <p:spTgt spid="1136885"/>
                                        </p:tgtEl>
                                        <p:attrNameLst>
                                          <p:attrName>style.visibility</p:attrName>
                                        </p:attrNameLst>
                                      </p:cBhvr>
                                      <p:to>
                                        <p:strVal val="visible"/>
                                      </p:to>
                                    </p:set>
                                    <p:animEffect transition="in" filter="box(out)">
                                      <p:cBhvr>
                                        <p:cTn id="68" dur="500"/>
                                        <p:tgtEl>
                                          <p:spTgt spid="1136885"/>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136646">
                                            <p:txEl>
                                              <p:pRg st="15" end="15"/>
                                            </p:txEl>
                                          </p:spTgt>
                                        </p:tgtEl>
                                        <p:attrNameLst>
                                          <p:attrName>style.visibility</p:attrName>
                                        </p:attrNameLst>
                                      </p:cBhvr>
                                      <p:to>
                                        <p:strVal val="visible"/>
                                      </p:to>
                                    </p:set>
                                    <p:anim calcmode="lin" valueType="num">
                                      <p:cBhvr additive="base">
                                        <p:cTn id="73" dur="500" fill="hold"/>
                                        <p:tgtEl>
                                          <p:spTgt spid="1136646">
                                            <p:txEl>
                                              <p:pRg st="15" end="1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136646">
                                            <p:txEl>
                                              <p:pRg st="15" end="1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par>
                                <p:cTn id="75" presetID="2" presetClass="entr" presetSubtype="4" fill="hold" nodeType="withEffect">
                                  <p:stCondLst>
                                    <p:cond delay="0"/>
                                  </p:stCondLst>
                                  <p:childTnLst>
                                    <p:set>
                                      <p:cBhvr>
                                        <p:cTn id="76" dur="1" fill="hold">
                                          <p:stCondLst>
                                            <p:cond delay="0"/>
                                          </p:stCondLst>
                                        </p:cTn>
                                        <p:tgtEl>
                                          <p:spTgt spid="1136646">
                                            <p:txEl>
                                              <p:pRg st="16" end="16"/>
                                            </p:txEl>
                                          </p:spTgt>
                                        </p:tgtEl>
                                        <p:attrNameLst>
                                          <p:attrName>style.visibility</p:attrName>
                                        </p:attrNameLst>
                                      </p:cBhvr>
                                      <p:to>
                                        <p:strVal val="visible"/>
                                      </p:to>
                                    </p:set>
                                    <p:anim calcmode="lin" valueType="num">
                                      <p:cBhvr additive="base">
                                        <p:cTn id="77" dur="500" fill="hold"/>
                                        <p:tgtEl>
                                          <p:spTgt spid="1136646">
                                            <p:txEl>
                                              <p:pRg st="16" end="16"/>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136646">
                                            <p:txEl>
                                              <p:pRg st="16" end="1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par>
                                <p:cTn id="79" presetID="2" presetClass="entr" presetSubtype="4" fill="hold" nodeType="withEffect">
                                  <p:stCondLst>
                                    <p:cond delay="0"/>
                                  </p:stCondLst>
                                  <p:childTnLst>
                                    <p:set>
                                      <p:cBhvr>
                                        <p:cTn id="80" dur="1" fill="hold">
                                          <p:stCondLst>
                                            <p:cond delay="0"/>
                                          </p:stCondLst>
                                        </p:cTn>
                                        <p:tgtEl>
                                          <p:spTgt spid="1136646">
                                            <p:txEl>
                                              <p:pRg st="17" end="17"/>
                                            </p:txEl>
                                          </p:spTgt>
                                        </p:tgtEl>
                                        <p:attrNameLst>
                                          <p:attrName>style.visibility</p:attrName>
                                        </p:attrNameLst>
                                      </p:cBhvr>
                                      <p:to>
                                        <p:strVal val="visible"/>
                                      </p:to>
                                    </p:set>
                                    <p:anim calcmode="lin" valueType="num">
                                      <p:cBhvr additive="base">
                                        <p:cTn id="81" dur="500" fill="hold"/>
                                        <p:tgtEl>
                                          <p:spTgt spid="1136646">
                                            <p:txEl>
                                              <p:pRg st="17" end="17"/>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136646">
                                            <p:txEl>
                                              <p:pRg st="17" end="1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childTnLst>
                          </p:cTn>
                        </p:par>
                        <p:par>
                          <p:cTn id="83" fill="hold">
                            <p:stCondLst>
                              <p:cond delay="500"/>
                            </p:stCondLst>
                            <p:childTnLst>
                              <p:par>
                                <p:cTn id="84" presetID="2" presetClass="entr" presetSubtype="4" fill="hold" nodeType="afterEffect">
                                  <p:stCondLst>
                                    <p:cond delay="0"/>
                                  </p:stCondLst>
                                  <p:childTnLst>
                                    <p:set>
                                      <p:cBhvr>
                                        <p:cTn id="85" dur="1" fill="hold">
                                          <p:stCondLst>
                                            <p:cond delay="0"/>
                                          </p:stCondLst>
                                        </p:cTn>
                                        <p:tgtEl>
                                          <p:spTgt spid="1136871">
                                            <p:txEl>
                                              <p:pRg st="0" end="0"/>
                                            </p:txEl>
                                          </p:spTgt>
                                        </p:tgtEl>
                                        <p:attrNameLst>
                                          <p:attrName>style.visibility</p:attrName>
                                        </p:attrNameLst>
                                      </p:cBhvr>
                                      <p:to>
                                        <p:strVal val="visible"/>
                                      </p:to>
                                    </p:set>
                                    <p:anim calcmode="lin" valueType="num">
                                      <p:cBhvr additive="base">
                                        <p:cTn id="86" dur="500" fill="hold"/>
                                        <p:tgtEl>
                                          <p:spTgt spid="1136871">
                                            <p:txEl>
                                              <p:pRg st="0" end="0"/>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1136871">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4"/>
                                            </p:cond>
                                          </p:stCondLst>
                                          <p:endCondLst>
                                            <p:cond evt="onStopAudio" delay="0">
                                              <p:tgtEl>
                                                <p:sldTgt/>
                                              </p:tgtEl>
                                            </p:cond>
                                          </p:endCondLst>
                                        </p:cTn>
                                        <p:tgtEl>
                                          <p:sndTgt r:embed="rId3" name="camera.wav"/>
                                        </p:tgtEl>
                                      </p:cMediaNode>
                                    </p:audio>
                                  </p:subTnLst>
                                </p:cTn>
                              </p:par>
                            </p:childTnLst>
                          </p:cTn>
                        </p:par>
                        <p:par>
                          <p:cTn id="88" fill="hold">
                            <p:stCondLst>
                              <p:cond delay="1000"/>
                            </p:stCondLst>
                            <p:childTnLst>
                              <p:par>
                                <p:cTn id="89" presetID="2" presetClass="entr" presetSubtype="4" fill="hold" nodeType="afterEffect">
                                  <p:stCondLst>
                                    <p:cond delay="0"/>
                                  </p:stCondLst>
                                  <p:childTnLst>
                                    <p:set>
                                      <p:cBhvr>
                                        <p:cTn id="90" dur="1" fill="hold">
                                          <p:stCondLst>
                                            <p:cond delay="0"/>
                                          </p:stCondLst>
                                        </p:cTn>
                                        <p:tgtEl>
                                          <p:spTgt spid="1136871">
                                            <p:txEl>
                                              <p:pRg st="1" end="1"/>
                                            </p:txEl>
                                          </p:spTgt>
                                        </p:tgtEl>
                                        <p:attrNameLst>
                                          <p:attrName>style.visibility</p:attrName>
                                        </p:attrNameLst>
                                      </p:cBhvr>
                                      <p:to>
                                        <p:strVal val="visible"/>
                                      </p:to>
                                    </p:set>
                                    <p:anim calcmode="lin" valueType="num">
                                      <p:cBhvr additive="base">
                                        <p:cTn id="91" dur="500" fill="hold"/>
                                        <p:tgtEl>
                                          <p:spTgt spid="1136871">
                                            <p:txEl>
                                              <p:pRg st="1" end="1"/>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136871">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3" fill="hold">
                            <p:stCondLst>
                              <p:cond delay="1500"/>
                            </p:stCondLst>
                            <p:childTnLst>
                              <p:par>
                                <p:cTn id="94" presetID="2" presetClass="entr" presetSubtype="4" fill="hold" nodeType="afterEffect">
                                  <p:stCondLst>
                                    <p:cond delay="0"/>
                                  </p:stCondLst>
                                  <p:childTnLst>
                                    <p:set>
                                      <p:cBhvr>
                                        <p:cTn id="95" dur="1" fill="hold">
                                          <p:stCondLst>
                                            <p:cond delay="0"/>
                                          </p:stCondLst>
                                        </p:cTn>
                                        <p:tgtEl>
                                          <p:spTgt spid="1136871">
                                            <p:txEl>
                                              <p:pRg st="2" end="2"/>
                                            </p:txEl>
                                          </p:spTgt>
                                        </p:tgtEl>
                                        <p:attrNameLst>
                                          <p:attrName>style.visibility</p:attrName>
                                        </p:attrNameLst>
                                      </p:cBhvr>
                                      <p:to>
                                        <p:strVal val="visible"/>
                                      </p:to>
                                    </p:set>
                                    <p:anim calcmode="lin" valueType="num">
                                      <p:cBhvr additive="base">
                                        <p:cTn id="96" dur="500" fill="hold"/>
                                        <p:tgtEl>
                                          <p:spTgt spid="1136871">
                                            <p:txEl>
                                              <p:pRg st="2" end="2"/>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1136871">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par>
                          <p:cTn id="98" fill="hold">
                            <p:stCondLst>
                              <p:cond delay="2000"/>
                            </p:stCondLst>
                            <p:childTnLst>
                              <p:par>
                                <p:cTn id="99" presetID="2" presetClass="entr" presetSubtype="4" fill="hold" nodeType="afterEffect">
                                  <p:stCondLst>
                                    <p:cond delay="0"/>
                                  </p:stCondLst>
                                  <p:childTnLst>
                                    <p:set>
                                      <p:cBhvr>
                                        <p:cTn id="100" dur="1" fill="hold">
                                          <p:stCondLst>
                                            <p:cond delay="0"/>
                                          </p:stCondLst>
                                        </p:cTn>
                                        <p:tgtEl>
                                          <p:spTgt spid="1136871">
                                            <p:txEl>
                                              <p:pRg st="3" end="3"/>
                                            </p:txEl>
                                          </p:spTgt>
                                        </p:tgtEl>
                                        <p:attrNameLst>
                                          <p:attrName>style.visibility</p:attrName>
                                        </p:attrNameLst>
                                      </p:cBhvr>
                                      <p:to>
                                        <p:strVal val="visible"/>
                                      </p:to>
                                    </p:set>
                                    <p:anim calcmode="lin" valueType="num">
                                      <p:cBhvr additive="base">
                                        <p:cTn id="101" dur="500" fill="hold"/>
                                        <p:tgtEl>
                                          <p:spTgt spid="1136871">
                                            <p:txEl>
                                              <p:pRg st="3" end="3"/>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1136871">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1136646">
                                            <p:txEl>
                                              <p:pRg st="18" end="18"/>
                                            </p:txEl>
                                          </p:spTgt>
                                        </p:tgtEl>
                                        <p:attrNameLst>
                                          <p:attrName>style.visibility</p:attrName>
                                        </p:attrNameLst>
                                      </p:cBhvr>
                                      <p:to>
                                        <p:strVal val="visible"/>
                                      </p:to>
                                    </p:set>
                                    <p:anim calcmode="lin" valueType="num">
                                      <p:cBhvr additive="base">
                                        <p:cTn id="107" dur="500" fill="hold"/>
                                        <p:tgtEl>
                                          <p:spTgt spid="1136646">
                                            <p:txEl>
                                              <p:pRg st="18" end="18"/>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1136646">
                                            <p:txEl>
                                              <p:pRg st="18" end="1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5"/>
                                            </p:cond>
                                          </p:stCondLst>
                                          <p:endCondLst>
                                            <p:cond evt="onStopAudio" delay="0">
                                              <p:tgtEl>
                                                <p:sldTgt/>
                                              </p:tgtEl>
                                            </p:cond>
                                          </p:endCondLst>
                                        </p:cTn>
                                        <p:tgtEl>
                                          <p:sndTgt r:embed="rId3" name="camera.wav"/>
                                        </p:tgtEl>
                                      </p:cMediaNode>
                                    </p:audio>
                                  </p:subTnLst>
                                </p:cTn>
                              </p:par>
                            </p:childTnLst>
                          </p:cTn>
                        </p:par>
                        <p:par>
                          <p:cTn id="109" fill="hold">
                            <p:stCondLst>
                              <p:cond delay="500"/>
                            </p:stCondLst>
                            <p:childTnLst>
                              <p:par>
                                <p:cTn id="110" presetID="18" presetClass="entr" presetSubtype="6" fill="hold" nodeType="afterEffect">
                                  <p:stCondLst>
                                    <p:cond delay="0"/>
                                  </p:stCondLst>
                                  <p:childTnLst>
                                    <p:set>
                                      <p:cBhvr>
                                        <p:cTn id="111" dur="1" fill="hold">
                                          <p:stCondLst>
                                            <p:cond delay="0"/>
                                          </p:stCondLst>
                                        </p:cTn>
                                        <p:tgtEl>
                                          <p:spTgt spid="1136884"/>
                                        </p:tgtEl>
                                        <p:attrNameLst>
                                          <p:attrName>style.visibility</p:attrName>
                                        </p:attrNameLst>
                                      </p:cBhvr>
                                      <p:to>
                                        <p:strVal val="visible"/>
                                      </p:to>
                                    </p:set>
                                    <p:animEffect transition="in" filter="strips(downRight)">
                                      <p:cBhvr>
                                        <p:cTn id="112" dur="500"/>
                                        <p:tgtEl>
                                          <p:spTgt spid="1136884"/>
                                        </p:tgtEl>
                                      </p:cBhvr>
                                    </p:animEffect>
                                  </p:childTnLst>
                                  <p:subTnLst>
                                    <p:audio>
                                      <p:cMediaNode>
                                        <p:cTn display="0" masterRel="sameClick">
                                          <p:stCondLst>
                                            <p:cond evt="begin" delay="0">
                                              <p:tn val="110"/>
                                            </p:cond>
                                          </p:stCondLst>
                                          <p:endCondLst>
                                            <p:cond evt="onStopAudio" delay="0">
                                              <p:tgtEl>
                                                <p:sldTgt/>
                                              </p:tgtEl>
                                            </p:cond>
                                          </p:endCondLst>
                                        </p:cTn>
                                        <p:tgtEl>
                                          <p:sndTgt r:embed="rId3"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1136646">
                                            <p:txEl>
                                              <p:pRg st="19" end="19"/>
                                            </p:txEl>
                                          </p:spTgt>
                                        </p:tgtEl>
                                        <p:attrNameLst>
                                          <p:attrName>style.visibility</p:attrName>
                                        </p:attrNameLst>
                                      </p:cBhvr>
                                      <p:to>
                                        <p:strVal val="visible"/>
                                      </p:to>
                                    </p:set>
                                    <p:anim calcmode="lin" valueType="num">
                                      <p:cBhvr additive="base">
                                        <p:cTn id="117" dur="500" fill="hold"/>
                                        <p:tgtEl>
                                          <p:spTgt spid="1136646">
                                            <p:txEl>
                                              <p:pRg st="19" end="19"/>
                                            </p:txEl>
                                          </p:spTgt>
                                        </p:tgtEl>
                                        <p:attrNameLst>
                                          <p:attrName>ppt_x</p:attrName>
                                        </p:attrNameLst>
                                      </p:cBhvr>
                                      <p:tavLst>
                                        <p:tav tm="0">
                                          <p:val>
                                            <p:strVal val="#ppt_x"/>
                                          </p:val>
                                        </p:tav>
                                        <p:tav tm="100000">
                                          <p:val>
                                            <p:strVal val="#ppt_x"/>
                                          </p:val>
                                        </p:tav>
                                      </p:tavLst>
                                    </p:anim>
                                    <p:anim calcmode="lin" valueType="num">
                                      <p:cBhvr additive="base">
                                        <p:cTn id="118" dur="500" fill="hold"/>
                                        <p:tgtEl>
                                          <p:spTgt spid="1136646">
                                            <p:txEl>
                                              <p:pRg st="19" end="1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5"/>
                                            </p:cond>
                                          </p:stCondLst>
                                          <p:endCondLst>
                                            <p:cond evt="onStopAudio" delay="0">
                                              <p:tgtEl>
                                                <p:sldTgt/>
                                              </p:tgtEl>
                                            </p:cond>
                                          </p:endCondLst>
                                        </p:cTn>
                                        <p:tgtEl>
                                          <p:sndTgt r:embed="rId3" name="camera.wav"/>
                                        </p:tgtEl>
                                      </p:cMediaNode>
                                    </p:audio>
                                  </p:subTnLst>
                                </p:cTn>
                              </p:par>
                            </p:childTnLst>
                          </p:cTn>
                        </p:par>
                        <p:par>
                          <p:cTn id="119" fill="hold">
                            <p:stCondLst>
                              <p:cond delay="500"/>
                            </p:stCondLst>
                            <p:childTnLst>
                              <p:par>
                                <p:cTn id="120" presetID="2" presetClass="entr" presetSubtype="4" fill="hold" nodeType="afterEffect">
                                  <p:stCondLst>
                                    <p:cond delay="0"/>
                                  </p:stCondLst>
                                  <p:childTnLst>
                                    <p:set>
                                      <p:cBhvr>
                                        <p:cTn id="121" dur="1" fill="hold">
                                          <p:stCondLst>
                                            <p:cond delay="0"/>
                                          </p:stCondLst>
                                        </p:cTn>
                                        <p:tgtEl>
                                          <p:spTgt spid="1136871">
                                            <p:txEl>
                                              <p:pRg st="4" end="4"/>
                                            </p:txEl>
                                          </p:spTgt>
                                        </p:tgtEl>
                                        <p:attrNameLst>
                                          <p:attrName>style.visibility</p:attrName>
                                        </p:attrNameLst>
                                      </p:cBhvr>
                                      <p:to>
                                        <p:strVal val="visible"/>
                                      </p:to>
                                    </p:set>
                                    <p:anim calcmode="lin" valueType="num">
                                      <p:cBhvr additive="base">
                                        <p:cTn id="122" dur="500" fill="hold"/>
                                        <p:tgtEl>
                                          <p:spTgt spid="1136871">
                                            <p:txEl>
                                              <p:pRg st="4" end="4"/>
                                            </p:txEl>
                                          </p:spTgt>
                                        </p:tgtEl>
                                        <p:attrNameLst>
                                          <p:attrName>ppt_x</p:attrName>
                                        </p:attrNameLst>
                                      </p:cBhvr>
                                      <p:tavLst>
                                        <p:tav tm="0">
                                          <p:val>
                                            <p:strVal val="#ppt_x"/>
                                          </p:val>
                                        </p:tav>
                                        <p:tav tm="100000">
                                          <p:val>
                                            <p:strVal val="#ppt_x"/>
                                          </p:val>
                                        </p:tav>
                                      </p:tavLst>
                                    </p:anim>
                                    <p:anim calcmode="lin" valueType="num">
                                      <p:cBhvr additive="base">
                                        <p:cTn id="123" dur="500" fill="hold"/>
                                        <p:tgtEl>
                                          <p:spTgt spid="1136871">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0"/>
                                            </p:cond>
                                          </p:stCondLst>
                                          <p:endCondLst>
                                            <p:cond evt="onStopAudio" delay="0">
                                              <p:tgtEl>
                                                <p:sldTgt/>
                                              </p:tgtEl>
                                            </p:cond>
                                          </p:endCondLst>
                                        </p:cTn>
                                        <p:tgtEl>
                                          <p:sndTgt r:embed="rId3" name="camera.wav"/>
                                        </p:tgtEl>
                                      </p:cMediaNode>
                                    </p:audio>
                                  </p:subTnLst>
                                </p:cTn>
                              </p:par>
                            </p:childTnLst>
                          </p:cTn>
                        </p:par>
                      </p:childTnLst>
                    </p:cTn>
                  </p:par>
                  <p:par>
                    <p:cTn id="124" fill="hold">
                      <p:stCondLst>
                        <p:cond delay="indefinite"/>
                      </p:stCondLst>
                      <p:childTnLst>
                        <p:par>
                          <p:cTn id="125" fill="hold">
                            <p:stCondLst>
                              <p:cond delay="0"/>
                            </p:stCondLst>
                            <p:childTnLst>
                              <p:par>
                                <p:cTn id="126" presetID="2" presetClass="entr" presetSubtype="4" fill="hold" nodeType="clickEffect">
                                  <p:stCondLst>
                                    <p:cond delay="0"/>
                                  </p:stCondLst>
                                  <p:childTnLst>
                                    <p:set>
                                      <p:cBhvr>
                                        <p:cTn id="127" dur="1" fill="hold">
                                          <p:stCondLst>
                                            <p:cond delay="0"/>
                                          </p:stCondLst>
                                        </p:cTn>
                                        <p:tgtEl>
                                          <p:spTgt spid="1136646">
                                            <p:txEl>
                                              <p:pRg st="20" end="20"/>
                                            </p:txEl>
                                          </p:spTgt>
                                        </p:tgtEl>
                                        <p:attrNameLst>
                                          <p:attrName>style.visibility</p:attrName>
                                        </p:attrNameLst>
                                      </p:cBhvr>
                                      <p:to>
                                        <p:strVal val="visible"/>
                                      </p:to>
                                    </p:set>
                                    <p:anim calcmode="lin" valueType="num">
                                      <p:cBhvr additive="base">
                                        <p:cTn id="128" dur="500" fill="hold"/>
                                        <p:tgtEl>
                                          <p:spTgt spid="1136646">
                                            <p:txEl>
                                              <p:pRg st="20" end="20"/>
                                            </p:txEl>
                                          </p:spTgt>
                                        </p:tgtEl>
                                        <p:attrNameLst>
                                          <p:attrName>ppt_x</p:attrName>
                                        </p:attrNameLst>
                                      </p:cBhvr>
                                      <p:tavLst>
                                        <p:tav tm="0">
                                          <p:val>
                                            <p:strVal val="#ppt_x"/>
                                          </p:val>
                                        </p:tav>
                                        <p:tav tm="100000">
                                          <p:val>
                                            <p:strVal val="#ppt_x"/>
                                          </p:val>
                                        </p:tav>
                                      </p:tavLst>
                                    </p:anim>
                                    <p:anim calcmode="lin" valueType="num">
                                      <p:cBhvr additive="base">
                                        <p:cTn id="129" dur="500" fill="hold"/>
                                        <p:tgtEl>
                                          <p:spTgt spid="1136646">
                                            <p:txEl>
                                              <p:pRg st="20" end="2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6"/>
                                            </p:cond>
                                          </p:stCondLst>
                                          <p:endCondLst>
                                            <p:cond evt="onStopAudio" delay="0">
                                              <p:tgtEl>
                                                <p:sldTgt/>
                                              </p:tgtEl>
                                            </p:cond>
                                          </p:endCondLst>
                                        </p:cTn>
                                        <p:tgtEl>
                                          <p:sndTgt r:embed="rId3" name="camera.wav"/>
                                        </p:tgtEl>
                                      </p:cMediaNode>
                                    </p:audio>
                                  </p:subTnLst>
                                </p:cTn>
                              </p:par>
                              <p:par>
                                <p:cTn id="130" presetID="2" presetClass="entr" presetSubtype="4" fill="hold" nodeType="withEffect">
                                  <p:stCondLst>
                                    <p:cond delay="0"/>
                                  </p:stCondLst>
                                  <p:childTnLst>
                                    <p:set>
                                      <p:cBhvr>
                                        <p:cTn id="131" dur="1" fill="hold">
                                          <p:stCondLst>
                                            <p:cond delay="0"/>
                                          </p:stCondLst>
                                        </p:cTn>
                                        <p:tgtEl>
                                          <p:spTgt spid="1136646">
                                            <p:txEl>
                                              <p:pRg st="21" end="21"/>
                                            </p:txEl>
                                          </p:spTgt>
                                        </p:tgtEl>
                                        <p:attrNameLst>
                                          <p:attrName>style.visibility</p:attrName>
                                        </p:attrNameLst>
                                      </p:cBhvr>
                                      <p:to>
                                        <p:strVal val="visible"/>
                                      </p:to>
                                    </p:set>
                                    <p:anim calcmode="lin" valueType="num">
                                      <p:cBhvr additive="base">
                                        <p:cTn id="132" dur="500" fill="hold"/>
                                        <p:tgtEl>
                                          <p:spTgt spid="1136646">
                                            <p:txEl>
                                              <p:pRg st="21" end="21"/>
                                            </p:txEl>
                                          </p:spTgt>
                                        </p:tgtEl>
                                        <p:attrNameLst>
                                          <p:attrName>ppt_x</p:attrName>
                                        </p:attrNameLst>
                                      </p:cBhvr>
                                      <p:tavLst>
                                        <p:tav tm="0">
                                          <p:val>
                                            <p:strVal val="#ppt_x"/>
                                          </p:val>
                                        </p:tav>
                                        <p:tav tm="100000">
                                          <p:val>
                                            <p:strVal val="#ppt_x"/>
                                          </p:val>
                                        </p:tav>
                                      </p:tavLst>
                                    </p:anim>
                                    <p:anim calcmode="lin" valueType="num">
                                      <p:cBhvr additive="base">
                                        <p:cTn id="133" dur="500" fill="hold"/>
                                        <p:tgtEl>
                                          <p:spTgt spid="1136646">
                                            <p:txEl>
                                              <p:pRg st="21" end="2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0"/>
                                            </p:cond>
                                          </p:stCondLst>
                                          <p:endCondLst>
                                            <p:cond evt="onStopAudio" delay="0">
                                              <p:tgtEl>
                                                <p:sldTgt/>
                                              </p:tgtEl>
                                            </p:cond>
                                          </p:endCondLst>
                                        </p:cTn>
                                        <p:tgtEl>
                                          <p:sndTgt r:embed="rId3"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4" presetClass="entr" presetSubtype="32" fill="hold" grpId="0" nodeType="clickEffect">
                                  <p:stCondLst>
                                    <p:cond delay="0"/>
                                  </p:stCondLst>
                                  <p:childTnLst>
                                    <p:set>
                                      <p:cBhvr>
                                        <p:cTn id="137" dur="1" fill="hold">
                                          <p:stCondLst>
                                            <p:cond delay="0"/>
                                          </p:stCondLst>
                                        </p:cTn>
                                        <p:tgtEl>
                                          <p:spTgt spid="1136883"/>
                                        </p:tgtEl>
                                        <p:attrNameLst>
                                          <p:attrName>style.visibility</p:attrName>
                                        </p:attrNameLst>
                                      </p:cBhvr>
                                      <p:to>
                                        <p:strVal val="visible"/>
                                      </p:to>
                                    </p:set>
                                    <p:animEffect transition="in" filter="box(out)">
                                      <p:cBhvr>
                                        <p:cTn id="138" dur="500"/>
                                        <p:tgtEl>
                                          <p:spTgt spid="1136883"/>
                                        </p:tgtEl>
                                      </p:cBhvr>
                                    </p:animEffect>
                                  </p:childTnLst>
                                  <p:subTnLst>
                                    <p:audio>
                                      <p:cMediaNode>
                                        <p:cTn display="0" masterRel="sameClick">
                                          <p:stCondLst>
                                            <p:cond evt="begin" delay="0">
                                              <p:tn val="13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883"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8694" name="Rectangle 6"/>
          <p:cNvSpPr>
            <a:spLocks noChangeArrowheads="1"/>
          </p:cNvSpPr>
          <p:nvPr/>
        </p:nvSpPr>
        <p:spPr bwMode="auto">
          <a:xfrm>
            <a:off x="601937" y="860519"/>
            <a:ext cx="11254703" cy="1200329"/>
          </a:xfrm>
          <a:prstGeom prst="rect">
            <a:avLst/>
          </a:prstGeom>
          <a:noFill/>
          <a:ln w="9525">
            <a:noFill/>
            <a:miter lim="800000"/>
            <a:headEnd/>
            <a:tailEnd/>
          </a:ln>
          <a:effectLst/>
        </p:spPr>
        <p:txBody>
          <a:bodyPr wrap="square" anchor="ctr">
            <a:spAutoFit/>
          </a:bodyPr>
          <a:lstStyle/>
          <a:p>
            <a:r>
              <a:rPr lang="en-US" altLang="zh-CN" b="1" dirty="0">
                <a:latin typeface="+mn-lt"/>
                <a:ea typeface="楷体" pitchFamily="49" charset="-122"/>
              </a:rPr>
              <a:t>        </a:t>
            </a:r>
            <a:r>
              <a:rPr lang="zh-CN" altLang="en-US" b="1" dirty="0">
                <a:latin typeface="+mn-lt"/>
                <a:ea typeface="楷体" pitchFamily="49" charset="-122"/>
              </a:rPr>
              <a:t>如果一个变量只有几种可能的值，可以把它定义成枚举类型。所谓“</a:t>
            </a:r>
            <a:r>
              <a:rPr lang="zh-CN" altLang="en-US" b="1" dirty="0">
                <a:solidFill>
                  <a:schemeClr val="accent2"/>
                </a:solidFill>
                <a:latin typeface="+mn-lt"/>
                <a:ea typeface="楷体" pitchFamily="49" charset="-122"/>
              </a:rPr>
              <a:t>枚举</a:t>
            </a:r>
            <a:r>
              <a:rPr lang="zh-CN" altLang="en-US" b="1" dirty="0">
                <a:latin typeface="+mn-lt"/>
                <a:ea typeface="楷体" pitchFamily="49" charset="-122"/>
              </a:rPr>
              <a:t>”，顾名思义，就是把这种类型数据可取的值一一列举出来。</a:t>
            </a:r>
            <a:r>
              <a:rPr lang="zh-CN" altLang="en-US" b="1" dirty="0">
                <a:solidFill>
                  <a:srgbClr val="CC0000"/>
                </a:solidFill>
                <a:latin typeface="+mn-lt"/>
                <a:ea typeface="楷体" pitchFamily="49" charset="-122"/>
              </a:rPr>
              <a:t>一个枚举型变量取值仅限于列出值的范围</a:t>
            </a:r>
            <a:r>
              <a:rPr lang="zh-CN" altLang="en-US" b="1" dirty="0">
                <a:latin typeface="+mn-lt"/>
                <a:ea typeface="楷体" pitchFamily="49" charset="-122"/>
              </a:rPr>
              <a:t>。枚举数据类型通常的定义形式为：</a:t>
            </a:r>
          </a:p>
        </p:txBody>
      </p:sp>
      <p:sp>
        <p:nvSpPr>
          <p:cNvPr id="1138698" name="Text Box 10"/>
          <p:cNvSpPr txBox="1">
            <a:spLocks noChangeArrowheads="1"/>
          </p:cNvSpPr>
          <p:nvPr/>
        </p:nvSpPr>
        <p:spPr bwMode="auto">
          <a:xfrm>
            <a:off x="1682454" y="2061221"/>
            <a:ext cx="4053506" cy="1439862"/>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err="1">
                <a:solidFill>
                  <a:srgbClr val="C00000"/>
                </a:solidFill>
                <a:latin typeface="+mn-lt"/>
                <a:ea typeface="楷体" pitchFamily="49" charset="-122"/>
              </a:rPr>
              <a:t>enum</a:t>
            </a:r>
            <a:r>
              <a:rPr lang="en-US" altLang="zh-CN" sz="2000" b="1" dirty="0">
                <a:solidFill>
                  <a:srgbClr val="C00000"/>
                </a:solidFill>
                <a:latin typeface="+mn-lt"/>
                <a:ea typeface="楷体" pitchFamily="49" charset="-122"/>
              </a:rPr>
              <a:t> </a:t>
            </a:r>
            <a:r>
              <a:rPr lang="en-US" altLang="zh-CN" sz="2000" b="1" dirty="0">
                <a:latin typeface="+mn-lt"/>
                <a:ea typeface="楷体" pitchFamily="49" charset="-122"/>
              </a:rPr>
              <a:t> </a:t>
            </a:r>
            <a:r>
              <a:rPr lang="zh-CN" altLang="en-US" sz="2000" b="1" dirty="0">
                <a:latin typeface="+mn-lt"/>
                <a:ea typeface="楷体" pitchFamily="49" charset="-122"/>
              </a:rPr>
              <a:t>枚举类型名</a:t>
            </a:r>
          </a:p>
          <a:p>
            <a:r>
              <a:rPr lang="en-US" altLang="zh-CN" sz="2000" b="1" dirty="0">
                <a:latin typeface="+mn-lt"/>
                <a:ea typeface="楷体" pitchFamily="49" charset="-122"/>
              </a:rPr>
              <a:t>{</a:t>
            </a:r>
          </a:p>
          <a:p>
            <a:r>
              <a:rPr lang="en-US" altLang="zh-CN" sz="2000" b="1" dirty="0">
                <a:latin typeface="+mn-lt"/>
                <a:ea typeface="楷体" pitchFamily="49" charset="-122"/>
              </a:rPr>
              <a:t>    </a:t>
            </a:r>
            <a:r>
              <a:rPr lang="zh-CN" altLang="en-US" sz="2000" b="1" dirty="0">
                <a:latin typeface="+mn-lt"/>
                <a:ea typeface="楷体" pitchFamily="49" charset="-122"/>
              </a:rPr>
              <a:t>枚举元素表</a:t>
            </a:r>
          </a:p>
          <a:p>
            <a:r>
              <a:rPr lang="en-US" altLang="zh-CN" sz="2000" b="1" dirty="0">
                <a:latin typeface="+mn-lt"/>
                <a:ea typeface="楷体" pitchFamily="49" charset="-122"/>
              </a:rPr>
              <a:t>}</a:t>
            </a:r>
            <a:r>
              <a:rPr lang="zh-CN" altLang="en-US" sz="2000" b="1" dirty="0">
                <a:latin typeface="+mn-lt"/>
                <a:ea typeface="楷体" pitchFamily="49" charset="-122"/>
              </a:rPr>
              <a:t>；</a:t>
            </a:r>
          </a:p>
        </p:txBody>
      </p:sp>
      <p:sp>
        <p:nvSpPr>
          <p:cNvPr id="1138699" name="AutoShape 11"/>
          <p:cNvSpPr>
            <a:spLocks noChangeArrowheads="1"/>
          </p:cNvSpPr>
          <p:nvPr/>
        </p:nvSpPr>
        <p:spPr bwMode="auto">
          <a:xfrm>
            <a:off x="6168008" y="2060848"/>
            <a:ext cx="3024187" cy="792163"/>
          </a:xfrm>
          <a:prstGeom prst="wedgeRoundRectCallout">
            <a:avLst>
              <a:gd name="adj1" fmla="val -140594"/>
              <a:gd name="adj2" fmla="val 50002"/>
              <a:gd name="adj3" fmla="val 16667"/>
            </a:avLst>
          </a:prstGeom>
          <a:gradFill rotWithShape="1">
            <a:gsLst>
              <a:gs pos="0">
                <a:srgbClr val="CFCFD1"/>
              </a:gs>
              <a:gs pos="100000">
                <a:schemeClr val="bg1">
                  <a:lumMod val="95000"/>
                </a:schemeClr>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latin typeface="+mn-lt"/>
                <a:ea typeface="楷体" pitchFamily="49" charset="-122"/>
              </a:rPr>
              <a:t>由多个标识符组成，标识符之间用</a:t>
            </a:r>
            <a:r>
              <a:rPr lang="zh-CN" altLang="en-US" sz="2000" b="1">
                <a:solidFill>
                  <a:srgbClr val="CC0000"/>
                </a:solidFill>
                <a:latin typeface="+mn-lt"/>
                <a:ea typeface="楷体" pitchFamily="49" charset="-122"/>
              </a:rPr>
              <a:t>逗号</a:t>
            </a:r>
            <a:r>
              <a:rPr lang="zh-CN" altLang="en-US" sz="2000" b="1">
                <a:latin typeface="+mn-lt"/>
                <a:ea typeface="楷体" pitchFamily="49" charset="-122"/>
              </a:rPr>
              <a:t>分开 </a:t>
            </a:r>
          </a:p>
        </p:txBody>
      </p:sp>
      <p:sp>
        <p:nvSpPr>
          <p:cNvPr id="1138701" name="Rectangle 13" descr="信纸"/>
          <p:cNvSpPr>
            <a:spLocks noChangeArrowheads="1"/>
          </p:cNvSpPr>
          <p:nvPr/>
        </p:nvSpPr>
        <p:spPr bwMode="auto">
          <a:xfrm>
            <a:off x="1699841" y="3946772"/>
            <a:ext cx="9292703" cy="400110"/>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dirty="0">
                <a:solidFill>
                  <a:srgbClr val="C00000"/>
                </a:solidFill>
                <a:latin typeface="+mn-lt"/>
                <a:ea typeface="隶书" pitchFamily="49" charset="-122"/>
              </a:rPr>
              <a:t>定义枚举类型：</a:t>
            </a:r>
            <a:r>
              <a:rPr lang="en-US" altLang="zh-CN" sz="2000" b="1" dirty="0" err="1">
                <a:solidFill>
                  <a:srgbClr val="C00000"/>
                </a:solidFill>
                <a:latin typeface="+mn-lt"/>
                <a:ea typeface="楷体" pitchFamily="49" charset="-122"/>
              </a:rPr>
              <a:t>enum</a:t>
            </a:r>
            <a:r>
              <a:rPr lang="en-US" altLang="zh-CN" sz="2000" b="1" dirty="0">
                <a:solidFill>
                  <a:srgbClr val="C00000"/>
                </a:solidFill>
                <a:latin typeface="+mn-lt"/>
                <a:ea typeface="楷体" pitchFamily="49" charset="-122"/>
              </a:rPr>
              <a:t> weekday </a:t>
            </a:r>
            <a:r>
              <a:rPr lang="en-US" altLang="zh-CN" sz="2000" b="1" dirty="0">
                <a:latin typeface="+mn-lt"/>
                <a:ea typeface="楷体" pitchFamily="49" charset="-122"/>
              </a:rPr>
              <a:t>{sun, </a:t>
            </a:r>
            <a:r>
              <a:rPr lang="en-US" altLang="zh-CN" sz="2000" b="1" dirty="0" err="1">
                <a:latin typeface="+mn-lt"/>
                <a:ea typeface="楷体" pitchFamily="49" charset="-122"/>
              </a:rPr>
              <a:t>mon</a:t>
            </a:r>
            <a:r>
              <a:rPr lang="en-US" altLang="zh-CN" sz="2000" b="1" dirty="0">
                <a:latin typeface="+mn-lt"/>
                <a:ea typeface="楷体" pitchFamily="49" charset="-122"/>
              </a:rPr>
              <a:t>, </a:t>
            </a:r>
            <a:r>
              <a:rPr lang="en-US" altLang="zh-CN" sz="2000" b="1" dirty="0" err="1">
                <a:latin typeface="+mn-lt"/>
                <a:ea typeface="楷体" pitchFamily="49" charset="-122"/>
              </a:rPr>
              <a:t>tue</a:t>
            </a:r>
            <a:r>
              <a:rPr lang="en-US" altLang="zh-CN" sz="2000" b="1" dirty="0">
                <a:latin typeface="+mn-lt"/>
                <a:ea typeface="楷体" pitchFamily="49" charset="-122"/>
              </a:rPr>
              <a:t>, wed, </a:t>
            </a:r>
            <a:r>
              <a:rPr lang="en-US" altLang="zh-CN" sz="2000" b="1" dirty="0" err="1">
                <a:latin typeface="+mn-lt"/>
                <a:ea typeface="楷体" pitchFamily="49" charset="-122"/>
              </a:rPr>
              <a:t>thu</a:t>
            </a:r>
            <a:r>
              <a:rPr lang="en-US" altLang="zh-CN" sz="2000" b="1" dirty="0">
                <a:latin typeface="+mn-lt"/>
                <a:ea typeface="楷体" pitchFamily="49" charset="-122"/>
              </a:rPr>
              <a:t>, </a:t>
            </a:r>
            <a:r>
              <a:rPr lang="en-US" altLang="zh-CN" sz="2000" b="1" dirty="0" err="1">
                <a:latin typeface="+mn-lt"/>
                <a:ea typeface="楷体" pitchFamily="49" charset="-122"/>
              </a:rPr>
              <a:t>fri</a:t>
            </a:r>
            <a:r>
              <a:rPr lang="en-US" altLang="zh-CN" sz="2000" b="1" dirty="0">
                <a:latin typeface="+mn-lt"/>
                <a:ea typeface="楷体" pitchFamily="49" charset="-122"/>
              </a:rPr>
              <a:t>, sat};</a:t>
            </a:r>
          </a:p>
        </p:txBody>
      </p:sp>
      <p:sp>
        <p:nvSpPr>
          <p:cNvPr id="1138702" name="Rectangle 14" descr="信纸"/>
          <p:cNvSpPr>
            <a:spLocks noChangeArrowheads="1"/>
          </p:cNvSpPr>
          <p:nvPr/>
        </p:nvSpPr>
        <p:spPr bwMode="auto">
          <a:xfrm>
            <a:off x="1686851" y="4756641"/>
            <a:ext cx="9292703" cy="400110"/>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r>
              <a:rPr lang="zh-CN" altLang="en-US" sz="2000" b="1" dirty="0">
                <a:solidFill>
                  <a:srgbClr val="C00000"/>
                </a:solidFill>
                <a:latin typeface="+mn-lt"/>
                <a:ea typeface="隶书" pitchFamily="49" charset="-122"/>
              </a:rPr>
              <a:t>定义枚举类型变量：</a:t>
            </a:r>
            <a:r>
              <a:rPr lang="en-US" altLang="zh-CN" sz="2000" b="1" dirty="0" err="1">
                <a:solidFill>
                  <a:srgbClr val="C00000"/>
                </a:solidFill>
                <a:latin typeface="+mn-lt"/>
                <a:ea typeface="楷体" pitchFamily="49" charset="-122"/>
              </a:rPr>
              <a:t>enum</a:t>
            </a:r>
            <a:r>
              <a:rPr lang="en-US" altLang="zh-CN" sz="2000" b="1" dirty="0">
                <a:solidFill>
                  <a:srgbClr val="C00000"/>
                </a:solidFill>
                <a:latin typeface="+mn-lt"/>
                <a:ea typeface="楷体" pitchFamily="49" charset="-122"/>
              </a:rPr>
              <a:t> weekday </a:t>
            </a:r>
            <a:r>
              <a:rPr lang="en-US" altLang="zh-CN" sz="2000" b="1" dirty="0">
                <a:solidFill>
                  <a:srgbClr val="002060"/>
                </a:solidFill>
                <a:latin typeface="+mn-lt"/>
                <a:ea typeface="楷体" pitchFamily="49" charset="-122"/>
              </a:rPr>
              <a:t>today, </a:t>
            </a:r>
            <a:r>
              <a:rPr lang="en-US" altLang="zh-CN" sz="2000" b="1" dirty="0" err="1">
                <a:solidFill>
                  <a:srgbClr val="002060"/>
                </a:solidFill>
                <a:latin typeface="+mn-lt"/>
                <a:ea typeface="楷体" pitchFamily="49" charset="-122"/>
              </a:rPr>
              <a:t>nextday</a:t>
            </a:r>
            <a:r>
              <a:rPr lang="en-US" altLang="zh-CN" sz="2000" b="1" dirty="0">
                <a:solidFill>
                  <a:srgbClr val="002060"/>
                </a:solidFill>
                <a:latin typeface="+mn-lt"/>
                <a:ea typeface="楷体" pitchFamily="49" charset="-122"/>
              </a:rPr>
              <a:t>;</a:t>
            </a:r>
          </a:p>
        </p:txBody>
      </p:sp>
      <p:sp>
        <p:nvSpPr>
          <p:cNvPr id="1138703" name="Rectangle 15" descr="信纸"/>
          <p:cNvSpPr>
            <a:spLocks noChangeArrowheads="1"/>
          </p:cNvSpPr>
          <p:nvPr/>
        </p:nvSpPr>
        <p:spPr bwMode="auto">
          <a:xfrm>
            <a:off x="1690103" y="5913314"/>
            <a:ext cx="9291600" cy="40011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00000"/>
                </a:solidFill>
                <a:latin typeface="+mn-lt"/>
                <a:ea typeface="楷体" pitchFamily="49" charset="-122"/>
              </a:rPr>
              <a:t>enum</a:t>
            </a:r>
            <a:r>
              <a:rPr lang="en-US" altLang="zh-CN" sz="2000" b="1" dirty="0">
                <a:solidFill>
                  <a:srgbClr val="C00000"/>
                </a:solidFill>
                <a:latin typeface="+mn-lt"/>
                <a:ea typeface="楷体" pitchFamily="49" charset="-122"/>
              </a:rPr>
              <a:t> weekday </a:t>
            </a:r>
            <a:r>
              <a:rPr lang="en-US" altLang="zh-CN" sz="2000" b="1" dirty="0">
                <a:latin typeface="+mn-lt"/>
                <a:ea typeface="楷体" pitchFamily="49" charset="-122"/>
              </a:rPr>
              <a:t>{sun, mon, </a:t>
            </a:r>
            <a:r>
              <a:rPr lang="en-US" altLang="zh-CN" sz="2000" b="1" dirty="0" err="1">
                <a:latin typeface="+mn-lt"/>
                <a:ea typeface="楷体" pitchFamily="49" charset="-122"/>
              </a:rPr>
              <a:t>tue</a:t>
            </a:r>
            <a:r>
              <a:rPr lang="en-US" altLang="zh-CN" sz="2000" b="1" dirty="0">
                <a:latin typeface="+mn-lt"/>
                <a:ea typeface="楷体" pitchFamily="49" charset="-122"/>
              </a:rPr>
              <a:t>, wed, </a:t>
            </a:r>
            <a:r>
              <a:rPr lang="en-US" altLang="zh-CN" sz="2000" b="1" dirty="0" err="1">
                <a:latin typeface="+mn-lt"/>
                <a:ea typeface="楷体" pitchFamily="49" charset="-122"/>
              </a:rPr>
              <a:t>thu</a:t>
            </a:r>
            <a:r>
              <a:rPr lang="en-US" altLang="zh-CN" sz="2000" b="1" dirty="0">
                <a:latin typeface="+mn-lt"/>
                <a:ea typeface="楷体" pitchFamily="49" charset="-122"/>
              </a:rPr>
              <a:t>, </a:t>
            </a:r>
            <a:r>
              <a:rPr lang="en-US" altLang="zh-CN" sz="2000" b="1" dirty="0" err="1">
                <a:latin typeface="+mn-lt"/>
                <a:ea typeface="楷体" pitchFamily="49" charset="-122"/>
              </a:rPr>
              <a:t>fri</a:t>
            </a:r>
            <a:r>
              <a:rPr lang="en-US" altLang="zh-CN" sz="2000" b="1" dirty="0">
                <a:latin typeface="+mn-lt"/>
                <a:ea typeface="楷体" pitchFamily="49" charset="-122"/>
              </a:rPr>
              <a:t>, sat} </a:t>
            </a:r>
            <a:r>
              <a:rPr lang="en-US" altLang="zh-CN" sz="2000" b="1" dirty="0">
                <a:solidFill>
                  <a:srgbClr val="002060"/>
                </a:solidFill>
                <a:latin typeface="+mn-lt"/>
                <a:ea typeface="楷体" pitchFamily="49" charset="-122"/>
              </a:rPr>
              <a:t>today, </a:t>
            </a:r>
            <a:r>
              <a:rPr lang="en-US" altLang="zh-CN" sz="2000" b="1" dirty="0" err="1">
                <a:solidFill>
                  <a:srgbClr val="002060"/>
                </a:solidFill>
                <a:latin typeface="+mn-lt"/>
                <a:ea typeface="楷体" pitchFamily="49" charset="-122"/>
              </a:rPr>
              <a:t>nextday</a:t>
            </a:r>
            <a:r>
              <a:rPr lang="en-US" altLang="zh-CN" sz="2000" b="1" dirty="0">
                <a:solidFill>
                  <a:srgbClr val="002060"/>
                </a:solidFill>
                <a:latin typeface="+mn-lt"/>
                <a:ea typeface="楷体" pitchFamily="49" charset="-122"/>
              </a:rPr>
              <a:t>;</a:t>
            </a:r>
          </a:p>
        </p:txBody>
      </p:sp>
      <p:sp>
        <p:nvSpPr>
          <p:cNvPr id="1138705" name="AutoShape 17"/>
          <p:cNvSpPr>
            <a:spLocks noChangeArrowheads="1"/>
          </p:cNvSpPr>
          <p:nvPr/>
        </p:nvSpPr>
        <p:spPr bwMode="auto">
          <a:xfrm>
            <a:off x="5498804" y="5243389"/>
            <a:ext cx="358775" cy="633412"/>
          </a:xfrm>
          <a:prstGeom prst="upDownArrow">
            <a:avLst>
              <a:gd name="adj1" fmla="val 50000"/>
              <a:gd name="adj2" fmla="val 35310"/>
            </a:avLst>
          </a:prstGeom>
          <a:gradFill rotWithShape="1">
            <a:gsLst>
              <a:gs pos="0">
                <a:srgbClr val="BEDFC4"/>
              </a:gs>
              <a:gs pos="100000">
                <a:srgbClr val="00FFFF">
                  <a:gamma/>
                  <a:shade val="46275"/>
                  <a:invGamma/>
                </a:srgbClr>
              </a:gs>
            </a:gsLst>
            <a:lin ang="5400000" scaled="1"/>
          </a:gradFill>
          <a:ln w="9525">
            <a:noFill/>
            <a:miter lim="800000"/>
            <a:headEnd/>
            <a:tailEnd/>
          </a:ln>
          <a:effectLst>
            <a:outerShdw blurRad="50800" dist="106680" dir="2700000" algn="tl" rotWithShape="0">
              <a:prstClr val="black">
                <a:alpha val="43000"/>
              </a:prstClr>
            </a:outerShdw>
          </a:effectLst>
        </p:spPr>
        <p:txBody>
          <a:bodyPr vert="eaVert" wrap="none" anchor="ctr"/>
          <a:lstStyle/>
          <a:p>
            <a:endParaRPr lang="zh-CN" altLang="en-US">
              <a:latin typeface="+mn-lt"/>
              <a:ea typeface="楷体" pitchFamily="49" charset="-122"/>
            </a:endParaRPr>
          </a:p>
        </p:txBody>
      </p:sp>
      <p:sp>
        <p:nvSpPr>
          <p:cNvPr id="1138707" name="Oval 19"/>
          <p:cNvSpPr>
            <a:spLocks noChangeArrowheads="1"/>
          </p:cNvSpPr>
          <p:nvPr/>
        </p:nvSpPr>
        <p:spPr bwMode="auto">
          <a:xfrm>
            <a:off x="6970901" y="5921251"/>
            <a:ext cx="1884363" cy="431800"/>
          </a:xfrm>
          <a:prstGeom prst="ellipse">
            <a:avLst/>
          </a:prstGeom>
          <a:noFill/>
          <a:ln w="28575">
            <a:solidFill>
              <a:srgbClr val="C00000"/>
            </a:solidFill>
            <a:round/>
            <a:headEnd/>
            <a:tailEnd/>
          </a:ln>
          <a:effectLst/>
        </p:spPr>
        <p:txBody>
          <a:bodyPr wrap="none" anchor="ctr"/>
          <a:lstStyle/>
          <a:p>
            <a:endParaRPr lang="zh-CN" altLang="en-US"/>
          </a:p>
        </p:txBody>
      </p:sp>
      <p:sp>
        <p:nvSpPr>
          <p:cNvPr id="1138708" name="Oval 20"/>
          <p:cNvSpPr>
            <a:spLocks noChangeArrowheads="1"/>
          </p:cNvSpPr>
          <p:nvPr/>
        </p:nvSpPr>
        <p:spPr bwMode="auto">
          <a:xfrm>
            <a:off x="5274532" y="3861048"/>
            <a:ext cx="3600450" cy="633413"/>
          </a:xfrm>
          <a:prstGeom prst="ellipse">
            <a:avLst/>
          </a:prstGeom>
          <a:noFill/>
          <a:ln w="28575">
            <a:solidFill>
              <a:srgbClr val="002060"/>
            </a:solidFill>
            <a:round/>
            <a:headEnd/>
            <a:tailEnd/>
          </a:ln>
          <a:effectLst/>
        </p:spPr>
        <p:txBody>
          <a:bodyPr wrap="none" anchor="ctr"/>
          <a:lstStyle/>
          <a:p>
            <a:endParaRPr lang="zh-CN" altLang="en-US"/>
          </a:p>
        </p:txBody>
      </p:sp>
      <p:grpSp>
        <p:nvGrpSpPr>
          <p:cNvPr id="1138712" name="Group 24"/>
          <p:cNvGrpSpPr>
            <a:grpSpLocks/>
          </p:cNvGrpSpPr>
          <p:nvPr/>
        </p:nvGrpSpPr>
        <p:grpSpPr bwMode="auto">
          <a:xfrm>
            <a:off x="7894343" y="4429002"/>
            <a:ext cx="1277937" cy="1655763"/>
            <a:chOff x="4979" y="2926"/>
            <a:chExt cx="805" cy="1043"/>
          </a:xfrm>
        </p:grpSpPr>
        <p:sp>
          <p:nvSpPr>
            <p:cNvPr id="1138709" name="AutoShape 21"/>
            <p:cNvSpPr>
              <a:spLocks noChangeArrowheads="1"/>
            </p:cNvSpPr>
            <p:nvPr/>
          </p:nvSpPr>
          <p:spPr bwMode="auto">
            <a:xfrm rot="14583628">
              <a:off x="4571" y="3334"/>
              <a:ext cx="1043" cy="22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flip="none" rotWithShape="1">
              <a:gsLst>
                <a:gs pos="0">
                  <a:srgbClr val="BD6368"/>
                </a:gs>
                <a:gs pos="100000">
                  <a:schemeClr val="bg1"/>
                </a:gs>
              </a:gsLst>
              <a:lin ang="8100000" scaled="1"/>
              <a:tileRect/>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1138711" name="Text Box 23"/>
            <p:cNvSpPr txBox="1">
              <a:spLocks noChangeArrowheads="1"/>
            </p:cNvSpPr>
            <p:nvPr/>
          </p:nvSpPr>
          <p:spPr bwMode="auto">
            <a:xfrm>
              <a:off x="5263" y="3467"/>
              <a:ext cx="521"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CC0000"/>
                  </a:solidFill>
                  <a:latin typeface="楷体" pitchFamily="49" charset="-122"/>
                  <a:ea typeface="楷体" pitchFamily="49" charset="-122"/>
                </a:rPr>
                <a:t>取值</a:t>
              </a:r>
            </a:p>
          </p:txBody>
        </p:sp>
      </p:grpSp>
      <p:sp>
        <p:nvSpPr>
          <p:cNvPr id="18" name="Rectangle 4">
            <a:extLst>
              <a:ext uri="{FF2B5EF4-FFF2-40B4-BE49-F238E27FC236}">
                <a16:creationId xmlns:a16="http://schemas.microsoft.com/office/drawing/2014/main" id="{7CE16C1F-15A0-476C-90DC-7286713DFBB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枚举类型变量的定义和引用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38694"/>
                                        </p:tgtEl>
                                        <p:attrNameLst>
                                          <p:attrName>style.visibility</p:attrName>
                                        </p:attrNameLst>
                                      </p:cBhvr>
                                      <p:to>
                                        <p:strVal val="visible"/>
                                      </p:to>
                                    </p:set>
                                    <p:animEffect transition="in" filter="box(out)">
                                      <p:cBhvr>
                                        <p:cTn id="7" dur="500"/>
                                        <p:tgtEl>
                                          <p:spTgt spid="113869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38698"/>
                                        </p:tgtEl>
                                        <p:attrNameLst>
                                          <p:attrName>style.visibility</p:attrName>
                                        </p:attrNameLst>
                                      </p:cBhvr>
                                      <p:to>
                                        <p:strVal val="visible"/>
                                      </p:to>
                                    </p:set>
                                    <p:animEffect transition="in" filter="box(out)">
                                      <p:cBhvr>
                                        <p:cTn id="12" dur="500"/>
                                        <p:tgtEl>
                                          <p:spTgt spid="113869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138699"/>
                                        </p:tgtEl>
                                        <p:attrNameLst>
                                          <p:attrName>style.visibility</p:attrName>
                                        </p:attrNameLst>
                                      </p:cBhvr>
                                      <p:to>
                                        <p:strVal val="visible"/>
                                      </p:to>
                                    </p:set>
                                    <p:animEffect transition="in" filter="strips(upRight)">
                                      <p:cBhvr>
                                        <p:cTn id="17" dur="500"/>
                                        <p:tgtEl>
                                          <p:spTgt spid="1138699"/>
                                        </p:tgtEl>
                                      </p:cBhvr>
                                    </p:animEffect>
                                  </p:childTnLst>
                                  <p:subTnLst>
                                    <p:audio>
                                      <p:cMediaNode>
                                        <p:cTn display="0" masterRel="sameClick">
                                          <p:stCondLst>
                                            <p:cond evt="begin" delay="0">
                                              <p:tn val="15"/>
                                            </p:cond>
                                          </p:stCondLst>
                                          <p:endCondLst>
                                            <p:cond evt="onStopAudio" delay="0">
                                              <p:tgtEl>
                                                <p:sldTgt/>
                                              </p:tgtEl>
                                            </p:cond>
                                          </p:endCondLst>
                                        </p:cTn>
                                        <p:tgtEl>
                                          <p:sndTgt r:embed="rId4" name="laser.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38701"/>
                                        </p:tgtEl>
                                        <p:attrNameLst>
                                          <p:attrName>style.visibility</p:attrName>
                                        </p:attrNameLst>
                                      </p:cBhvr>
                                      <p:to>
                                        <p:strVal val="visible"/>
                                      </p:to>
                                    </p:set>
                                    <p:animEffect transition="in" filter="box(out)">
                                      <p:cBhvr>
                                        <p:cTn id="22" dur="500"/>
                                        <p:tgtEl>
                                          <p:spTgt spid="1138701"/>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38702"/>
                                        </p:tgtEl>
                                        <p:attrNameLst>
                                          <p:attrName>style.visibility</p:attrName>
                                        </p:attrNameLst>
                                      </p:cBhvr>
                                      <p:to>
                                        <p:strVal val="visible"/>
                                      </p:to>
                                    </p:set>
                                    <p:animEffect transition="in" filter="box(out)">
                                      <p:cBhvr>
                                        <p:cTn id="27" dur="500"/>
                                        <p:tgtEl>
                                          <p:spTgt spid="1138702"/>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138705"/>
                                        </p:tgtEl>
                                        <p:attrNameLst>
                                          <p:attrName>style.visibility</p:attrName>
                                        </p:attrNameLst>
                                      </p:cBhvr>
                                      <p:to>
                                        <p:strVal val="visible"/>
                                      </p:to>
                                    </p:set>
                                    <p:animEffect transition="in" filter="strips(downRight)">
                                      <p:cBhvr>
                                        <p:cTn id="32" dur="500"/>
                                        <p:tgtEl>
                                          <p:spTgt spid="1138705"/>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500"/>
                            </p:stCondLst>
                            <p:childTnLst>
                              <p:par>
                                <p:cTn id="34" presetID="4" presetClass="entr" presetSubtype="32" fill="hold" grpId="0" nodeType="afterEffect">
                                  <p:stCondLst>
                                    <p:cond delay="0"/>
                                  </p:stCondLst>
                                  <p:childTnLst>
                                    <p:set>
                                      <p:cBhvr>
                                        <p:cTn id="35" dur="1" fill="hold">
                                          <p:stCondLst>
                                            <p:cond delay="0"/>
                                          </p:stCondLst>
                                        </p:cTn>
                                        <p:tgtEl>
                                          <p:spTgt spid="1138703"/>
                                        </p:tgtEl>
                                        <p:attrNameLst>
                                          <p:attrName>style.visibility</p:attrName>
                                        </p:attrNameLst>
                                      </p:cBhvr>
                                      <p:to>
                                        <p:strVal val="visible"/>
                                      </p:to>
                                    </p:set>
                                    <p:animEffect transition="in" filter="box(out)">
                                      <p:cBhvr>
                                        <p:cTn id="36" dur="500"/>
                                        <p:tgtEl>
                                          <p:spTgt spid="1138703"/>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3" fill="hold" grpId="0" nodeType="clickEffect">
                                  <p:stCondLst>
                                    <p:cond delay="0"/>
                                  </p:stCondLst>
                                  <p:childTnLst>
                                    <p:set>
                                      <p:cBhvr>
                                        <p:cTn id="40" dur="1" fill="hold">
                                          <p:stCondLst>
                                            <p:cond delay="0"/>
                                          </p:stCondLst>
                                        </p:cTn>
                                        <p:tgtEl>
                                          <p:spTgt spid="1138707"/>
                                        </p:tgtEl>
                                        <p:attrNameLst>
                                          <p:attrName>style.visibility</p:attrName>
                                        </p:attrNameLst>
                                      </p:cBhvr>
                                      <p:to>
                                        <p:strVal val="visible"/>
                                      </p:to>
                                    </p:set>
                                    <p:animEffect transition="in" filter="strips(upRight)">
                                      <p:cBhvr>
                                        <p:cTn id="41" dur="500"/>
                                        <p:tgtEl>
                                          <p:spTgt spid="1138707"/>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par>
                          <p:cTn id="42" fill="hold">
                            <p:stCondLst>
                              <p:cond delay="500"/>
                            </p:stCondLst>
                            <p:childTnLst>
                              <p:par>
                                <p:cTn id="43" presetID="18" presetClass="entr" presetSubtype="9" fill="hold" nodeType="afterEffect">
                                  <p:stCondLst>
                                    <p:cond delay="0"/>
                                  </p:stCondLst>
                                  <p:childTnLst>
                                    <p:set>
                                      <p:cBhvr>
                                        <p:cTn id="44" dur="1" fill="hold">
                                          <p:stCondLst>
                                            <p:cond delay="0"/>
                                          </p:stCondLst>
                                        </p:cTn>
                                        <p:tgtEl>
                                          <p:spTgt spid="1138712"/>
                                        </p:tgtEl>
                                        <p:attrNameLst>
                                          <p:attrName>style.visibility</p:attrName>
                                        </p:attrNameLst>
                                      </p:cBhvr>
                                      <p:to>
                                        <p:strVal val="visible"/>
                                      </p:to>
                                    </p:set>
                                    <p:animEffect transition="in" filter="strips(upLeft)">
                                      <p:cBhvr>
                                        <p:cTn id="45" dur="500"/>
                                        <p:tgtEl>
                                          <p:spTgt spid="1138712"/>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par>
                          <p:cTn id="46" fill="hold">
                            <p:stCondLst>
                              <p:cond delay="1000"/>
                            </p:stCondLst>
                            <p:childTnLst>
                              <p:par>
                                <p:cTn id="47" presetID="18" presetClass="entr" presetSubtype="12" fill="hold" grpId="0" nodeType="afterEffect">
                                  <p:stCondLst>
                                    <p:cond delay="0"/>
                                  </p:stCondLst>
                                  <p:childTnLst>
                                    <p:set>
                                      <p:cBhvr>
                                        <p:cTn id="48" dur="1" fill="hold">
                                          <p:stCondLst>
                                            <p:cond delay="0"/>
                                          </p:stCondLst>
                                        </p:cTn>
                                        <p:tgtEl>
                                          <p:spTgt spid="1138708"/>
                                        </p:tgtEl>
                                        <p:attrNameLst>
                                          <p:attrName>style.visibility</p:attrName>
                                        </p:attrNameLst>
                                      </p:cBhvr>
                                      <p:to>
                                        <p:strVal val="visible"/>
                                      </p:to>
                                    </p:set>
                                    <p:animEffect transition="in" filter="strips(downLeft)">
                                      <p:cBhvr>
                                        <p:cTn id="49" dur="500"/>
                                        <p:tgtEl>
                                          <p:spTgt spid="1138708"/>
                                        </p:tgtEl>
                                      </p:cBhvr>
                                    </p:animEffect>
                                  </p:childTnLst>
                                  <p:subTnLs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694" grpId="0"/>
      <p:bldP spid="1138698" grpId="0" animBg="1"/>
      <p:bldP spid="1138699" grpId="0" animBg="1"/>
      <p:bldP spid="1138701" grpId="0" animBg="1"/>
      <p:bldP spid="1138702" grpId="0" animBg="1"/>
      <p:bldP spid="1138703" grpId="0" animBg="1"/>
      <p:bldP spid="1138705" grpId="0" animBg="1"/>
      <p:bldP spid="1138707" grpId="0" animBg="1"/>
      <p:bldP spid="1138708"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 name="Rectangle 4">
            <a:extLst>
              <a:ext uri="{FF2B5EF4-FFF2-40B4-BE49-F238E27FC236}">
                <a16:creationId xmlns:a16="http://schemas.microsoft.com/office/drawing/2014/main" id="{C5AC7CD1-6687-4C79-9AE7-AB0AB1B79AC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枚举类型变量的定义和引用 </a:t>
            </a:r>
          </a:p>
        </p:txBody>
      </p:sp>
      <p:sp>
        <p:nvSpPr>
          <p:cNvPr id="1140754" name="Rectangle 18" descr="信纸"/>
          <p:cNvSpPr>
            <a:spLocks noChangeArrowheads="1"/>
          </p:cNvSpPr>
          <p:nvPr/>
        </p:nvSpPr>
        <p:spPr bwMode="auto">
          <a:xfrm>
            <a:off x="1374354" y="1411719"/>
            <a:ext cx="3891840" cy="1590675"/>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b="1">
                <a:effectLst>
                  <a:outerShdw blurRad="38100" dist="38100" dir="2700000" algn="tl">
                    <a:srgbClr val="FFFFFF"/>
                  </a:outerShdw>
                </a:effectLst>
              </a:rPr>
              <a:t>today = sun;</a:t>
            </a:r>
          </a:p>
          <a:p>
            <a:pPr indent="266700"/>
            <a:r>
              <a:rPr lang="en-US" altLang="zh-CN" b="1">
                <a:effectLst>
                  <a:outerShdw blurRad="38100" dist="38100" dir="2700000" algn="tl">
                    <a:srgbClr val="FFFFFF"/>
                  </a:outerShdw>
                </a:effectLst>
              </a:rPr>
              <a:t>nextday = mon;</a:t>
            </a:r>
          </a:p>
          <a:p>
            <a:pPr indent="266700"/>
            <a:r>
              <a:rPr lang="en-US" altLang="zh-CN" b="1">
                <a:effectLst>
                  <a:outerShdw blurRad="38100" dist="38100" dir="2700000" algn="tl">
                    <a:srgbClr val="FFFFFF"/>
                  </a:outerShdw>
                </a:effectLst>
              </a:rPr>
              <a:t>if (today == sat)</a:t>
            </a:r>
          </a:p>
          <a:p>
            <a:pPr indent="266700"/>
            <a:r>
              <a:rPr lang="en-US" altLang="zh-CN" b="1">
                <a:effectLst>
                  <a:outerShdw blurRad="38100" dist="38100" dir="2700000" algn="tl">
                    <a:srgbClr val="FFFFFF"/>
                  </a:outerShdw>
                </a:effectLst>
              </a:rPr>
              <a:t>    nextday = sun;</a:t>
            </a:r>
          </a:p>
        </p:txBody>
      </p:sp>
      <p:sp>
        <p:nvSpPr>
          <p:cNvPr id="1140755" name="Rectangle 19" descr="信纸"/>
          <p:cNvSpPr>
            <a:spLocks noChangeArrowheads="1"/>
          </p:cNvSpPr>
          <p:nvPr/>
        </p:nvSpPr>
        <p:spPr bwMode="auto">
          <a:xfrm>
            <a:off x="5986274" y="1885801"/>
            <a:ext cx="4032448" cy="461665"/>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b="1">
                <a:effectLst>
                  <a:outerShdw blurRad="38100" dist="38100" dir="2700000" algn="tl">
                    <a:srgbClr val="FFFFFF"/>
                  </a:outerShdw>
                </a:effectLst>
              </a:rPr>
              <a:t>today = 100;</a:t>
            </a:r>
            <a:r>
              <a:rPr lang="en-US" altLang="zh-CN"/>
              <a:t> </a:t>
            </a:r>
          </a:p>
        </p:txBody>
      </p:sp>
      <p:sp>
        <p:nvSpPr>
          <p:cNvPr id="1140756" name="Text Box 20"/>
          <p:cNvSpPr txBox="1">
            <a:spLocks noChangeArrowheads="1"/>
          </p:cNvSpPr>
          <p:nvPr/>
        </p:nvSpPr>
        <p:spPr bwMode="auto">
          <a:xfrm>
            <a:off x="4475619" y="1412776"/>
            <a:ext cx="790575" cy="641350"/>
          </a:xfrm>
          <a:prstGeom prst="rect">
            <a:avLst/>
          </a:prstGeom>
          <a:noFill/>
          <a:ln w="9525">
            <a:noFill/>
            <a:miter lim="800000"/>
            <a:headEnd/>
            <a:tailEnd/>
          </a:ln>
          <a:effectLst/>
        </p:spPr>
        <p:txBody>
          <a:bodyPr>
            <a:spAutoFit/>
          </a:bodyPr>
          <a:lstStyle/>
          <a:p>
            <a:pPr>
              <a:spcBef>
                <a:spcPct val="50000"/>
              </a:spcBef>
            </a:pPr>
            <a:r>
              <a:rPr lang="en-US" altLang="zh-CN" sz="3600" b="1" dirty="0">
                <a:solidFill>
                  <a:srgbClr val="C00000"/>
                </a:solidFill>
                <a:effectLst>
                  <a:outerShdw blurRad="38100" dist="38100" dir="2700000" algn="tl">
                    <a:srgbClr val="000000"/>
                  </a:outerShdw>
                </a:effectLst>
              </a:rPr>
              <a:t>√</a:t>
            </a:r>
          </a:p>
        </p:txBody>
      </p:sp>
      <p:sp>
        <p:nvSpPr>
          <p:cNvPr id="1140757" name="Text Box 21"/>
          <p:cNvSpPr txBox="1">
            <a:spLocks noChangeArrowheads="1"/>
          </p:cNvSpPr>
          <p:nvPr/>
        </p:nvSpPr>
        <p:spPr bwMode="auto">
          <a:xfrm>
            <a:off x="8436059" y="1363628"/>
            <a:ext cx="790575" cy="641350"/>
          </a:xfrm>
          <a:prstGeom prst="rect">
            <a:avLst/>
          </a:prstGeom>
          <a:noFill/>
          <a:ln w="9525">
            <a:noFill/>
            <a:miter lim="800000"/>
            <a:headEnd/>
            <a:tailEnd/>
          </a:ln>
          <a:effectLst/>
        </p:spPr>
        <p:txBody>
          <a:bodyPr>
            <a:spAutoFit/>
          </a:bodyPr>
          <a:lstStyle/>
          <a:p>
            <a:pPr>
              <a:spcBef>
                <a:spcPct val="50000"/>
              </a:spcBef>
            </a:pPr>
            <a:r>
              <a:rPr lang="en-US" altLang="en-US" sz="3600" b="1" dirty="0">
                <a:solidFill>
                  <a:srgbClr val="C00000"/>
                </a:solidFill>
                <a:effectLst>
                  <a:outerShdw blurRad="38100" dist="38100" dir="2700000" algn="tl">
                    <a:srgbClr val="000000"/>
                  </a:outerShdw>
                </a:effectLst>
              </a:rPr>
              <a:t>×</a:t>
            </a:r>
            <a:endParaRPr lang="en-US" altLang="zh-CN" sz="3600" b="1" dirty="0">
              <a:solidFill>
                <a:srgbClr val="C00000"/>
              </a:solidFill>
              <a:effectLst>
                <a:outerShdw blurRad="38100" dist="38100" dir="2700000" algn="tl">
                  <a:srgbClr val="000000"/>
                </a:outerShdw>
              </a:effectLst>
            </a:endParaRPr>
          </a:p>
        </p:txBody>
      </p:sp>
      <p:sp>
        <p:nvSpPr>
          <p:cNvPr id="1140758" name="Rectangle 22"/>
          <p:cNvSpPr>
            <a:spLocks noChangeArrowheads="1"/>
          </p:cNvSpPr>
          <p:nvPr/>
        </p:nvSpPr>
        <p:spPr bwMode="auto">
          <a:xfrm>
            <a:off x="600605" y="3102059"/>
            <a:ext cx="10751979" cy="830997"/>
          </a:xfrm>
          <a:prstGeom prst="rect">
            <a:avLst/>
          </a:prstGeom>
          <a:noFill/>
          <a:ln w="9525">
            <a:noFill/>
            <a:miter lim="800000"/>
            <a:headEnd/>
            <a:tailEnd/>
          </a:ln>
          <a:effectLst/>
        </p:spPr>
        <p:txBody>
          <a:bodyPr wrap="square" anchor="ctr">
            <a:spAutoFit/>
          </a:bodyPr>
          <a:lstStyle/>
          <a:p>
            <a:r>
              <a:rPr lang="en-US" altLang="zh-CN" b="1" dirty="0">
                <a:latin typeface="+mn-lt"/>
                <a:ea typeface="楷体" pitchFamily="49" charset="-122"/>
              </a:rPr>
              <a:t>         C</a:t>
            </a:r>
            <a:r>
              <a:rPr lang="zh-CN" altLang="en-US" b="1" dirty="0">
                <a:latin typeface="+mn-lt"/>
                <a:ea typeface="楷体" pitchFamily="49" charset="-122"/>
              </a:rPr>
              <a:t>编译对枚举元素实际上按</a:t>
            </a:r>
            <a:r>
              <a:rPr lang="zh-CN" altLang="en-US" b="1" dirty="0">
                <a:solidFill>
                  <a:srgbClr val="C00000"/>
                </a:solidFill>
                <a:latin typeface="+mn-lt"/>
                <a:ea typeface="楷体" pitchFamily="49" charset="-122"/>
              </a:rPr>
              <a:t>整型常量</a:t>
            </a:r>
            <a:r>
              <a:rPr lang="zh-CN" altLang="en-US" b="1" dirty="0">
                <a:latin typeface="+mn-lt"/>
                <a:ea typeface="楷体" pitchFamily="49" charset="-122"/>
              </a:rPr>
              <a:t>处理，当遇到枚举元素列表时，编译程序就把其中</a:t>
            </a:r>
            <a:r>
              <a:rPr lang="zh-CN" altLang="en-US" b="1" dirty="0">
                <a:solidFill>
                  <a:srgbClr val="002060"/>
                </a:solidFill>
                <a:latin typeface="+mn-lt"/>
                <a:ea typeface="楷体" pitchFamily="49" charset="-122"/>
              </a:rPr>
              <a:t>第一个标识符赋</a:t>
            </a:r>
            <a:r>
              <a:rPr lang="en-US" altLang="zh-CN" b="1" dirty="0">
                <a:solidFill>
                  <a:srgbClr val="002060"/>
                </a:solidFill>
                <a:latin typeface="+mn-lt"/>
                <a:ea typeface="楷体" pitchFamily="49" charset="-122"/>
              </a:rPr>
              <a:t>0</a:t>
            </a:r>
            <a:r>
              <a:rPr lang="zh-CN" altLang="en-US" b="1" dirty="0">
                <a:solidFill>
                  <a:srgbClr val="002060"/>
                </a:solidFill>
                <a:latin typeface="+mn-lt"/>
                <a:ea typeface="楷体" pitchFamily="49" charset="-122"/>
              </a:rPr>
              <a:t>值，第二、三、</a:t>
            </a:r>
            <a:r>
              <a:rPr lang="en-US" altLang="zh-CN" b="1" dirty="0">
                <a:solidFill>
                  <a:srgbClr val="002060"/>
                </a:solidFill>
                <a:latin typeface="+mn-ea"/>
                <a:ea typeface="+mn-ea"/>
              </a:rPr>
              <a:t>…</a:t>
            </a:r>
            <a:r>
              <a:rPr lang="zh-CN" altLang="en-US" b="1" dirty="0">
                <a:solidFill>
                  <a:srgbClr val="002060"/>
                </a:solidFill>
                <a:latin typeface="+mn-lt"/>
                <a:ea typeface="楷体" pitchFamily="49" charset="-122"/>
              </a:rPr>
              <a:t>个标识符依此赋</a:t>
            </a:r>
            <a:r>
              <a:rPr lang="en-US" altLang="zh-CN" b="1" dirty="0">
                <a:solidFill>
                  <a:srgbClr val="002060"/>
                </a:solidFill>
                <a:latin typeface="+mn-lt"/>
                <a:ea typeface="楷体" pitchFamily="49" charset="-122"/>
              </a:rPr>
              <a:t>1</a:t>
            </a:r>
            <a:r>
              <a:rPr lang="zh-CN" altLang="en-US" b="1" dirty="0">
                <a:solidFill>
                  <a:srgbClr val="002060"/>
                </a:solidFill>
                <a:latin typeface="+mn-lt"/>
                <a:ea typeface="楷体" pitchFamily="49" charset="-122"/>
              </a:rPr>
              <a:t>，</a:t>
            </a:r>
            <a:r>
              <a:rPr lang="en-US" altLang="zh-CN" b="1" dirty="0">
                <a:solidFill>
                  <a:srgbClr val="002060"/>
                </a:solidFill>
                <a:latin typeface="+mn-lt"/>
                <a:ea typeface="楷体" pitchFamily="49" charset="-122"/>
              </a:rPr>
              <a:t>2</a:t>
            </a:r>
            <a:r>
              <a:rPr lang="zh-CN" altLang="en-US" b="1" dirty="0">
                <a:solidFill>
                  <a:srgbClr val="002060"/>
                </a:solidFill>
                <a:latin typeface="+mn-lt"/>
                <a:ea typeface="楷体" pitchFamily="49" charset="-122"/>
              </a:rPr>
              <a:t>，</a:t>
            </a:r>
            <a:r>
              <a:rPr lang="en-US" altLang="zh-CN" b="1" dirty="0">
                <a:solidFill>
                  <a:srgbClr val="002060"/>
                </a:solidFill>
                <a:latin typeface="+mn-ea"/>
                <a:ea typeface="+mn-ea"/>
              </a:rPr>
              <a:t>…</a:t>
            </a:r>
            <a:r>
              <a:rPr lang="zh-CN" altLang="en-US" b="1" dirty="0">
                <a:latin typeface="+mn-lt"/>
                <a:ea typeface="楷体" pitchFamily="49" charset="-122"/>
              </a:rPr>
              <a:t>。 </a:t>
            </a:r>
          </a:p>
        </p:txBody>
      </p:sp>
      <p:sp>
        <p:nvSpPr>
          <p:cNvPr id="1140759" name="Rectangle 23"/>
          <p:cNvSpPr>
            <a:spLocks noChangeArrowheads="1"/>
          </p:cNvSpPr>
          <p:nvPr/>
        </p:nvSpPr>
        <p:spPr bwMode="auto">
          <a:xfrm>
            <a:off x="1404050" y="4033366"/>
            <a:ext cx="9588494" cy="1339850"/>
          </a:xfrm>
          <a:prstGeom prst="rect">
            <a:avLst/>
          </a:prstGeom>
          <a:gradFill rotWithShape="1">
            <a:gsLst>
              <a:gs pos="0">
                <a:srgbClr val="CFCFD1"/>
              </a:gs>
              <a:gs pos="100000">
                <a:schemeClr val="bg1"/>
              </a:gs>
            </a:gsLst>
            <a:lin ang="5400000" scaled="1"/>
          </a:grad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00000"/>
                </a:solidFill>
              </a:rPr>
              <a:t>enum</a:t>
            </a:r>
            <a:r>
              <a:rPr lang="en-US" altLang="zh-CN" sz="2000" b="1" dirty="0">
                <a:solidFill>
                  <a:srgbClr val="C00000"/>
                </a:solidFill>
              </a:rPr>
              <a:t> weekday </a:t>
            </a:r>
            <a:r>
              <a:rPr lang="en-US" altLang="zh-CN" sz="2000" b="1" dirty="0"/>
              <a:t>{sun, mon, </a:t>
            </a:r>
            <a:r>
              <a:rPr lang="en-US" altLang="zh-CN" sz="2000" b="1" dirty="0" err="1"/>
              <a:t>tue</a:t>
            </a:r>
            <a:r>
              <a:rPr lang="en-US" altLang="zh-CN" sz="2000" b="1" dirty="0"/>
              <a:t>, wed, </a:t>
            </a:r>
            <a:r>
              <a:rPr lang="en-US" altLang="zh-CN" sz="2000" b="1" dirty="0" err="1"/>
              <a:t>thu</a:t>
            </a:r>
            <a:r>
              <a:rPr lang="en-US" altLang="zh-CN" sz="2000" b="1" dirty="0"/>
              <a:t>, </a:t>
            </a:r>
            <a:r>
              <a:rPr lang="en-US" altLang="zh-CN" sz="2000" b="1" dirty="0" err="1"/>
              <a:t>fri</a:t>
            </a:r>
            <a:r>
              <a:rPr lang="en-US" altLang="zh-CN" sz="2000" b="1" dirty="0"/>
              <a:t>, sat} </a:t>
            </a:r>
            <a:r>
              <a:rPr lang="en-US" altLang="zh-CN" sz="2000" b="1" dirty="0">
                <a:solidFill>
                  <a:srgbClr val="002060"/>
                </a:solidFill>
              </a:rPr>
              <a:t>today, </a:t>
            </a:r>
            <a:r>
              <a:rPr lang="en-US" altLang="zh-CN" sz="2000" b="1" dirty="0" err="1">
                <a:solidFill>
                  <a:srgbClr val="002060"/>
                </a:solidFill>
              </a:rPr>
              <a:t>nextday</a:t>
            </a:r>
            <a:r>
              <a:rPr lang="en-US" altLang="zh-CN" sz="2000" b="1" dirty="0">
                <a:solidFill>
                  <a:srgbClr val="002060"/>
                </a:solidFill>
              </a:rPr>
              <a:t>;</a:t>
            </a:r>
          </a:p>
          <a:p>
            <a:endParaRPr lang="en-US" altLang="zh-CN" sz="2000" b="1" dirty="0">
              <a:solidFill>
                <a:srgbClr val="002060"/>
              </a:solidFill>
            </a:endParaRPr>
          </a:p>
          <a:p>
            <a:endParaRPr lang="en-US" altLang="zh-CN" sz="2000" b="1" dirty="0">
              <a:solidFill>
                <a:schemeClr val="accent2"/>
              </a:solidFill>
            </a:endParaRPr>
          </a:p>
          <a:p>
            <a:endParaRPr lang="en-US" altLang="zh-CN" sz="2000" b="1" dirty="0">
              <a:solidFill>
                <a:schemeClr val="accent2"/>
              </a:solidFill>
            </a:endParaRPr>
          </a:p>
        </p:txBody>
      </p:sp>
      <p:grpSp>
        <p:nvGrpSpPr>
          <p:cNvPr id="1140762" name="Group 26"/>
          <p:cNvGrpSpPr>
            <a:grpSpLocks/>
          </p:cNvGrpSpPr>
          <p:nvPr/>
        </p:nvGrpSpPr>
        <p:grpSpPr bwMode="auto">
          <a:xfrm>
            <a:off x="3320162" y="4288051"/>
            <a:ext cx="433388" cy="814388"/>
            <a:chOff x="1864" y="2886"/>
            <a:chExt cx="273" cy="513"/>
          </a:xfrm>
        </p:grpSpPr>
        <p:sp>
          <p:nvSpPr>
            <p:cNvPr id="1140760" name="Line 24"/>
            <p:cNvSpPr>
              <a:spLocks noChangeShapeType="1"/>
            </p:cNvSpPr>
            <p:nvPr/>
          </p:nvSpPr>
          <p:spPr bwMode="auto">
            <a:xfrm>
              <a:off x="1973" y="2886"/>
              <a:ext cx="0" cy="272"/>
            </a:xfrm>
            <a:prstGeom prst="line">
              <a:avLst/>
            </a:prstGeom>
            <a:noFill/>
            <a:ln w="28575">
              <a:solidFill>
                <a:srgbClr val="C00000"/>
              </a:solidFill>
              <a:round/>
              <a:headEnd type="stealth" w="lg" len="lg"/>
              <a:tailEnd type="stealth" w="lg" len="lg"/>
            </a:ln>
            <a:effectLst/>
          </p:spPr>
          <p:txBody>
            <a:bodyPr/>
            <a:lstStyle/>
            <a:p>
              <a:endParaRPr lang="zh-CN" altLang="en-US">
                <a:solidFill>
                  <a:srgbClr val="7030A0"/>
                </a:solidFill>
              </a:endParaRPr>
            </a:p>
          </p:txBody>
        </p:sp>
        <p:sp>
          <p:nvSpPr>
            <p:cNvPr id="1140761" name="Text Box 25"/>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7030A0"/>
                  </a:solidFill>
                </a:rPr>
                <a:t>0</a:t>
              </a:r>
            </a:p>
          </p:txBody>
        </p:sp>
      </p:grpSp>
      <p:grpSp>
        <p:nvGrpSpPr>
          <p:cNvPr id="1140763" name="Group 27"/>
          <p:cNvGrpSpPr>
            <a:grpSpLocks/>
          </p:cNvGrpSpPr>
          <p:nvPr/>
        </p:nvGrpSpPr>
        <p:grpSpPr bwMode="auto">
          <a:xfrm>
            <a:off x="3864676" y="4275351"/>
            <a:ext cx="433387" cy="814388"/>
            <a:chOff x="1864" y="2886"/>
            <a:chExt cx="273" cy="513"/>
          </a:xfrm>
        </p:grpSpPr>
        <p:sp>
          <p:nvSpPr>
            <p:cNvPr id="1140764" name="Line 28"/>
            <p:cNvSpPr>
              <a:spLocks noChangeShapeType="1"/>
            </p:cNvSpPr>
            <p:nvPr/>
          </p:nvSpPr>
          <p:spPr bwMode="auto">
            <a:xfrm>
              <a:off x="1973" y="2886"/>
              <a:ext cx="0" cy="272"/>
            </a:xfrm>
            <a:prstGeom prst="line">
              <a:avLst/>
            </a:prstGeom>
            <a:noFill/>
            <a:ln w="28575">
              <a:solidFill>
                <a:srgbClr val="C00000"/>
              </a:solidFill>
              <a:round/>
              <a:headEnd type="stealth" w="lg" len="lg"/>
              <a:tailEnd type="stealth" w="lg" len="lg"/>
            </a:ln>
            <a:effectLst/>
          </p:spPr>
          <p:txBody>
            <a:bodyPr/>
            <a:lstStyle/>
            <a:p>
              <a:endParaRPr lang="zh-CN" altLang="en-US">
                <a:solidFill>
                  <a:srgbClr val="7030A0"/>
                </a:solidFill>
              </a:endParaRPr>
            </a:p>
          </p:txBody>
        </p:sp>
        <p:sp>
          <p:nvSpPr>
            <p:cNvPr id="1140765" name="Text Box 29"/>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7030A0"/>
                  </a:solidFill>
                </a:rPr>
                <a:t>1</a:t>
              </a:r>
            </a:p>
          </p:txBody>
        </p:sp>
      </p:grpSp>
      <p:grpSp>
        <p:nvGrpSpPr>
          <p:cNvPr id="1140766" name="Group 30"/>
          <p:cNvGrpSpPr>
            <a:grpSpLocks/>
          </p:cNvGrpSpPr>
          <p:nvPr/>
        </p:nvGrpSpPr>
        <p:grpSpPr bwMode="auto">
          <a:xfrm>
            <a:off x="4394901" y="4276940"/>
            <a:ext cx="433387" cy="814387"/>
            <a:chOff x="1864" y="2886"/>
            <a:chExt cx="273" cy="513"/>
          </a:xfrm>
        </p:grpSpPr>
        <p:sp>
          <p:nvSpPr>
            <p:cNvPr id="1140767" name="Line 31"/>
            <p:cNvSpPr>
              <a:spLocks noChangeShapeType="1"/>
            </p:cNvSpPr>
            <p:nvPr/>
          </p:nvSpPr>
          <p:spPr bwMode="auto">
            <a:xfrm>
              <a:off x="1973" y="2886"/>
              <a:ext cx="0" cy="272"/>
            </a:xfrm>
            <a:prstGeom prst="line">
              <a:avLst/>
            </a:prstGeom>
            <a:noFill/>
            <a:ln w="28575">
              <a:solidFill>
                <a:srgbClr val="C00000"/>
              </a:solidFill>
              <a:round/>
              <a:headEnd type="stealth" w="lg" len="lg"/>
              <a:tailEnd type="stealth" w="lg" len="lg"/>
            </a:ln>
            <a:effectLst/>
          </p:spPr>
          <p:txBody>
            <a:bodyPr/>
            <a:lstStyle/>
            <a:p>
              <a:endParaRPr lang="zh-CN" altLang="en-US">
                <a:solidFill>
                  <a:srgbClr val="7030A0"/>
                </a:solidFill>
              </a:endParaRPr>
            </a:p>
          </p:txBody>
        </p:sp>
        <p:sp>
          <p:nvSpPr>
            <p:cNvPr id="1140768" name="Text Box 32"/>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7030A0"/>
                  </a:solidFill>
                </a:rPr>
                <a:t>2</a:t>
              </a:r>
            </a:p>
          </p:txBody>
        </p:sp>
      </p:grpSp>
      <p:grpSp>
        <p:nvGrpSpPr>
          <p:cNvPr id="1140769" name="Group 33"/>
          <p:cNvGrpSpPr>
            <a:grpSpLocks/>
          </p:cNvGrpSpPr>
          <p:nvPr/>
        </p:nvGrpSpPr>
        <p:grpSpPr bwMode="auto">
          <a:xfrm>
            <a:off x="4910837" y="4278526"/>
            <a:ext cx="433388" cy="814388"/>
            <a:chOff x="1864" y="2886"/>
            <a:chExt cx="273" cy="513"/>
          </a:xfrm>
        </p:grpSpPr>
        <p:sp>
          <p:nvSpPr>
            <p:cNvPr id="1140770" name="Line 34"/>
            <p:cNvSpPr>
              <a:spLocks noChangeShapeType="1"/>
            </p:cNvSpPr>
            <p:nvPr/>
          </p:nvSpPr>
          <p:spPr bwMode="auto">
            <a:xfrm>
              <a:off x="1973" y="2886"/>
              <a:ext cx="0" cy="272"/>
            </a:xfrm>
            <a:prstGeom prst="line">
              <a:avLst/>
            </a:prstGeom>
            <a:noFill/>
            <a:ln w="28575">
              <a:solidFill>
                <a:srgbClr val="C00000"/>
              </a:solidFill>
              <a:round/>
              <a:headEnd type="stealth" w="lg" len="lg"/>
              <a:tailEnd type="stealth" w="lg" len="lg"/>
            </a:ln>
            <a:effectLst/>
          </p:spPr>
          <p:txBody>
            <a:bodyPr/>
            <a:lstStyle/>
            <a:p>
              <a:endParaRPr lang="zh-CN" altLang="en-US">
                <a:solidFill>
                  <a:srgbClr val="7030A0"/>
                </a:solidFill>
              </a:endParaRPr>
            </a:p>
          </p:txBody>
        </p:sp>
        <p:sp>
          <p:nvSpPr>
            <p:cNvPr id="1140771" name="Text Box 35"/>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7030A0"/>
                  </a:solidFill>
                </a:rPr>
                <a:t>3</a:t>
              </a:r>
            </a:p>
          </p:txBody>
        </p:sp>
      </p:grpSp>
      <p:grpSp>
        <p:nvGrpSpPr>
          <p:cNvPr id="1140772" name="Group 36"/>
          <p:cNvGrpSpPr>
            <a:grpSpLocks/>
          </p:cNvGrpSpPr>
          <p:nvPr/>
        </p:nvGrpSpPr>
        <p:grpSpPr bwMode="auto">
          <a:xfrm>
            <a:off x="5426776" y="4265826"/>
            <a:ext cx="433387" cy="814388"/>
            <a:chOff x="1864" y="2886"/>
            <a:chExt cx="273" cy="513"/>
          </a:xfrm>
        </p:grpSpPr>
        <p:sp>
          <p:nvSpPr>
            <p:cNvPr id="1140773" name="Line 37"/>
            <p:cNvSpPr>
              <a:spLocks noChangeShapeType="1"/>
            </p:cNvSpPr>
            <p:nvPr/>
          </p:nvSpPr>
          <p:spPr bwMode="auto">
            <a:xfrm>
              <a:off x="1973" y="2886"/>
              <a:ext cx="0" cy="272"/>
            </a:xfrm>
            <a:prstGeom prst="line">
              <a:avLst/>
            </a:prstGeom>
            <a:noFill/>
            <a:ln w="28575">
              <a:solidFill>
                <a:srgbClr val="C00000"/>
              </a:solidFill>
              <a:round/>
              <a:headEnd type="stealth" w="lg" len="lg"/>
              <a:tailEnd type="stealth" w="lg" len="lg"/>
            </a:ln>
            <a:effectLst/>
          </p:spPr>
          <p:txBody>
            <a:bodyPr/>
            <a:lstStyle/>
            <a:p>
              <a:endParaRPr lang="zh-CN" altLang="en-US">
                <a:solidFill>
                  <a:srgbClr val="7030A0"/>
                </a:solidFill>
              </a:endParaRPr>
            </a:p>
          </p:txBody>
        </p:sp>
        <p:sp>
          <p:nvSpPr>
            <p:cNvPr id="1140774" name="Text Box 38"/>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7030A0"/>
                  </a:solidFill>
                </a:rPr>
                <a:t>4</a:t>
              </a:r>
            </a:p>
          </p:txBody>
        </p:sp>
      </p:grpSp>
      <p:grpSp>
        <p:nvGrpSpPr>
          <p:cNvPr id="1140775" name="Group 39"/>
          <p:cNvGrpSpPr>
            <a:grpSpLocks/>
          </p:cNvGrpSpPr>
          <p:nvPr/>
        </p:nvGrpSpPr>
        <p:grpSpPr bwMode="auto">
          <a:xfrm>
            <a:off x="5899851" y="4267415"/>
            <a:ext cx="433387" cy="814387"/>
            <a:chOff x="1864" y="2886"/>
            <a:chExt cx="273" cy="513"/>
          </a:xfrm>
        </p:grpSpPr>
        <p:sp>
          <p:nvSpPr>
            <p:cNvPr id="1140776" name="Line 40"/>
            <p:cNvSpPr>
              <a:spLocks noChangeShapeType="1"/>
            </p:cNvSpPr>
            <p:nvPr/>
          </p:nvSpPr>
          <p:spPr bwMode="auto">
            <a:xfrm>
              <a:off x="1973" y="2886"/>
              <a:ext cx="0" cy="272"/>
            </a:xfrm>
            <a:prstGeom prst="line">
              <a:avLst/>
            </a:prstGeom>
            <a:noFill/>
            <a:ln w="28575">
              <a:solidFill>
                <a:srgbClr val="C00000"/>
              </a:solidFill>
              <a:round/>
              <a:headEnd type="stealth" w="lg" len="lg"/>
              <a:tailEnd type="stealth" w="lg" len="lg"/>
            </a:ln>
            <a:effectLst/>
          </p:spPr>
          <p:txBody>
            <a:bodyPr/>
            <a:lstStyle/>
            <a:p>
              <a:endParaRPr lang="zh-CN" altLang="en-US">
                <a:solidFill>
                  <a:srgbClr val="7030A0"/>
                </a:solidFill>
              </a:endParaRPr>
            </a:p>
          </p:txBody>
        </p:sp>
        <p:sp>
          <p:nvSpPr>
            <p:cNvPr id="1140777" name="Text Box 41"/>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7030A0"/>
                  </a:solidFill>
                </a:rPr>
                <a:t>5</a:t>
              </a:r>
            </a:p>
          </p:txBody>
        </p:sp>
      </p:grpSp>
      <p:grpSp>
        <p:nvGrpSpPr>
          <p:cNvPr id="1140778" name="Group 42"/>
          <p:cNvGrpSpPr>
            <a:grpSpLocks/>
          </p:cNvGrpSpPr>
          <p:nvPr/>
        </p:nvGrpSpPr>
        <p:grpSpPr bwMode="auto">
          <a:xfrm>
            <a:off x="6315776" y="4254715"/>
            <a:ext cx="433387" cy="814387"/>
            <a:chOff x="1864" y="2886"/>
            <a:chExt cx="273" cy="513"/>
          </a:xfrm>
        </p:grpSpPr>
        <p:sp>
          <p:nvSpPr>
            <p:cNvPr id="1140779" name="Line 43"/>
            <p:cNvSpPr>
              <a:spLocks noChangeShapeType="1"/>
            </p:cNvSpPr>
            <p:nvPr/>
          </p:nvSpPr>
          <p:spPr bwMode="auto">
            <a:xfrm>
              <a:off x="1973" y="2886"/>
              <a:ext cx="0" cy="272"/>
            </a:xfrm>
            <a:prstGeom prst="line">
              <a:avLst/>
            </a:prstGeom>
            <a:noFill/>
            <a:ln w="28575">
              <a:solidFill>
                <a:srgbClr val="C00000"/>
              </a:solidFill>
              <a:round/>
              <a:headEnd type="stealth" w="lg" len="lg"/>
              <a:tailEnd type="stealth" w="lg" len="lg"/>
            </a:ln>
            <a:effectLst/>
          </p:spPr>
          <p:txBody>
            <a:bodyPr/>
            <a:lstStyle/>
            <a:p>
              <a:endParaRPr lang="zh-CN" altLang="en-US">
                <a:solidFill>
                  <a:srgbClr val="7030A0"/>
                </a:solidFill>
              </a:endParaRPr>
            </a:p>
          </p:txBody>
        </p:sp>
        <p:sp>
          <p:nvSpPr>
            <p:cNvPr id="1140780" name="Text Box 44"/>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7030A0"/>
                  </a:solidFill>
                </a:rPr>
                <a:t>6</a:t>
              </a:r>
            </a:p>
          </p:txBody>
        </p:sp>
      </p:grpSp>
      <p:sp>
        <p:nvSpPr>
          <p:cNvPr id="1140783" name="Rectangle 47" descr="信纸"/>
          <p:cNvSpPr>
            <a:spLocks noChangeArrowheads="1"/>
          </p:cNvSpPr>
          <p:nvPr/>
        </p:nvSpPr>
        <p:spPr bwMode="auto">
          <a:xfrm>
            <a:off x="1404050" y="5512014"/>
            <a:ext cx="4022726" cy="707886"/>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t>today = sun;</a:t>
            </a:r>
          </a:p>
          <a:p>
            <a:r>
              <a:rPr lang="en-US" altLang="zh-CN" sz="2000" b="1"/>
              <a:t>printf("today = %d", today);</a:t>
            </a:r>
          </a:p>
        </p:txBody>
      </p:sp>
      <p:sp>
        <p:nvSpPr>
          <p:cNvPr id="1140784" name="Rectangle 48"/>
          <p:cNvSpPr>
            <a:spLocks noChangeArrowheads="1"/>
          </p:cNvSpPr>
          <p:nvPr/>
        </p:nvSpPr>
        <p:spPr bwMode="auto">
          <a:xfrm>
            <a:off x="5951835" y="5529426"/>
            <a:ext cx="2376413" cy="707886"/>
          </a:xfrm>
          <a:prstGeom prst="rect">
            <a:avLst/>
          </a:prstGeom>
          <a:solidFill>
            <a:srgbClr val="FFFFFF"/>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dirty="0">
                <a:solidFill>
                  <a:srgbClr val="C00000"/>
                </a:solidFill>
                <a:latin typeface="+mn-lt"/>
                <a:ea typeface="隶书" pitchFamily="49" charset="-122"/>
              </a:rPr>
              <a:t>运行结果：</a:t>
            </a:r>
          </a:p>
          <a:p>
            <a:r>
              <a:rPr lang="en-US" altLang="zh-CN" sz="2000" b="1" dirty="0">
                <a:solidFill>
                  <a:srgbClr val="002060"/>
                </a:solidFill>
                <a:ea typeface="楷体_GB2312" pitchFamily="49" charset="-122"/>
              </a:rPr>
              <a:t>today = 0</a:t>
            </a:r>
            <a:r>
              <a:rPr lang="en-US" altLang="zh-CN" sz="2000" dirty="0">
                <a:solidFill>
                  <a:srgbClr val="002060"/>
                </a:solidFill>
                <a:latin typeface="楷体_GB2312" pitchFamily="49" charset="-122"/>
                <a:ea typeface="楷体_GB2312" pitchFamily="49" charset="-122"/>
              </a:rPr>
              <a:t> </a:t>
            </a:r>
          </a:p>
        </p:txBody>
      </p:sp>
      <p:sp>
        <p:nvSpPr>
          <p:cNvPr id="36" name="Rectangle 15" descr="信纸">
            <a:extLst>
              <a:ext uri="{FF2B5EF4-FFF2-40B4-BE49-F238E27FC236}">
                <a16:creationId xmlns:a16="http://schemas.microsoft.com/office/drawing/2014/main" id="{DB947378-1EA0-475E-A035-DF1ED2AD05EB}"/>
              </a:ext>
            </a:extLst>
          </p:cNvPr>
          <p:cNvSpPr>
            <a:spLocks noChangeArrowheads="1"/>
          </p:cNvSpPr>
          <p:nvPr/>
        </p:nvSpPr>
        <p:spPr bwMode="auto">
          <a:xfrm>
            <a:off x="1427088" y="908720"/>
            <a:ext cx="9291600" cy="40011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00000"/>
                </a:solidFill>
                <a:latin typeface="+mn-lt"/>
                <a:ea typeface="楷体" pitchFamily="49" charset="-122"/>
              </a:rPr>
              <a:t>enum</a:t>
            </a:r>
            <a:r>
              <a:rPr lang="en-US" altLang="zh-CN" sz="2000" b="1" dirty="0">
                <a:solidFill>
                  <a:srgbClr val="C00000"/>
                </a:solidFill>
                <a:latin typeface="+mn-lt"/>
                <a:ea typeface="楷体" pitchFamily="49" charset="-122"/>
              </a:rPr>
              <a:t> weekday </a:t>
            </a:r>
            <a:r>
              <a:rPr lang="en-US" altLang="zh-CN" sz="2000" b="1" dirty="0">
                <a:latin typeface="+mn-lt"/>
                <a:ea typeface="楷体" pitchFamily="49" charset="-122"/>
              </a:rPr>
              <a:t>{sun, mon, </a:t>
            </a:r>
            <a:r>
              <a:rPr lang="en-US" altLang="zh-CN" sz="2000" b="1" dirty="0" err="1">
                <a:latin typeface="+mn-lt"/>
                <a:ea typeface="楷体" pitchFamily="49" charset="-122"/>
              </a:rPr>
              <a:t>tue</a:t>
            </a:r>
            <a:r>
              <a:rPr lang="en-US" altLang="zh-CN" sz="2000" b="1" dirty="0">
                <a:latin typeface="+mn-lt"/>
                <a:ea typeface="楷体" pitchFamily="49" charset="-122"/>
              </a:rPr>
              <a:t>, wed, </a:t>
            </a:r>
            <a:r>
              <a:rPr lang="en-US" altLang="zh-CN" sz="2000" b="1" dirty="0" err="1">
                <a:latin typeface="+mn-lt"/>
                <a:ea typeface="楷体" pitchFamily="49" charset="-122"/>
              </a:rPr>
              <a:t>thu</a:t>
            </a:r>
            <a:r>
              <a:rPr lang="en-US" altLang="zh-CN" sz="2000" b="1" dirty="0">
                <a:latin typeface="+mn-lt"/>
                <a:ea typeface="楷体" pitchFamily="49" charset="-122"/>
              </a:rPr>
              <a:t>, </a:t>
            </a:r>
            <a:r>
              <a:rPr lang="en-US" altLang="zh-CN" sz="2000" b="1" dirty="0" err="1">
                <a:latin typeface="+mn-lt"/>
                <a:ea typeface="楷体" pitchFamily="49" charset="-122"/>
              </a:rPr>
              <a:t>fri</a:t>
            </a:r>
            <a:r>
              <a:rPr lang="en-US" altLang="zh-CN" sz="2000" b="1" dirty="0">
                <a:latin typeface="+mn-lt"/>
                <a:ea typeface="楷体" pitchFamily="49" charset="-122"/>
              </a:rPr>
              <a:t>, sat} </a:t>
            </a:r>
            <a:r>
              <a:rPr lang="en-US" altLang="zh-CN" sz="2000" b="1" dirty="0">
                <a:solidFill>
                  <a:srgbClr val="002060"/>
                </a:solidFill>
                <a:latin typeface="+mn-lt"/>
                <a:ea typeface="楷体" pitchFamily="49" charset="-122"/>
              </a:rPr>
              <a:t>today, </a:t>
            </a:r>
            <a:r>
              <a:rPr lang="en-US" altLang="zh-CN" sz="2000" b="1" dirty="0" err="1">
                <a:solidFill>
                  <a:srgbClr val="002060"/>
                </a:solidFill>
                <a:latin typeface="+mn-lt"/>
                <a:ea typeface="楷体" pitchFamily="49" charset="-122"/>
              </a:rPr>
              <a:t>nextday</a:t>
            </a:r>
            <a:r>
              <a:rPr lang="en-US" altLang="zh-CN" sz="2000" b="1" dirty="0">
                <a:solidFill>
                  <a:srgbClr val="002060"/>
                </a:solidFill>
                <a:latin typeface="+mn-lt"/>
                <a:ea typeface="楷体" pitchFamily="49" charset="-122"/>
              </a:rPr>
              <a:t>;</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40754"/>
                                        </p:tgtEl>
                                        <p:attrNameLst>
                                          <p:attrName>style.visibility</p:attrName>
                                        </p:attrNameLst>
                                      </p:cBhvr>
                                      <p:to>
                                        <p:strVal val="visible"/>
                                      </p:to>
                                    </p:set>
                                    <p:animEffect transition="in" filter="box(out)">
                                      <p:cBhvr>
                                        <p:cTn id="7" dur="500"/>
                                        <p:tgtEl>
                                          <p:spTgt spid="114075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40756"/>
                                        </p:tgtEl>
                                        <p:attrNameLst>
                                          <p:attrName>style.visibility</p:attrName>
                                        </p:attrNameLst>
                                      </p:cBhvr>
                                      <p:to>
                                        <p:strVal val="visible"/>
                                      </p:to>
                                    </p:set>
                                    <p:animEffect transition="in" filter="box(in)">
                                      <p:cBhvr>
                                        <p:cTn id="12" dur="500"/>
                                        <p:tgtEl>
                                          <p:spTgt spid="1140756"/>
                                        </p:tgtEl>
                                      </p:cBhvr>
                                    </p:animEffect>
                                  </p:childTnLst>
                                  <p:subTnLst>
                                    <p:audio>
                                      <p:cMediaNode>
                                        <p:cTn display="0" masterRel="sameClick">
                                          <p:stCondLst>
                                            <p:cond evt="begin" delay="0">
                                              <p:tn val="10"/>
                                            </p:cond>
                                          </p:stCondLst>
                                          <p:endCondLst>
                                            <p:cond evt="onStopAudio" delay="0">
                                              <p:tgtEl>
                                                <p:sldTgt/>
                                              </p:tgtEl>
                                            </p:cond>
                                          </p:endCondLst>
                                        </p:cTn>
                                        <p:tgtEl>
                                          <p:sndTgt r:embed="rId4" name="laser.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40755"/>
                                        </p:tgtEl>
                                        <p:attrNameLst>
                                          <p:attrName>style.visibility</p:attrName>
                                        </p:attrNameLst>
                                      </p:cBhvr>
                                      <p:to>
                                        <p:strVal val="visible"/>
                                      </p:to>
                                    </p:set>
                                    <p:animEffect transition="in" filter="box(out)">
                                      <p:cBhvr>
                                        <p:cTn id="17" dur="500"/>
                                        <p:tgtEl>
                                          <p:spTgt spid="1140755"/>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40757"/>
                                        </p:tgtEl>
                                        <p:attrNameLst>
                                          <p:attrName>style.visibility</p:attrName>
                                        </p:attrNameLst>
                                      </p:cBhvr>
                                      <p:to>
                                        <p:strVal val="visible"/>
                                      </p:to>
                                    </p:set>
                                    <p:animEffect transition="in" filter="box(in)">
                                      <p:cBhvr>
                                        <p:cTn id="22" dur="500"/>
                                        <p:tgtEl>
                                          <p:spTgt spid="1140757"/>
                                        </p:tgtEl>
                                      </p:cBhvr>
                                    </p:animEffect>
                                  </p:childTnLst>
                                  <p:subTnLst>
                                    <p:audio>
                                      <p:cMediaNode>
                                        <p:cTn display="0" masterRel="sameClick">
                                          <p:stCondLst>
                                            <p:cond evt="begin" delay="0">
                                              <p:tn val="20"/>
                                            </p:cond>
                                          </p:stCondLst>
                                          <p:endCondLst>
                                            <p:cond evt="onStopAudio" delay="0">
                                              <p:tgtEl>
                                                <p:sldTgt/>
                                              </p:tgtEl>
                                            </p:cond>
                                          </p:endCondLst>
                                        </p:cTn>
                                        <p:tgtEl>
                                          <p:sndTgt r:embed="rId4" name="laser.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40758"/>
                                        </p:tgtEl>
                                        <p:attrNameLst>
                                          <p:attrName>style.visibility</p:attrName>
                                        </p:attrNameLst>
                                      </p:cBhvr>
                                      <p:to>
                                        <p:strVal val="visible"/>
                                      </p:to>
                                    </p:set>
                                    <p:animEffect transition="in" filter="box(out)">
                                      <p:cBhvr>
                                        <p:cTn id="27" dur="500"/>
                                        <p:tgtEl>
                                          <p:spTgt spid="1140758"/>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40759"/>
                                        </p:tgtEl>
                                        <p:attrNameLst>
                                          <p:attrName>style.visibility</p:attrName>
                                        </p:attrNameLst>
                                      </p:cBhvr>
                                      <p:to>
                                        <p:strVal val="visible"/>
                                      </p:to>
                                    </p:set>
                                    <p:animEffect transition="in" filter="box(out)">
                                      <p:cBhvr>
                                        <p:cTn id="32" dur="500"/>
                                        <p:tgtEl>
                                          <p:spTgt spid="1140759"/>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1140762"/>
                                        </p:tgtEl>
                                        <p:attrNameLst>
                                          <p:attrName>style.visibility</p:attrName>
                                        </p:attrNameLst>
                                      </p:cBhvr>
                                      <p:to>
                                        <p:strVal val="visible"/>
                                      </p:to>
                                    </p:set>
                                    <p:animEffect transition="in" filter="strips(downLeft)">
                                      <p:cBhvr>
                                        <p:cTn id="37" dur="500"/>
                                        <p:tgtEl>
                                          <p:spTgt spid="1140762"/>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par>
                                <p:cTn id="38" presetID="18" presetClass="entr" presetSubtype="12" fill="hold" nodeType="withEffect">
                                  <p:stCondLst>
                                    <p:cond delay="0"/>
                                  </p:stCondLst>
                                  <p:childTnLst>
                                    <p:set>
                                      <p:cBhvr>
                                        <p:cTn id="39" dur="1" fill="hold">
                                          <p:stCondLst>
                                            <p:cond delay="0"/>
                                          </p:stCondLst>
                                        </p:cTn>
                                        <p:tgtEl>
                                          <p:spTgt spid="1140763"/>
                                        </p:tgtEl>
                                        <p:attrNameLst>
                                          <p:attrName>style.visibility</p:attrName>
                                        </p:attrNameLst>
                                      </p:cBhvr>
                                      <p:to>
                                        <p:strVal val="visible"/>
                                      </p:to>
                                    </p:set>
                                    <p:animEffect transition="in" filter="strips(downLeft)">
                                      <p:cBhvr>
                                        <p:cTn id="40" dur="500"/>
                                        <p:tgtEl>
                                          <p:spTgt spid="1140763"/>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par>
                                <p:cTn id="41" presetID="18" presetClass="entr" presetSubtype="12" fill="hold" nodeType="withEffect">
                                  <p:stCondLst>
                                    <p:cond delay="0"/>
                                  </p:stCondLst>
                                  <p:childTnLst>
                                    <p:set>
                                      <p:cBhvr>
                                        <p:cTn id="42" dur="1" fill="hold">
                                          <p:stCondLst>
                                            <p:cond delay="0"/>
                                          </p:stCondLst>
                                        </p:cTn>
                                        <p:tgtEl>
                                          <p:spTgt spid="1140766"/>
                                        </p:tgtEl>
                                        <p:attrNameLst>
                                          <p:attrName>style.visibility</p:attrName>
                                        </p:attrNameLst>
                                      </p:cBhvr>
                                      <p:to>
                                        <p:strVal val="visible"/>
                                      </p:to>
                                    </p:set>
                                    <p:animEffect transition="in" filter="strips(downLeft)">
                                      <p:cBhvr>
                                        <p:cTn id="43" dur="500"/>
                                        <p:tgtEl>
                                          <p:spTgt spid="1140766"/>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par>
                                <p:cTn id="44" presetID="18" presetClass="entr" presetSubtype="12" fill="hold" nodeType="withEffect">
                                  <p:stCondLst>
                                    <p:cond delay="0"/>
                                  </p:stCondLst>
                                  <p:childTnLst>
                                    <p:set>
                                      <p:cBhvr>
                                        <p:cTn id="45" dur="1" fill="hold">
                                          <p:stCondLst>
                                            <p:cond delay="0"/>
                                          </p:stCondLst>
                                        </p:cTn>
                                        <p:tgtEl>
                                          <p:spTgt spid="1140769"/>
                                        </p:tgtEl>
                                        <p:attrNameLst>
                                          <p:attrName>style.visibility</p:attrName>
                                        </p:attrNameLst>
                                      </p:cBhvr>
                                      <p:to>
                                        <p:strVal val="visible"/>
                                      </p:to>
                                    </p:set>
                                    <p:animEffect transition="in" filter="strips(downLeft)">
                                      <p:cBhvr>
                                        <p:cTn id="46" dur="500"/>
                                        <p:tgtEl>
                                          <p:spTgt spid="1140769"/>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par>
                                <p:cTn id="47" presetID="18" presetClass="entr" presetSubtype="12" fill="hold" nodeType="withEffect">
                                  <p:stCondLst>
                                    <p:cond delay="0"/>
                                  </p:stCondLst>
                                  <p:childTnLst>
                                    <p:set>
                                      <p:cBhvr>
                                        <p:cTn id="48" dur="1" fill="hold">
                                          <p:stCondLst>
                                            <p:cond delay="0"/>
                                          </p:stCondLst>
                                        </p:cTn>
                                        <p:tgtEl>
                                          <p:spTgt spid="1140772"/>
                                        </p:tgtEl>
                                        <p:attrNameLst>
                                          <p:attrName>style.visibility</p:attrName>
                                        </p:attrNameLst>
                                      </p:cBhvr>
                                      <p:to>
                                        <p:strVal val="visible"/>
                                      </p:to>
                                    </p:set>
                                    <p:animEffect transition="in" filter="strips(downLeft)">
                                      <p:cBhvr>
                                        <p:cTn id="49" dur="500"/>
                                        <p:tgtEl>
                                          <p:spTgt spid="1140772"/>
                                        </p:tgtEl>
                                      </p:cBhvr>
                                    </p:animEffect>
                                  </p:childTnLst>
                                  <p:subTnLs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par>
                                <p:cTn id="50" presetID="18" presetClass="entr" presetSubtype="12" fill="hold" nodeType="withEffect">
                                  <p:stCondLst>
                                    <p:cond delay="0"/>
                                  </p:stCondLst>
                                  <p:childTnLst>
                                    <p:set>
                                      <p:cBhvr>
                                        <p:cTn id="51" dur="1" fill="hold">
                                          <p:stCondLst>
                                            <p:cond delay="0"/>
                                          </p:stCondLst>
                                        </p:cTn>
                                        <p:tgtEl>
                                          <p:spTgt spid="1140775"/>
                                        </p:tgtEl>
                                        <p:attrNameLst>
                                          <p:attrName>style.visibility</p:attrName>
                                        </p:attrNameLst>
                                      </p:cBhvr>
                                      <p:to>
                                        <p:strVal val="visible"/>
                                      </p:to>
                                    </p:set>
                                    <p:animEffect transition="in" filter="strips(downLeft)">
                                      <p:cBhvr>
                                        <p:cTn id="52" dur="500"/>
                                        <p:tgtEl>
                                          <p:spTgt spid="1140775"/>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par>
                                <p:cTn id="53" presetID="18" presetClass="entr" presetSubtype="12" fill="hold" nodeType="withEffect">
                                  <p:stCondLst>
                                    <p:cond delay="0"/>
                                  </p:stCondLst>
                                  <p:childTnLst>
                                    <p:set>
                                      <p:cBhvr>
                                        <p:cTn id="54" dur="1" fill="hold">
                                          <p:stCondLst>
                                            <p:cond delay="0"/>
                                          </p:stCondLst>
                                        </p:cTn>
                                        <p:tgtEl>
                                          <p:spTgt spid="1140778"/>
                                        </p:tgtEl>
                                        <p:attrNameLst>
                                          <p:attrName>style.visibility</p:attrName>
                                        </p:attrNameLst>
                                      </p:cBhvr>
                                      <p:to>
                                        <p:strVal val="visible"/>
                                      </p:to>
                                    </p:set>
                                    <p:animEffect transition="in" filter="strips(downLeft)">
                                      <p:cBhvr>
                                        <p:cTn id="55" dur="500"/>
                                        <p:tgtEl>
                                          <p:spTgt spid="1140778"/>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140783"/>
                                        </p:tgtEl>
                                        <p:attrNameLst>
                                          <p:attrName>style.visibility</p:attrName>
                                        </p:attrNameLst>
                                      </p:cBhvr>
                                      <p:to>
                                        <p:strVal val="visible"/>
                                      </p:to>
                                    </p:set>
                                    <p:animEffect transition="in" filter="box(out)">
                                      <p:cBhvr>
                                        <p:cTn id="60" dur="500"/>
                                        <p:tgtEl>
                                          <p:spTgt spid="1140783"/>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140784"/>
                                        </p:tgtEl>
                                        <p:attrNameLst>
                                          <p:attrName>style.visibility</p:attrName>
                                        </p:attrNameLst>
                                      </p:cBhvr>
                                      <p:to>
                                        <p:strVal val="visible"/>
                                      </p:to>
                                    </p:set>
                                    <p:animEffect transition="in" filter="box(out)">
                                      <p:cBhvr>
                                        <p:cTn id="65" dur="500"/>
                                        <p:tgtEl>
                                          <p:spTgt spid="1140784"/>
                                        </p:tgtEl>
                                      </p:cBhvr>
                                    </p:animEffect>
                                  </p:childTnLst>
                                  <p:subTnLst>
                                    <p:audio>
                                      <p:cMediaNode>
                                        <p:cTn display="0" masterRel="sameClick">
                                          <p:stCondLst>
                                            <p:cond evt="begin" delay="0">
                                              <p:tn val="63"/>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0754" grpId="0" animBg="1"/>
      <p:bldP spid="1140755" grpId="0" animBg="1"/>
      <p:bldP spid="1140756" grpId="0"/>
      <p:bldP spid="1140757" grpId="0"/>
      <p:bldP spid="1140758" grpId="0"/>
      <p:bldP spid="1140759" grpId="0" animBg="1"/>
      <p:bldP spid="1140783" grpId="0" animBg="1"/>
      <p:bldP spid="1140784"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2854" name="Rectangle 70" descr="信纸"/>
          <p:cNvSpPr>
            <a:spLocks noChangeArrowheads="1"/>
          </p:cNvSpPr>
          <p:nvPr/>
        </p:nvSpPr>
        <p:spPr bwMode="auto">
          <a:xfrm>
            <a:off x="6600056" y="4997998"/>
            <a:ext cx="3405600" cy="86042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b="1" dirty="0"/>
              <a:t>if (today == 6)</a:t>
            </a:r>
          </a:p>
          <a:p>
            <a:r>
              <a:rPr lang="en-US" altLang="zh-CN" b="1" dirty="0"/>
              <a:t>    </a:t>
            </a:r>
            <a:r>
              <a:rPr lang="en-US" altLang="zh-CN" b="1" dirty="0" err="1"/>
              <a:t>nextday</a:t>
            </a:r>
            <a:r>
              <a:rPr lang="en-US" altLang="zh-CN" b="1" dirty="0"/>
              <a:t> = 0;</a:t>
            </a:r>
          </a:p>
        </p:txBody>
      </p:sp>
      <p:sp>
        <p:nvSpPr>
          <p:cNvPr id="1142853" name="Rectangle 69" descr="信纸"/>
          <p:cNvSpPr>
            <a:spLocks noChangeArrowheads="1"/>
          </p:cNvSpPr>
          <p:nvPr/>
        </p:nvSpPr>
        <p:spPr bwMode="auto">
          <a:xfrm>
            <a:off x="1778451" y="4953548"/>
            <a:ext cx="3403784" cy="86042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a:t>if (today == sat)</a:t>
            </a:r>
          </a:p>
          <a:p>
            <a:r>
              <a:rPr lang="en-US" altLang="zh-CN" b="1"/>
              <a:t>    nextday = sun;</a:t>
            </a:r>
          </a:p>
        </p:txBody>
      </p:sp>
      <p:sp>
        <p:nvSpPr>
          <p:cNvPr id="1142819" name="Rectangle 35"/>
          <p:cNvSpPr>
            <a:spLocks noChangeArrowheads="1"/>
          </p:cNvSpPr>
          <p:nvPr/>
        </p:nvSpPr>
        <p:spPr bwMode="auto">
          <a:xfrm>
            <a:off x="879374" y="836712"/>
            <a:ext cx="5907386" cy="461665"/>
          </a:xfrm>
          <a:prstGeom prst="rect">
            <a:avLst/>
          </a:prstGeom>
          <a:noFill/>
          <a:ln w="9525">
            <a:noFill/>
            <a:miter lim="800000"/>
            <a:headEnd/>
            <a:tailEnd/>
          </a:ln>
          <a:effectLst/>
        </p:spPr>
        <p:txBody>
          <a:bodyPr wrap="none" anchor="ctr">
            <a:spAutoFit/>
          </a:bodyPr>
          <a:lstStyle/>
          <a:p>
            <a:r>
              <a:rPr lang="zh-CN" altLang="en-US" b="1" dirty="0">
                <a:latin typeface="+mn-lt"/>
                <a:ea typeface="楷体" pitchFamily="49" charset="-122"/>
              </a:rPr>
              <a:t>可以在枚举类型定义时指定枚举元素的值</a:t>
            </a:r>
            <a:r>
              <a:rPr lang="zh-CN" altLang="en-US" dirty="0">
                <a:latin typeface="+mn-lt"/>
                <a:ea typeface="楷体" pitchFamily="49" charset="-122"/>
              </a:rPr>
              <a:t> </a:t>
            </a:r>
          </a:p>
        </p:txBody>
      </p:sp>
      <p:sp>
        <p:nvSpPr>
          <p:cNvPr id="1142820" name="Rectangle 36" descr="信纸"/>
          <p:cNvSpPr>
            <a:spLocks noChangeArrowheads="1"/>
          </p:cNvSpPr>
          <p:nvPr/>
        </p:nvSpPr>
        <p:spPr bwMode="auto">
          <a:xfrm>
            <a:off x="1382613" y="1412776"/>
            <a:ext cx="8673827" cy="40011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C0000"/>
                </a:solidFill>
              </a:rPr>
              <a:t>enum</a:t>
            </a:r>
            <a:r>
              <a:rPr lang="en-US" altLang="zh-CN" sz="2000" b="1" dirty="0">
                <a:solidFill>
                  <a:srgbClr val="CC0000"/>
                </a:solidFill>
              </a:rPr>
              <a:t> weekday</a:t>
            </a:r>
            <a:r>
              <a:rPr lang="en-US" altLang="zh-CN" sz="2000" b="1" dirty="0"/>
              <a:t> {</a:t>
            </a:r>
            <a:r>
              <a:rPr lang="en-US" altLang="zh-CN" sz="2000" b="1" dirty="0">
                <a:solidFill>
                  <a:srgbClr val="C00000"/>
                </a:solidFill>
              </a:rPr>
              <a:t>sun = 7</a:t>
            </a:r>
            <a:r>
              <a:rPr lang="en-US" altLang="zh-CN" sz="2000" b="1" dirty="0"/>
              <a:t>, </a:t>
            </a:r>
            <a:r>
              <a:rPr lang="en-US" altLang="zh-CN" sz="2000" b="1" dirty="0" err="1">
                <a:solidFill>
                  <a:srgbClr val="C00000"/>
                </a:solidFill>
              </a:rPr>
              <a:t>mon</a:t>
            </a:r>
            <a:r>
              <a:rPr lang="en-US" altLang="zh-CN" sz="2000" b="1" dirty="0">
                <a:solidFill>
                  <a:srgbClr val="C00000"/>
                </a:solidFill>
              </a:rPr>
              <a:t> = 1</a:t>
            </a:r>
            <a:r>
              <a:rPr lang="en-US" altLang="zh-CN" sz="2000" b="1" dirty="0"/>
              <a:t>, </a:t>
            </a:r>
            <a:r>
              <a:rPr lang="en-US" altLang="zh-CN" sz="2000" b="1" dirty="0" err="1"/>
              <a:t>tue</a:t>
            </a:r>
            <a:r>
              <a:rPr lang="en-US" altLang="zh-CN" sz="2000" b="1" dirty="0"/>
              <a:t>, wed, </a:t>
            </a:r>
            <a:r>
              <a:rPr lang="en-US" altLang="zh-CN" sz="2000" b="1" dirty="0" err="1"/>
              <a:t>thu</a:t>
            </a:r>
            <a:r>
              <a:rPr lang="en-US" altLang="zh-CN" sz="2000" b="1" dirty="0"/>
              <a:t>, </a:t>
            </a:r>
            <a:r>
              <a:rPr lang="en-US" altLang="zh-CN" sz="2000" b="1" dirty="0" err="1"/>
              <a:t>fri</a:t>
            </a:r>
            <a:r>
              <a:rPr lang="en-US" altLang="zh-CN" sz="2000" b="1" dirty="0"/>
              <a:t>, sat};</a:t>
            </a:r>
          </a:p>
        </p:txBody>
      </p:sp>
      <p:grpSp>
        <p:nvGrpSpPr>
          <p:cNvPr id="1142825" name="Group 41"/>
          <p:cNvGrpSpPr>
            <a:grpSpLocks/>
          </p:cNvGrpSpPr>
          <p:nvPr/>
        </p:nvGrpSpPr>
        <p:grpSpPr bwMode="auto">
          <a:xfrm>
            <a:off x="3514624" y="1773139"/>
            <a:ext cx="433388" cy="944562"/>
            <a:chOff x="2000" y="799"/>
            <a:chExt cx="273" cy="595"/>
          </a:xfrm>
        </p:grpSpPr>
        <p:sp>
          <p:nvSpPr>
            <p:cNvPr id="1142821" name="Line 37"/>
            <p:cNvSpPr>
              <a:spLocks noChangeShapeType="1"/>
            </p:cNvSpPr>
            <p:nvPr/>
          </p:nvSpPr>
          <p:spPr bwMode="auto">
            <a:xfrm>
              <a:off x="2109" y="799"/>
              <a:ext cx="0" cy="363"/>
            </a:xfrm>
            <a:prstGeom prst="line">
              <a:avLst/>
            </a:prstGeom>
            <a:noFill/>
            <a:ln w="28575">
              <a:solidFill>
                <a:srgbClr val="C00000"/>
              </a:solidFill>
              <a:round/>
              <a:headEnd/>
              <a:tailEnd type="stealth" w="lg" len="lg"/>
            </a:ln>
            <a:effectLst/>
          </p:spPr>
          <p:txBody>
            <a:bodyPr/>
            <a:lstStyle/>
            <a:p>
              <a:endParaRPr lang="zh-CN" altLang="en-US" dirty="0">
                <a:solidFill>
                  <a:srgbClr val="C00000"/>
                </a:solidFill>
              </a:endParaRPr>
            </a:p>
          </p:txBody>
        </p:sp>
        <p:sp>
          <p:nvSpPr>
            <p:cNvPr id="1142824" name="Text Box 40"/>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7</a:t>
              </a:r>
            </a:p>
          </p:txBody>
        </p:sp>
      </p:grpSp>
      <p:grpSp>
        <p:nvGrpSpPr>
          <p:cNvPr id="1142826" name="Group 42"/>
          <p:cNvGrpSpPr>
            <a:grpSpLocks/>
          </p:cNvGrpSpPr>
          <p:nvPr/>
        </p:nvGrpSpPr>
        <p:grpSpPr bwMode="auto">
          <a:xfrm>
            <a:off x="4387749" y="1789014"/>
            <a:ext cx="433388" cy="944562"/>
            <a:chOff x="2000" y="799"/>
            <a:chExt cx="273" cy="595"/>
          </a:xfrm>
        </p:grpSpPr>
        <p:sp>
          <p:nvSpPr>
            <p:cNvPr id="1142827" name="Line 43"/>
            <p:cNvSpPr>
              <a:spLocks noChangeShapeType="1"/>
            </p:cNvSpPr>
            <p:nvPr/>
          </p:nvSpPr>
          <p:spPr bwMode="auto">
            <a:xfrm>
              <a:off x="2109" y="799"/>
              <a:ext cx="0" cy="363"/>
            </a:xfrm>
            <a:prstGeom prst="line">
              <a:avLst/>
            </a:prstGeom>
            <a:noFill/>
            <a:ln w="28575">
              <a:solidFill>
                <a:srgbClr val="C00000"/>
              </a:solidFill>
              <a:round/>
              <a:headEnd/>
              <a:tailEnd type="stealth" w="lg" len="lg"/>
            </a:ln>
            <a:effectLst/>
          </p:spPr>
          <p:txBody>
            <a:bodyPr/>
            <a:lstStyle/>
            <a:p>
              <a:endParaRPr lang="zh-CN" altLang="en-US" dirty="0">
                <a:solidFill>
                  <a:srgbClr val="C00000"/>
                </a:solidFill>
              </a:endParaRPr>
            </a:p>
          </p:txBody>
        </p:sp>
        <p:sp>
          <p:nvSpPr>
            <p:cNvPr id="1142828" name="Text Box 44"/>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1</a:t>
              </a:r>
            </a:p>
          </p:txBody>
        </p:sp>
      </p:grpSp>
      <p:grpSp>
        <p:nvGrpSpPr>
          <p:cNvPr id="1142829" name="Group 45"/>
          <p:cNvGrpSpPr>
            <a:grpSpLocks/>
          </p:cNvGrpSpPr>
          <p:nvPr/>
        </p:nvGrpSpPr>
        <p:grpSpPr bwMode="auto">
          <a:xfrm>
            <a:off x="5189438" y="1790602"/>
            <a:ext cx="433387" cy="944563"/>
            <a:chOff x="2000" y="799"/>
            <a:chExt cx="273" cy="595"/>
          </a:xfrm>
        </p:grpSpPr>
        <p:sp>
          <p:nvSpPr>
            <p:cNvPr id="1142830" name="Line 46"/>
            <p:cNvSpPr>
              <a:spLocks noChangeShapeType="1"/>
            </p:cNvSpPr>
            <p:nvPr/>
          </p:nvSpPr>
          <p:spPr bwMode="auto">
            <a:xfrm>
              <a:off x="2109" y="799"/>
              <a:ext cx="0" cy="363"/>
            </a:xfrm>
            <a:prstGeom prst="line">
              <a:avLst/>
            </a:prstGeom>
            <a:noFill/>
            <a:ln w="28575">
              <a:solidFill>
                <a:srgbClr val="C00000"/>
              </a:solidFill>
              <a:round/>
              <a:headEnd/>
              <a:tailEnd type="stealth" w="lg" len="lg"/>
            </a:ln>
            <a:effectLst/>
          </p:spPr>
          <p:txBody>
            <a:bodyPr/>
            <a:lstStyle/>
            <a:p>
              <a:endParaRPr lang="zh-CN" altLang="en-US" dirty="0">
                <a:solidFill>
                  <a:srgbClr val="002060"/>
                </a:solidFill>
              </a:endParaRPr>
            </a:p>
          </p:txBody>
        </p:sp>
        <p:sp>
          <p:nvSpPr>
            <p:cNvPr id="1142831" name="Text Box 47"/>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2</a:t>
              </a:r>
            </a:p>
          </p:txBody>
        </p:sp>
      </p:grpSp>
      <p:grpSp>
        <p:nvGrpSpPr>
          <p:cNvPr id="1142832" name="Group 48"/>
          <p:cNvGrpSpPr>
            <a:grpSpLocks/>
          </p:cNvGrpSpPr>
          <p:nvPr/>
        </p:nvGrpSpPr>
        <p:grpSpPr bwMode="auto">
          <a:xfrm>
            <a:off x="5733949" y="1792189"/>
            <a:ext cx="433388" cy="944562"/>
            <a:chOff x="2000" y="799"/>
            <a:chExt cx="273" cy="595"/>
          </a:xfrm>
        </p:grpSpPr>
        <p:sp>
          <p:nvSpPr>
            <p:cNvPr id="1142833" name="Line 49"/>
            <p:cNvSpPr>
              <a:spLocks noChangeShapeType="1"/>
            </p:cNvSpPr>
            <p:nvPr/>
          </p:nvSpPr>
          <p:spPr bwMode="auto">
            <a:xfrm>
              <a:off x="2109" y="799"/>
              <a:ext cx="0" cy="363"/>
            </a:xfrm>
            <a:prstGeom prst="line">
              <a:avLst/>
            </a:prstGeom>
            <a:noFill/>
            <a:ln w="28575">
              <a:solidFill>
                <a:srgbClr val="C00000"/>
              </a:solidFill>
              <a:round/>
              <a:headEnd/>
              <a:tailEnd type="stealth" w="lg" len="lg"/>
            </a:ln>
            <a:effectLst/>
          </p:spPr>
          <p:txBody>
            <a:bodyPr/>
            <a:lstStyle/>
            <a:p>
              <a:endParaRPr lang="zh-CN" altLang="en-US" dirty="0">
                <a:solidFill>
                  <a:srgbClr val="002060"/>
                </a:solidFill>
              </a:endParaRPr>
            </a:p>
          </p:txBody>
        </p:sp>
        <p:sp>
          <p:nvSpPr>
            <p:cNvPr id="1142834" name="Text Box 50"/>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3</a:t>
              </a:r>
            </a:p>
          </p:txBody>
        </p:sp>
      </p:grpSp>
      <p:grpSp>
        <p:nvGrpSpPr>
          <p:cNvPr id="1142835" name="Group 51"/>
          <p:cNvGrpSpPr>
            <a:grpSpLocks/>
          </p:cNvGrpSpPr>
          <p:nvPr/>
        </p:nvGrpSpPr>
        <p:grpSpPr bwMode="auto">
          <a:xfrm>
            <a:off x="6249888" y="1793777"/>
            <a:ext cx="433387" cy="944563"/>
            <a:chOff x="2000" y="799"/>
            <a:chExt cx="273" cy="595"/>
          </a:xfrm>
        </p:grpSpPr>
        <p:sp>
          <p:nvSpPr>
            <p:cNvPr id="1142836" name="Line 52"/>
            <p:cNvSpPr>
              <a:spLocks noChangeShapeType="1"/>
            </p:cNvSpPr>
            <p:nvPr/>
          </p:nvSpPr>
          <p:spPr bwMode="auto">
            <a:xfrm>
              <a:off x="2109" y="799"/>
              <a:ext cx="0" cy="363"/>
            </a:xfrm>
            <a:prstGeom prst="line">
              <a:avLst/>
            </a:prstGeom>
            <a:noFill/>
            <a:ln w="28575">
              <a:solidFill>
                <a:srgbClr val="C00000"/>
              </a:solidFill>
              <a:round/>
              <a:headEnd/>
              <a:tailEnd type="stealth" w="lg" len="lg"/>
            </a:ln>
            <a:effectLst/>
          </p:spPr>
          <p:txBody>
            <a:bodyPr/>
            <a:lstStyle/>
            <a:p>
              <a:endParaRPr lang="zh-CN" altLang="en-US" dirty="0">
                <a:solidFill>
                  <a:srgbClr val="002060"/>
                </a:solidFill>
              </a:endParaRPr>
            </a:p>
          </p:txBody>
        </p:sp>
        <p:sp>
          <p:nvSpPr>
            <p:cNvPr id="1142837" name="Text Box 53"/>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4</a:t>
              </a:r>
            </a:p>
          </p:txBody>
        </p:sp>
      </p:grpSp>
      <p:grpSp>
        <p:nvGrpSpPr>
          <p:cNvPr id="1142838" name="Group 54"/>
          <p:cNvGrpSpPr>
            <a:grpSpLocks/>
          </p:cNvGrpSpPr>
          <p:nvPr/>
        </p:nvGrpSpPr>
        <p:grpSpPr bwMode="auto">
          <a:xfrm>
            <a:off x="6694388" y="1795364"/>
            <a:ext cx="433387" cy="944562"/>
            <a:chOff x="2000" y="799"/>
            <a:chExt cx="273" cy="595"/>
          </a:xfrm>
        </p:grpSpPr>
        <p:sp>
          <p:nvSpPr>
            <p:cNvPr id="1142839" name="Line 55"/>
            <p:cNvSpPr>
              <a:spLocks noChangeShapeType="1"/>
            </p:cNvSpPr>
            <p:nvPr/>
          </p:nvSpPr>
          <p:spPr bwMode="auto">
            <a:xfrm>
              <a:off x="2109" y="799"/>
              <a:ext cx="0" cy="363"/>
            </a:xfrm>
            <a:prstGeom prst="line">
              <a:avLst/>
            </a:prstGeom>
            <a:noFill/>
            <a:ln w="28575">
              <a:solidFill>
                <a:srgbClr val="C00000"/>
              </a:solidFill>
              <a:round/>
              <a:headEnd/>
              <a:tailEnd type="stealth" w="lg" len="lg"/>
            </a:ln>
            <a:effectLst/>
          </p:spPr>
          <p:txBody>
            <a:bodyPr/>
            <a:lstStyle/>
            <a:p>
              <a:endParaRPr lang="zh-CN" altLang="en-US" dirty="0">
                <a:solidFill>
                  <a:srgbClr val="002060"/>
                </a:solidFill>
              </a:endParaRPr>
            </a:p>
          </p:txBody>
        </p:sp>
        <p:sp>
          <p:nvSpPr>
            <p:cNvPr id="1142840" name="Text Box 56"/>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5</a:t>
              </a:r>
            </a:p>
          </p:txBody>
        </p:sp>
      </p:grpSp>
      <p:grpSp>
        <p:nvGrpSpPr>
          <p:cNvPr id="1142841" name="Group 57"/>
          <p:cNvGrpSpPr>
            <a:grpSpLocks/>
          </p:cNvGrpSpPr>
          <p:nvPr/>
        </p:nvGrpSpPr>
        <p:grpSpPr bwMode="auto">
          <a:xfrm>
            <a:off x="7124599" y="1796952"/>
            <a:ext cx="433388" cy="944563"/>
            <a:chOff x="2000" y="799"/>
            <a:chExt cx="273" cy="595"/>
          </a:xfrm>
        </p:grpSpPr>
        <p:sp>
          <p:nvSpPr>
            <p:cNvPr id="1142842" name="Line 58"/>
            <p:cNvSpPr>
              <a:spLocks noChangeShapeType="1"/>
            </p:cNvSpPr>
            <p:nvPr/>
          </p:nvSpPr>
          <p:spPr bwMode="auto">
            <a:xfrm>
              <a:off x="2109" y="799"/>
              <a:ext cx="0" cy="363"/>
            </a:xfrm>
            <a:prstGeom prst="line">
              <a:avLst/>
            </a:prstGeom>
            <a:noFill/>
            <a:ln w="28575">
              <a:solidFill>
                <a:srgbClr val="C00000"/>
              </a:solidFill>
              <a:round/>
              <a:headEnd/>
              <a:tailEnd type="stealth" w="lg" len="lg"/>
            </a:ln>
            <a:effectLst/>
          </p:spPr>
          <p:txBody>
            <a:bodyPr/>
            <a:lstStyle/>
            <a:p>
              <a:endParaRPr lang="zh-CN" altLang="en-US" dirty="0">
                <a:solidFill>
                  <a:srgbClr val="002060"/>
                </a:solidFill>
              </a:endParaRPr>
            </a:p>
          </p:txBody>
        </p:sp>
        <p:sp>
          <p:nvSpPr>
            <p:cNvPr id="1142843" name="Text Box 59"/>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6</a:t>
              </a:r>
            </a:p>
          </p:txBody>
        </p:sp>
      </p:grpSp>
      <p:sp>
        <p:nvSpPr>
          <p:cNvPr id="1142844" name="Rectangle 60"/>
          <p:cNvSpPr>
            <a:spLocks noChangeArrowheads="1"/>
          </p:cNvSpPr>
          <p:nvPr/>
        </p:nvSpPr>
        <p:spPr bwMode="auto">
          <a:xfrm>
            <a:off x="1344513" y="2717031"/>
            <a:ext cx="8711927" cy="1216025"/>
          </a:xfrm>
          <a:prstGeom prst="rect">
            <a:avLst/>
          </a:prstGeom>
          <a:gradFill rotWithShape="1">
            <a:gsLst>
              <a:gs pos="0">
                <a:srgbClr val="CFCFD1"/>
              </a:gs>
              <a:gs pos="100000">
                <a:schemeClr val="bg1"/>
              </a:gs>
            </a:gsLst>
            <a:lin ang="5400000" scaled="1"/>
          </a:grad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C00000"/>
                </a:solidFill>
                <a:ea typeface="隶书" pitchFamily="49" charset="-122"/>
              </a:rPr>
              <a:t>注意：</a:t>
            </a:r>
          </a:p>
          <a:p>
            <a:pPr indent="266700"/>
            <a:r>
              <a:rPr lang="zh-CN" altLang="en-US" b="1" dirty="0">
                <a:ea typeface="隶书" pitchFamily="49" charset="-122"/>
              </a:rPr>
              <a:t>    枚举元素是常量，在程序中不可对它赋值。</a:t>
            </a:r>
          </a:p>
          <a:p>
            <a:pPr indent="266700"/>
            <a:r>
              <a:rPr lang="zh-CN" altLang="en-US" b="1" dirty="0">
                <a:ea typeface="隶书" pitchFamily="49" charset="-122"/>
              </a:rPr>
              <a:t>    例如：</a:t>
            </a:r>
            <a:r>
              <a:rPr lang="en-US" altLang="zh-CN" b="1" dirty="0">
                <a:ea typeface="隶书" pitchFamily="49" charset="-122"/>
              </a:rPr>
              <a:t>sun = 0; </a:t>
            </a:r>
            <a:r>
              <a:rPr lang="en-US" altLang="zh-CN" b="1" dirty="0" err="1">
                <a:ea typeface="隶书" pitchFamily="49" charset="-122"/>
              </a:rPr>
              <a:t>mon</a:t>
            </a:r>
            <a:r>
              <a:rPr lang="en-US" altLang="zh-CN" b="1" dirty="0">
                <a:ea typeface="隶书" pitchFamily="49" charset="-122"/>
              </a:rPr>
              <a:t> = 1;</a:t>
            </a:r>
            <a:r>
              <a:rPr lang="zh-CN" altLang="en-US" b="1" dirty="0">
                <a:ea typeface="隶书" pitchFamily="49" charset="-122"/>
              </a:rPr>
              <a:t>将产生错误。</a:t>
            </a:r>
          </a:p>
        </p:txBody>
      </p:sp>
      <p:sp>
        <p:nvSpPr>
          <p:cNvPr id="1142845" name="Rectangle 61"/>
          <p:cNvSpPr>
            <a:spLocks noChangeArrowheads="1"/>
          </p:cNvSpPr>
          <p:nvPr/>
        </p:nvSpPr>
        <p:spPr bwMode="auto">
          <a:xfrm>
            <a:off x="983432" y="4002832"/>
            <a:ext cx="3432350" cy="461665"/>
          </a:xfrm>
          <a:prstGeom prst="rect">
            <a:avLst/>
          </a:prstGeom>
          <a:noFill/>
          <a:ln w="9525">
            <a:noFill/>
            <a:miter lim="800000"/>
            <a:headEnd/>
            <a:tailEnd/>
          </a:ln>
          <a:effectLst/>
        </p:spPr>
        <p:txBody>
          <a:bodyPr wrap="none" anchor="ctr">
            <a:spAutoFit/>
          </a:bodyPr>
          <a:lstStyle/>
          <a:p>
            <a:r>
              <a:rPr lang="zh-CN" altLang="en-US" b="1" u="sng" dirty="0">
                <a:solidFill>
                  <a:srgbClr val="CC0000"/>
                </a:solidFill>
                <a:latin typeface="楷体" panose="02010609060101010101" pitchFamily="49" charset="-122"/>
                <a:ea typeface="楷体" panose="02010609060101010101" pitchFamily="49" charset="-122"/>
              </a:rPr>
              <a:t>定义枚举类型的好处：</a:t>
            </a:r>
            <a:r>
              <a:rPr lang="zh-CN" altLang="en-US" dirty="0">
                <a:latin typeface="楷体" panose="02010609060101010101" pitchFamily="49" charset="-122"/>
                <a:ea typeface="楷体" panose="02010609060101010101" pitchFamily="49" charset="-122"/>
              </a:rPr>
              <a:t> </a:t>
            </a:r>
          </a:p>
        </p:txBody>
      </p:sp>
      <p:sp>
        <p:nvSpPr>
          <p:cNvPr id="1142846" name="Rectangle 62"/>
          <p:cNvSpPr>
            <a:spLocks noChangeArrowheads="1"/>
          </p:cNvSpPr>
          <p:nvPr/>
        </p:nvSpPr>
        <p:spPr bwMode="auto">
          <a:xfrm>
            <a:off x="1310794" y="4421705"/>
            <a:ext cx="4903907" cy="400110"/>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sz="2000" b="1" dirty="0">
                <a:solidFill>
                  <a:srgbClr val="002060"/>
                </a:solidFill>
                <a:latin typeface="+mn-lt"/>
                <a:ea typeface="楷体" pitchFamily="49" charset="-122"/>
              </a:rPr>
              <a:t> </a:t>
            </a:r>
            <a:r>
              <a:rPr lang="zh-CN" altLang="en-US" sz="2000" b="1" dirty="0">
                <a:solidFill>
                  <a:srgbClr val="002060"/>
                </a:solidFill>
                <a:latin typeface="+mn-lt"/>
                <a:ea typeface="楷体" pitchFamily="49" charset="-122"/>
              </a:rPr>
              <a:t>用标识符表示数值增加了程序的可读性 </a:t>
            </a:r>
          </a:p>
        </p:txBody>
      </p:sp>
      <p:sp>
        <p:nvSpPr>
          <p:cNvPr id="1142849" name="AutoShape 65"/>
          <p:cNvSpPr>
            <a:spLocks noChangeArrowheads="1"/>
          </p:cNvSpPr>
          <p:nvPr/>
        </p:nvSpPr>
        <p:spPr bwMode="auto">
          <a:xfrm>
            <a:off x="5383401" y="5185322"/>
            <a:ext cx="936625" cy="431800"/>
          </a:xfrm>
          <a:prstGeom prst="wedgeRoundRectCallout">
            <a:avLst>
              <a:gd name="adj1" fmla="val -102032"/>
              <a:gd name="adj2" fmla="val 11398"/>
              <a:gd name="adj3" fmla="val 16667"/>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00000"/>
                </a:solidFill>
                <a:latin typeface="+mn-lt"/>
                <a:ea typeface="楷体" pitchFamily="49" charset="-122"/>
              </a:rPr>
              <a:t>清晰</a:t>
            </a:r>
          </a:p>
        </p:txBody>
      </p:sp>
      <p:sp>
        <p:nvSpPr>
          <p:cNvPr id="1142850" name="AutoShape 66"/>
          <p:cNvSpPr>
            <a:spLocks noChangeArrowheads="1"/>
          </p:cNvSpPr>
          <p:nvPr/>
        </p:nvSpPr>
        <p:spPr bwMode="auto">
          <a:xfrm>
            <a:off x="10201076" y="5128172"/>
            <a:ext cx="1079500" cy="431800"/>
          </a:xfrm>
          <a:prstGeom prst="wedgeRoundRectCallout">
            <a:avLst>
              <a:gd name="adj1" fmla="val -96324"/>
              <a:gd name="adj2" fmla="val 11028"/>
              <a:gd name="adj3" fmla="val 16667"/>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00000"/>
                </a:solidFill>
                <a:latin typeface="+mn-lt"/>
                <a:ea typeface="楷体" pitchFamily="49" charset="-122"/>
              </a:rPr>
              <a:t>不清晰</a:t>
            </a:r>
          </a:p>
        </p:txBody>
      </p:sp>
      <p:sp>
        <p:nvSpPr>
          <p:cNvPr id="1142851" name="Rectangle 67"/>
          <p:cNvSpPr>
            <a:spLocks noChangeArrowheads="1"/>
          </p:cNvSpPr>
          <p:nvPr/>
        </p:nvSpPr>
        <p:spPr bwMode="auto">
          <a:xfrm>
            <a:off x="1300434" y="5948880"/>
            <a:ext cx="3355406" cy="400110"/>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sz="2000" b="1">
                <a:solidFill>
                  <a:srgbClr val="002060"/>
                </a:solidFill>
                <a:latin typeface="+mn-lt"/>
                <a:ea typeface="楷体" pitchFamily="49" charset="-122"/>
              </a:rPr>
              <a:t> </a:t>
            </a:r>
            <a:r>
              <a:rPr lang="zh-CN" altLang="en-US" sz="2000" b="1">
                <a:solidFill>
                  <a:srgbClr val="002060"/>
                </a:solidFill>
                <a:latin typeface="+mn-lt"/>
                <a:ea typeface="楷体" pitchFamily="49" charset="-122"/>
              </a:rPr>
              <a:t>可限制了变量的取值范围 </a:t>
            </a:r>
          </a:p>
        </p:txBody>
      </p:sp>
      <p:sp>
        <p:nvSpPr>
          <p:cNvPr id="1142852" name="Rectangle 68"/>
          <p:cNvSpPr>
            <a:spLocks noChangeArrowheads="1"/>
          </p:cNvSpPr>
          <p:nvPr/>
        </p:nvSpPr>
        <p:spPr bwMode="auto">
          <a:xfrm>
            <a:off x="1703070" y="6306198"/>
            <a:ext cx="3623108" cy="400110"/>
          </a:xfrm>
          <a:prstGeom prst="rect">
            <a:avLst/>
          </a:prstGeom>
          <a:noFill/>
          <a:ln w="9525">
            <a:noFill/>
            <a:miter lim="800000"/>
            <a:headEnd/>
            <a:tailEnd/>
          </a:ln>
          <a:effectLst/>
        </p:spPr>
        <p:txBody>
          <a:bodyPr wrap="none" anchor="ctr">
            <a:spAutoFit/>
          </a:bodyPr>
          <a:lstStyle/>
          <a:p>
            <a:r>
              <a:rPr lang="zh-CN" altLang="en-US" sz="2000" b="1" dirty="0">
                <a:latin typeface="+mn-lt"/>
                <a:ea typeface="楷体" pitchFamily="49" charset="-122"/>
              </a:rPr>
              <a:t>如</a:t>
            </a:r>
            <a:r>
              <a:rPr lang="en-US" altLang="zh-CN" sz="2000" b="1" dirty="0">
                <a:latin typeface="+mn-lt"/>
                <a:ea typeface="楷体" pitchFamily="49" charset="-122"/>
              </a:rPr>
              <a:t>today</a:t>
            </a:r>
            <a:r>
              <a:rPr lang="zh-CN" altLang="en-US" sz="2000" b="1" dirty="0">
                <a:latin typeface="+mn-lt"/>
                <a:ea typeface="楷体" pitchFamily="49" charset="-122"/>
              </a:rPr>
              <a:t>只能取</a:t>
            </a:r>
            <a:r>
              <a:rPr lang="en-US" altLang="zh-CN" sz="2000" b="1" dirty="0">
                <a:latin typeface="+mn-lt"/>
                <a:ea typeface="楷体" pitchFamily="49" charset="-122"/>
              </a:rPr>
              <a:t>sun</a:t>
            </a:r>
            <a:r>
              <a:rPr lang="zh-CN" altLang="en-US" sz="2000" b="1" dirty="0">
                <a:latin typeface="+mn-lt"/>
                <a:ea typeface="楷体" pitchFamily="49" charset="-122"/>
              </a:rPr>
              <a:t>～</a:t>
            </a:r>
            <a:r>
              <a:rPr lang="en-US" altLang="zh-CN" sz="2000" b="1" dirty="0">
                <a:latin typeface="+mn-lt"/>
                <a:ea typeface="楷体" pitchFamily="49" charset="-122"/>
              </a:rPr>
              <a:t>sat</a:t>
            </a:r>
            <a:r>
              <a:rPr lang="zh-CN" altLang="en-US" sz="2000" b="1" dirty="0">
                <a:latin typeface="+mn-lt"/>
                <a:ea typeface="楷体" pitchFamily="49" charset="-122"/>
              </a:rPr>
              <a:t>中的值 </a:t>
            </a:r>
          </a:p>
        </p:txBody>
      </p:sp>
      <p:sp>
        <p:nvSpPr>
          <p:cNvPr id="37" name="Rectangle 4">
            <a:extLst>
              <a:ext uri="{FF2B5EF4-FFF2-40B4-BE49-F238E27FC236}">
                <a16:creationId xmlns:a16="http://schemas.microsoft.com/office/drawing/2014/main" id="{01BB48A7-995C-4A75-8B5B-B3F21D42FD7A}"/>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枚举类型变量的定义和引用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42819"/>
                                        </p:tgtEl>
                                        <p:attrNameLst>
                                          <p:attrName>style.visibility</p:attrName>
                                        </p:attrNameLst>
                                      </p:cBhvr>
                                      <p:to>
                                        <p:strVal val="visible"/>
                                      </p:to>
                                    </p:set>
                                    <p:animEffect transition="in" filter="box(out)">
                                      <p:cBhvr>
                                        <p:cTn id="7" dur="500"/>
                                        <p:tgtEl>
                                          <p:spTgt spid="114281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42820"/>
                                        </p:tgtEl>
                                        <p:attrNameLst>
                                          <p:attrName>style.visibility</p:attrName>
                                        </p:attrNameLst>
                                      </p:cBhvr>
                                      <p:to>
                                        <p:strVal val="visible"/>
                                      </p:to>
                                    </p:set>
                                    <p:animEffect transition="in" filter="box(out)">
                                      <p:cBhvr>
                                        <p:cTn id="12" dur="500"/>
                                        <p:tgtEl>
                                          <p:spTgt spid="114282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142825"/>
                                        </p:tgtEl>
                                        <p:attrNameLst>
                                          <p:attrName>style.visibility</p:attrName>
                                        </p:attrNameLst>
                                      </p:cBhvr>
                                      <p:to>
                                        <p:strVal val="visible"/>
                                      </p:to>
                                    </p:set>
                                    <p:animEffect transition="in" filter="strips(downLeft)">
                                      <p:cBhvr>
                                        <p:cTn id="17" dur="500"/>
                                        <p:tgtEl>
                                          <p:spTgt spid="1142825"/>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par>
                                <p:cTn id="18" presetID="18" presetClass="entr" presetSubtype="12" fill="hold" nodeType="withEffect">
                                  <p:stCondLst>
                                    <p:cond delay="0"/>
                                  </p:stCondLst>
                                  <p:childTnLst>
                                    <p:set>
                                      <p:cBhvr>
                                        <p:cTn id="19" dur="1" fill="hold">
                                          <p:stCondLst>
                                            <p:cond delay="0"/>
                                          </p:stCondLst>
                                        </p:cTn>
                                        <p:tgtEl>
                                          <p:spTgt spid="1142826"/>
                                        </p:tgtEl>
                                        <p:attrNameLst>
                                          <p:attrName>style.visibility</p:attrName>
                                        </p:attrNameLst>
                                      </p:cBhvr>
                                      <p:to>
                                        <p:strVal val="visible"/>
                                      </p:to>
                                    </p:set>
                                    <p:animEffect transition="in" filter="strips(downLeft)">
                                      <p:cBhvr>
                                        <p:cTn id="20" dur="500"/>
                                        <p:tgtEl>
                                          <p:spTgt spid="1142826"/>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par>
                                <p:cTn id="21" presetID="18" presetClass="entr" presetSubtype="12" fill="hold" nodeType="withEffect">
                                  <p:stCondLst>
                                    <p:cond delay="0"/>
                                  </p:stCondLst>
                                  <p:childTnLst>
                                    <p:set>
                                      <p:cBhvr>
                                        <p:cTn id="22" dur="1" fill="hold">
                                          <p:stCondLst>
                                            <p:cond delay="0"/>
                                          </p:stCondLst>
                                        </p:cTn>
                                        <p:tgtEl>
                                          <p:spTgt spid="1142829"/>
                                        </p:tgtEl>
                                        <p:attrNameLst>
                                          <p:attrName>style.visibility</p:attrName>
                                        </p:attrNameLst>
                                      </p:cBhvr>
                                      <p:to>
                                        <p:strVal val="visible"/>
                                      </p:to>
                                    </p:set>
                                    <p:animEffect transition="in" filter="strips(downLeft)">
                                      <p:cBhvr>
                                        <p:cTn id="23" dur="500"/>
                                        <p:tgtEl>
                                          <p:spTgt spid="1142829"/>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4" presetID="18" presetClass="entr" presetSubtype="12" fill="hold" nodeType="withEffect">
                                  <p:stCondLst>
                                    <p:cond delay="0"/>
                                  </p:stCondLst>
                                  <p:childTnLst>
                                    <p:set>
                                      <p:cBhvr>
                                        <p:cTn id="25" dur="1" fill="hold">
                                          <p:stCondLst>
                                            <p:cond delay="0"/>
                                          </p:stCondLst>
                                        </p:cTn>
                                        <p:tgtEl>
                                          <p:spTgt spid="1142832"/>
                                        </p:tgtEl>
                                        <p:attrNameLst>
                                          <p:attrName>style.visibility</p:attrName>
                                        </p:attrNameLst>
                                      </p:cBhvr>
                                      <p:to>
                                        <p:strVal val="visible"/>
                                      </p:to>
                                    </p:set>
                                    <p:animEffect transition="in" filter="strips(downLeft)">
                                      <p:cBhvr>
                                        <p:cTn id="26" dur="500"/>
                                        <p:tgtEl>
                                          <p:spTgt spid="1142832"/>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par>
                                <p:cTn id="27" presetID="18" presetClass="entr" presetSubtype="12" fill="hold" nodeType="withEffect">
                                  <p:stCondLst>
                                    <p:cond delay="0"/>
                                  </p:stCondLst>
                                  <p:childTnLst>
                                    <p:set>
                                      <p:cBhvr>
                                        <p:cTn id="28" dur="1" fill="hold">
                                          <p:stCondLst>
                                            <p:cond delay="0"/>
                                          </p:stCondLst>
                                        </p:cTn>
                                        <p:tgtEl>
                                          <p:spTgt spid="1142835"/>
                                        </p:tgtEl>
                                        <p:attrNameLst>
                                          <p:attrName>style.visibility</p:attrName>
                                        </p:attrNameLst>
                                      </p:cBhvr>
                                      <p:to>
                                        <p:strVal val="visible"/>
                                      </p:to>
                                    </p:set>
                                    <p:animEffect transition="in" filter="strips(downLeft)">
                                      <p:cBhvr>
                                        <p:cTn id="29" dur="500"/>
                                        <p:tgtEl>
                                          <p:spTgt spid="1142835"/>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par>
                                <p:cTn id="30" presetID="18" presetClass="entr" presetSubtype="12" fill="hold" nodeType="withEffect">
                                  <p:stCondLst>
                                    <p:cond delay="0"/>
                                  </p:stCondLst>
                                  <p:childTnLst>
                                    <p:set>
                                      <p:cBhvr>
                                        <p:cTn id="31" dur="1" fill="hold">
                                          <p:stCondLst>
                                            <p:cond delay="0"/>
                                          </p:stCondLst>
                                        </p:cTn>
                                        <p:tgtEl>
                                          <p:spTgt spid="1142838"/>
                                        </p:tgtEl>
                                        <p:attrNameLst>
                                          <p:attrName>style.visibility</p:attrName>
                                        </p:attrNameLst>
                                      </p:cBhvr>
                                      <p:to>
                                        <p:strVal val="visible"/>
                                      </p:to>
                                    </p:set>
                                    <p:animEffect transition="in" filter="strips(downLeft)">
                                      <p:cBhvr>
                                        <p:cTn id="32" dur="500"/>
                                        <p:tgtEl>
                                          <p:spTgt spid="1142838"/>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par>
                                <p:cTn id="33" presetID="18" presetClass="entr" presetSubtype="12" fill="hold" nodeType="withEffect">
                                  <p:stCondLst>
                                    <p:cond delay="0"/>
                                  </p:stCondLst>
                                  <p:childTnLst>
                                    <p:set>
                                      <p:cBhvr>
                                        <p:cTn id="34" dur="1" fill="hold">
                                          <p:stCondLst>
                                            <p:cond delay="0"/>
                                          </p:stCondLst>
                                        </p:cTn>
                                        <p:tgtEl>
                                          <p:spTgt spid="1142841"/>
                                        </p:tgtEl>
                                        <p:attrNameLst>
                                          <p:attrName>style.visibility</p:attrName>
                                        </p:attrNameLst>
                                      </p:cBhvr>
                                      <p:to>
                                        <p:strVal val="visible"/>
                                      </p:to>
                                    </p:set>
                                    <p:animEffect transition="in" filter="strips(downLeft)">
                                      <p:cBhvr>
                                        <p:cTn id="35" dur="500"/>
                                        <p:tgtEl>
                                          <p:spTgt spid="1142841"/>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142844"/>
                                        </p:tgtEl>
                                        <p:attrNameLst>
                                          <p:attrName>style.visibility</p:attrName>
                                        </p:attrNameLst>
                                      </p:cBhvr>
                                      <p:to>
                                        <p:strVal val="visible"/>
                                      </p:to>
                                    </p:set>
                                    <p:animEffect transition="in" filter="box(out)">
                                      <p:cBhvr>
                                        <p:cTn id="40" dur="500"/>
                                        <p:tgtEl>
                                          <p:spTgt spid="1142844"/>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142845"/>
                                        </p:tgtEl>
                                        <p:attrNameLst>
                                          <p:attrName>style.visibility</p:attrName>
                                        </p:attrNameLst>
                                      </p:cBhvr>
                                      <p:to>
                                        <p:strVal val="visible"/>
                                      </p:to>
                                    </p:set>
                                    <p:animEffect transition="in" filter="box(out)">
                                      <p:cBhvr>
                                        <p:cTn id="45" dur="500"/>
                                        <p:tgtEl>
                                          <p:spTgt spid="1142845"/>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1142846"/>
                                        </p:tgtEl>
                                        <p:attrNameLst>
                                          <p:attrName>style.visibility</p:attrName>
                                        </p:attrNameLst>
                                      </p:cBhvr>
                                      <p:to>
                                        <p:strVal val="visible"/>
                                      </p:to>
                                    </p:set>
                                    <p:anim calcmode="lin" valueType="num">
                                      <p:cBhvr additive="base">
                                        <p:cTn id="50" dur="500" fill="hold"/>
                                        <p:tgtEl>
                                          <p:spTgt spid="1142846"/>
                                        </p:tgtEl>
                                        <p:attrNameLst>
                                          <p:attrName>ppt_x</p:attrName>
                                        </p:attrNameLst>
                                      </p:cBhvr>
                                      <p:tavLst>
                                        <p:tav tm="0">
                                          <p:val>
                                            <p:strVal val="0-#ppt_w/2"/>
                                          </p:val>
                                        </p:tav>
                                        <p:tav tm="100000">
                                          <p:val>
                                            <p:strVal val="#ppt_x"/>
                                          </p:val>
                                        </p:tav>
                                      </p:tavLst>
                                    </p:anim>
                                    <p:anim calcmode="lin" valueType="num">
                                      <p:cBhvr additive="base">
                                        <p:cTn id="51" dur="500" fill="hold"/>
                                        <p:tgtEl>
                                          <p:spTgt spid="114284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4" name="whoosh.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1142853"/>
                                        </p:tgtEl>
                                        <p:attrNameLst>
                                          <p:attrName>style.visibility</p:attrName>
                                        </p:attrNameLst>
                                      </p:cBhvr>
                                      <p:to>
                                        <p:strVal val="visible"/>
                                      </p:to>
                                    </p:set>
                                    <p:animEffect transition="in" filter="box(out)">
                                      <p:cBhvr>
                                        <p:cTn id="56" dur="500"/>
                                        <p:tgtEl>
                                          <p:spTgt spid="1142853"/>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par>
                          <p:cTn id="57" fill="hold">
                            <p:stCondLst>
                              <p:cond delay="500"/>
                            </p:stCondLst>
                            <p:childTnLst>
                              <p:par>
                                <p:cTn id="58" presetID="18" presetClass="entr" presetSubtype="3" fill="hold" grpId="0" nodeType="afterEffect">
                                  <p:stCondLst>
                                    <p:cond delay="0"/>
                                  </p:stCondLst>
                                  <p:childTnLst>
                                    <p:set>
                                      <p:cBhvr>
                                        <p:cTn id="59" dur="1" fill="hold">
                                          <p:stCondLst>
                                            <p:cond delay="0"/>
                                          </p:stCondLst>
                                        </p:cTn>
                                        <p:tgtEl>
                                          <p:spTgt spid="1142849"/>
                                        </p:tgtEl>
                                        <p:attrNameLst>
                                          <p:attrName>style.visibility</p:attrName>
                                        </p:attrNameLst>
                                      </p:cBhvr>
                                      <p:to>
                                        <p:strVal val="visible"/>
                                      </p:to>
                                    </p:set>
                                    <p:animEffect transition="in" filter="strips(upRight)">
                                      <p:cBhvr>
                                        <p:cTn id="60" dur="500"/>
                                        <p:tgtEl>
                                          <p:spTgt spid="1142849"/>
                                        </p:tgtEl>
                                      </p:cBhvr>
                                    </p:animEffect>
                                  </p:childTnLst>
                                  <p:subTnLst>
                                    <p:audio>
                                      <p:cMediaNode>
                                        <p:cTn display="0" masterRel="sameClick">
                                          <p:stCondLst>
                                            <p:cond evt="begin" delay="0">
                                              <p:tn val="58"/>
                                            </p:cond>
                                          </p:stCondLst>
                                          <p:endCondLst>
                                            <p:cond evt="onStopAudio" delay="0">
                                              <p:tgtEl>
                                                <p:sldTgt/>
                                              </p:tgtEl>
                                            </p:cond>
                                          </p:endCondLst>
                                        </p:cTn>
                                        <p:tgtEl>
                                          <p:sndTgt r:embed="rId5" name="laser.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142854"/>
                                        </p:tgtEl>
                                        <p:attrNameLst>
                                          <p:attrName>style.visibility</p:attrName>
                                        </p:attrNameLst>
                                      </p:cBhvr>
                                      <p:to>
                                        <p:strVal val="visible"/>
                                      </p:to>
                                    </p:set>
                                    <p:animEffect transition="in" filter="box(out)">
                                      <p:cBhvr>
                                        <p:cTn id="65" dur="500"/>
                                        <p:tgtEl>
                                          <p:spTgt spid="1142854"/>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par>
                          <p:cTn id="66" fill="hold">
                            <p:stCondLst>
                              <p:cond delay="500"/>
                            </p:stCondLst>
                            <p:childTnLst>
                              <p:par>
                                <p:cTn id="67" presetID="18" presetClass="entr" presetSubtype="3" fill="hold" grpId="0" nodeType="afterEffect">
                                  <p:stCondLst>
                                    <p:cond delay="0"/>
                                  </p:stCondLst>
                                  <p:childTnLst>
                                    <p:set>
                                      <p:cBhvr>
                                        <p:cTn id="68" dur="1" fill="hold">
                                          <p:stCondLst>
                                            <p:cond delay="0"/>
                                          </p:stCondLst>
                                        </p:cTn>
                                        <p:tgtEl>
                                          <p:spTgt spid="1142850"/>
                                        </p:tgtEl>
                                        <p:attrNameLst>
                                          <p:attrName>style.visibility</p:attrName>
                                        </p:attrNameLst>
                                      </p:cBhvr>
                                      <p:to>
                                        <p:strVal val="visible"/>
                                      </p:to>
                                    </p:set>
                                    <p:animEffect transition="in" filter="strips(upRight)">
                                      <p:cBhvr>
                                        <p:cTn id="69" dur="500"/>
                                        <p:tgtEl>
                                          <p:spTgt spid="1142850"/>
                                        </p:tgtEl>
                                      </p:cBhvr>
                                    </p:animEffect>
                                  </p:childTnLst>
                                  <p:subTnLst>
                                    <p:audio>
                                      <p:cMediaNode>
                                        <p:cTn display="0" masterRel="sameClick">
                                          <p:stCondLst>
                                            <p:cond evt="begin" delay="0">
                                              <p:tn val="67"/>
                                            </p:cond>
                                          </p:stCondLst>
                                          <p:endCondLst>
                                            <p:cond evt="onStopAudio" delay="0">
                                              <p:tgtEl>
                                                <p:sldTgt/>
                                              </p:tgtEl>
                                            </p:cond>
                                          </p:endCondLst>
                                        </p:cTn>
                                        <p:tgtEl>
                                          <p:sndTgt r:embed="rId5" name="laser.wav"/>
                                        </p:tgtEl>
                                      </p:cMediaNode>
                                    </p:audio>
                                  </p:subTnLst>
                                </p:cTn>
                              </p:par>
                            </p:childTnLst>
                          </p:cTn>
                        </p:par>
                      </p:childTnLst>
                    </p:cTn>
                  </p:par>
                  <p:par>
                    <p:cTn id="70" fill="hold">
                      <p:stCondLst>
                        <p:cond delay="indefinite"/>
                      </p:stCondLst>
                      <p:childTnLst>
                        <p:par>
                          <p:cTn id="71" fill="hold">
                            <p:stCondLst>
                              <p:cond delay="0"/>
                            </p:stCondLst>
                            <p:childTnLst>
                              <p:par>
                                <p:cTn id="72" presetID="2" presetClass="entr" presetSubtype="8" fill="hold" grpId="0" nodeType="clickEffect">
                                  <p:stCondLst>
                                    <p:cond delay="0"/>
                                  </p:stCondLst>
                                  <p:childTnLst>
                                    <p:set>
                                      <p:cBhvr>
                                        <p:cTn id="73" dur="1" fill="hold">
                                          <p:stCondLst>
                                            <p:cond delay="0"/>
                                          </p:stCondLst>
                                        </p:cTn>
                                        <p:tgtEl>
                                          <p:spTgt spid="1142851"/>
                                        </p:tgtEl>
                                        <p:attrNameLst>
                                          <p:attrName>style.visibility</p:attrName>
                                        </p:attrNameLst>
                                      </p:cBhvr>
                                      <p:to>
                                        <p:strVal val="visible"/>
                                      </p:to>
                                    </p:set>
                                    <p:anim calcmode="lin" valueType="num">
                                      <p:cBhvr additive="base">
                                        <p:cTn id="74" dur="500" fill="hold"/>
                                        <p:tgtEl>
                                          <p:spTgt spid="1142851"/>
                                        </p:tgtEl>
                                        <p:attrNameLst>
                                          <p:attrName>ppt_x</p:attrName>
                                        </p:attrNameLst>
                                      </p:cBhvr>
                                      <p:tavLst>
                                        <p:tav tm="0">
                                          <p:val>
                                            <p:strVal val="0-#ppt_w/2"/>
                                          </p:val>
                                        </p:tav>
                                        <p:tav tm="100000">
                                          <p:val>
                                            <p:strVal val="#ppt_x"/>
                                          </p:val>
                                        </p:tav>
                                      </p:tavLst>
                                    </p:anim>
                                    <p:anim calcmode="lin" valueType="num">
                                      <p:cBhvr additive="base">
                                        <p:cTn id="75" dur="500" fill="hold"/>
                                        <p:tgtEl>
                                          <p:spTgt spid="114285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2"/>
                                            </p:cond>
                                          </p:stCondLst>
                                          <p:endCondLst>
                                            <p:cond evt="onStopAudio" delay="0">
                                              <p:tgtEl>
                                                <p:sldTgt/>
                                              </p:tgtEl>
                                            </p:cond>
                                          </p:endCondLst>
                                        </p:cTn>
                                        <p:tgtEl>
                                          <p:sndTgt r:embed="rId4" name="whoosh.wav"/>
                                        </p:tgtEl>
                                      </p:cMediaNode>
                                    </p:audio>
                                  </p:subTnLst>
                                </p:cTn>
                              </p:par>
                            </p:childTnLst>
                          </p:cTn>
                        </p:par>
                      </p:childTnLst>
                    </p:cTn>
                  </p:par>
                  <p:par>
                    <p:cTn id="76" fill="hold">
                      <p:stCondLst>
                        <p:cond delay="indefinite"/>
                      </p:stCondLst>
                      <p:childTnLst>
                        <p:par>
                          <p:cTn id="77" fill="hold">
                            <p:stCondLst>
                              <p:cond delay="0"/>
                            </p:stCondLst>
                            <p:childTnLst>
                              <p:par>
                                <p:cTn id="78" presetID="4" presetClass="entr" presetSubtype="32" fill="hold" grpId="0" nodeType="clickEffect">
                                  <p:stCondLst>
                                    <p:cond delay="0"/>
                                  </p:stCondLst>
                                  <p:childTnLst>
                                    <p:set>
                                      <p:cBhvr>
                                        <p:cTn id="79" dur="1" fill="hold">
                                          <p:stCondLst>
                                            <p:cond delay="0"/>
                                          </p:stCondLst>
                                        </p:cTn>
                                        <p:tgtEl>
                                          <p:spTgt spid="1142852"/>
                                        </p:tgtEl>
                                        <p:attrNameLst>
                                          <p:attrName>style.visibility</p:attrName>
                                        </p:attrNameLst>
                                      </p:cBhvr>
                                      <p:to>
                                        <p:strVal val="visible"/>
                                      </p:to>
                                    </p:set>
                                    <p:animEffect transition="in" filter="box(out)">
                                      <p:cBhvr>
                                        <p:cTn id="80" dur="500"/>
                                        <p:tgtEl>
                                          <p:spTgt spid="1142852"/>
                                        </p:tgtEl>
                                      </p:cBhvr>
                                    </p:animEffect>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2854" grpId="0" animBg="1"/>
      <p:bldP spid="1142853" grpId="0" animBg="1"/>
      <p:bldP spid="1142819" grpId="0"/>
      <p:bldP spid="1142820" grpId="0" animBg="1"/>
      <p:bldP spid="1142844" grpId="0" animBg="1"/>
      <p:bldP spid="1142845" grpId="0"/>
      <p:bldP spid="1142846" grpId="0"/>
      <p:bldP spid="1142849" grpId="0" animBg="1"/>
      <p:bldP spid="1142850" grpId="0" animBg="1"/>
      <p:bldP spid="1142851" grpId="0"/>
      <p:bldP spid="1142852" grpId="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4869" name="Rectangle 37"/>
          <p:cNvSpPr>
            <a:spLocks noChangeArrowheads="1"/>
          </p:cNvSpPr>
          <p:nvPr/>
        </p:nvSpPr>
        <p:spPr bwMode="auto">
          <a:xfrm>
            <a:off x="461920" y="764704"/>
            <a:ext cx="10818656" cy="1015663"/>
          </a:xfrm>
          <a:prstGeom prst="rect">
            <a:avLst/>
          </a:prstGeom>
          <a:noFill/>
          <a:ln w="9525">
            <a:noFill/>
            <a:miter lim="800000"/>
            <a:headEnd/>
            <a:tailEnd/>
          </a:ln>
          <a:effectLst/>
        </p:spPr>
        <p:txBody>
          <a:bodyPr wrap="square" anchor="ctr">
            <a:spAutoFit/>
          </a:bodyPr>
          <a:lstStyle/>
          <a:p>
            <a:r>
              <a:rPr lang="en-US" altLang="zh-CN" sz="2000" b="1" dirty="0">
                <a:solidFill>
                  <a:srgbClr val="C00000"/>
                </a:solidFill>
                <a:latin typeface="楷体" panose="02010609060101010101" pitchFamily="49" charset="-122"/>
                <a:ea typeface="楷体" panose="02010609060101010101" pitchFamily="49" charset="-122"/>
              </a:rPr>
              <a:t>   【</a:t>
            </a:r>
            <a:r>
              <a:rPr lang="zh-CN" altLang="en-US" sz="2000" b="1" dirty="0">
                <a:solidFill>
                  <a:srgbClr val="C00000"/>
                </a:solidFill>
                <a:latin typeface="楷体" panose="02010609060101010101" pitchFamily="49" charset="-122"/>
                <a:ea typeface="楷体" panose="02010609060101010101" pitchFamily="49" charset="-122"/>
              </a:rPr>
              <a:t>例</a:t>
            </a:r>
            <a:r>
              <a:rPr lang="en-US" altLang="zh-CN" sz="2000" b="1" dirty="0">
                <a:solidFill>
                  <a:srgbClr val="C00000"/>
                </a:solidFill>
                <a:latin typeface="楷体" panose="02010609060101010101" pitchFamily="49" charset="-122"/>
                <a:ea typeface="楷体" panose="02010609060101010101" pitchFamily="49" charset="-122"/>
              </a:rPr>
              <a:t>1】 </a:t>
            </a:r>
            <a:r>
              <a:rPr lang="zh-CN" altLang="en-US" sz="2000" b="1" dirty="0">
                <a:solidFill>
                  <a:srgbClr val="C00000"/>
                </a:solidFill>
                <a:latin typeface="楷体" panose="02010609060101010101" pitchFamily="49" charset="-122"/>
                <a:ea typeface="楷体" panose="02010609060101010101" pitchFamily="49" charset="-122"/>
              </a:rPr>
              <a:t>荷兰国旗问题。这是荷兰人</a:t>
            </a:r>
            <a:r>
              <a:rPr lang="en-US" altLang="zh-CN" sz="2000" b="1" dirty="0" err="1">
                <a:solidFill>
                  <a:srgbClr val="C00000"/>
                </a:solidFill>
                <a:latin typeface="楷体" panose="02010609060101010101" pitchFamily="49" charset="-122"/>
                <a:ea typeface="楷体" panose="02010609060101010101" pitchFamily="49" charset="-122"/>
              </a:rPr>
              <a:t>dijkstra</a:t>
            </a:r>
            <a:r>
              <a:rPr lang="zh-CN" altLang="en-US" sz="2000" b="1" dirty="0">
                <a:solidFill>
                  <a:srgbClr val="C00000"/>
                </a:solidFill>
                <a:latin typeface="楷体" panose="02010609060101010101" pitchFamily="49" charset="-122"/>
                <a:ea typeface="楷体" panose="02010609060101010101" pitchFamily="49" charset="-122"/>
              </a:rPr>
              <a:t>提出的问题，荷兰国旗由红白蓝三色组成，现有</a:t>
            </a:r>
            <a:r>
              <a:rPr lang="en-US" altLang="zh-CN" sz="2000" b="1" dirty="0">
                <a:solidFill>
                  <a:srgbClr val="C00000"/>
                </a:solidFill>
                <a:latin typeface="楷体" panose="02010609060101010101" pitchFamily="49" charset="-122"/>
                <a:ea typeface="楷体" panose="02010609060101010101" pitchFamily="49" charset="-122"/>
              </a:rPr>
              <a:t>N</a:t>
            </a:r>
            <a:r>
              <a:rPr lang="zh-CN" altLang="en-US" sz="2000" b="1" dirty="0">
                <a:solidFill>
                  <a:srgbClr val="C00000"/>
                </a:solidFill>
                <a:latin typeface="楷体" panose="02010609060101010101" pitchFamily="49" charset="-122"/>
                <a:ea typeface="楷体" panose="02010609060101010101" pitchFamily="49" charset="-122"/>
              </a:rPr>
              <a:t>个桶，每个桶中放一个小球，小球是红的或白的或蓝的，要求把这些小球重新排列，使红的排在前面，然后是白的，最后是蓝的，并且规定每个桶只能看一次，当然要允许两个球交换。 </a:t>
            </a:r>
          </a:p>
        </p:txBody>
      </p:sp>
      <p:sp>
        <p:nvSpPr>
          <p:cNvPr id="1144870" name="Rectangle 38"/>
          <p:cNvSpPr>
            <a:spLocks noChangeArrowheads="1"/>
          </p:cNvSpPr>
          <p:nvPr/>
        </p:nvSpPr>
        <p:spPr bwMode="auto">
          <a:xfrm>
            <a:off x="695400" y="1735050"/>
            <a:ext cx="11067572" cy="1136786"/>
          </a:xfrm>
          <a:prstGeom prst="rect">
            <a:avLst/>
          </a:prstGeom>
          <a:noFill/>
          <a:ln w="9525">
            <a:noFill/>
            <a:miter lim="800000"/>
            <a:headEnd/>
            <a:tailEnd/>
          </a:ln>
          <a:effectLst/>
        </p:spPr>
        <p:txBody>
          <a:bodyPr wrap="square" anchor="ctr">
            <a:spAutoFit/>
          </a:bodyPr>
          <a:lstStyle/>
          <a:p>
            <a:pPr>
              <a:lnSpc>
                <a:spcPts val="2800"/>
              </a:lnSpc>
            </a:pPr>
            <a:r>
              <a:rPr lang="zh-CN" altLang="en-US" sz="2000" b="1" u="sng" dirty="0">
                <a:solidFill>
                  <a:srgbClr val="C00000"/>
                </a:solidFill>
                <a:latin typeface="+mn-lt"/>
                <a:ea typeface="楷体" pitchFamily="49" charset="-122"/>
              </a:rPr>
              <a:t>设计思想：</a:t>
            </a:r>
          </a:p>
          <a:p>
            <a:pPr>
              <a:lnSpc>
                <a:spcPts val="2800"/>
              </a:lnSpc>
            </a:pPr>
            <a:r>
              <a:rPr lang="zh-CN" altLang="en-US" sz="2000" b="1" dirty="0">
                <a:effectLst>
                  <a:outerShdw blurRad="38100" dist="38100" dir="2700000" algn="tl">
                    <a:srgbClr val="FFFFFF"/>
                  </a:outerShdw>
                </a:effectLst>
                <a:latin typeface="+mn-lt"/>
                <a:ea typeface="楷体" pitchFamily="49" charset="-122"/>
              </a:rPr>
              <a:t>        用一个具有</a:t>
            </a:r>
            <a:r>
              <a:rPr lang="en-US" altLang="zh-CN" sz="2000" b="1" dirty="0">
                <a:effectLst>
                  <a:outerShdw blurRad="38100" dist="38100" dir="2700000" algn="tl">
                    <a:srgbClr val="FFFFFF"/>
                  </a:outerShdw>
                </a:effectLst>
                <a:latin typeface="+mn-lt"/>
                <a:ea typeface="楷体" pitchFamily="49" charset="-122"/>
              </a:rPr>
              <a:t>N</a:t>
            </a:r>
            <a:r>
              <a:rPr lang="zh-CN" altLang="en-US" sz="2000" b="1" dirty="0">
                <a:effectLst>
                  <a:outerShdw blurRad="38100" dist="38100" dir="2700000" algn="tl">
                    <a:srgbClr val="FFFFFF"/>
                  </a:outerShdw>
                </a:effectLst>
                <a:latin typeface="+mn-lt"/>
                <a:ea typeface="楷体" pitchFamily="49" charset="-122"/>
              </a:rPr>
              <a:t>个元素的数组来表示</a:t>
            </a:r>
            <a:r>
              <a:rPr lang="en-US" altLang="zh-CN" sz="2000" b="1" dirty="0">
                <a:effectLst>
                  <a:outerShdw blurRad="38100" dist="38100" dir="2700000" algn="tl">
                    <a:srgbClr val="FFFFFF"/>
                  </a:outerShdw>
                </a:effectLst>
                <a:latin typeface="+mn-lt"/>
                <a:ea typeface="楷体" pitchFamily="49" charset="-122"/>
              </a:rPr>
              <a:t>N</a:t>
            </a:r>
            <a:r>
              <a:rPr lang="zh-CN" altLang="en-US" sz="2000" b="1" dirty="0">
                <a:effectLst>
                  <a:outerShdw blurRad="38100" dist="38100" dir="2700000" algn="tl">
                    <a:srgbClr val="FFFFFF"/>
                  </a:outerShdw>
                </a:effectLst>
                <a:latin typeface="+mn-lt"/>
                <a:ea typeface="楷体" pitchFamily="49" charset="-122"/>
              </a:rPr>
              <a:t>个桶，数组中每个元素的值表示小球的颜色，则其取值只能是红、白、蓝三种。下面通过图来分析这个问题的解法。 </a:t>
            </a:r>
          </a:p>
        </p:txBody>
      </p:sp>
      <p:graphicFrame>
        <p:nvGraphicFramePr>
          <p:cNvPr id="1144916" name="Group 84"/>
          <p:cNvGraphicFramePr>
            <a:graphicFrameLocks noGrp="1"/>
          </p:cNvGraphicFramePr>
          <p:nvPr>
            <p:extLst>
              <p:ext uri="{D42A27DB-BD31-4B8C-83A1-F6EECF244321}">
                <p14:modId xmlns:p14="http://schemas.microsoft.com/office/powerpoint/2010/main" val="2858949163"/>
              </p:ext>
            </p:extLst>
          </p:nvPr>
        </p:nvGraphicFramePr>
        <p:xfrm>
          <a:off x="2351584" y="3022202"/>
          <a:ext cx="7272337" cy="396240"/>
        </p:xfrm>
        <a:graphic>
          <a:graphicData uri="http://schemas.openxmlformats.org/drawingml/2006/table">
            <a:tbl>
              <a:tblPr/>
              <a:tblGrid>
                <a:gridCol w="606425">
                  <a:extLst>
                    <a:ext uri="{9D8B030D-6E8A-4147-A177-3AD203B41FA5}">
                      <a16:colId xmlns:a16="http://schemas.microsoft.com/office/drawing/2014/main" val="20000"/>
                    </a:ext>
                  </a:extLst>
                </a:gridCol>
                <a:gridCol w="606425">
                  <a:extLst>
                    <a:ext uri="{9D8B030D-6E8A-4147-A177-3AD203B41FA5}">
                      <a16:colId xmlns:a16="http://schemas.microsoft.com/office/drawing/2014/main" val="20001"/>
                    </a:ext>
                  </a:extLst>
                </a:gridCol>
                <a:gridCol w="604837">
                  <a:extLst>
                    <a:ext uri="{9D8B030D-6E8A-4147-A177-3AD203B41FA5}">
                      <a16:colId xmlns:a16="http://schemas.microsoft.com/office/drawing/2014/main" val="20002"/>
                    </a:ext>
                  </a:extLst>
                </a:gridCol>
                <a:gridCol w="606425">
                  <a:extLst>
                    <a:ext uri="{9D8B030D-6E8A-4147-A177-3AD203B41FA5}">
                      <a16:colId xmlns:a16="http://schemas.microsoft.com/office/drawing/2014/main" val="20003"/>
                    </a:ext>
                  </a:extLst>
                </a:gridCol>
                <a:gridCol w="606425">
                  <a:extLst>
                    <a:ext uri="{9D8B030D-6E8A-4147-A177-3AD203B41FA5}">
                      <a16:colId xmlns:a16="http://schemas.microsoft.com/office/drawing/2014/main" val="20004"/>
                    </a:ext>
                  </a:extLst>
                </a:gridCol>
                <a:gridCol w="606425">
                  <a:extLst>
                    <a:ext uri="{9D8B030D-6E8A-4147-A177-3AD203B41FA5}">
                      <a16:colId xmlns:a16="http://schemas.microsoft.com/office/drawing/2014/main" val="20005"/>
                    </a:ext>
                  </a:extLst>
                </a:gridCol>
                <a:gridCol w="604838">
                  <a:extLst>
                    <a:ext uri="{9D8B030D-6E8A-4147-A177-3AD203B41FA5}">
                      <a16:colId xmlns:a16="http://schemas.microsoft.com/office/drawing/2014/main" val="20006"/>
                    </a:ext>
                  </a:extLst>
                </a:gridCol>
                <a:gridCol w="606425">
                  <a:extLst>
                    <a:ext uri="{9D8B030D-6E8A-4147-A177-3AD203B41FA5}">
                      <a16:colId xmlns:a16="http://schemas.microsoft.com/office/drawing/2014/main" val="20007"/>
                    </a:ext>
                  </a:extLst>
                </a:gridCol>
                <a:gridCol w="606425">
                  <a:extLst>
                    <a:ext uri="{9D8B030D-6E8A-4147-A177-3AD203B41FA5}">
                      <a16:colId xmlns:a16="http://schemas.microsoft.com/office/drawing/2014/main" val="20008"/>
                    </a:ext>
                  </a:extLst>
                </a:gridCol>
                <a:gridCol w="606425">
                  <a:extLst>
                    <a:ext uri="{9D8B030D-6E8A-4147-A177-3AD203B41FA5}">
                      <a16:colId xmlns:a16="http://schemas.microsoft.com/office/drawing/2014/main" val="20009"/>
                    </a:ext>
                  </a:extLst>
                </a:gridCol>
                <a:gridCol w="604837">
                  <a:extLst>
                    <a:ext uri="{9D8B030D-6E8A-4147-A177-3AD203B41FA5}">
                      <a16:colId xmlns:a16="http://schemas.microsoft.com/office/drawing/2014/main" val="20010"/>
                    </a:ext>
                  </a:extLst>
                </a:gridCol>
                <a:gridCol w="606425">
                  <a:extLst>
                    <a:ext uri="{9D8B030D-6E8A-4147-A177-3AD203B41FA5}">
                      <a16:colId xmlns:a16="http://schemas.microsoft.com/office/drawing/2014/main" val="20011"/>
                    </a:ext>
                  </a:extLst>
                </a:gridCol>
              </a:tblGrid>
              <a:tr h="1444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C9900"/>
                          </a:solidFill>
                          <a:effectLst/>
                          <a:latin typeface="Times New Roman" pitchFamily="18" charset="0"/>
                          <a:ea typeface="宋体" pitchFamily="2" charset="-122"/>
                        </a:rPr>
                        <a:t>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C9900"/>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C9900"/>
                          </a:solidFill>
                          <a:effectLst/>
                          <a:latin typeface="Times New Roman" pitchFamily="18" charset="0"/>
                          <a:ea typeface="宋体" pitchFamily="2" charset="-122"/>
                        </a:rPr>
                        <a:t>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1144919" name="Group 87"/>
          <p:cNvGrpSpPr>
            <a:grpSpLocks/>
          </p:cNvGrpSpPr>
          <p:nvPr/>
        </p:nvGrpSpPr>
        <p:grpSpPr bwMode="auto">
          <a:xfrm>
            <a:off x="3666033" y="3447652"/>
            <a:ext cx="431800" cy="696912"/>
            <a:chOff x="1703" y="2056"/>
            <a:chExt cx="272" cy="439"/>
          </a:xfrm>
        </p:grpSpPr>
        <p:sp>
          <p:nvSpPr>
            <p:cNvPr id="1144917" name="Line 85"/>
            <p:cNvSpPr>
              <a:spLocks noChangeShapeType="1"/>
            </p:cNvSpPr>
            <p:nvPr/>
          </p:nvSpPr>
          <p:spPr bwMode="auto">
            <a:xfrm flipV="1">
              <a:off x="1823" y="2056"/>
              <a:ext cx="0" cy="227"/>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44918" name="Text Box 86"/>
            <p:cNvSpPr txBox="1">
              <a:spLocks noChangeArrowheads="1"/>
            </p:cNvSpPr>
            <p:nvPr/>
          </p:nvSpPr>
          <p:spPr bwMode="auto">
            <a:xfrm>
              <a:off x="1703" y="2245"/>
              <a:ext cx="272" cy="250"/>
            </a:xfrm>
            <a:prstGeom prst="rect">
              <a:avLst/>
            </a:prstGeom>
            <a:noFill/>
            <a:ln w="9525">
              <a:noFill/>
              <a:miter lim="800000"/>
              <a:headEnd/>
              <a:tailEnd/>
            </a:ln>
            <a:effectLst/>
          </p:spPr>
          <p:txBody>
            <a:bodyPr>
              <a:spAutoFit/>
            </a:bodyPr>
            <a:lstStyle/>
            <a:p>
              <a:pPr>
                <a:spcBef>
                  <a:spcPct val="50000"/>
                </a:spcBef>
              </a:pPr>
              <a:r>
                <a:rPr lang="en-US" altLang="zh-CN" sz="2000" b="1" dirty="0" err="1">
                  <a:solidFill>
                    <a:srgbClr val="C00000"/>
                  </a:solidFill>
                </a:rPr>
                <a:t>rr</a:t>
              </a:r>
              <a:endParaRPr lang="en-US" altLang="zh-CN" sz="2000" b="1" dirty="0">
                <a:solidFill>
                  <a:srgbClr val="C00000"/>
                </a:solidFill>
              </a:endParaRPr>
            </a:p>
          </p:txBody>
        </p:sp>
      </p:grpSp>
      <p:grpSp>
        <p:nvGrpSpPr>
          <p:cNvPr id="1144923" name="Group 91"/>
          <p:cNvGrpSpPr>
            <a:grpSpLocks/>
          </p:cNvGrpSpPr>
          <p:nvPr/>
        </p:nvGrpSpPr>
        <p:grpSpPr bwMode="auto">
          <a:xfrm>
            <a:off x="6077446" y="3490515"/>
            <a:ext cx="536575" cy="696913"/>
            <a:chOff x="3222" y="2083"/>
            <a:chExt cx="338" cy="439"/>
          </a:xfrm>
        </p:grpSpPr>
        <p:sp>
          <p:nvSpPr>
            <p:cNvPr id="1144921" name="Line 89"/>
            <p:cNvSpPr>
              <a:spLocks noChangeShapeType="1"/>
            </p:cNvSpPr>
            <p:nvPr/>
          </p:nvSpPr>
          <p:spPr bwMode="auto">
            <a:xfrm flipV="1">
              <a:off x="3342" y="2083"/>
              <a:ext cx="0" cy="227"/>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a:solidFill>
                  <a:schemeClr val="accent1">
                    <a:lumMod val="50000"/>
                  </a:schemeClr>
                </a:solidFill>
              </a:endParaRPr>
            </a:p>
          </p:txBody>
        </p:sp>
        <p:sp>
          <p:nvSpPr>
            <p:cNvPr id="1144922" name="Text Box 90"/>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1">
                      <a:lumMod val="50000"/>
                    </a:schemeClr>
                  </a:solidFill>
                </a:rPr>
                <a:t>nx</a:t>
              </a:r>
            </a:p>
          </p:txBody>
        </p:sp>
      </p:grpSp>
      <p:grpSp>
        <p:nvGrpSpPr>
          <p:cNvPr id="1144924" name="Group 92"/>
          <p:cNvGrpSpPr>
            <a:grpSpLocks/>
          </p:cNvGrpSpPr>
          <p:nvPr/>
        </p:nvGrpSpPr>
        <p:grpSpPr bwMode="auto">
          <a:xfrm>
            <a:off x="7880846" y="3439715"/>
            <a:ext cx="536575" cy="696913"/>
            <a:chOff x="3222" y="2083"/>
            <a:chExt cx="338" cy="439"/>
          </a:xfrm>
        </p:grpSpPr>
        <p:sp>
          <p:nvSpPr>
            <p:cNvPr id="1144925" name="Line 93"/>
            <p:cNvSpPr>
              <a:spLocks noChangeShapeType="1"/>
            </p:cNvSpPr>
            <p:nvPr/>
          </p:nvSpPr>
          <p:spPr bwMode="auto">
            <a:xfrm flipV="1">
              <a:off x="3342" y="2083"/>
              <a:ext cx="0" cy="227"/>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solidFill>
                  <a:srgbClr val="002060"/>
                </a:solidFill>
              </a:endParaRPr>
            </a:p>
          </p:txBody>
        </p:sp>
        <p:sp>
          <p:nvSpPr>
            <p:cNvPr id="1144926" name="Text Box 94"/>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lb</a:t>
              </a:r>
            </a:p>
          </p:txBody>
        </p:sp>
      </p:grpSp>
      <p:sp>
        <p:nvSpPr>
          <p:cNvPr id="1144927" name="Rectangle 95"/>
          <p:cNvSpPr>
            <a:spLocks noChangeArrowheads="1"/>
          </p:cNvSpPr>
          <p:nvPr/>
        </p:nvSpPr>
        <p:spPr bwMode="auto">
          <a:xfrm>
            <a:off x="461920" y="4168291"/>
            <a:ext cx="11538736" cy="2573077"/>
          </a:xfrm>
          <a:prstGeom prst="rect">
            <a:avLst/>
          </a:prstGeom>
          <a:noFill/>
          <a:ln w="9525">
            <a:noFill/>
            <a:miter lim="800000"/>
            <a:headEnd/>
            <a:tailEnd/>
          </a:ln>
          <a:effectLst/>
        </p:spPr>
        <p:txBody>
          <a:bodyPr wrap="square" anchor="ctr">
            <a:spAutoFit/>
          </a:bodyPr>
          <a:lstStyle/>
          <a:p>
            <a:pPr indent="266700">
              <a:lnSpc>
                <a:spcPts val="2800"/>
              </a:lnSpc>
            </a:pPr>
            <a:r>
              <a:rPr lang="en-US" altLang="zh-CN" sz="2000" b="1" dirty="0">
                <a:solidFill>
                  <a:schemeClr val="accent1">
                    <a:lumMod val="50000"/>
                  </a:schemeClr>
                </a:solidFill>
                <a:latin typeface="+mn-lt"/>
                <a:ea typeface="楷体" pitchFamily="49" charset="-122"/>
              </a:rPr>
              <a:t>    </a:t>
            </a:r>
            <a:r>
              <a:rPr lang="zh-CN" altLang="en-US" sz="2000" b="1" dirty="0">
                <a:solidFill>
                  <a:schemeClr val="accent1">
                    <a:lumMod val="50000"/>
                  </a:schemeClr>
                </a:solidFill>
                <a:latin typeface="+mn-lt"/>
                <a:ea typeface="楷体" pitchFamily="49" charset="-122"/>
              </a:rPr>
              <a:t>这时数组元素已分成为四部分：</a:t>
            </a:r>
            <a:r>
              <a:rPr lang="zh-CN" altLang="en-US" sz="2000" b="1" dirty="0">
                <a:solidFill>
                  <a:srgbClr val="C00000"/>
                </a:solidFill>
                <a:latin typeface="+mn-lt"/>
                <a:ea typeface="楷体" pitchFamily="49" charset="-122"/>
              </a:rPr>
              <a:t>已知红色（</a:t>
            </a:r>
            <a:r>
              <a:rPr lang="en-US" altLang="zh-CN" sz="2000" b="1" dirty="0">
                <a:solidFill>
                  <a:srgbClr val="C00000"/>
                </a:solidFill>
                <a:latin typeface="+mn-lt"/>
                <a:ea typeface="楷体" pitchFamily="49" charset="-122"/>
              </a:rPr>
              <a:t>r</a:t>
            </a:r>
            <a:r>
              <a:rPr lang="zh-CN" altLang="en-US" sz="2000" b="1" dirty="0">
                <a:solidFill>
                  <a:srgbClr val="C00000"/>
                </a:solidFill>
                <a:latin typeface="+mn-lt"/>
                <a:ea typeface="楷体" pitchFamily="49" charset="-122"/>
              </a:rPr>
              <a:t>），</a:t>
            </a:r>
            <a:r>
              <a:rPr lang="zh-CN" altLang="en-US" sz="2000" b="1" dirty="0">
                <a:solidFill>
                  <a:srgbClr val="CC9900"/>
                </a:solidFill>
                <a:latin typeface="+mn-lt"/>
                <a:ea typeface="楷体" pitchFamily="49" charset="-122"/>
              </a:rPr>
              <a:t>已知白色（</a:t>
            </a:r>
            <a:r>
              <a:rPr lang="en-US" altLang="zh-CN" sz="2000" b="1" dirty="0">
                <a:solidFill>
                  <a:srgbClr val="CC9900"/>
                </a:solidFill>
                <a:latin typeface="+mn-lt"/>
                <a:ea typeface="楷体" pitchFamily="49" charset="-122"/>
              </a:rPr>
              <a:t>w</a:t>
            </a:r>
            <a:r>
              <a:rPr lang="zh-CN" altLang="en-US" sz="2000" b="1" dirty="0">
                <a:solidFill>
                  <a:srgbClr val="CC9900"/>
                </a:solidFill>
                <a:latin typeface="+mn-lt"/>
                <a:ea typeface="楷体" pitchFamily="49" charset="-122"/>
              </a:rPr>
              <a:t>），</a:t>
            </a:r>
            <a:r>
              <a:rPr lang="zh-CN" altLang="en-US" sz="2000" b="1" dirty="0">
                <a:solidFill>
                  <a:srgbClr val="002060"/>
                </a:solidFill>
                <a:latin typeface="+mn-lt"/>
                <a:ea typeface="楷体" pitchFamily="49" charset="-122"/>
              </a:rPr>
              <a:t>已知蓝色（</a:t>
            </a:r>
            <a:r>
              <a:rPr lang="en-US" altLang="zh-CN" sz="2000" b="1" dirty="0">
                <a:solidFill>
                  <a:srgbClr val="002060"/>
                </a:solidFill>
                <a:latin typeface="+mn-lt"/>
                <a:ea typeface="楷体" pitchFamily="49" charset="-122"/>
              </a:rPr>
              <a:t>b</a:t>
            </a:r>
            <a:r>
              <a:rPr lang="zh-CN" altLang="en-US" sz="2000" b="1" dirty="0">
                <a:solidFill>
                  <a:srgbClr val="002060"/>
                </a:solidFill>
                <a:latin typeface="+mn-lt"/>
                <a:ea typeface="楷体" pitchFamily="49" charset="-122"/>
              </a:rPr>
              <a:t>）</a:t>
            </a:r>
            <a:r>
              <a:rPr lang="zh-CN" altLang="en-US" sz="2000" b="1" dirty="0">
                <a:latin typeface="+mn-lt"/>
                <a:ea typeface="楷体" pitchFamily="49" charset="-122"/>
              </a:rPr>
              <a:t>和</a:t>
            </a:r>
            <a:r>
              <a:rPr lang="zh-CN" altLang="en-US" sz="2000" b="1" dirty="0">
                <a:solidFill>
                  <a:srgbClr val="7030A0"/>
                </a:solidFill>
                <a:latin typeface="+mn-lt"/>
                <a:ea typeface="楷体" pitchFamily="49" charset="-122"/>
              </a:rPr>
              <a:t>未检查（</a:t>
            </a:r>
            <a:r>
              <a:rPr lang="en-US" altLang="zh-CN" sz="2000" b="1" dirty="0">
                <a:solidFill>
                  <a:srgbClr val="7030A0"/>
                </a:solidFill>
                <a:latin typeface="+mn-lt"/>
                <a:ea typeface="楷体" pitchFamily="49" charset="-122"/>
              </a:rPr>
              <a:t>?</a:t>
            </a:r>
            <a:r>
              <a:rPr lang="zh-CN" altLang="en-US" sz="2000" b="1" dirty="0">
                <a:solidFill>
                  <a:srgbClr val="7030A0"/>
                </a:solidFill>
                <a:latin typeface="+mn-lt"/>
                <a:ea typeface="楷体" pitchFamily="49" charset="-122"/>
              </a:rPr>
              <a:t>）</a:t>
            </a:r>
            <a:r>
              <a:rPr lang="zh-CN" altLang="en-US" sz="2000" b="1" dirty="0">
                <a:latin typeface="+mn-lt"/>
                <a:ea typeface="楷体" pitchFamily="49" charset="-122"/>
              </a:rPr>
              <a:t>四类。三个指针表示最右边的红色（</a:t>
            </a:r>
            <a:r>
              <a:rPr lang="en-US" altLang="zh-CN" sz="2000" b="1" dirty="0" err="1">
                <a:solidFill>
                  <a:srgbClr val="C00000"/>
                </a:solidFill>
                <a:latin typeface="+mn-lt"/>
                <a:ea typeface="楷体" pitchFamily="49" charset="-122"/>
              </a:rPr>
              <a:t>rr</a:t>
            </a:r>
            <a:r>
              <a:rPr lang="zh-CN" altLang="en-US" sz="2000" b="1" dirty="0">
                <a:latin typeface="+mn-lt"/>
                <a:ea typeface="楷体" pitchFamily="49" charset="-122"/>
              </a:rPr>
              <a:t>），最左边的蓝色（</a:t>
            </a:r>
            <a:r>
              <a:rPr lang="en-US" altLang="zh-CN" sz="2000" b="1" dirty="0">
                <a:solidFill>
                  <a:srgbClr val="002060"/>
                </a:solidFill>
                <a:latin typeface="+mn-lt"/>
                <a:ea typeface="楷体" pitchFamily="49" charset="-122"/>
              </a:rPr>
              <a:t>lb</a:t>
            </a:r>
            <a:r>
              <a:rPr lang="zh-CN" altLang="en-US" sz="2000" b="1" dirty="0">
                <a:latin typeface="+mn-lt"/>
                <a:ea typeface="楷体" pitchFamily="49" charset="-122"/>
              </a:rPr>
              <a:t>）和要检查的下一个元素（</a:t>
            </a:r>
            <a:r>
              <a:rPr lang="en-US" altLang="zh-CN" sz="2000" b="1" dirty="0" err="1">
                <a:solidFill>
                  <a:schemeClr val="accent1">
                    <a:lumMod val="50000"/>
                  </a:schemeClr>
                </a:solidFill>
                <a:latin typeface="+mn-lt"/>
                <a:ea typeface="楷体" pitchFamily="49" charset="-122"/>
              </a:rPr>
              <a:t>nx</a:t>
            </a:r>
            <a:r>
              <a:rPr lang="zh-CN" altLang="en-US" sz="2000" b="1" dirty="0">
                <a:latin typeface="+mn-lt"/>
                <a:ea typeface="楷体" pitchFamily="49" charset="-122"/>
              </a:rPr>
              <a:t>）。</a:t>
            </a:r>
          </a:p>
          <a:p>
            <a:pPr indent="266700">
              <a:lnSpc>
                <a:spcPts val="2800"/>
              </a:lnSpc>
            </a:pPr>
            <a:r>
              <a:rPr lang="zh-CN" altLang="en-US" sz="2000" b="1" dirty="0">
                <a:latin typeface="+mn-lt"/>
                <a:ea typeface="楷体" pitchFamily="49" charset="-122"/>
              </a:rPr>
              <a:t>    程序执行时，每次检查</a:t>
            </a:r>
            <a:r>
              <a:rPr lang="en-US" altLang="zh-CN" sz="2000" b="1" dirty="0" err="1">
                <a:latin typeface="+mn-lt"/>
                <a:ea typeface="楷体" pitchFamily="49" charset="-122"/>
              </a:rPr>
              <a:t>nx</a:t>
            </a:r>
            <a:r>
              <a:rPr lang="zh-CN" altLang="en-US" sz="2000" b="1" dirty="0">
                <a:latin typeface="+mn-lt"/>
                <a:ea typeface="楷体" pitchFamily="49" charset="-122"/>
              </a:rPr>
              <a:t>所指的值，如是白色（</a:t>
            </a:r>
            <a:r>
              <a:rPr lang="en-US" altLang="zh-CN" sz="2000" b="1" dirty="0">
                <a:latin typeface="+mn-lt"/>
                <a:ea typeface="楷体" pitchFamily="49" charset="-122"/>
              </a:rPr>
              <a:t>w</a:t>
            </a:r>
            <a:r>
              <a:rPr lang="zh-CN" altLang="en-US" sz="2000" b="1" dirty="0">
                <a:latin typeface="+mn-lt"/>
                <a:ea typeface="楷体" pitchFamily="49" charset="-122"/>
              </a:rPr>
              <a:t>）只需将</a:t>
            </a:r>
            <a:r>
              <a:rPr lang="en-US" altLang="zh-CN" sz="2000" b="1" dirty="0" err="1">
                <a:latin typeface="+mn-lt"/>
                <a:ea typeface="楷体" pitchFamily="49" charset="-122"/>
              </a:rPr>
              <a:t>nx</a:t>
            </a:r>
            <a:r>
              <a:rPr lang="zh-CN" altLang="en-US" sz="2000" b="1" dirty="0">
                <a:latin typeface="+mn-lt"/>
                <a:ea typeface="楷体" pitchFamily="49" charset="-122"/>
              </a:rPr>
              <a:t>加</a:t>
            </a:r>
            <a:r>
              <a:rPr lang="en-US" altLang="zh-CN" sz="2000" b="1" dirty="0">
                <a:latin typeface="+mn-lt"/>
                <a:ea typeface="楷体" pitchFamily="49" charset="-122"/>
              </a:rPr>
              <a:t>1</a:t>
            </a:r>
            <a:r>
              <a:rPr lang="zh-CN" altLang="en-US" sz="2000" b="1" dirty="0">
                <a:latin typeface="+mn-lt"/>
                <a:ea typeface="楷体" pitchFamily="49" charset="-122"/>
              </a:rPr>
              <a:t>，如是红色（</a:t>
            </a:r>
            <a:r>
              <a:rPr lang="en-US" altLang="zh-CN" sz="2000" b="1" dirty="0">
                <a:latin typeface="+mn-lt"/>
                <a:ea typeface="楷体" pitchFamily="49" charset="-122"/>
              </a:rPr>
              <a:t>r</a:t>
            </a:r>
            <a:r>
              <a:rPr lang="zh-CN" altLang="en-US" sz="2000" b="1" dirty="0">
                <a:latin typeface="+mn-lt"/>
                <a:ea typeface="楷体" pitchFamily="49" charset="-122"/>
              </a:rPr>
              <a:t>），可把它与</a:t>
            </a:r>
            <a:r>
              <a:rPr lang="en-US" altLang="zh-CN" sz="2000" b="1" dirty="0" err="1">
                <a:latin typeface="+mn-lt"/>
                <a:ea typeface="楷体" pitchFamily="49" charset="-122"/>
              </a:rPr>
              <a:t>rr</a:t>
            </a:r>
            <a:r>
              <a:rPr lang="zh-CN" altLang="en-US" sz="2000" b="1" dirty="0">
                <a:latin typeface="+mn-lt"/>
                <a:ea typeface="楷体" pitchFamily="49" charset="-122"/>
              </a:rPr>
              <a:t>的下一个元素互换，可先使</a:t>
            </a:r>
            <a:r>
              <a:rPr lang="en-US" altLang="zh-CN" sz="2000" b="1" dirty="0" err="1">
                <a:latin typeface="+mn-lt"/>
                <a:ea typeface="楷体" pitchFamily="49" charset="-122"/>
              </a:rPr>
              <a:t>rr</a:t>
            </a:r>
            <a:r>
              <a:rPr lang="zh-CN" altLang="en-US" sz="2000" b="1" dirty="0">
                <a:latin typeface="+mn-lt"/>
                <a:ea typeface="楷体" pitchFamily="49" charset="-122"/>
              </a:rPr>
              <a:t>加</a:t>
            </a:r>
            <a:r>
              <a:rPr lang="en-US" altLang="zh-CN" sz="2000" b="1" dirty="0">
                <a:latin typeface="+mn-lt"/>
                <a:ea typeface="楷体" pitchFamily="49" charset="-122"/>
              </a:rPr>
              <a:t>1</a:t>
            </a:r>
            <a:r>
              <a:rPr lang="zh-CN" altLang="en-US" sz="2000" b="1" dirty="0">
                <a:latin typeface="+mn-lt"/>
                <a:ea typeface="楷体" pitchFamily="49" charset="-122"/>
              </a:rPr>
              <a:t>，然后互换</a:t>
            </a:r>
            <a:r>
              <a:rPr lang="en-US" altLang="zh-CN" sz="2000" b="1" dirty="0" err="1">
                <a:latin typeface="+mn-lt"/>
                <a:ea typeface="楷体" pitchFamily="49" charset="-122"/>
              </a:rPr>
              <a:t>rr</a:t>
            </a:r>
            <a:r>
              <a:rPr lang="zh-CN" altLang="en-US" sz="2000" b="1" dirty="0">
                <a:latin typeface="+mn-lt"/>
                <a:ea typeface="楷体" pitchFamily="49" charset="-122"/>
              </a:rPr>
              <a:t>和</a:t>
            </a:r>
            <a:r>
              <a:rPr lang="en-US" altLang="zh-CN" sz="2000" b="1" dirty="0" err="1">
                <a:latin typeface="+mn-lt"/>
                <a:ea typeface="楷体" pitchFamily="49" charset="-122"/>
              </a:rPr>
              <a:t>nx</a:t>
            </a:r>
            <a:r>
              <a:rPr lang="zh-CN" altLang="en-US" sz="2000" b="1" dirty="0">
                <a:latin typeface="+mn-lt"/>
                <a:ea typeface="楷体" pitchFamily="49" charset="-122"/>
              </a:rPr>
              <a:t>所指的元素，最后把</a:t>
            </a:r>
            <a:r>
              <a:rPr lang="en-US" altLang="zh-CN" sz="2000" b="1" dirty="0" err="1">
                <a:latin typeface="+mn-lt"/>
                <a:ea typeface="楷体" pitchFamily="49" charset="-122"/>
              </a:rPr>
              <a:t>nx</a:t>
            </a:r>
            <a:r>
              <a:rPr lang="zh-CN" altLang="en-US" sz="2000" b="1" dirty="0">
                <a:latin typeface="+mn-lt"/>
                <a:ea typeface="楷体" pitchFamily="49" charset="-122"/>
              </a:rPr>
              <a:t>加</a:t>
            </a:r>
            <a:r>
              <a:rPr lang="en-US" altLang="zh-CN" sz="2000" b="1" dirty="0">
                <a:latin typeface="+mn-lt"/>
                <a:ea typeface="楷体" pitchFamily="49" charset="-122"/>
              </a:rPr>
              <a:t>1</a:t>
            </a:r>
            <a:r>
              <a:rPr lang="zh-CN" altLang="en-US" sz="2000" b="1" dirty="0">
                <a:latin typeface="+mn-lt"/>
                <a:ea typeface="楷体" pitchFamily="49" charset="-122"/>
              </a:rPr>
              <a:t>，因为换过来的是白色。如果</a:t>
            </a:r>
            <a:r>
              <a:rPr lang="en-US" altLang="zh-CN" sz="2000" b="1" dirty="0" err="1">
                <a:latin typeface="+mn-lt"/>
                <a:ea typeface="楷体" pitchFamily="49" charset="-122"/>
              </a:rPr>
              <a:t>nx</a:t>
            </a:r>
            <a:r>
              <a:rPr lang="zh-CN" altLang="en-US" sz="2000" b="1" dirty="0">
                <a:latin typeface="+mn-lt"/>
                <a:ea typeface="楷体" pitchFamily="49" charset="-122"/>
              </a:rPr>
              <a:t>指的是蓝色，可以先把</a:t>
            </a:r>
            <a:r>
              <a:rPr lang="en-US" altLang="zh-CN" sz="2000" b="1" dirty="0">
                <a:latin typeface="+mn-lt"/>
                <a:ea typeface="楷体" pitchFamily="49" charset="-122"/>
              </a:rPr>
              <a:t>lb</a:t>
            </a:r>
            <a:r>
              <a:rPr lang="zh-CN" altLang="en-US" sz="2000" b="1" dirty="0">
                <a:latin typeface="+mn-lt"/>
                <a:ea typeface="楷体" pitchFamily="49" charset="-122"/>
              </a:rPr>
              <a:t>减</a:t>
            </a:r>
            <a:r>
              <a:rPr lang="en-US" altLang="zh-CN" sz="2000" b="1" dirty="0">
                <a:latin typeface="+mn-lt"/>
                <a:ea typeface="楷体" pitchFamily="49" charset="-122"/>
              </a:rPr>
              <a:t>1</a:t>
            </a:r>
            <a:r>
              <a:rPr lang="zh-CN" altLang="en-US" sz="2000" b="1" dirty="0">
                <a:latin typeface="+mn-lt"/>
                <a:ea typeface="楷体" pitchFamily="49" charset="-122"/>
              </a:rPr>
              <a:t>，然后互换</a:t>
            </a:r>
            <a:r>
              <a:rPr lang="en-US" altLang="zh-CN" sz="2000" b="1" dirty="0" err="1">
                <a:latin typeface="+mn-lt"/>
                <a:ea typeface="楷体" pitchFamily="49" charset="-122"/>
              </a:rPr>
              <a:t>nx</a:t>
            </a:r>
            <a:r>
              <a:rPr lang="zh-CN" altLang="en-US" sz="2000" b="1" dirty="0">
                <a:latin typeface="+mn-lt"/>
                <a:ea typeface="楷体" pitchFamily="49" charset="-122"/>
              </a:rPr>
              <a:t>与</a:t>
            </a:r>
            <a:r>
              <a:rPr lang="en-US" altLang="zh-CN" sz="2000" b="1" dirty="0">
                <a:latin typeface="+mn-lt"/>
                <a:ea typeface="楷体" pitchFamily="49" charset="-122"/>
              </a:rPr>
              <a:t>lb</a:t>
            </a:r>
            <a:r>
              <a:rPr lang="zh-CN" altLang="en-US" sz="2000" b="1" dirty="0">
                <a:latin typeface="+mn-lt"/>
                <a:ea typeface="楷体" pitchFamily="49" charset="-122"/>
              </a:rPr>
              <a:t>位置的元素，这个蓝色值放到新的</a:t>
            </a:r>
            <a:r>
              <a:rPr lang="en-US" altLang="zh-CN" sz="2000" b="1" dirty="0">
                <a:latin typeface="+mn-lt"/>
                <a:ea typeface="楷体" pitchFamily="49" charset="-122"/>
              </a:rPr>
              <a:t>lb</a:t>
            </a:r>
            <a:r>
              <a:rPr lang="zh-CN" altLang="en-US" sz="2000" b="1" dirty="0">
                <a:latin typeface="+mn-lt"/>
                <a:ea typeface="楷体" pitchFamily="49" charset="-122"/>
              </a:rPr>
              <a:t>处。</a:t>
            </a:r>
          </a:p>
          <a:p>
            <a:pPr indent="266700">
              <a:lnSpc>
                <a:spcPts val="2800"/>
              </a:lnSpc>
            </a:pPr>
            <a:r>
              <a:rPr lang="zh-CN" altLang="en-US" sz="2000" b="1" dirty="0">
                <a:latin typeface="+mn-lt"/>
                <a:ea typeface="楷体" pitchFamily="49" charset="-122"/>
              </a:rPr>
              <a:t>    由于是用数组来处理这个问题，所以</a:t>
            </a:r>
            <a:r>
              <a:rPr lang="en-US" altLang="zh-CN" sz="2000" b="1" dirty="0" err="1">
                <a:latin typeface="+mn-lt"/>
                <a:ea typeface="楷体" pitchFamily="49" charset="-122"/>
              </a:rPr>
              <a:t>rr</a:t>
            </a:r>
            <a:r>
              <a:rPr lang="zh-CN" altLang="en-US" sz="2000" b="1" dirty="0">
                <a:latin typeface="+mn-lt"/>
                <a:ea typeface="楷体" pitchFamily="49" charset="-122"/>
              </a:rPr>
              <a:t>，</a:t>
            </a:r>
            <a:r>
              <a:rPr lang="en-US" altLang="zh-CN" sz="2000" b="1" dirty="0">
                <a:latin typeface="+mn-lt"/>
                <a:ea typeface="楷体" pitchFamily="49" charset="-122"/>
              </a:rPr>
              <a:t>lb</a:t>
            </a:r>
            <a:r>
              <a:rPr lang="zh-CN" altLang="en-US" sz="2000" b="1" dirty="0">
                <a:latin typeface="+mn-lt"/>
                <a:ea typeface="楷体" pitchFamily="49" charset="-122"/>
              </a:rPr>
              <a:t>，</a:t>
            </a:r>
            <a:r>
              <a:rPr lang="en-US" altLang="zh-CN" sz="2000" b="1" dirty="0" err="1">
                <a:latin typeface="+mn-lt"/>
                <a:ea typeface="楷体" pitchFamily="49" charset="-122"/>
              </a:rPr>
              <a:t>nx</a:t>
            </a:r>
            <a:r>
              <a:rPr lang="zh-CN" altLang="en-US" sz="2000" b="1" dirty="0">
                <a:latin typeface="+mn-lt"/>
                <a:ea typeface="楷体" pitchFamily="49" charset="-122"/>
              </a:rPr>
              <a:t>都表示为下标。很明显，在没有排序之前，</a:t>
            </a:r>
            <a:r>
              <a:rPr lang="en-US" altLang="zh-CN" sz="2000" b="1" dirty="0" err="1">
                <a:latin typeface="+mn-lt"/>
                <a:ea typeface="楷体" pitchFamily="49" charset="-122"/>
              </a:rPr>
              <a:t>rr</a:t>
            </a:r>
            <a:r>
              <a:rPr lang="zh-CN" altLang="en-US" sz="2000" b="1" dirty="0">
                <a:latin typeface="+mn-lt"/>
                <a:ea typeface="楷体" pitchFamily="49" charset="-122"/>
              </a:rPr>
              <a:t>应在数组元素之前，</a:t>
            </a:r>
            <a:r>
              <a:rPr lang="en-US" altLang="zh-CN" sz="2000" b="1" dirty="0">
                <a:latin typeface="+mn-lt"/>
                <a:ea typeface="楷体" pitchFamily="49" charset="-122"/>
              </a:rPr>
              <a:t>lb</a:t>
            </a:r>
            <a:r>
              <a:rPr lang="zh-CN" altLang="en-US" sz="2000" b="1" dirty="0">
                <a:latin typeface="+mn-lt"/>
                <a:ea typeface="楷体" pitchFamily="49" charset="-122"/>
              </a:rPr>
              <a:t>应在数组元素之后，可以表示为</a:t>
            </a:r>
            <a:r>
              <a:rPr lang="en-US" altLang="zh-CN" sz="2000" b="1" dirty="0">
                <a:latin typeface="+mn-lt"/>
                <a:ea typeface="楷体" pitchFamily="49" charset="-122"/>
              </a:rPr>
              <a:t>-1</a:t>
            </a:r>
            <a:r>
              <a:rPr lang="zh-CN" altLang="en-US" sz="2000" b="1" dirty="0">
                <a:latin typeface="+mn-lt"/>
                <a:ea typeface="楷体" pitchFamily="49" charset="-122"/>
              </a:rPr>
              <a:t>和</a:t>
            </a:r>
            <a:r>
              <a:rPr lang="en-US" altLang="zh-CN" sz="2000" b="1" dirty="0">
                <a:latin typeface="+mn-lt"/>
                <a:ea typeface="楷体" pitchFamily="49" charset="-122"/>
              </a:rPr>
              <a:t>n</a:t>
            </a:r>
            <a:r>
              <a:rPr lang="zh-CN" altLang="en-US" sz="2000" b="1" dirty="0">
                <a:latin typeface="+mn-lt"/>
                <a:ea typeface="楷体" pitchFamily="49" charset="-122"/>
              </a:rPr>
              <a:t>。 </a:t>
            </a:r>
          </a:p>
        </p:txBody>
      </p:sp>
      <p:sp>
        <p:nvSpPr>
          <p:cNvPr id="18" name="Rectangle 4">
            <a:extLst>
              <a:ext uri="{FF2B5EF4-FFF2-40B4-BE49-F238E27FC236}">
                <a16:creationId xmlns:a16="http://schemas.microsoft.com/office/drawing/2014/main" id="{4897358F-232B-4592-95CD-9E6895C897C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枚举类型变量的定义和引用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44870"/>
                                        </p:tgtEl>
                                        <p:attrNameLst>
                                          <p:attrName>style.visibility</p:attrName>
                                        </p:attrNameLst>
                                      </p:cBhvr>
                                      <p:to>
                                        <p:strVal val="visible"/>
                                      </p:to>
                                    </p:set>
                                    <p:animEffect transition="in" filter="box(out)">
                                      <p:cBhvr>
                                        <p:cTn id="7" dur="500"/>
                                        <p:tgtEl>
                                          <p:spTgt spid="114487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144916"/>
                                        </p:tgtEl>
                                        <p:attrNameLst>
                                          <p:attrName>style.visibility</p:attrName>
                                        </p:attrNameLst>
                                      </p:cBhvr>
                                      <p:to>
                                        <p:strVal val="visible"/>
                                      </p:to>
                                    </p:set>
                                    <p:animEffect transition="in" filter="box(out)">
                                      <p:cBhvr>
                                        <p:cTn id="12" dur="500"/>
                                        <p:tgtEl>
                                          <p:spTgt spid="114491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1144919"/>
                                        </p:tgtEl>
                                        <p:attrNameLst>
                                          <p:attrName>style.visibility</p:attrName>
                                        </p:attrNameLst>
                                      </p:cBhvr>
                                      <p:to>
                                        <p:strVal val="visible"/>
                                      </p:to>
                                    </p:set>
                                    <p:animEffect transition="in" filter="strips(upRight)">
                                      <p:cBhvr>
                                        <p:cTn id="17" dur="500"/>
                                        <p:tgtEl>
                                          <p:spTgt spid="1144919"/>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par>
                                <p:cTn id="18" presetID="18" presetClass="entr" presetSubtype="3" fill="hold" nodeType="withEffect">
                                  <p:stCondLst>
                                    <p:cond delay="0"/>
                                  </p:stCondLst>
                                  <p:childTnLst>
                                    <p:set>
                                      <p:cBhvr>
                                        <p:cTn id="19" dur="1" fill="hold">
                                          <p:stCondLst>
                                            <p:cond delay="0"/>
                                          </p:stCondLst>
                                        </p:cTn>
                                        <p:tgtEl>
                                          <p:spTgt spid="1144923"/>
                                        </p:tgtEl>
                                        <p:attrNameLst>
                                          <p:attrName>style.visibility</p:attrName>
                                        </p:attrNameLst>
                                      </p:cBhvr>
                                      <p:to>
                                        <p:strVal val="visible"/>
                                      </p:to>
                                    </p:set>
                                    <p:animEffect transition="in" filter="strips(upRight)">
                                      <p:cBhvr>
                                        <p:cTn id="20" dur="500"/>
                                        <p:tgtEl>
                                          <p:spTgt spid="1144923"/>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par>
                                <p:cTn id="21" presetID="18" presetClass="entr" presetSubtype="3" fill="hold" nodeType="withEffect">
                                  <p:stCondLst>
                                    <p:cond delay="0"/>
                                  </p:stCondLst>
                                  <p:childTnLst>
                                    <p:set>
                                      <p:cBhvr>
                                        <p:cTn id="22" dur="1" fill="hold">
                                          <p:stCondLst>
                                            <p:cond delay="0"/>
                                          </p:stCondLst>
                                        </p:cTn>
                                        <p:tgtEl>
                                          <p:spTgt spid="1144924"/>
                                        </p:tgtEl>
                                        <p:attrNameLst>
                                          <p:attrName>style.visibility</p:attrName>
                                        </p:attrNameLst>
                                      </p:cBhvr>
                                      <p:to>
                                        <p:strVal val="visible"/>
                                      </p:to>
                                    </p:set>
                                    <p:animEffect transition="in" filter="strips(upRight)">
                                      <p:cBhvr>
                                        <p:cTn id="23" dur="500"/>
                                        <p:tgtEl>
                                          <p:spTgt spid="1144924"/>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144927">
                                            <p:txEl>
                                              <p:pRg st="0" end="0"/>
                                            </p:txEl>
                                          </p:spTgt>
                                        </p:tgtEl>
                                        <p:attrNameLst>
                                          <p:attrName>style.visibility</p:attrName>
                                        </p:attrNameLst>
                                      </p:cBhvr>
                                      <p:to>
                                        <p:strVal val="visible"/>
                                      </p:to>
                                    </p:set>
                                    <p:animEffect transition="in" filter="box(out)">
                                      <p:cBhvr>
                                        <p:cTn id="28" dur="500"/>
                                        <p:tgtEl>
                                          <p:spTgt spid="1144927">
                                            <p:txEl>
                                              <p:pRg st="0" end="0"/>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1144927">
                                            <p:txEl>
                                              <p:pRg st="1" end="1"/>
                                            </p:txEl>
                                          </p:spTgt>
                                        </p:tgtEl>
                                        <p:attrNameLst>
                                          <p:attrName>style.visibility</p:attrName>
                                        </p:attrNameLst>
                                      </p:cBhvr>
                                      <p:to>
                                        <p:strVal val="visible"/>
                                      </p:to>
                                    </p:set>
                                    <p:animEffect transition="in" filter="box(out)">
                                      <p:cBhvr>
                                        <p:cTn id="33" dur="500"/>
                                        <p:tgtEl>
                                          <p:spTgt spid="1144927">
                                            <p:txEl>
                                              <p:pRg st="1" end="1"/>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1144927">
                                            <p:txEl>
                                              <p:pRg st="2" end="2"/>
                                            </p:txEl>
                                          </p:spTgt>
                                        </p:tgtEl>
                                        <p:attrNameLst>
                                          <p:attrName>style.visibility</p:attrName>
                                        </p:attrNameLst>
                                      </p:cBhvr>
                                      <p:to>
                                        <p:strVal val="visible"/>
                                      </p:to>
                                    </p:set>
                                    <p:animEffect transition="in" filter="box(out)">
                                      <p:cBhvr>
                                        <p:cTn id="38" dur="500"/>
                                        <p:tgtEl>
                                          <p:spTgt spid="1144927">
                                            <p:txEl>
                                              <p:pRg st="2" end="2"/>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4870" grpId="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146951" name="Group 71"/>
          <p:cNvGraphicFramePr>
            <a:graphicFrameLocks noGrp="1"/>
          </p:cNvGraphicFramePr>
          <p:nvPr>
            <p:extLst>
              <p:ext uri="{D42A27DB-BD31-4B8C-83A1-F6EECF244321}">
                <p14:modId xmlns:p14="http://schemas.microsoft.com/office/powerpoint/2010/main" val="262707544"/>
              </p:ext>
            </p:extLst>
          </p:nvPr>
        </p:nvGraphicFramePr>
        <p:xfrm>
          <a:off x="2566989" y="2924819"/>
          <a:ext cx="7272337" cy="503238"/>
        </p:xfrm>
        <a:graphic>
          <a:graphicData uri="http://schemas.openxmlformats.org/drawingml/2006/table">
            <a:tbl>
              <a:tblPr/>
              <a:tblGrid>
                <a:gridCol w="606425">
                  <a:extLst>
                    <a:ext uri="{9D8B030D-6E8A-4147-A177-3AD203B41FA5}">
                      <a16:colId xmlns:a16="http://schemas.microsoft.com/office/drawing/2014/main" val="20000"/>
                    </a:ext>
                  </a:extLst>
                </a:gridCol>
                <a:gridCol w="606425">
                  <a:extLst>
                    <a:ext uri="{9D8B030D-6E8A-4147-A177-3AD203B41FA5}">
                      <a16:colId xmlns:a16="http://schemas.microsoft.com/office/drawing/2014/main" val="20001"/>
                    </a:ext>
                  </a:extLst>
                </a:gridCol>
                <a:gridCol w="604837">
                  <a:extLst>
                    <a:ext uri="{9D8B030D-6E8A-4147-A177-3AD203B41FA5}">
                      <a16:colId xmlns:a16="http://schemas.microsoft.com/office/drawing/2014/main" val="20002"/>
                    </a:ext>
                  </a:extLst>
                </a:gridCol>
                <a:gridCol w="606425">
                  <a:extLst>
                    <a:ext uri="{9D8B030D-6E8A-4147-A177-3AD203B41FA5}">
                      <a16:colId xmlns:a16="http://schemas.microsoft.com/office/drawing/2014/main" val="20003"/>
                    </a:ext>
                  </a:extLst>
                </a:gridCol>
                <a:gridCol w="606425">
                  <a:extLst>
                    <a:ext uri="{9D8B030D-6E8A-4147-A177-3AD203B41FA5}">
                      <a16:colId xmlns:a16="http://schemas.microsoft.com/office/drawing/2014/main" val="20004"/>
                    </a:ext>
                  </a:extLst>
                </a:gridCol>
                <a:gridCol w="606425">
                  <a:extLst>
                    <a:ext uri="{9D8B030D-6E8A-4147-A177-3AD203B41FA5}">
                      <a16:colId xmlns:a16="http://schemas.microsoft.com/office/drawing/2014/main" val="20005"/>
                    </a:ext>
                  </a:extLst>
                </a:gridCol>
                <a:gridCol w="604838">
                  <a:extLst>
                    <a:ext uri="{9D8B030D-6E8A-4147-A177-3AD203B41FA5}">
                      <a16:colId xmlns:a16="http://schemas.microsoft.com/office/drawing/2014/main" val="20006"/>
                    </a:ext>
                  </a:extLst>
                </a:gridCol>
                <a:gridCol w="606425">
                  <a:extLst>
                    <a:ext uri="{9D8B030D-6E8A-4147-A177-3AD203B41FA5}">
                      <a16:colId xmlns:a16="http://schemas.microsoft.com/office/drawing/2014/main" val="20007"/>
                    </a:ext>
                  </a:extLst>
                </a:gridCol>
                <a:gridCol w="606425">
                  <a:extLst>
                    <a:ext uri="{9D8B030D-6E8A-4147-A177-3AD203B41FA5}">
                      <a16:colId xmlns:a16="http://schemas.microsoft.com/office/drawing/2014/main" val="20008"/>
                    </a:ext>
                  </a:extLst>
                </a:gridCol>
                <a:gridCol w="606425">
                  <a:extLst>
                    <a:ext uri="{9D8B030D-6E8A-4147-A177-3AD203B41FA5}">
                      <a16:colId xmlns:a16="http://schemas.microsoft.com/office/drawing/2014/main" val="20009"/>
                    </a:ext>
                  </a:extLst>
                </a:gridCol>
                <a:gridCol w="604837">
                  <a:extLst>
                    <a:ext uri="{9D8B030D-6E8A-4147-A177-3AD203B41FA5}">
                      <a16:colId xmlns:a16="http://schemas.microsoft.com/office/drawing/2014/main" val="20010"/>
                    </a:ext>
                  </a:extLst>
                </a:gridCol>
                <a:gridCol w="606425">
                  <a:extLst>
                    <a:ext uri="{9D8B030D-6E8A-4147-A177-3AD203B41FA5}">
                      <a16:colId xmlns:a16="http://schemas.microsoft.com/office/drawing/2014/main" val="20011"/>
                    </a:ext>
                  </a:extLst>
                </a:gridCol>
              </a:tblGrid>
              <a:tr h="503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r</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w</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r</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r</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C9900"/>
                          </a:solidFill>
                          <a:effectLst/>
                          <a:latin typeface="Times New Roman" pitchFamily="18" charset="0"/>
                          <a:ea typeface="宋体" pitchFamily="2" charset="-122"/>
                        </a:rPr>
                        <a:t>w</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C9900"/>
                          </a:solidFill>
                          <a:effectLst/>
                          <a:latin typeface="Times New Roman" pitchFamily="18" charset="0"/>
                          <a:ea typeface="宋体" pitchFamily="2" charset="-122"/>
                        </a:rPr>
                        <a:t>w</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r</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C9900"/>
                          </a:solidFill>
                          <a:effectLst/>
                          <a:latin typeface="Times New Roman" pitchFamily="18" charset="0"/>
                          <a:ea typeface="宋体" pitchFamily="2" charset="-122"/>
                        </a:rPr>
                        <a:t>w</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1146915" name="Group 35"/>
          <p:cNvGrpSpPr>
            <a:grpSpLocks/>
          </p:cNvGrpSpPr>
          <p:nvPr/>
        </p:nvGrpSpPr>
        <p:grpSpPr bwMode="auto">
          <a:xfrm>
            <a:off x="2120900" y="3482032"/>
            <a:ext cx="431800" cy="696913"/>
            <a:chOff x="1703" y="2056"/>
            <a:chExt cx="272" cy="439"/>
          </a:xfrm>
        </p:grpSpPr>
        <p:sp>
          <p:nvSpPr>
            <p:cNvPr id="1146916" name="Line 36"/>
            <p:cNvSpPr>
              <a:spLocks noChangeShapeType="1"/>
            </p:cNvSpPr>
            <p:nvPr/>
          </p:nvSpPr>
          <p:spPr bwMode="auto">
            <a:xfrm flipV="1">
              <a:off x="1823" y="2056"/>
              <a:ext cx="0" cy="227"/>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46917" name="Text Box 37"/>
            <p:cNvSpPr txBox="1">
              <a:spLocks noChangeArrowheads="1"/>
            </p:cNvSpPr>
            <p:nvPr/>
          </p:nvSpPr>
          <p:spPr bwMode="auto">
            <a:xfrm>
              <a:off x="1703" y="2245"/>
              <a:ext cx="27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rr</a:t>
              </a:r>
            </a:p>
          </p:txBody>
        </p:sp>
      </p:grpSp>
      <p:grpSp>
        <p:nvGrpSpPr>
          <p:cNvPr id="1146921" name="Group 41"/>
          <p:cNvGrpSpPr>
            <a:grpSpLocks/>
          </p:cNvGrpSpPr>
          <p:nvPr/>
        </p:nvGrpSpPr>
        <p:grpSpPr bwMode="auto">
          <a:xfrm>
            <a:off x="9898064" y="3482032"/>
            <a:ext cx="536575" cy="696913"/>
            <a:chOff x="3222" y="2083"/>
            <a:chExt cx="338" cy="439"/>
          </a:xfrm>
        </p:grpSpPr>
        <p:sp>
          <p:nvSpPr>
            <p:cNvPr id="1146922" name="Line 42"/>
            <p:cNvSpPr>
              <a:spLocks noChangeShapeType="1"/>
            </p:cNvSpPr>
            <p:nvPr/>
          </p:nvSpPr>
          <p:spPr bwMode="auto">
            <a:xfrm flipV="1">
              <a:off x="3342" y="2083"/>
              <a:ext cx="0" cy="227"/>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solidFill>
                  <a:srgbClr val="002060"/>
                </a:solidFill>
              </a:endParaRPr>
            </a:p>
          </p:txBody>
        </p:sp>
        <p:sp>
          <p:nvSpPr>
            <p:cNvPr id="1146923" name="Text Box 43"/>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dirty="0" err="1">
                  <a:solidFill>
                    <a:srgbClr val="002060"/>
                  </a:solidFill>
                </a:rPr>
                <a:t>lb</a:t>
              </a:r>
              <a:endParaRPr lang="en-US" altLang="zh-CN" sz="2000" b="1" dirty="0">
                <a:solidFill>
                  <a:srgbClr val="002060"/>
                </a:solidFill>
              </a:endParaRPr>
            </a:p>
          </p:txBody>
        </p:sp>
      </p:grpSp>
      <p:sp>
        <p:nvSpPr>
          <p:cNvPr id="1146925" name="Text Box 45"/>
          <p:cNvSpPr txBox="1">
            <a:spLocks noChangeArrowheads="1"/>
          </p:cNvSpPr>
          <p:nvPr/>
        </p:nvSpPr>
        <p:spPr bwMode="auto">
          <a:xfrm>
            <a:off x="1037242" y="954806"/>
            <a:ext cx="2159000" cy="457200"/>
          </a:xfrm>
          <a:prstGeom prst="rect">
            <a:avLst/>
          </a:prstGeom>
          <a:noFill/>
          <a:ln w="9525">
            <a:noFill/>
            <a:miter lim="800000"/>
            <a:headEnd/>
            <a:tailEnd/>
          </a:ln>
          <a:effectLst/>
        </p:spPr>
        <p:txBody>
          <a:bodyPr>
            <a:spAutoFit/>
          </a:bodyPr>
          <a:lstStyle/>
          <a:p>
            <a:pPr>
              <a:spcBef>
                <a:spcPct val="50000"/>
              </a:spcBef>
            </a:pPr>
            <a:r>
              <a:rPr lang="zh-CN" altLang="en-US" b="1" u="sng" dirty="0">
                <a:solidFill>
                  <a:srgbClr val="C00000"/>
                </a:solidFill>
                <a:latin typeface="楷体" panose="02010609060101010101" pitchFamily="49" charset="-122"/>
                <a:ea typeface="楷体" panose="02010609060101010101" pitchFamily="49" charset="-122"/>
              </a:rPr>
              <a:t>算法演示：</a:t>
            </a:r>
          </a:p>
        </p:txBody>
      </p:sp>
      <p:sp useBgFill="1">
        <p:nvSpPr>
          <p:cNvPr id="1146927" name="Rectangle 47"/>
          <p:cNvSpPr>
            <a:spLocks noChangeArrowheads="1"/>
          </p:cNvSpPr>
          <p:nvPr/>
        </p:nvSpPr>
        <p:spPr bwMode="auto">
          <a:xfrm>
            <a:off x="3917912" y="3472679"/>
            <a:ext cx="360362" cy="720725"/>
          </a:xfrm>
          <a:prstGeom prst="rect">
            <a:avLst/>
          </a:prstGeom>
          <a:ln w="9525">
            <a:noFill/>
            <a:miter lim="800000"/>
            <a:headEnd/>
            <a:tailEnd/>
          </a:ln>
          <a:effectLst/>
        </p:spPr>
        <p:txBody>
          <a:bodyPr wrap="none" anchor="ctr"/>
          <a:lstStyle/>
          <a:p>
            <a:endParaRPr lang="zh-CN" altLang="en-US"/>
          </a:p>
        </p:txBody>
      </p:sp>
      <p:grpSp>
        <p:nvGrpSpPr>
          <p:cNvPr id="1146928" name="Group 48"/>
          <p:cNvGrpSpPr>
            <a:grpSpLocks/>
          </p:cNvGrpSpPr>
          <p:nvPr/>
        </p:nvGrpSpPr>
        <p:grpSpPr bwMode="auto">
          <a:xfrm>
            <a:off x="2770189" y="3483619"/>
            <a:ext cx="536575" cy="696912"/>
            <a:chOff x="3222" y="2083"/>
            <a:chExt cx="338" cy="439"/>
          </a:xfrm>
        </p:grpSpPr>
        <p:sp>
          <p:nvSpPr>
            <p:cNvPr id="1146929" name="Line 49"/>
            <p:cNvSpPr>
              <a:spLocks noChangeShapeType="1"/>
            </p:cNvSpPr>
            <p:nvPr/>
          </p:nvSpPr>
          <p:spPr bwMode="auto">
            <a:xfrm flipV="1">
              <a:off x="3342" y="2083"/>
              <a:ext cx="0" cy="227"/>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a:solidFill>
                  <a:schemeClr val="accent1">
                    <a:lumMod val="50000"/>
                  </a:schemeClr>
                </a:solidFill>
              </a:endParaRPr>
            </a:p>
          </p:txBody>
        </p:sp>
        <p:sp>
          <p:nvSpPr>
            <p:cNvPr id="1146930" name="Text Box 50"/>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dirty="0" err="1">
                  <a:solidFill>
                    <a:schemeClr val="accent1">
                      <a:lumMod val="50000"/>
                    </a:schemeClr>
                  </a:solidFill>
                </a:rPr>
                <a:t>nx</a:t>
              </a:r>
              <a:endParaRPr lang="en-US" altLang="zh-CN" sz="2000" b="1" dirty="0">
                <a:solidFill>
                  <a:schemeClr val="accent1">
                    <a:lumMod val="50000"/>
                  </a:schemeClr>
                </a:solidFill>
              </a:endParaRPr>
            </a:p>
          </p:txBody>
        </p:sp>
      </p:grpSp>
      <p:grpSp>
        <p:nvGrpSpPr>
          <p:cNvPr id="1146931" name="Group 51"/>
          <p:cNvGrpSpPr>
            <a:grpSpLocks/>
          </p:cNvGrpSpPr>
          <p:nvPr/>
        </p:nvGrpSpPr>
        <p:grpSpPr bwMode="auto">
          <a:xfrm>
            <a:off x="2495550" y="3486794"/>
            <a:ext cx="431800" cy="696912"/>
            <a:chOff x="1703" y="2056"/>
            <a:chExt cx="272" cy="439"/>
          </a:xfrm>
        </p:grpSpPr>
        <p:sp>
          <p:nvSpPr>
            <p:cNvPr id="1146932" name="Line 52"/>
            <p:cNvSpPr>
              <a:spLocks noChangeShapeType="1"/>
            </p:cNvSpPr>
            <p:nvPr/>
          </p:nvSpPr>
          <p:spPr bwMode="auto">
            <a:xfrm flipV="1">
              <a:off x="1823" y="2056"/>
              <a:ext cx="0" cy="227"/>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dirty="0">
                <a:solidFill>
                  <a:srgbClr val="C00000"/>
                </a:solidFill>
              </a:endParaRPr>
            </a:p>
          </p:txBody>
        </p:sp>
        <p:sp>
          <p:nvSpPr>
            <p:cNvPr id="1146933" name="Text Box 53"/>
            <p:cNvSpPr txBox="1">
              <a:spLocks noChangeArrowheads="1"/>
            </p:cNvSpPr>
            <p:nvPr/>
          </p:nvSpPr>
          <p:spPr bwMode="auto">
            <a:xfrm>
              <a:off x="1703" y="2245"/>
              <a:ext cx="27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rr</a:t>
              </a:r>
            </a:p>
          </p:txBody>
        </p:sp>
      </p:grpSp>
      <p:grpSp>
        <p:nvGrpSpPr>
          <p:cNvPr id="1146935" name="Group 55"/>
          <p:cNvGrpSpPr>
            <a:grpSpLocks/>
          </p:cNvGrpSpPr>
          <p:nvPr/>
        </p:nvGrpSpPr>
        <p:grpSpPr bwMode="auto">
          <a:xfrm>
            <a:off x="3287714" y="3501082"/>
            <a:ext cx="536575" cy="696913"/>
            <a:chOff x="3222" y="2083"/>
            <a:chExt cx="338" cy="439"/>
          </a:xfrm>
        </p:grpSpPr>
        <p:sp>
          <p:nvSpPr>
            <p:cNvPr id="1146936" name="Line 56"/>
            <p:cNvSpPr>
              <a:spLocks noChangeShapeType="1"/>
            </p:cNvSpPr>
            <p:nvPr/>
          </p:nvSpPr>
          <p:spPr bwMode="auto">
            <a:xfrm flipV="1">
              <a:off x="3342" y="2083"/>
              <a:ext cx="0" cy="227"/>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a:solidFill>
                  <a:schemeClr val="accent1">
                    <a:lumMod val="50000"/>
                  </a:schemeClr>
                </a:solidFill>
              </a:endParaRPr>
            </a:p>
          </p:txBody>
        </p:sp>
        <p:sp>
          <p:nvSpPr>
            <p:cNvPr id="1146937" name="Text Box 57"/>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1">
                      <a:lumMod val="50000"/>
                    </a:schemeClr>
                  </a:solidFill>
                </a:rPr>
                <a:t>nx</a:t>
              </a:r>
            </a:p>
          </p:txBody>
        </p:sp>
      </p:grpSp>
      <p:sp useBgFill="1">
        <p:nvSpPr>
          <p:cNvPr id="1146938" name="Rectangle 58"/>
          <p:cNvSpPr>
            <a:spLocks noChangeArrowheads="1"/>
          </p:cNvSpPr>
          <p:nvPr/>
        </p:nvSpPr>
        <p:spPr bwMode="auto">
          <a:xfrm>
            <a:off x="3463926" y="5301208"/>
            <a:ext cx="360363" cy="720725"/>
          </a:xfrm>
          <a:prstGeom prst="rect">
            <a:avLst/>
          </a:prstGeom>
          <a:ln w="9525">
            <a:noFill/>
            <a:miter lim="800000"/>
            <a:headEnd/>
            <a:tailEnd/>
          </a:ln>
          <a:effectLst/>
        </p:spPr>
        <p:txBody>
          <a:bodyPr wrap="none" anchor="ctr"/>
          <a:lstStyle/>
          <a:p>
            <a:endParaRPr lang="zh-CN" altLang="en-US"/>
          </a:p>
        </p:txBody>
      </p:sp>
      <p:sp>
        <p:nvSpPr>
          <p:cNvPr id="1146943" name="Text Box 63"/>
          <p:cNvSpPr txBox="1">
            <a:spLocks noChangeArrowheads="1"/>
          </p:cNvSpPr>
          <p:nvPr/>
        </p:nvSpPr>
        <p:spPr bwMode="auto">
          <a:xfrm>
            <a:off x="3316288" y="2960117"/>
            <a:ext cx="360362" cy="396875"/>
          </a:xfrm>
          <a:prstGeom prst="rect">
            <a:avLst/>
          </a:prstGeom>
          <a:solidFill>
            <a:srgbClr val="FFFFFF"/>
          </a:solidFill>
          <a:ln w="9525">
            <a:noFill/>
            <a:miter lim="800000"/>
            <a:headEnd/>
            <a:tailEnd/>
          </a:ln>
          <a:effectLst/>
        </p:spPr>
        <p:txBody>
          <a:bodyPr>
            <a:spAutoFit/>
          </a:bodyPr>
          <a:lstStyle/>
          <a:p>
            <a:pPr algn="ctr">
              <a:spcBef>
                <a:spcPct val="50000"/>
              </a:spcBef>
            </a:pPr>
            <a:r>
              <a:rPr lang="en-US" altLang="zh-CN" sz="2000" b="1">
                <a:solidFill>
                  <a:srgbClr val="C00000"/>
                </a:solidFill>
              </a:rPr>
              <a:t>r</a:t>
            </a:r>
          </a:p>
        </p:txBody>
      </p:sp>
      <p:sp>
        <p:nvSpPr>
          <p:cNvPr id="1146944" name="Text Box 64"/>
          <p:cNvSpPr txBox="1">
            <a:spLocks noChangeArrowheads="1"/>
          </p:cNvSpPr>
          <p:nvPr/>
        </p:nvSpPr>
        <p:spPr bwMode="auto">
          <a:xfrm>
            <a:off x="3878263" y="2960117"/>
            <a:ext cx="360362" cy="396875"/>
          </a:xfrm>
          <a:prstGeom prst="rect">
            <a:avLst/>
          </a:prstGeom>
          <a:solidFill>
            <a:srgbClr val="FFFFFF"/>
          </a:solidFill>
          <a:ln w="9525">
            <a:noFill/>
            <a:miter lim="800000"/>
            <a:headEnd/>
            <a:tailEnd/>
          </a:ln>
          <a:effectLst/>
        </p:spPr>
        <p:txBody>
          <a:bodyPr>
            <a:spAutoFit/>
          </a:bodyPr>
          <a:lstStyle/>
          <a:p>
            <a:pPr>
              <a:spcBef>
                <a:spcPct val="50000"/>
              </a:spcBef>
            </a:pPr>
            <a:r>
              <a:rPr lang="en-US" altLang="zh-CN" sz="2000" b="1" dirty="0">
                <a:solidFill>
                  <a:srgbClr val="CC9900"/>
                </a:solidFill>
              </a:rPr>
              <a:t>w</a:t>
            </a:r>
          </a:p>
        </p:txBody>
      </p:sp>
      <p:grpSp>
        <p:nvGrpSpPr>
          <p:cNvPr id="1146950" name="Group 70"/>
          <p:cNvGrpSpPr>
            <a:grpSpLocks/>
          </p:cNvGrpSpPr>
          <p:nvPr/>
        </p:nvGrpSpPr>
        <p:grpSpPr bwMode="auto">
          <a:xfrm>
            <a:off x="3503613" y="2593032"/>
            <a:ext cx="576262" cy="288925"/>
            <a:chOff x="1247" y="763"/>
            <a:chExt cx="363" cy="182"/>
          </a:xfrm>
        </p:grpSpPr>
        <p:sp>
          <p:nvSpPr>
            <p:cNvPr id="1146946" name="Line 66"/>
            <p:cNvSpPr>
              <a:spLocks noChangeShapeType="1"/>
            </p:cNvSpPr>
            <p:nvPr/>
          </p:nvSpPr>
          <p:spPr bwMode="auto">
            <a:xfrm>
              <a:off x="1247" y="763"/>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6947" name="Line 67"/>
            <p:cNvSpPr>
              <a:spLocks noChangeShapeType="1"/>
            </p:cNvSpPr>
            <p:nvPr/>
          </p:nvSpPr>
          <p:spPr bwMode="auto">
            <a:xfrm>
              <a:off x="1608" y="764"/>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6948" name="Line 68"/>
            <p:cNvSpPr>
              <a:spLocks noChangeShapeType="1"/>
            </p:cNvSpPr>
            <p:nvPr/>
          </p:nvSpPr>
          <p:spPr bwMode="auto">
            <a:xfrm>
              <a:off x="1247" y="772"/>
              <a:ext cx="363" cy="0"/>
            </a:xfrm>
            <a:prstGeom prst="line">
              <a:avLst/>
            </a:prstGeom>
            <a:noFill/>
            <a:ln w="28575">
              <a:solidFill>
                <a:srgbClr val="7030A0"/>
              </a:solidFill>
              <a:round/>
              <a:headEnd/>
              <a:tailEnd/>
            </a:ln>
            <a:effectLst/>
          </p:spPr>
          <p:txBody>
            <a:bodyPr/>
            <a:lstStyle/>
            <a:p>
              <a:endParaRPr lang="zh-CN" altLang="en-US"/>
            </a:p>
          </p:txBody>
        </p:sp>
      </p:grpSp>
      <p:sp useBgFill="1">
        <p:nvSpPr>
          <p:cNvPr id="1146952" name="Rectangle 72"/>
          <p:cNvSpPr>
            <a:spLocks noChangeArrowheads="1"/>
          </p:cNvSpPr>
          <p:nvPr/>
        </p:nvSpPr>
        <p:spPr bwMode="auto">
          <a:xfrm>
            <a:off x="2135188" y="3429000"/>
            <a:ext cx="360362" cy="720725"/>
          </a:xfrm>
          <a:prstGeom prst="rect">
            <a:avLst/>
          </a:prstGeom>
          <a:ln w="9525">
            <a:noFill/>
            <a:miter lim="800000"/>
            <a:headEnd/>
            <a:tailEnd/>
          </a:ln>
          <a:effectLst/>
        </p:spPr>
        <p:txBody>
          <a:bodyPr wrap="none" anchor="ctr"/>
          <a:lstStyle/>
          <a:p>
            <a:endParaRPr lang="zh-CN" altLang="en-US"/>
          </a:p>
        </p:txBody>
      </p:sp>
      <p:sp useBgFill="1">
        <p:nvSpPr>
          <p:cNvPr id="1146953" name="Rectangle 73"/>
          <p:cNvSpPr>
            <a:spLocks noChangeArrowheads="1"/>
          </p:cNvSpPr>
          <p:nvPr/>
        </p:nvSpPr>
        <p:spPr bwMode="auto">
          <a:xfrm>
            <a:off x="2808288" y="3487738"/>
            <a:ext cx="360362" cy="720725"/>
          </a:xfrm>
          <a:prstGeom prst="rect">
            <a:avLst/>
          </a:prstGeom>
          <a:ln w="9525">
            <a:noFill/>
            <a:miter lim="800000"/>
            <a:headEnd/>
            <a:tailEnd/>
          </a:ln>
          <a:effectLst/>
        </p:spPr>
        <p:txBody>
          <a:bodyPr wrap="none" anchor="ctr"/>
          <a:lstStyle/>
          <a:p>
            <a:endParaRPr lang="zh-CN" altLang="en-US"/>
          </a:p>
        </p:txBody>
      </p:sp>
      <p:grpSp>
        <p:nvGrpSpPr>
          <p:cNvPr id="1146954" name="Group 74"/>
          <p:cNvGrpSpPr>
            <a:grpSpLocks/>
          </p:cNvGrpSpPr>
          <p:nvPr/>
        </p:nvGrpSpPr>
        <p:grpSpPr bwMode="auto">
          <a:xfrm>
            <a:off x="3863976" y="3501008"/>
            <a:ext cx="536575" cy="696913"/>
            <a:chOff x="3222" y="2083"/>
            <a:chExt cx="338" cy="439"/>
          </a:xfrm>
        </p:grpSpPr>
        <p:sp>
          <p:nvSpPr>
            <p:cNvPr id="1146955" name="Line 75"/>
            <p:cNvSpPr>
              <a:spLocks noChangeShapeType="1"/>
            </p:cNvSpPr>
            <p:nvPr/>
          </p:nvSpPr>
          <p:spPr bwMode="auto">
            <a:xfrm flipV="1">
              <a:off x="3342" y="2083"/>
              <a:ext cx="0" cy="227"/>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a:solidFill>
                  <a:schemeClr val="accent1">
                    <a:lumMod val="50000"/>
                  </a:schemeClr>
                </a:solidFill>
              </a:endParaRPr>
            </a:p>
          </p:txBody>
        </p:sp>
        <p:sp>
          <p:nvSpPr>
            <p:cNvPr id="1146956" name="Text Box 76"/>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1">
                      <a:lumMod val="50000"/>
                    </a:schemeClr>
                  </a:solidFill>
                </a:rPr>
                <a:t>nx</a:t>
              </a:r>
            </a:p>
          </p:txBody>
        </p:sp>
      </p:grpSp>
      <p:sp useBgFill="1">
        <p:nvSpPr>
          <p:cNvPr id="1146957" name="Rectangle 77"/>
          <p:cNvSpPr>
            <a:spLocks noChangeArrowheads="1"/>
          </p:cNvSpPr>
          <p:nvPr/>
        </p:nvSpPr>
        <p:spPr bwMode="auto">
          <a:xfrm>
            <a:off x="3338513" y="3500363"/>
            <a:ext cx="360362" cy="720725"/>
          </a:xfrm>
          <a:prstGeom prst="rect">
            <a:avLst/>
          </a:prstGeom>
          <a:ln w="9525">
            <a:noFill/>
            <a:miter lim="800000"/>
            <a:headEnd/>
            <a:tailEnd/>
          </a:ln>
          <a:effectLst/>
        </p:spPr>
        <p:txBody>
          <a:bodyPr wrap="none" anchor="ctr"/>
          <a:lstStyle/>
          <a:p>
            <a:endParaRPr lang="zh-CN" altLang="en-US"/>
          </a:p>
        </p:txBody>
      </p:sp>
      <p:grpSp>
        <p:nvGrpSpPr>
          <p:cNvPr id="1146958" name="Group 78"/>
          <p:cNvGrpSpPr>
            <a:grpSpLocks/>
          </p:cNvGrpSpPr>
          <p:nvPr/>
        </p:nvGrpSpPr>
        <p:grpSpPr bwMode="auto">
          <a:xfrm>
            <a:off x="3273425" y="3465686"/>
            <a:ext cx="431800" cy="696912"/>
            <a:chOff x="1703" y="2056"/>
            <a:chExt cx="272" cy="439"/>
          </a:xfrm>
        </p:grpSpPr>
        <p:sp>
          <p:nvSpPr>
            <p:cNvPr id="1146959" name="Line 79"/>
            <p:cNvSpPr>
              <a:spLocks noChangeShapeType="1"/>
            </p:cNvSpPr>
            <p:nvPr/>
          </p:nvSpPr>
          <p:spPr bwMode="auto">
            <a:xfrm flipV="1">
              <a:off x="1823" y="2056"/>
              <a:ext cx="0" cy="227"/>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46960" name="Text Box 80"/>
            <p:cNvSpPr txBox="1">
              <a:spLocks noChangeArrowheads="1"/>
            </p:cNvSpPr>
            <p:nvPr/>
          </p:nvSpPr>
          <p:spPr bwMode="auto">
            <a:xfrm>
              <a:off x="1703" y="2245"/>
              <a:ext cx="27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rr</a:t>
              </a:r>
            </a:p>
          </p:txBody>
        </p:sp>
      </p:grpSp>
      <p:sp useBgFill="1">
        <p:nvSpPr>
          <p:cNvPr id="1146961" name="Rectangle 81"/>
          <p:cNvSpPr>
            <a:spLocks noChangeArrowheads="1"/>
          </p:cNvSpPr>
          <p:nvPr/>
        </p:nvSpPr>
        <p:spPr bwMode="auto">
          <a:xfrm>
            <a:off x="2579688" y="3473450"/>
            <a:ext cx="360362" cy="720725"/>
          </a:xfrm>
          <a:prstGeom prst="rect">
            <a:avLst/>
          </a:prstGeom>
          <a:ln w="9525">
            <a:noFill/>
            <a:miter lim="800000"/>
            <a:headEnd/>
            <a:tailEnd/>
          </a:ln>
          <a:effectLst/>
        </p:spPr>
        <p:txBody>
          <a:bodyPr wrap="none" anchor="ctr"/>
          <a:lstStyle/>
          <a:p>
            <a:endParaRPr lang="zh-CN" altLang="en-US"/>
          </a:p>
        </p:txBody>
      </p:sp>
      <p:grpSp>
        <p:nvGrpSpPr>
          <p:cNvPr id="1146962" name="Group 82"/>
          <p:cNvGrpSpPr>
            <a:grpSpLocks/>
          </p:cNvGrpSpPr>
          <p:nvPr/>
        </p:nvGrpSpPr>
        <p:grpSpPr bwMode="auto">
          <a:xfrm>
            <a:off x="4494214" y="3501008"/>
            <a:ext cx="536575" cy="696913"/>
            <a:chOff x="3222" y="2083"/>
            <a:chExt cx="338" cy="439"/>
          </a:xfrm>
        </p:grpSpPr>
        <p:sp>
          <p:nvSpPr>
            <p:cNvPr id="1146963" name="Line 83"/>
            <p:cNvSpPr>
              <a:spLocks noChangeShapeType="1"/>
            </p:cNvSpPr>
            <p:nvPr/>
          </p:nvSpPr>
          <p:spPr bwMode="auto">
            <a:xfrm flipV="1">
              <a:off x="3342" y="2083"/>
              <a:ext cx="0" cy="227"/>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a:solidFill>
                  <a:schemeClr val="accent1">
                    <a:lumMod val="50000"/>
                  </a:schemeClr>
                </a:solidFill>
              </a:endParaRPr>
            </a:p>
          </p:txBody>
        </p:sp>
        <p:sp>
          <p:nvSpPr>
            <p:cNvPr id="1146964" name="Text Box 84"/>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dirty="0" err="1">
                  <a:solidFill>
                    <a:schemeClr val="accent1">
                      <a:lumMod val="50000"/>
                    </a:schemeClr>
                  </a:solidFill>
                </a:rPr>
                <a:t>nx</a:t>
              </a:r>
              <a:endParaRPr lang="en-US" altLang="zh-CN" sz="2000" b="1" dirty="0">
                <a:solidFill>
                  <a:schemeClr val="accent1">
                    <a:lumMod val="50000"/>
                  </a:schemeClr>
                </a:solidFill>
              </a:endParaRPr>
            </a:p>
          </p:txBody>
        </p:sp>
      </p:grpSp>
      <p:sp>
        <p:nvSpPr>
          <p:cNvPr id="1146965" name="Rectangle 85"/>
          <p:cNvSpPr>
            <a:spLocks noChangeArrowheads="1"/>
          </p:cNvSpPr>
          <p:nvPr/>
        </p:nvSpPr>
        <p:spPr bwMode="auto">
          <a:xfrm>
            <a:off x="3938588" y="3474095"/>
            <a:ext cx="360362" cy="720725"/>
          </a:xfrm>
          <a:prstGeom prst="rect">
            <a:avLst/>
          </a:prstGeom>
          <a:ln w="9525">
            <a:noFill/>
            <a:miter lim="800000"/>
            <a:headEnd/>
            <a:tailEnd/>
          </a:ln>
          <a:effectLst/>
        </p:spPr>
        <p:txBody>
          <a:bodyPr wrap="none" anchor="ctr"/>
          <a:lstStyle/>
          <a:p>
            <a:endParaRPr lang="zh-CN" altLang="en-US">
              <a:solidFill>
                <a:srgbClr val="C00000"/>
              </a:solidFill>
            </a:endParaRPr>
          </a:p>
        </p:txBody>
      </p:sp>
      <p:sp useBgFill="1">
        <p:nvSpPr>
          <p:cNvPr id="1146966" name="Rectangle 86"/>
          <p:cNvSpPr>
            <a:spLocks noChangeArrowheads="1"/>
          </p:cNvSpPr>
          <p:nvPr/>
        </p:nvSpPr>
        <p:spPr bwMode="auto">
          <a:xfrm>
            <a:off x="9912351" y="3450108"/>
            <a:ext cx="360363" cy="720725"/>
          </a:xfrm>
          <a:prstGeom prst="rect">
            <a:avLst/>
          </a:prstGeom>
          <a:ln w="9525">
            <a:noFill/>
            <a:miter lim="800000"/>
            <a:headEnd/>
            <a:tailEnd/>
          </a:ln>
          <a:effectLst/>
        </p:spPr>
        <p:txBody>
          <a:bodyPr wrap="none" anchor="ctr"/>
          <a:lstStyle/>
          <a:p>
            <a:endParaRPr lang="zh-CN" altLang="en-US"/>
          </a:p>
        </p:txBody>
      </p:sp>
      <p:grpSp>
        <p:nvGrpSpPr>
          <p:cNvPr id="1146967" name="Group 87"/>
          <p:cNvGrpSpPr>
            <a:grpSpLocks/>
          </p:cNvGrpSpPr>
          <p:nvPr/>
        </p:nvGrpSpPr>
        <p:grpSpPr bwMode="auto">
          <a:xfrm>
            <a:off x="9313864" y="3497907"/>
            <a:ext cx="536575" cy="696913"/>
            <a:chOff x="3222" y="2083"/>
            <a:chExt cx="338" cy="439"/>
          </a:xfrm>
        </p:grpSpPr>
        <p:sp>
          <p:nvSpPr>
            <p:cNvPr id="1146968" name="Line 88"/>
            <p:cNvSpPr>
              <a:spLocks noChangeShapeType="1"/>
            </p:cNvSpPr>
            <p:nvPr/>
          </p:nvSpPr>
          <p:spPr bwMode="auto">
            <a:xfrm flipV="1">
              <a:off x="3342" y="2083"/>
              <a:ext cx="0" cy="227"/>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solidFill>
                  <a:srgbClr val="002060"/>
                </a:solidFill>
              </a:endParaRPr>
            </a:p>
          </p:txBody>
        </p:sp>
        <p:sp>
          <p:nvSpPr>
            <p:cNvPr id="1146969" name="Text Box 89"/>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dirty="0" err="1">
                  <a:solidFill>
                    <a:srgbClr val="002060"/>
                  </a:solidFill>
                </a:rPr>
                <a:t>lb</a:t>
              </a:r>
              <a:endParaRPr lang="en-US" altLang="zh-CN" sz="2000" b="1" dirty="0">
                <a:solidFill>
                  <a:srgbClr val="002060"/>
                </a:solidFill>
              </a:endParaRPr>
            </a:p>
          </p:txBody>
        </p:sp>
      </p:grpSp>
      <p:grpSp>
        <p:nvGrpSpPr>
          <p:cNvPr id="1146970" name="Group 90"/>
          <p:cNvGrpSpPr>
            <a:grpSpLocks/>
          </p:cNvGrpSpPr>
          <p:nvPr/>
        </p:nvGrpSpPr>
        <p:grpSpPr bwMode="auto">
          <a:xfrm>
            <a:off x="4656138" y="2564457"/>
            <a:ext cx="4895850" cy="288925"/>
            <a:chOff x="1247" y="763"/>
            <a:chExt cx="363" cy="182"/>
          </a:xfrm>
        </p:grpSpPr>
        <p:sp>
          <p:nvSpPr>
            <p:cNvPr id="1146971" name="Line 91"/>
            <p:cNvSpPr>
              <a:spLocks noChangeShapeType="1"/>
            </p:cNvSpPr>
            <p:nvPr/>
          </p:nvSpPr>
          <p:spPr bwMode="auto">
            <a:xfrm>
              <a:off x="1247" y="763"/>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6972" name="Line 92"/>
            <p:cNvSpPr>
              <a:spLocks noChangeShapeType="1"/>
            </p:cNvSpPr>
            <p:nvPr/>
          </p:nvSpPr>
          <p:spPr bwMode="auto">
            <a:xfrm>
              <a:off x="1608" y="764"/>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6973" name="Line 93"/>
            <p:cNvSpPr>
              <a:spLocks noChangeShapeType="1"/>
            </p:cNvSpPr>
            <p:nvPr/>
          </p:nvSpPr>
          <p:spPr bwMode="auto">
            <a:xfrm>
              <a:off x="1247" y="772"/>
              <a:ext cx="363" cy="0"/>
            </a:xfrm>
            <a:prstGeom prst="line">
              <a:avLst/>
            </a:prstGeom>
            <a:noFill/>
            <a:ln w="28575">
              <a:solidFill>
                <a:srgbClr val="7030A0"/>
              </a:solidFill>
              <a:round/>
              <a:headEnd/>
              <a:tailEnd/>
            </a:ln>
            <a:effectLst/>
          </p:spPr>
          <p:txBody>
            <a:bodyPr/>
            <a:lstStyle/>
            <a:p>
              <a:endParaRPr lang="zh-CN" altLang="en-US"/>
            </a:p>
          </p:txBody>
        </p:sp>
      </p:grpSp>
      <p:grpSp>
        <p:nvGrpSpPr>
          <p:cNvPr id="1146974" name="Group 94"/>
          <p:cNvGrpSpPr>
            <a:grpSpLocks/>
          </p:cNvGrpSpPr>
          <p:nvPr/>
        </p:nvGrpSpPr>
        <p:grpSpPr bwMode="auto">
          <a:xfrm>
            <a:off x="8716964" y="3486794"/>
            <a:ext cx="536575" cy="696912"/>
            <a:chOff x="3222" y="2083"/>
            <a:chExt cx="338" cy="439"/>
          </a:xfrm>
        </p:grpSpPr>
        <p:sp>
          <p:nvSpPr>
            <p:cNvPr id="1146975" name="Line 95"/>
            <p:cNvSpPr>
              <a:spLocks noChangeShapeType="1"/>
            </p:cNvSpPr>
            <p:nvPr/>
          </p:nvSpPr>
          <p:spPr bwMode="auto">
            <a:xfrm flipV="1">
              <a:off x="3342" y="2083"/>
              <a:ext cx="0" cy="227"/>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dirty="0">
                <a:solidFill>
                  <a:srgbClr val="002060"/>
                </a:solidFill>
              </a:endParaRPr>
            </a:p>
          </p:txBody>
        </p:sp>
        <p:sp>
          <p:nvSpPr>
            <p:cNvPr id="1146976" name="Text Box 96"/>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lb</a:t>
              </a:r>
            </a:p>
          </p:txBody>
        </p:sp>
      </p:grpSp>
      <p:sp useBgFill="1">
        <p:nvSpPr>
          <p:cNvPr id="1146977" name="Rectangle 97"/>
          <p:cNvSpPr>
            <a:spLocks noChangeArrowheads="1"/>
          </p:cNvSpPr>
          <p:nvPr/>
        </p:nvSpPr>
        <p:spPr bwMode="auto">
          <a:xfrm>
            <a:off x="9313863" y="3494558"/>
            <a:ext cx="360362" cy="720725"/>
          </a:xfrm>
          <a:prstGeom prst="rect">
            <a:avLst/>
          </a:prstGeom>
          <a:ln w="9525">
            <a:noFill/>
            <a:miter lim="800000"/>
            <a:headEnd/>
            <a:tailEnd/>
          </a:ln>
          <a:effectLst/>
        </p:spPr>
        <p:txBody>
          <a:bodyPr wrap="none" anchor="ctr"/>
          <a:lstStyle/>
          <a:p>
            <a:endParaRPr lang="zh-CN" altLang="en-US"/>
          </a:p>
        </p:txBody>
      </p:sp>
      <p:grpSp>
        <p:nvGrpSpPr>
          <p:cNvPr id="1146978" name="Group 98"/>
          <p:cNvGrpSpPr>
            <a:grpSpLocks/>
          </p:cNvGrpSpPr>
          <p:nvPr/>
        </p:nvGrpSpPr>
        <p:grpSpPr bwMode="auto">
          <a:xfrm>
            <a:off x="4657725" y="2564457"/>
            <a:ext cx="4318000" cy="290513"/>
            <a:chOff x="1247" y="763"/>
            <a:chExt cx="363" cy="182"/>
          </a:xfrm>
        </p:grpSpPr>
        <p:sp>
          <p:nvSpPr>
            <p:cNvPr id="1146979" name="Line 99"/>
            <p:cNvSpPr>
              <a:spLocks noChangeShapeType="1"/>
            </p:cNvSpPr>
            <p:nvPr/>
          </p:nvSpPr>
          <p:spPr bwMode="auto">
            <a:xfrm>
              <a:off x="1247" y="763"/>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6980" name="Line 100"/>
            <p:cNvSpPr>
              <a:spLocks noChangeShapeType="1"/>
            </p:cNvSpPr>
            <p:nvPr/>
          </p:nvSpPr>
          <p:spPr bwMode="auto">
            <a:xfrm>
              <a:off x="1608" y="764"/>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6981" name="Line 101"/>
            <p:cNvSpPr>
              <a:spLocks noChangeShapeType="1"/>
            </p:cNvSpPr>
            <p:nvPr/>
          </p:nvSpPr>
          <p:spPr bwMode="auto">
            <a:xfrm>
              <a:off x="1247" y="772"/>
              <a:ext cx="363" cy="0"/>
            </a:xfrm>
            <a:prstGeom prst="line">
              <a:avLst/>
            </a:prstGeom>
            <a:noFill/>
            <a:ln w="28575">
              <a:solidFill>
                <a:srgbClr val="7030A0"/>
              </a:solidFill>
              <a:round/>
              <a:headEnd/>
              <a:tailEnd/>
            </a:ln>
            <a:effectLst/>
          </p:spPr>
          <p:txBody>
            <a:bodyPr/>
            <a:lstStyle/>
            <a:p>
              <a:endParaRPr lang="zh-CN" altLang="en-US"/>
            </a:p>
          </p:txBody>
        </p:sp>
      </p:grpSp>
      <p:sp>
        <p:nvSpPr>
          <p:cNvPr id="1146982" name="Text Box 102"/>
          <p:cNvSpPr txBox="1">
            <a:spLocks noChangeArrowheads="1"/>
          </p:cNvSpPr>
          <p:nvPr/>
        </p:nvSpPr>
        <p:spPr bwMode="auto">
          <a:xfrm>
            <a:off x="4483101" y="2960117"/>
            <a:ext cx="360363" cy="396875"/>
          </a:xfrm>
          <a:prstGeom prst="rect">
            <a:avLst/>
          </a:prstGeom>
          <a:solidFill>
            <a:srgbClr val="FFFFFF"/>
          </a:solidFill>
          <a:ln w="9525">
            <a:noFill/>
            <a:miter lim="800000"/>
            <a:headEnd/>
            <a:tailEnd/>
          </a:ln>
          <a:effectLst/>
        </p:spPr>
        <p:txBody>
          <a:bodyPr>
            <a:spAutoFit/>
          </a:bodyPr>
          <a:lstStyle/>
          <a:p>
            <a:pPr>
              <a:spcBef>
                <a:spcPct val="50000"/>
              </a:spcBef>
            </a:pPr>
            <a:r>
              <a:rPr lang="en-US" altLang="zh-CN" sz="2000" b="1">
                <a:solidFill>
                  <a:srgbClr val="CC9900"/>
                </a:solidFill>
              </a:rPr>
              <a:t>w</a:t>
            </a:r>
          </a:p>
        </p:txBody>
      </p:sp>
      <p:sp>
        <p:nvSpPr>
          <p:cNvPr id="1146983" name="Text Box 103"/>
          <p:cNvSpPr txBox="1">
            <a:spLocks noChangeArrowheads="1"/>
          </p:cNvSpPr>
          <p:nvPr/>
        </p:nvSpPr>
        <p:spPr bwMode="auto">
          <a:xfrm>
            <a:off x="8788401" y="3011240"/>
            <a:ext cx="360363" cy="396875"/>
          </a:xfrm>
          <a:prstGeom prst="rect">
            <a:avLst/>
          </a:prstGeom>
          <a:solidFill>
            <a:srgbClr val="FFFFFF"/>
          </a:solidFill>
          <a:ln w="9525">
            <a:noFill/>
            <a:miter lim="800000"/>
            <a:headEnd/>
            <a:tailEnd/>
          </a:ln>
          <a:effectLst/>
        </p:spPr>
        <p:txBody>
          <a:bodyPr>
            <a:spAutoFit/>
          </a:bodyPr>
          <a:lstStyle/>
          <a:p>
            <a:pPr>
              <a:spcBef>
                <a:spcPct val="50000"/>
              </a:spcBef>
            </a:pPr>
            <a:r>
              <a:rPr lang="en-US" altLang="zh-CN" sz="2000" b="1">
                <a:solidFill>
                  <a:srgbClr val="002060"/>
                </a:solidFill>
              </a:rPr>
              <a:t>b</a:t>
            </a:r>
          </a:p>
        </p:txBody>
      </p:sp>
      <p:grpSp>
        <p:nvGrpSpPr>
          <p:cNvPr id="1146984" name="Group 104"/>
          <p:cNvGrpSpPr>
            <a:grpSpLocks/>
          </p:cNvGrpSpPr>
          <p:nvPr/>
        </p:nvGrpSpPr>
        <p:grpSpPr bwMode="auto">
          <a:xfrm>
            <a:off x="5081589" y="3489969"/>
            <a:ext cx="536575" cy="696912"/>
            <a:chOff x="3222" y="2083"/>
            <a:chExt cx="338" cy="439"/>
          </a:xfrm>
        </p:grpSpPr>
        <p:sp>
          <p:nvSpPr>
            <p:cNvPr id="1146985" name="Line 105"/>
            <p:cNvSpPr>
              <a:spLocks noChangeShapeType="1"/>
            </p:cNvSpPr>
            <p:nvPr/>
          </p:nvSpPr>
          <p:spPr bwMode="auto">
            <a:xfrm flipV="1">
              <a:off x="3342" y="2083"/>
              <a:ext cx="0" cy="227"/>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dirty="0">
                <a:solidFill>
                  <a:schemeClr val="accent1">
                    <a:lumMod val="50000"/>
                  </a:schemeClr>
                </a:solidFill>
              </a:endParaRPr>
            </a:p>
          </p:txBody>
        </p:sp>
        <p:sp>
          <p:nvSpPr>
            <p:cNvPr id="1146986" name="Text Box 106"/>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1">
                      <a:lumMod val="50000"/>
                    </a:schemeClr>
                  </a:solidFill>
                </a:rPr>
                <a:t>nx</a:t>
              </a:r>
            </a:p>
          </p:txBody>
        </p:sp>
      </p:grpSp>
      <p:sp useBgFill="1">
        <p:nvSpPr>
          <p:cNvPr id="1146990" name="Rectangle 110"/>
          <p:cNvSpPr>
            <a:spLocks noChangeArrowheads="1"/>
          </p:cNvSpPr>
          <p:nvPr/>
        </p:nvSpPr>
        <p:spPr bwMode="auto">
          <a:xfrm>
            <a:off x="4540251" y="3500363"/>
            <a:ext cx="360363" cy="720725"/>
          </a:xfrm>
          <a:prstGeom prst="rect">
            <a:avLst/>
          </a:prstGeom>
          <a:ln w="9525">
            <a:noFill/>
            <a:miter lim="800000"/>
            <a:headEnd/>
            <a:tailEnd/>
          </a:ln>
          <a:effectLst/>
        </p:spPr>
        <p:txBody>
          <a:bodyPr wrap="none" anchor="ctr"/>
          <a:lstStyle/>
          <a:p>
            <a:endParaRPr lang="zh-CN" altLang="en-US"/>
          </a:p>
        </p:txBody>
      </p:sp>
      <p:grpSp>
        <p:nvGrpSpPr>
          <p:cNvPr id="1146991" name="Group 111"/>
          <p:cNvGrpSpPr>
            <a:grpSpLocks/>
          </p:cNvGrpSpPr>
          <p:nvPr/>
        </p:nvGrpSpPr>
        <p:grpSpPr bwMode="auto">
          <a:xfrm>
            <a:off x="3863975" y="3501082"/>
            <a:ext cx="431800" cy="696913"/>
            <a:chOff x="1703" y="2056"/>
            <a:chExt cx="272" cy="439"/>
          </a:xfrm>
          <a:solidFill>
            <a:srgbClr val="FFFFFF"/>
          </a:solidFill>
        </p:grpSpPr>
        <p:sp>
          <p:nvSpPr>
            <p:cNvPr id="1146992" name="Line 112"/>
            <p:cNvSpPr>
              <a:spLocks noChangeShapeType="1"/>
            </p:cNvSpPr>
            <p:nvPr/>
          </p:nvSpPr>
          <p:spPr bwMode="auto">
            <a:xfrm flipV="1">
              <a:off x="1823" y="2056"/>
              <a:ext cx="0" cy="227"/>
            </a:xfrm>
            <a:prstGeom prst="line">
              <a:avLst/>
            </a:prstGeom>
            <a:grp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46993" name="Text Box 113"/>
            <p:cNvSpPr txBox="1">
              <a:spLocks noChangeArrowheads="1"/>
            </p:cNvSpPr>
            <p:nvPr/>
          </p:nvSpPr>
          <p:spPr bwMode="auto">
            <a:xfrm>
              <a:off x="1703" y="2245"/>
              <a:ext cx="272" cy="250"/>
            </a:xfrm>
            <a:prstGeom prst="rect">
              <a:avLst/>
            </a:prstGeom>
            <a:grpFill/>
            <a:ln w="9525">
              <a:noFill/>
              <a:miter lim="800000"/>
              <a:headEnd/>
              <a:tailEnd/>
            </a:ln>
            <a:effectLst/>
          </p:spPr>
          <p:txBody>
            <a:bodyPr>
              <a:spAutoFit/>
            </a:bodyPr>
            <a:lstStyle/>
            <a:p>
              <a:pPr>
                <a:spcBef>
                  <a:spcPct val="50000"/>
                </a:spcBef>
              </a:pPr>
              <a:r>
                <a:rPr lang="en-US" altLang="zh-CN" sz="2000" b="1" dirty="0" err="1">
                  <a:solidFill>
                    <a:srgbClr val="C00000"/>
                  </a:solidFill>
                </a:rPr>
                <a:t>rr</a:t>
              </a:r>
              <a:endParaRPr lang="en-US" altLang="zh-CN" sz="2000" b="1" dirty="0">
                <a:solidFill>
                  <a:srgbClr val="C00000"/>
                </a:solidFill>
              </a:endParaRPr>
            </a:p>
          </p:txBody>
        </p:sp>
      </p:grpSp>
      <p:sp useBgFill="1">
        <p:nvSpPr>
          <p:cNvPr id="1146994" name="Rectangle 114"/>
          <p:cNvSpPr>
            <a:spLocks noChangeArrowheads="1"/>
          </p:cNvSpPr>
          <p:nvPr/>
        </p:nvSpPr>
        <p:spPr bwMode="auto">
          <a:xfrm>
            <a:off x="3281363" y="3475038"/>
            <a:ext cx="360362" cy="720725"/>
          </a:xfrm>
          <a:prstGeom prst="rect">
            <a:avLst/>
          </a:prstGeom>
          <a:ln w="9525">
            <a:noFill/>
            <a:miter lim="800000"/>
            <a:headEnd/>
            <a:tailEnd/>
          </a:ln>
          <a:effectLst/>
        </p:spPr>
        <p:txBody>
          <a:bodyPr wrap="none" anchor="ctr"/>
          <a:lstStyle/>
          <a:p>
            <a:endParaRPr lang="zh-CN" altLang="en-US"/>
          </a:p>
        </p:txBody>
      </p:sp>
      <p:grpSp>
        <p:nvGrpSpPr>
          <p:cNvPr id="1146995" name="Group 115"/>
          <p:cNvGrpSpPr>
            <a:grpSpLocks/>
          </p:cNvGrpSpPr>
          <p:nvPr/>
        </p:nvGrpSpPr>
        <p:grpSpPr bwMode="auto">
          <a:xfrm>
            <a:off x="4076700" y="2564456"/>
            <a:ext cx="1227138" cy="319088"/>
            <a:chOff x="1247" y="763"/>
            <a:chExt cx="363" cy="182"/>
          </a:xfrm>
        </p:grpSpPr>
        <p:sp>
          <p:nvSpPr>
            <p:cNvPr id="1146996" name="Line 116"/>
            <p:cNvSpPr>
              <a:spLocks noChangeShapeType="1"/>
            </p:cNvSpPr>
            <p:nvPr/>
          </p:nvSpPr>
          <p:spPr bwMode="auto">
            <a:xfrm>
              <a:off x="1247" y="763"/>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6997" name="Line 117"/>
            <p:cNvSpPr>
              <a:spLocks noChangeShapeType="1"/>
            </p:cNvSpPr>
            <p:nvPr/>
          </p:nvSpPr>
          <p:spPr bwMode="auto">
            <a:xfrm>
              <a:off x="1608" y="764"/>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6998" name="Line 118"/>
            <p:cNvSpPr>
              <a:spLocks noChangeShapeType="1"/>
            </p:cNvSpPr>
            <p:nvPr/>
          </p:nvSpPr>
          <p:spPr bwMode="auto">
            <a:xfrm>
              <a:off x="1247" y="772"/>
              <a:ext cx="363" cy="0"/>
            </a:xfrm>
            <a:prstGeom prst="line">
              <a:avLst/>
            </a:prstGeom>
            <a:noFill/>
            <a:ln w="28575">
              <a:solidFill>
                <a:srgbClr val="7030A0"/>
              </a:solidFill>
              <a:round/>
              <a:headEnd/>
              <a:tailEnd/>
            </a:ln>
            <a:effectLst/>
          </p:spPr>
          <p:txBody>
            <a:bodyPr/>
            <a:lstStyle/>
            <a:p>
              <a:endParaRPr lang="zh-CN" altLang="en-US"/>
            </a:p>
          </p:txBody>
        </p:sp>
      </p:grpSp>
      <p:sp>
        <p:nvSpPr>
          <p:cNvPr id="1146999" name="Text Box 119"/>
          <p:cNvSpPr txBox="1">
            <a:spLocks noChangeArrowheads="1"/>
          </p:cNvSpPr>
          <p:nvPr/>
        </p:nvSpPr>
        <p:spPr bwMode="auto">
          <a:xfrm>
            <a:off x="3892551" y="2960117"/>
            <a:ext cx="360363" cy="396875"/>
          </a:xfrm>
          <a:prstGeom prst="rect">
            <a:avLst/>
          </a:prstGeom>
          <a:solidFill>
            <a:srgbClr val="FFFFFF"/>
          </a:solidFill>
          <a:ln w="9525">
            <a:noFill/>
            <a:miter lim="800000"/>
            <a:headEnd/>
            <a:tailEnd/>
          </a:ln>
          <a:effectLst/>
        </p:spPr>
        <p:txBody>
          <a:bodyPr>
            <a:spAutoFit/>
          </a:bodyPr>
          <a:lstStyle/>
          <a:p>
            <a:pPr algn="ctr">
              <a:spcBef>
                <a:spcPct val="50000"/>
              </a:spcBef>
            </a:pPr>
            <a:r>
              <a:rPr lang="en-US" altLang="zh-CN" sz="2000" b="1">
                <a:solidFill>
                  <a:srgbClr val="C00000"/>
                </a:solidFill>
              </a:rPr>
              <a:t>r</a:t>
            </a:r>
          </a:p>
        </p:txBody>
      </p:sp>
      <p:sp>
        <p:nvSpPr>
          <p:cNvPr id="1147000" name="Text Box 120"/>
          <p:cNvSpPr txBox="1">
            <a:spLocks noChangeArrowheads="1"/>
          </p:cNvSpPr>
          <p:nvPr/>
        </p:nvSpPr>
        <p:spPr bwMode="auto">
          <a:xfrm>
            <a:off x="5073651" y="2960117"/>
            <a:ext cx="360363" cy="396875"/>
          </a:xfrm>
          <a:prstGeom prst="rect">
            <a:avLst/>
          </a:prstGeom>
          <a:solidFill>
            <a:srgbClr val="FFFFFF"/>
          </a:solidFill>
          <a:ln w="9525">
            <a:noFill/>
            <a:miter lim="800000"/>
            <a:headEnd/>
            <a:tailEnd/>
          </a:ln>
          <a:effectLst/>
        </p:spPr>
        <p:txBody>
          <a:bodyPr>
            <a:spAutoFit/>
          </a:bodyPr>
          <a:lstStyle/>
          <a:p>
            <a:pPr>
              <a:spcBef>
                <a:spcPct val="50000"/>
              </a:spcBef>
            </a:pPr>
            <a:r>
              <a:rPr lang="en-US" altLang="zh-CN" sz="2000" b="1">
                <a:solidFill>
                  <a:srgbClr val="CC9900"/>
                </a:solidFill>
              </a:rPr>
              <a:t>w</a:t>
            </a:r>
          </a:p>
        </p:txBody>
      </p:sp>
      <p:grpSp>
        <p:nvGrpSpPr>
          <p:cNvPr id="1147001" name="Group 121"/>
          <p:cNvGrpSpPr>
            <a:grpSpLocks/>
          </p:cNvGrpSpPr>
          <p:nvPr/>
        </p:nvGrpSpPr>
        <p:grpSpPr bwMode="auto">
          <a:xfrm>
            <a:off x="5697539" y="3505844"/>
            <a:ext cx="536575" cy="696912"/>
            <a:chOff x="3222" y="2083"/>
            <a:chExt cx="338" cy="439"/>
          </a:xfrm>
        </p:grpSpPr>
        <p:sp>
          <p:nvSpPr>
            <p:cNvPr id="1147002" name="Line 122"/>
            <p:cNvSpPr>
              <a:spLocks noChangeShapeType="1"/>
            </p:cNvSpPr>
            <p:nvPr/>
          </p:nvSpPr>
          <p:spPr bwMode="auto">
            <a:xfrm flipV="1">
              <a:off x="3342" y="2083"/>
              <a:ext cx="0" cy="227"/>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dirty="0">
                <a:solidFill>
                  <a:schemeClr val="accent1">
                    <a:lumMod val="50000"/>
                  </a:schemeClr>
                </a:solidFill>
              </a:endParaRPr>
            </a:p>
          </p:txBody>
        </p:sp>
        <p:sp>
          <p:nvSpPr>
            <p:cNvPr id="1147003" name="Text Box 123"/>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1">
                      <a:lumMod val="50000"/>
                    </a:schemeClr>
                  </a:solidFill>
                </a:rPr>
                <a:t>nx</a:t>
              </a:r>
            </a:p>
          </p:txBody>
        </p:sp>
      </p:grpSp>
      <p:sp useBgFill="1">
        <p:nvSpPr>
          <p:cNvPr id="1147004" name="Rectangle 124"/>
          <p:cNvSpPr>
            <a:spLocks noChangeArrowheads="1"/>
          </p:cNvSpPr>
          <p:nvPr/>
        </p:nvSpPr>
        <p:spPr bwMode="auto">
          <a:xfrm>
            <a:off x="5141913" y="3499321"/>
            <a:ext cx="360362" cy="720725"/>
          </a:xfrm>
          <a:prstGeom prst="rect">
            <a:avLst/>
          </a:prstGeom>
          <a:ln w="9525">
            <a:noFill/>
            <a:miter lim="800000"/>
            <a:headEnd/>
            <a:tailEnd/>
          </a:ln>
          <a:effectLst/>
        </p:spPr>
        <p:txBody>
          <a:bodyPr wrap="none" anchor="ctr"/>
          <a:lstStyle/>
          <a:p>
            <a:endParaRPr lang="zh-CN" altLang="en-US"/>
          </a:p>
        </p:txBody>
      </p:sp>
      <p:grpSp>
        <p:nvGrpSpPr>
          <p:cNvPr id="1147005" name="Group 125"/>
          <p:cNvGrpSpPr>
            <a:grpSpLocks/>
          </p:cNvGrpSpPr>
          <p:nvPr/>
        </p:nvGrpSpPr>
        <p:grpSpPr bwMode="auto">
          <a:xfrm>
            <a:off x="6284914" y="3507432"/>
            <a:ext cx="536575" cy="696913"/>
            <a:chOff x="3222" y="2083"/>
            <a:chExt cx="338" cy="439"/>
          </a:xfrm>
        </p:grpSpPr>
        <p:sp>
          <p:nvSpPr>
            <p:cNvPr id="1147006" name="Line 126"/>
            <p:cNvSpPr>
              <a:spLocks noChangeShapeType="1"/>
            </p:cNvSpPr>
            <p:nvPr/>
          </p:nvSpPr>
          <p:spPr bwMode="auto">
            <a:xfrm flipV="1">
              <a:off x="3342" y="2083"/>
              <a:ext cx="0" cy="227"/>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dirty="0">
                <a:solidFill>
                  <a:schemeClr val="accent1">
                    <a:lumMod val="50000"/>
                  </a:schemeClr>
                </a:solidFill>
              </a:endParaRPr>
            </a:p>
          </p:txBody>
        </p:sp>
        <p:sp>
          <p:nvSpPr>
            <p:cNvPr id="1147007" name="Text Box 127"/>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1">
                      <a:lumMod val="50000"/>
                    </a:schemeClr>
                  </a:solidFill>
                </a:rPr>
                <a:t>nx</a:t>
              </a:r>
            </a:p>
          </p:txBody>
        </p:sp>
      </p:grpSp>
      <p:sp useBgFill="1">
        <p:nvSpPr>
          <p:cNvPr id="1147008" name="Rectangle 128"/>
          <p:cNvSpPr>
            <a:spLocks noChangeArrowheads="1"/>
          </p:cNvSpPr>
          <p:nvPr/>
        </p:nvSpPr>
        <p:spPr bwMode="auto">
          <a:xfrm>
            <a:off x="5757863" y="3500908"/>
            <a:ext cx="360362" cy="720725"/>
          </a:xfrm>
          <a:prstGeom prst="rect">
            <a:avLst/>
          </a:prstGeom>
          <a:ln w="9525">
            <a:noFill/>
            <a:miter lim="800000"/>
            <a:headEnd/>
            <a:tailEnd/>
          </a:ln>
          <a:effectLst/>
        </p:spPr>
        <p:txBody>
          <a:bodyPr wrap="none" anchor="ctr"/>
          <a:lstStyle/>
          <a:p>
            <a:endParaRPr lang="zh-CN" altLang="en-US"/>
          </a:p>
        </p:txBody>
      </p:sp>
      <p:sp useBgFill="1">
        <p:nvSpPr>
          <p:cNvPr id="1147009" name="Rectangle 129"/>
          <p:cNvSpPr>
            <a:spLocks noChangeArrowheads="1"/>
          </p:cNvSpPr>
          <p:nvPr/>
        </p:nvSpPr>
        <p:spPr bwMode="auto">
          <a:xfrm>
            <a:off x="8759826" y="3508846"/>
            <a:ext cx="360363" cy="720725"/>
          </a:xfrm>
          <a:prstGeom prst="rect">
            <a:avLst/>
          </a:prstGeom>
          <a:ln w="9525">
            <a:noFill/>
            <a:miter lim="800000"/>
            <a:headEnd/>
            <a:tailEnd/>
          </a:ln>
          <a:effectLst/>
        </p:spPr>
        <p:txBody>
          <a:bodyPr wrap="none" anchor="ctr"/>
          <a:lstStyle/>
          <a:p>
            <a:endParaRPr lang="zh-CN" altLang="en-US"/>
          </a:p>
        </p:txBody>
      </p:sp>
      <p:grpSp>
        <p:nvGrpSpPr>
          <p:cNvPr id="1147010" name="Group 130"/>
          <p:cNvGrpSpPr>
            <a:grpSpLocks/>
          </p:cNvGrpSpPr>
          <p:nvPr/>
        </p:nvGrpSpPr>
        <p:grpSpPr bwMode="auto">
          <a:xfrm>
            <a:off x="8118476" y="3488382"/>
            <a:ext cx="536575" cy="696913"/>
            <a:chOff x="3222" y="2083"/>
            <a:chExt cx="338" cy="439"/>
          </a:xfrm>
        </p:grpSpPr>
        <p:sp>
          <p:nvSpPr>
            <p:cNvPr id="1147011" name="Line 131"/>
            <p:cNvSpPr>
              <a:spLocks noChangeShapeType="1"/>
            </p:cNvSpPr>
            <p:nvPr/>
          </p:nvSpPr>
          <p:spPr bwMode="auto">
            <a:xfrm flipV="1">
              <a:off x="3342" y="2083"/>
              <a:ext cx="0" cy="227"/>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dirty="0">
                <a:solidFill>
                  <a:srgbClr val="002060"/>
                </a:solidFill>
              </a:endParaRPr>
            </a:p>
          </p:txBody>
        </p:sp>
        <p:sp>
          <p:nvSpPr>
            <p:cNvPr id="1147012" name="Text Box 132"/>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lb</a:t>
              </a:r>
            </a:p>
          </p:txBody>
        </p:sp>
      </p:grpSp>
      <p:grpSp>
        <p:nvGrpSpPr>
          <p:cNvPr id="1147013" name="Group 133"/>
          <p:cNvGrpSpPr>
            <a:grpSpLocks/>
          </p:cNvGrpSpPr>
          <p:nvPr/>
        </p:nvGrpSpPr>
        <p:grpSpPr bwMode="auto">
          <a:xfrm>
            <a:off x="6492875" y="2566045"/>
            <a:ext cx="1835150" cy="319087"/>
            <a:chOff x="1247" y="763"/>
            <a:chExt cx="363" cy="182"/>
          </a:xfrm>
        </p:grpSpPr>
        <p:sp>
          <p:nvSpPr>
            <p:cNvPr id="1147014" name="Line 134"/>
            <p:cNvSpPr>
              <a:spLocks noChangeShapeType="1"/>
            </p:cNvSpPr>
            <p:nvPr/>
          </p:nvSpPr>
          <p:spPr bwMode="auto">
            <a:xfrm>
              <a:off x="1247" y="763"/>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7015" name="Line 135"/>
            <p:cNvSpPr>
              <a:spLocks noChangeShapeType="1"/>
            </p:cNvSpPr>
            <p:nvPr/>
          </p:nvSpPr>
          <p:spPr bwMode="auto">
            <a:xfrm>
              <a:off x="1608" y="764"/>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7016" name="Line 136"/>
            <p:cNvSpPr>
              <a:spLocks noChangeShapeType="1"/>
            </p:cNvSpPr>
            <p:nvPr/>
          </p:nvSpPr>
          <p:spPr bwMode="auto">
            <a:xfrm>
              <a:off x="1247" y="772"/>
              <a:ext cx="363" cy="0"/>
            </a:xfrm>
            <a:prstGeom prst="line">
              <a:avLst/>
            </a:prstGeom>
            <a:noFill/>
            <a:ln w="28575">
              <a:solidFill>
                <a:srgbClr val="7030A0"/>
              </a:solidFill>
              <a:round/>
              <a:headEnd/>
              <a:tailEnd/>
            </a:ln>
            <a:effectLst/>
          </p:spPr>
          <p:txBody>
            <a:bodyPr/>
            <a:lstStyle/>
            <a:p>
              <a:endParaRPr lang="zh-CN" altLang="en-US"/>
            </a:p>
          </p:txBody>
        </p:sp>
      </p:grpSp>
      <p:sp>
        <p:nvSpPr>
          <p:cNvPr id="1147017" name="Text Box 137"/>
          <p:cNvSpPr txBox="1">
            <a:spLocks noChangeArrowheads="1"/>
          </p:cNvSpPr>
          <p:nvPr/>
        </p:nvSpPr>
        <p:spPr bwMode="auto">
          <a:xfrm>
            <a:off x="6297613" y="2960117"/>
            <a:ext cx="360362" cy="396875"/>
          </a:xfrm>
          <a:prstGeom prst="rect">
            <a:avLst/>
          </a:prstGeom>
          <a:solidFill>
            <a:srgbClr val="FFFFFF"/>
          </a:solidFill>
          <a:ln w="9525">
            <a:noFill/>
            <a:miter lim="800000"/>
            <a:headEnd/>
            <a:tailEnd/>
          </a:ln>
          <a:effectLst/>
        </p:spPr>
        <p:txBody>
          <a:bodyPr>
            <a:spAutoFit/>
          </a:bodyPr>
          <a:lstStyle/>
          <a:p>
            <a:pPr algn="ctr">
              <a:spcBef>
                <a:spcPct val="50000"/>
              </a:spcBef>
            </a:pPr>
            <a:r>
              <a:rPr lang="en-US" altLang="zh-CN" sz="2000" b="1">
                <a:solidFill>
                  <a:srgbClr val="C00000"/>
                </a:solidFill>
              </a:rPr>
              <a:t>r</a:t>
            </a:r>
          </a:p>
        </p:txBody>
      </p:sp>
      <p:sp>
        <p:nvSpPr>
          <p:cNvPr id="1147018" name="Text Box 138"/>
          <p:cNvSpPr txBox="1">
            <a:spLocks noChangeArrowheads="1"/>
          </p:cNvSpPr>
          <p:nvPr/>
        </p:nvSpPr>
        <p:spPr bwMode="auto">
          <a:xfrm>
            <a:off x="8154988" y="3011240"/>
            <a:ext cx="360362" cy="396875"/>
          </a:xfrm>
          <a:prstGeom prst="rect">
            <a:avLst/>
          </a:prstGeom>
          <a:solidFill>
            <a:srgbClr val="FFFFFF"/>
          </a:solidFill>
          <a:ln w="9525">
            <a:noFill/>
            <a:miter lim="800000"/>
            <a:headEnd/>
            <a:tailEnd/>
          </a:ln>
          <a:effectLst/>
        </p:spPr>
        <p:txBody>
          <a:bodyPr>
            <a:spAutoFit/>
          </a:bodyPr>
          <a:lstStyle/>
          <a:p>
            <a:pPr>
              <a:spcBef>
                <a:spcPct val="50000"/>
              </a:spcBef>
            </a:pPr>
            <a:r>
              <a:rPr lang="en-US" altLang="zh-CN" sz="2000" b="1">
                <a:solidFill>
                  <a:srgbClr val="002060"/>
                </a:solidFill>
              </a:rPr>
              <a:t>b</a:t>
            </a:r>
          </a:p>
        </p:txBody>
      </p:sp>
      <p:grpSp>
        <p:nvGrpSpPr>
          <p:cNvPr id="1147019" name="Group 139"/>
          <p:cNvGrpSpPr>
            <a:grpSpLocks/>
          </p:cNvGrpSpPr>
          <p:nvPr/>
        </p:nvGrpSpPr>
        <p:grpSpPr bwMode="auto">
          <a:xfrm>
            <a:off x="4479925" y="3516957"/>
            <a:ext cx="431800" cy="696913"/>
            <a:chOff x="1703" y="2056"/>
            <a:chExt cx="272" cy="439"/>
          </a:xfrm>
        </p:grpSpPr>
        <p:sp>
          <p:nvSpPr>
            <p:cNvPr id="1147020" name="Line 140"/>
            <p:cNvSpPr>
              <a:spLocks noChangeShapeType="1"/>
            </p:cNvSpPr>
            <p:nvPr/>
          </p:nvSpPr>
          <p:spPr bwMode="auto">
            <a:xfrm flipV="1">
              <a:off x="1823" y="2056"/>
              <a:ext cx="0" cy="227"/>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47021" name="Text Box 141"/>
            <p:cNvSpPr txBox="1">
              <a:spLocks noChangeArrowheads="1"/>
            </p:cNvSpPr>
            <p:nvPr/>
          </p:nvSpPr>
          <p:spPr bwMode="auto">
            <a:xfrm>
              <a:off x="1703" y="2245"/>
              <a:ext cx="272" cy="250"/>
            </a:xfrm>
            <a:prstGeom prst="rect">
              <a:avLst/>
            </a:prstGeom>
            <a:noFill/>
            <a:ln w="9525">
              <a:noFill/>
              <a:miter lim="800000"/>
              <a:headEnd/>
              <a:tailEnd/>
            </a:ln>
            <a:effectLst/>
          </p:spPr>
          <p:txBody>
            <a:bodyPr>
              <a:spAutoFit/>
            </a:bodyPr>
            <a:lstStyle/>
            <a:p>
              <a:pPr>
                <a:spcBef>
                  <a:spcPct val="50000"/>
                </a:spcBef>
              </a:pPr>
              <a:r>
                <a:rPr lang="en-US" altLang="zh-CN" sz="2000" b="1" dirty="0" err="1">
                  <a:solidFill>
                    <a:srgbClr val="C00000"/>
                  </a:solidFill>
                </a:rPr>
                <a:t>rr</a:t>
              </a:r>
              <a:endParaRPr lang="en-US" altLang="zh-CN" sz="2000" b="1" dirty="0">
                <a:solidFill>
                  <a:srgbClr val="C00000"/>
                </a:solidFill>
              </a:endParaRPr>
            </a:p>
          </p:txBody>
        </p:sp>
      </p:grpSp>
      <p:sp useBgFill="1">
        <p:nvSpPr>
          <p:cNvPr id="1147022" name="Rectangle 142"/>
          <p:cNvSpPr>
            <a:spLocks noChangeArrowheads="1"/>
          </p:cNvSpPr>
          <p:nvPr/>
        </p:nvSpPr>
        <p:spPr bwMode="auto">
          <a:xfrm>
            <a:off x="3916363" y="3486794"/>
            <a:ext cx="360363" cy="720725"/>
          </a:xfrm>
          <a:prstGeom prst="rect">
            <a:avLst/>
          </a:prstGeom>
          <a:ln w="9525">
            <a:noFill/>
            <a:miter lim="800000"/>
            <a:headEnd/>
            <a:tailEnd/>
          </a:ln>
          <a:effectLst/>
        </p:spPr>
        <p:txBody>
          <a:bodyPr wrap="none" anchor="ctr"/>
          <a:lstStyle/>
          <a:p>
            <a:endParaRPr lang="zh-CN" altLang="en-US"/>
          </a:p>
        </p:txBody>
      </p:sp>
      <p:grpSp>
        <p:nvGrpSpPr>
          <p:cNvPr id="1147023" name="Group 143"/>
          <p:cNvGrpSpPr>
            <a:grpSpLocks/>
          </p:cNvGrpSpPr>
          <p:nvPr/>
        </p:nvGrpSpPr>
        <p:grpSpPr bwMode="auto">
          <a:xfrm>
            <a:off x="4649788" y="2594620"/>
            <a:ext cx="1878012" cy="319087"/>
            <a:chOff x="1247" y="763"/>
            <a:chExt cx="363" cy="182"/>
          </a:xfrm>
        </p:grpSpPr>
        <p:sp>
          <p:nvSpPr>
            <p:cNvPr id="1147024" name="Line 144"/>
            <p:cNvSpPr>
              <a:spLocks noChangeShapeType="1"/>
            </p:cNvSpPr>
            <p:nvPr/>
          </p:nvSpPr>
          <p:spPr bwMode="auto">
            <a:xfrm>
              <a:off x="1247" y="763"/>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7025" name="Line 145"/>
            <p:cNvSpPr>
              <a:spLocks noChangeShapeType="1"/>
            </p:cNvSpPr>
            <p:nvPr/>
          </p:nvSpPr>
          <p:spPr bwMode="auto">
            <a:xfrm>
              <a:off x="1608" y="764"/>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7026" name="Line 146"/>
            <p:cNvSpPr>
              <a:spLocks noChangeShapeType="1"/>
            </p:cNvSpPr>
            <p:nvPr/>
          </p:nvSpPr>
          <p:spPr bwMode="auto">
            <a:xfrm>
              <a:off x="1247" y="772"/>
              <a:ext cx="363" cy="0"/>
            </a:xfrm>
            <a:prstGeom prst="line">
              <a:avLst/>
            </a:prstGeom>
            <a:noFill/>
            <a:ln w="28575">
              <a:solidFill>
                <a:srgbClr val="7030A0"/>
              </a:solidFill>
              <a:round/>
              <a:headEnd/>
              <a:tailEnd/>
            </a:ln>
            <a:effectLst/>
          </p:spPr>
          <p:txBody>
            <a:bodyPr/>
            <a:lstStyle/>
            <a:p>
              <a:endParaRPr lang="zh-CN" altLang="en-US"/>
            </a:p>
          </p:txBody>
        </p:sp>
      </p:grpSp>
      <p:sp>
        <p:nvSpPr>
          <p:cNvPr id="1147027" name="Text Box 147"/>
          <p:cNvSpPr txBox="1">
            <a:spLocks noChangeArrowheads="1"/>
          </p:cNvSpPr>
          <p:nvPr/>
        </p:nvSpPr>
        <p:spPr bwMode="auto">
          <a:xfrm>
            <a:off x="4497388" y="2960117"/>
            <a:ext cx="360362" cy="396875"/>
          </a:xfrm>
          <a:prstGeom prst="rect">
            <a:avLst/>
          </a:prstGeom>
          <a:solidFill>
            <a:srgbClr val="FFFFFF"/>
          </a:solidFill>
          <a:ln w="9525">
            <a:noFill/>
            <a:miter lim="800000"/>
            <a:headEnd/>
            <a:tailEnd/>
          </a:ln>
          <a:effectLst/>
        </p:spPr>
        <p:txBody>
          <a:bodyPr>
            <a:spAutoFit/>
          </a:bodyPr>
          <a:lstStyle/>
          <a:p>
            <a:pPr algn="ctr">
              <a:spcBef>
                <a:spcPct val="50000"/>
              </a:spcBef>
            </a:pPr>
            <a:r>
              <a:rPr lang="en-US" altLang="zh-CN" sz="2000" b="1">
                <a:solidFill>
                  <a:srgbClr val="C00000"/>
                </a:solidFill>
              </a:rPr>
              <a:t>r</a:t>
            </a:r>
          </a:p>
        </p:txBody>
      </p:sp>
      <p:sp>
        <p:nvSpPr>
          <p:cNvPr id="1147028" name="Text Box 148"/>
          <p:cNvSpPr txBox="1">
            <a:spLocks noChangeArrowheads="1"/>
          </p:cNvSpPr>
          <p:nvPr/>
        </p:nvSpPr>
        <p:spPr bwMode="auto">
          <a:xfrm>
            <a:off x="6297613" y="2960117"/>
            <a:ext cx="360362" cy="396875"/>
          </a:xfrm>
          <a:prstGeom prst="rect">
            <a:avLst/>
          </a:prstGeom>
          <a:solidFill>
            <a:srgbClr val="FFFFFF"/>
          </a:solidFill>
          <a:ln w="9525">
            <a:noFill/>
            <a:miter lim="800000"/>
            <a:headEnd/>
            <a:tailEnd/>
          </a:ln>
          <a:effectLst/>
        </p:spPr>
        <p:txBody>
          <a:bodyPr>
            <a:spAutoFit/>
          </a:bodyPr>
          <a:lstStyle/>
          <a:p>
            <a:pPr>
              <a:spcBef>
                <a:spcPct val="50000"/>
              </a:spcBef>
            </a:pPr>
            <a:r>
              <a:rPr lang="en-US" altLang="zh-CN" sz="2000" b="1">
                <a:solidFill>
                  <a:srgbClr val="CC9900"/>
                </a:solidFill>
              </a:rPr>
              <a:t>w</a:t>
            </a:r>
          </a:p>
        </p:txBody>
      </p:sp>
      <p:sp useBgFill="1">
        <p:nvSpPr>
          <p:cNvPr id="1147029" name="Rectangle 149"/>
          <p:cNvSpPr>
            <a:spLocks noChangeArrowheads="1"/>
          </p:cNvSpPr>
          <p:nvPr/>
        </p:nvSpPr>
        <p:spPr bwMode="auto">
          <a:xfrm>
            <a:off x="6373813" y="3502496"/>
            <a:ext cx="360362" cy="720725"/>
          </a:xfrm>
          <a:prstGeom prst="rect">
            <a:avLst/>
          </a:prstGeom>
          <a:ln w="9525">
            <a:noFill/>
            <a:miter lim="800000"/>
            <a:headEnd/>
            <a:tailEnd/>
          </a:ln>
          <a:effectLst/>
        </p:spPr>
        <p:txBody>
          <a:bodyPr wrap="none" anchor="ctr"/>
          <a:lstStyle/>
          <a:p>
            <a:endParaRPr lang="zh-CN" altLang="en-US"/>
          </a:p>
        </p:txBody>
      </p:sp>
      <p:grpSp>
        <p:nvGrpSpPr>
          <p:cNvPr id="1147030" name="Group 150"/>
          <p:cNvGrpSpPr>
            <a:grpSpLocks/>
          </p:cNvGrpSpPr>
          <p:nvPr/>
        </p:nvGrpSpPr>
        <p:grpSpPr bwMode="auto">
          <a:xfrm>
            <a:off x="6915151" y="3480444"/>
            <a:ext cx="536575" cy="696912"/>
            <a:chOff x="3222" y="2083"/>
            <a:chExt cx="338" cy="439"/>
          </a:xfrm>
        </p:grpSpPr>
        <p:sp>
          <p:nvSpPr>
            <p:cNvPr id="1147031" name="Line 151"/>
            <p:cNvSpPr>
              <a:spLocks noChangeShapeType="1"/>
            </p:cNvSpPr>
            <p:nvPr/>
          </p:nvSpPr>
          <p:spPr bwMode="auto">
            <a:xfrm flipV="1">
              <a:off x="3342" y="2083"/>
              <a:ext cx="0" cy="227"/>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a:solidFill>
                  <a:schemeClr val="accent1">
                    <a:lumMod val="50000"/>
                  </a:schemeClr>
                </a:solidFill>
              </a:endParaRPr>
            </a:p>
          </p:txBody>
        </p:sp>
        <p:sp>
          <p:nvSpPr>
            <p:cNvPr id="1147032" name="Text Box 152"/>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1">
                      <a:lumMod val="50000"/>
                    </a:schemeClr>
                  </a:solidFill>
                </a:rPr>
                <a:t>nx</a:t>
              </a:r>
            </a:p>
          </p:txBody>
        </p:sp>
      </p:grpSp>
      <p:sp useBgFill="1">
        <p:nvSpPr>
          <p:cNvPr id="1147033" name="Rectangle 153"/>
          <p:cNvSpPr>
            <a:spLocks noChangeArrowheads="1"/>
          </p:cNvSpPr>
          <p:nvPr/>
        </p:nvSpPr>
        <p:spPr bwMode="auto">
          <a:xfrm>
            <a:off x="8169276" y="3494558"/>
            <a:ext cx="360363" cy="720725"/>
          </a:xfrm>
          <a:prstGeom prst="rect">
            <a:avLst/>
          </a:prstGeom>
          <a:ln w="9525">
            <a:noFill/>
            <a:miter lim="800000"/>
            <a:headEnd/>
            <a:tailEnd/>
          </a:ln>
          <a:effectLst/>
        </p:spPr>
        <p:txBody>
          <a:bodyPr wrap="none" anchor="ctr"/>
          <a:lstStyle/>
          <a:p>
            <a:endParaRPr lang="zh-CN" altLang="en-US"/>
          </a:p>
        </p:txBody>
      </p:sp>
      <p:grpSp>
        <p:nvGrpSpPr>
          <p:cNvPr id="1147034" name="Group 154"/>
          <p:cNvGrpSpPr>
            <a:grpSpLocks/>
          </p:cNvGrpSpPr>
          <p:nvPr/>
        </p:nvGrpSpPr>
        <p:grpSpPr bwMode="auto">
          <a:xfrm>
            <a:off x="7648576" y="3475682"/>
            <a:ext cx="536575" cy="696913"/>
            <a:chOff x="3222" y="2083"/>
            <a:chExt cx="338" cy="439"/>
          </a:xfrm>
        </p:grpSpPr>
        <p:sp>
          <p:nvSpPr>
            <p:cNvPr id="1147035" name="Line 155"/>
            <p:cNvSpPr>
              <a:spLocks noChangeShapeType="1"/>
            </p:cNvSpPr>
            <p:nvPr/>
          </p:nvSpPr>
          <p:spPr bwMode="auto">
            <a:xfrm flipV="1">
              <a:off x="3342" y="2083"/>
              <a:ext cx="0" cy="227"/>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dirty="0">
                <a:solidFill>
                  <a:srgbClr val="002060"/>
                </a:solidFill>
              </a:endParaRPr>
            </a:p>
          </p:txBody>
        </p:sp>
        <p:sp>
          <p:nvSpPr>
            <p:cNvPr id="1147036" name="Text Box 156"/>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2060"/>
                  </a:solidFill>
                </a:rPr>
                <a:t>lb</a:t>
              </a:r>
            </a:p>
          </p:txBody>
        </p:sp>
      </p:grpSp>
      <p:grpSp>
        <p:nvGrpSpPr>
          <p:cNvPr id="1147037" name="Group 157"/>
          <p:cNvGrpSpPr>
            <a:grpSpLocks/>
          </p:cNvGrpSpPr>
          <p:nvPr/>
        </p:nvGrpSpPr>
        <p:grpSpPr bwMode="auto">
          <a:xfrm>
            <a:off x="7080251" y="2567631"/>
            <a:ext cx="600075" cy="319088"/>
            <a:chOff x="1247" y="763"/>
            <a:chExt cx="363" cy="182"/>
          </a:xfrm>
        </p:grpSpPr>
        <p:sp>
          <p:nvSpPr>
            <p:cNvPr id="1147038" name="Line 158"/>
            <p:cNvSpPr>
              <a:spLocks noChangeShapeType="1"/>
            </p:cNvSpPr>
            <p:nvPr/>
          </p:nvSpPr>
          <p:spPr bwMode="auto">
            <a:xfrm>
              <a:off x="1247" y="763"/>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7039" name="Line 159"/>
            <p:cNvSpPr>
              <a:spLocks noChangeShapeType="1"/>
            </p:cNvSpPr>
            <p:nvPr/>
          </p:nvSpPr>
          <p:spPr bwMode="auto">
            <a:xfrm>
              <a:off x="1608" y="764"/>
              <a:ext cx="0" cy="181"/>
            </a:xfrm>
            <a:prstGeom prst="line">
              <a:avLst/>
            </a:prstGeom>
            <a:noFill/>
            <a:ln w="28575">
              <a:solidFill>
                <a:srgbClr val="7030A0"/>
              </a:solidFill>
              <a:round/>
              <a:headEnd/>
              <a:tailEnd type="stealth" w="lg" len="lg"/>
            </a:ln>
            <a:effectLst/>
          </p:spPr>
          <p:txBody>
            <a:bodyPr/>
            <a:lstStyle/>
            <a:p>
              <a:endParaRPr lang="zh-CN" altLang="en-US"/>
            </a:p>
          </p:txBody>
        </p:sp>
        <p:sp>
          <p:nvSpPr>
            <p:cNvPr id="1147040" name="Line 160"/>
            <p:cNvSpPr>
              <a:spLocks noChangeShapeType="1"/>
            </p:cNvSpPr>
            <p:nvPr/>
          </p:nvSpPr>
          <p:spPr bwMode="auto">
            <a:xfrm>
              <a:off x="1247" y="772"/>
              <a:ext cx="363" cy="0"/>
            </a:xfrm>
            <a:prstGeom prst="line">
              <a:avLst/>
            </a:prstGeom>
            <a:noFill/>
            <a:ln w="28575">
              <a:solidFill>
                <a:srgbClr val="7030A0"/>
              </a:solidFill>
              <a:round/>
              <a:headEnd/>
              <a:tailEnd/>
            </a:ln>
            <a:effectLst/>
          </p:spPr>
          <p:txBody>
            <a:bodyPr/>
            <a:lstStyle/>
            <a:p>
              <a:endParaRPr lang="zh-CN" altLang="en-US"/>
            </a:p>
          </p:txBody>
        </p:sp>
      </p:grpSp>
      <p:sp>
        <p:nvSpPr>
          <p:cNvPr id="1147041" name="Text Box 161"/>
          <p:cNvSpPr txBox="1">
            <a:spLocks noChangeArrowheads="1"/>
          </p:cNvSpPr>
          <p:nvPr/>
        </p:nvSpPr>
        <p:spPr bwMode="auto">
          <a:xfrm>
            <a:off x="6902451" y="2960117"/>
            <a:ext cx="360363" cy="396875"/>
          </a:xfrm>
          <a:prstGeom prst="rect">
            <a:avLst/>
          </a:prstGeom>
          <a:solidFill>
            <a:srgbClr val="FFFFFF"/>
          </a:solidFill>
          <a:ln w="9525">
            <a:noFill/>
            <a:miter lim="800000"/>
            <a:headEnd/>
            <a:tailEnd/>
          </a:ln>
          <a:effectLst/>
        </p:spPr>
        <p:txBody>
          <a:bodyPr>
            <a:spAutoFit/>
          </a:bodyPr>
          <a:lstStyle/>
          <a:p>
            <a:pPr>
              <a:spcBef>
                <a:spcPct val="50000"/>
              </a:spcBef>
            </a:pPr>
            <a:r>
              <a:rPr lang="en-US" altLang="zh-CN" sz="2000" b="1">
                <a:solidFill>
                  <a:srgbClr val="CC9900"/>
                </a:solidFill>
              </a:rPr>
              <a:t>w</a:t>
            </a:r>
          </a:p>
        </p:txBody>
      </p:sp>
      <p:sp>
        <p:nvSpPr>
          <p:cNvPr id="1147042" name="Text Box 162"/>
          <p:cNvSpPr txBox="1">
            <a:spLocks noChangeArrowheads="1"/>
          </p:cNvSpPr>
          <p:nvPr/>
        </p:nvSpPr>
        <p:spPr bwMode="auto">
          <a:xfrm>
            <a:off x="7550151" y="2996952"/>
            <a:ext cx="360363" cy="396875"/>
          </a:xfrm>
          <a:prstGeom prst="rect">
            <a:avLst/>
          </a:prstGeom>
          <a:solidFill>
            <a:srgbClr val="FFFFFF"/>
          </a:solidFill>
          <a:ln w="9525">
            <a:noFill/>
            <a:miter lim="800000"/>
            <a:headEnd/>
            <a:tailEnd/>
          </a:ln>
          <a:effectLst/>
        </p:spPr>
        <p:txBody>
          <a:bodyPr>
            <a:spAutoFit/>
          </a:bodyPr>
          <a:lstStyle/>
          <a:p>
            <a:pPr>
              <a:spcBef>
                <a:spcPct val="50000"/>
              </a:spcBef>
            </a:pPr>
            <a:r>
              <a:rPr lang="en-US" altLang="zh-CN" sz="2000" b="1">
                <a:solidFill>
                  <a:srgbClr val="002060"/>
                </a:solidFill>
              </a:rPr>
              <a:t>b</a:t>
            </a:r>
          </a:p>
        </p:txBody>
      </p:sp>
      <p:sp useBgFill="1">
        <p:nvSpPr>
          <p:cNvPr id="1147043" name="Rectangle 163"/>
          <p:cNvSpPr>
            <a:spLocks noChangeArrowheads="1"/>
          </p:cNvSpPr>
          <p:nvPr/>
        </p:nvSpPr>
        <p:spPr bwMode="auto">
          <a:xfrm>
            <a:off x="6945313" y="3429000"/>
            <a:ext cx="360362" cy="720725"/>
          </a:xfrm>
          <a:prstGeom prst="rect">
            <a:avLst/>
          </a:prstGeom>
          <a:ln w="9525">
            <a:noFill/>
            <a:miter lim="800000"/>
            <a:headEnd/>
            <a:tailEnd/>
          </a:ln>
          <a:effectLst/>
        </p:spPr>
        <p:txBody>
          <a:bodyPr wrap="none" anchor="ctr"/>
          <a:lstStyle/>
          <a:p>
            <a:endParaRPr lang="zh-CN" altLang="en-US"/>
          </a:p>
        </p:txBody>
      </p:sp>
      <p:grpSp>
        <p:nvGrpSpPr>
          <p:cNvPr id="1147044" name="Group 164"/>
          <p:cNvGrpSpPr>
            <a:grpSpLocks/>
          </p:cNvGrpSpPr>
          <p:nvPr/>
        </p:nvGrpSpPr>
        <p:grpSpPr bwMode="auto">
          <a:xfrm>
            <a:off x="7373939" y="3467744"/>
            <a:ext cx="536575" cy="696912"/>
            <a:chOff x="3222" y="2083"/>
            <a:chExt cx="338" cy="439"/>
          </a:xfrm>
        </p:grpSpPr>
        <p:sp>
          <p:nvSpPr>
            <p:cNvPr id="1147045" name="Line 165"/>
            <p:cNvSpPr>
              <a:spLocks noChangeShapeType="1"/>
            </p:cNvSpPr>
            <p:nvPr/>
          </p:nvSpPr>
          <p:spPr bwMode="auto">
            <a:xfrm flipV="1">
              <a:off x="3342" y="2083"/>
              <a:ext cx="0" cy="227"/>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a:solidFill>
                  <a:schemeClr val="accent1">
                    <a:lumMod val="50000"/>
                  </a:schemeClr>
                </a:solidFill>
              </a:endParaRPr>
            </a:p>
          </p:txBody>
        </p:sp>
        <p:sp>
          <p:nvSpPr>
            <p:cNvPr id="1147046" name="Text Box 166"/>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1">
                      <a:lumMod val="50000"/>
                    </a:schemeClr>
                  </a:solidFill>
                </a:rPr>
                <a:t>nx</a:t>
              </a:r>
            </a:p>
          </p:txBody>
        </p:sp>
      </p:grpSp>
      <p:sp>
        <p:nvSpPr>
          <p:cNvPr id="1147047" name="AutoShape 167"/>
          <p:cNvSpPr>
            <a:spLocks noChangeArrowheads="1"/>
          </p:cNvSpPr>
          <p:nvPr/>
        </p:nvSpPr>
        <p:spPr bwMode="auto">
          <a:xfrm>
            <a:off x="6959600" y="4148782"/>
            <a:ext cx="2376488" cy="1008063"/>
          </a:xfrm>
          <a:prstGeom prst="irregularSeal1">
            <a:avLst/>
          </a:prstGeom>
          <a:gradFill rotWithShape="1">
            <a:gsLst>
              <a:gs pos="0">
                <a:srgbClr val="CFCFD1"/>
              </a:gs>
              <a:gs pos="100000">
                <a:schemeClr val="bg1"/>
              </a:gs>
            </a:gsLst>
            <a:lin ang="5400000" scaled="1"/>
          </a:gradFill>
          <a:ln w="19050">
            <a:solidFill>
              <a:srgbClr val="C00000"/>
            </a:solidFill>
            <a:miter lim="800000"/>
            <a:headEnd/>
            <a:tailEnd/>
          </a:ln>
          <a:effectLst>
            <a:outerShdw dist="107763" dir="2700000" algn="ctr" rotWithShape="0">
              <a:schemeClr val="bg2">
                <a:alpha val="50000"/>
              </a:schemeClr>
            </a:outerShdw>
          </a:effectLst>
        </p:spPr>
        <p:txBody>
          <a:bodyPr wrap="none" anchor="ctr"/>
          <a:lstStyle/>
          <a:p>
            <a:pPr algn="ctr"/>
            <a:r>
              <a:rPr lang="en-US" altLang="zh-CN" b="1">
                <a:solidFill>
                  <a:srgbClr val="C00000"/>
                </a:solidFill>
              </a:rPr>
              <a:t>End!</a:t>
            </a:r>
          </a:p>
        </p:txBody>
      </p:sp>
      <p:sp>
        <p:nvSpPr>
          <p:cNvPr id="123" name="Rectangle 4">
            <a:extLst>
              <a:ext uri="{FF2B5EF4-FFF2-40B4-BE49-F238E27FC236}">
                <a16:creationId xmlns:a16="http://schemas.microsoft.com/office/drawing/2014/main" id="{8E5FC621-4B42-4EC8-BA35-C13E31CAB2E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枚举类型变量的定义和引用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46951"/>
                                        </p:tgtEl>
                                        <p:attrNameLst>
                                          <p:attrName>style.visibility</p:attrName>
                                        </p:attrNameLst>
                                      </p:cBhvr>
                                      <p:to>
                                        <p:strVal val="visible"/>
                                      </p:to>
                                    </p:set>
                                    <p:animEffect transition="in" filter="box(out)">
                                      <p:cBhvr>
                                        <p:cTn id="7" dur="500"/>
                                        <p:tgtEl>
                                          <p:spTgt spid="114695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1146915"/>
                                        </p:tgtEl>
                                        <p:attrNameLst>
                                          <p:attrName>style.visibility</p:attrName>
                                        </p:attrNameLst>
                                      </p:cBhvr>
                                      <p:to>
                                        <p:strVal val="visible"/>
                                      </p:to>
                                    </p:set>
                                    <p:animEffect transition="in" filter="strips(upRight)">
                                      <p:cBhvr>
                                        <p:cTn id="12" dur="500"/>
                                        <p:tgtEl>
                                          <p:spTgt spid="114691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18" presetClass="entr" presetSubtype="3" fill="hold" nodeType="afterEffect">
                                  <p:stCondLst>
                                    <p:cond delay="0"/>
                                  </p:stCondLst>
                                  <p:childTnLst>
                                    <p:set>
                                      <p:cBhvr>
                                        <p:cTn id="15" dur="1" fill="hold">
                                          <p:stCondLst>
                                            <p:cond delay="0"/>
                                          </p:stCondLst>
                                        </p:cTn>
                                        <p:tgtEl>
                                          <p:spTgt spid="1146928"/>
                                        </p:tgtEl>
                                        <p:attrNameLst>
                                          <p:attrName>style.visibility</p:attrName>
                                        </p:attrNameLst>
                                      </p:cBhvr>
                                      <p:to>
                                        <p:strVal val="visible"/>
                                      </p:to>
                                    </p:set>
                                    <p:animEffect transition="in" filter="strips(upRight)">
                                      <p:cBhvr>
                                        <p:cTn id="16" dur="500"/>
                                        <p:tgtEl>
                                          <p:spTgt spid="1146928"/>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par>
                          <p:cTn id="17" fill="hold">
                            <p:stCondLst>
                              <p:cond delay="1000"/>
                            </p:stCondLst>
                            <p:childTnLst>
                              <p:par>
                                <p:cTn id="18" presetID="18" presetClass="entr" presetSubtype="3" fill="hold" nodeType="afterEffect">
                                  <p:stCondLst>
                                    <p:cond delay="0"/>
                                  </p:stCondLst>
                                  <p:childTnLst>
                                    <p:set>
                                      <p:cBhvr>
                                        <p:cTn id="19" dur="1" fill="hold">
                                          <p:stCondLst>
                                            <p:cond delay="0"/>
                                          </p:stCondLst>
                                        </p:cTn>
                                        <p:tgtEl>
                                          <p:spTgt spid="1146921"/>
                                        </p:tgtEl>
                                        <p:attrNameLst>
                                          <p:attrName>style.visibility</p:attrName>
                                        </p:attrNameLst>
                                      </p:cBhvr>
                                      <p:to>
                                        <p:strVal val="visible"/>
                                      </p:to>
                                    </p:set>
                                    <p:animEffect transition="in" filter="strips(upRight)">
                                      <p:cBhvr>
                                        <p:cTn id="20" dur="500"/>
                                        <p:tgtEl>
                                          <p:spTgt spid="1146921"/>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146952"/>
                                        </p:tgtEl>
                                        <p:attrNameLst>
                                          <p:attrName>style.visibility</p:attrName>
                                        </p:attrNameLst>
                                      </p:cBhvr>
                                      <p:to>
                                        <p:strVal val="visible"/>
                                      </p:to>
                                    </p:set>
                                    <p:animEffect transition="in" filter="box(in)">
                                      <p:cBhvr>
                                        <p:cTn id="25" dur="500"/>
                                        <p:tgtEl>
                                          <p:spTgt spid="1146952"/>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par>
                          <p:cTn id="26" fill="hold">
                            <p:stCondLst>
                              <p:cond delay="500"/>
                            </p:stCondLst>
                            <p:childTnLst>
                              <p:par>
                                <p:cTn id="27" presetID="18" presetClass="entr" presetSubtype="3" fill="hold" nodeType="afterEffect">
                                  <p:stCondLst>
                                    <p:cond delay="0"/>
                                  </p:stCondLst>
                                  <p:childTnLst>
                                    <p:set>
                                      <p:cBhvr>
                                        <p:cTn id="28" dur="1" fill="hold">
                                          <p:stCondLst>
                                            <p:cond delay="0"/>
                                          </p:stCondLst>
                                        </p:cTn>
                                        <p:tgtEl>
                                          <p:spTgt spid="1146931"/>
                                        </p:tgtEl>
                                        <p:attrNameLst>
                                          <p:attrName>style.visibility</p:attrName>
                                        </p:attrNameLst>
                                      </p:cBhvr>
                                      <p:to>
                                        <p:strVal val="visible"/>
                                      </p:to>
                                    </p:set>
                                    <p:animEffect transition="in" filter="strips(upRight)">
                                      <p:cBhvr>
                                        <p:cTn id="29" dur="500"/>
                                        <p:tgtEl>
                                          <p:spTgt spid="1146931"/>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1146953"/>
                                        </p:tgtEl>
                                        <p:attrNameLst>
                                          <p:attrName>style.visibility</p:attrName>
                                        </p:attrNameLst>
                                      </p:cBhvr>
                                      <p:to>
                                        <p:strVal val="visible"/>
                                      </p:to>
                                    </p:set>
                                    <p:animEffect transition="in" filter="box(in)">
                                      <p:cBhvr>
                                        <p:cTn id="34" dur="500"/>
                                        <p:tgtEl>
                                          <p:spTgt spid="1146953"/>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18" presetClass="entr" presetSubtype="3" fill="hold" nodeType="afterEffect">
                                  <p:stCondLst>
                                    <p:cond delay="0"/>
                                  </p:stCondLst>
                                  <p:childTnLst>
                                    <p:set>
                                      <p:cBhvr>
                                        <p:cTn id="37" dur="1" fill="hold">
                                          <p:stCondLst>
                                            <p:cond delay="0"/>
                                          </p:stCondLst>
                                        </p:cTn>
                                        <p:tgtEl>
                                          <p:spTgt spid="1146935"/>
                                        </p:tgtEl>
                                        <p:attrNameLst>
                                          <p:attrName>style.visibility</p:attrName>
                                        </p:attrNameLst>
                                      </p:cBhvr>
                                      <p:to>
                                        <p:strVal val="visible"/>
                                      </p:to>
                                    </p:set>
                                    <p:animEffect transition="in" filter="strips(upRight)">
                                      <p:cBhvr>
                                        <p:cTn id="38" dur="500"/>
                                        <p:tgtEl>
                                          <p:spTgt spid="1146935"/>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1146957"/>
                                        </p:tgtEl>
                                        <p:attrNameLst>
                                          <p:attrName>style.visibility</p:attrName>
                                        </p:attrNameLst>
                                      </p:cBhvr>
                                      <p:to>
                                        <p:strVal val="visible"/>
                                      </p:to>
                                    </p:set>
                                    <p:animEffect transition="in" filter="box(in)">
                                      <p:cBhvr>
                                        <p:cTn id="43" dur="500"/>
                                        <p:tgtEl>
                                          <p:spTgt spid="1146957"/>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500"/>
                            </p:stCondLst>
                            <p:childTnLst>
                              <p:par>
                                <p:cTn id="45" presetID="18" presetClass="entr" presetSubtype="3" fill="hold" nodeType="afterEffect">
                                  <p:stCondLst>
                                    <p:cond delay="0"/>
                                  </p:stCondLst>
                                  <p:childTnLst>
                                    <p:set>
                                      <p:cBhvr>
                                        <p:cTn id="46" dur="1" fill="hold">
                                          <p:stCondLst>
                                            <p:cond delay="0"/>
                                          </p:stCondLst>
                                        </p:cTn>
                                        <p:tgtEl>
                                          <p:spTgt spid="1146954"/>
                                        </p:tgtEl>
                                        <p:attrNameLst>
                                          <p:attrName>style.visibility</p:attrName>
                                        </p:attrNameLst>
                                      </p:cBhvr>
                                      <p:to>
                                        <p:strVal val="visible"/>
                                      </p:to>
                                    </p:set>
                                    <p:animEffect transition="in" filter="strips(upRight)">
                                      <p:cBhvr>
                                        <p:cTn id="47" dur="500"/>
                                        <p:tgtEl>
                                          <p:spTgt spid="1146954"/>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1146961"/>
                                        </p:tgtEl>
                                        <p:attrNameLst>
                                          <p:attrName>style.visibility</p:attrName>
                                        </p:attrNameLst>
                                      </p:cBhvr>
                                      <p:to>
                                        <p:strVal val="visible"/>
                                      </p:to>
                                    </p:set>
                                    <p:animEffect transition="in" filter="box(in)">
                                      <p:cBhvr>
                                        <p:cTn id="52" dur="500"/>
                                        <p:tgtEl>
                                          <p:spTgt spid="1146961"/>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3" fill="hold">
                            <p:stCondLst>
                              <p:cond delay="500"/>
                            </p:stCondLst>
                            <p:childTnLst>
                              <p:par>
                                <p:cTn id="54" presetID="18" presetClass="entr" presetSubtype="3" fill="hold" nodeType="afterEffect">
                                  <p:stCondLst>
                                    <p:cond delay="0"/>
                                  </p:stCondLst>
                                  <p:childTnLst>
                                    <p:set>
                                      <p:cBhvr>
                                        <p:cTn id="55" dur="1" fill="hold">
                                          <p:stCondLst>
                                            <p:cond delay="0"/>
                                          </p:stCondLst>
                                        </p:cTn>
                                        <p:tgtEl>
                                          <p:spTgt spid="1146958"/>
                                        </p:tgtEl>
                                        <p:attrNameLst>
                                          <p:attrName>style.visibility</p:attrName>
                                        </p:attrNameLst>
                                      </p:cBhvr>
                                      <p:to>
                                        <p:strVal val="visible"/>
                                      </p:to>
                                    </p:set>
                                    <p:animEffect transition="in" filter="strips(upRight)">
                                      <p:cBhvr>
                                        <p:cTn id="56" dur="500"/>
                                        <p:tgtEl>
                                          <p:spTgt spid="1146958"/>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18" presetClass="entr" presetSubtype="12" fill="hold" nodeType="clickEffect">
                                  <p:stCondLst>
                                    <p:cond delay="0"/>
                                  </p:stCondLst>
                                  <p:childTnLst>
                                    <p:set>
                                      <p:cBhvr>
                                        <p:cTn id="60" dur="1" fill="hold">
                                          <p:stCondLst>
                                            <p:cond delay="0"/>
                                          </p:stCondLst>
                                        </p:cTn>
                                        <p:tgtEl>
                                          <p:spTgt spid="1146950"/>
                                        </p:tgtEl>
                                        <p:attrNameLst>
                                          <p:attrName>style.visibility</p:attrName>
                                        </p:attrNameLst>
                                      </p:cBhvr>
                                      <p:to>
                                        <p:strVal val="visible"/>
                                      </p:to>
                                    </p:set>
                                    <p:animEffect transition="in" filter="strips(downLeft)">
                                      <p:cBhvr>
                                        <p:cTn id="61" dur="1000"/>
                                        <p:tgtEl>
                                          <p:spTgt spid="1146950"/>
                                        </p:tgtEl>
                                      </p:cBhvr>
                                    </p:animEffect>
                                  </p:childTnLst>
                                  <p:subTnLst>
                                    <p:set>
                                      <p:cBhvr override="childStyle">
                                        <p:cTn dur="1" fill="hold" display="0" masterRel="sameClick" afterEffect="1">
                                          <p:stCondLst>
                                            <p:cond evt="end" delay="0">
                                              <p:tn val="59"/>
                                            </p:cond>
                                          </p:stCondLst>
                                        </p:cTn>
                                        <p:tgtEl>
                                          <p:spTgt spid="1146950"/>
                                        </p:tgtEl>
                                        <p:attrNameLst>
                                          <p:attrName>style.visibility</p:attrName>
                                        </p:attrNameLst>
                                      </p:cBhvr>
                                      <p:to>
                                        <p:strVal val="hidden"/>
                                      </p:to>
                                    </p:se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childTnLst>
                          </p:cTn>
                        </p:par>
                        <p:par>
                          <p:cTn id="62" fill="hold">
                            <p:stCondLst>
                              <p:cond delay="1000"/>
                            </p:stCondLst>
                            <p:childTnLst>
                              <p:par>
                                <p:cTn id="63" presetID="4" presetClass="entr" presetSubtype="16" fill="hold" grpId="0" nodeType="afterEffect">
                                  <p:stCondLst>
                                    <p:cond delay="0"/>
                                  </p:stCondLst>
                                  <p:childTnLst>
                                    <p:set>
                                      <p:cBhvr>
                                        <p:cTn id="64" dur="1" fill="hold">
                                          <p:stCondLst>
                                            <p:cond delay="0"/>
                                          </p:stCondLst>
                                        </p:cTn>
                                        <p:tgtEl>
                                          <p:spTgt spid="1146943"/>
                                        </p:tgtEl>
                                        <p:attrNameLst>
                                          <p:attrName>style.visibility</p:attrName>
                                        </p:attrNameLst>
                                      </p:cBhvr>
                                      <p:to>
                                        <p:strVal val="visible"/>
                                      </p:to>
                                    </p:set>
                                    <p:animEffect transition="in" filter="box(in)">
                                      <p:cBhvr>
                                        <p:cTn id="65" dur="500"/>
                                        <p:tgtEl>
                                          <p:spTgt spid="1146943"/>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par>
                          <p:cTn id="66" fill="hold">
                            <p:stCondLst>
                              <p:cond delay="1500"/>
                            </p:stCondLst>
                            <p:childTnLst>
                              <p:par>
                                <p:cTn id="67" presetID="4" presetClass="entr" presetSubtype="16" fill="hold" grpId="0" nodeType="afterEffect">
                                  <p:stCondLst>
                                    <p:cond delay="0"/>
                                  </p:stCondLst>
                                  <p:childTnLst>
                                    <p:set>
                                      <p:cBhvr>
                                        <p:cTn id="68" dur="1" fill="hold">
                                          <p:stCondLst>
                                            <p:cond delay="0"/>
                                          </p:stCondLst>
                                        </p:cTn>
                                        <p:tgtEl>
                                          <p:spTgt spid="1146944"/>
                                        </p:tgtEl>
                                        <p:attrNameLst>
                                          <p:attrName>style.visibility</p:attrName>
                                        </p:attrNameLst>
                                      </p:cBhvr>
                                      <p:to>
                                        <p:strVal val="visible"/>
                                      </p:to>
                                    </p:set>
                                    <p:animEffect transition="in" filter="box(in)">
                                      <p:cBhvr>
                                        <p:cTn id="69" dur="500"/>
                                        <p:tgtEl>
                                          <p:spTgt spid="1146944"/>
                                        </p:tgtEl>
                                      </p:cBhvr>
                                    </p:animEffect>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0" fill="hold">
                            <p:stCondLst>
                              <p:cond delay="2000"/>
                            </p:stCondLst>
                            <p:childTnLst>
                              <p:par>
                                <p:cTn id="71" presetID="4" presetClass="entr" presetSubtype="16" fill="hold" grpId="0" nodeType="afterEffect">
                                  <p:stCondLst>
                                    <p:cond delay="0"/>
                                  </p:stCondLst>
                                  <p:childTnLst>
                                    <p:set>
                                      <p:cBhvr>
                                        <p:cTn id="72" dur="1" fill="hold">
                                          <p:stCondLst>
                                            <p:cond delay="0"/>
                                          </p:stCondLst>
                                        </p:cTn>
                                        <p:tgtEl>
                                          <p:spTgt spid="1146965"/>
                                        </p:tgtEl>
                                        <p:attrNameLst>
                                          <p:attrName>style.visibility</p:attrName>
                                        </p:attrNameLst>
                                      </p:cBhvr>
                                      <p:to>
                                        <p:strVal val="visible"/>
                                      </p:to>
                                    </p:set>
                                    <p:animEffect transition="in" filter="box(in)">
                                      <p:cBhvr>
                                        <p:cTn id="73" dur="500"/>
                                        <p:tgtEl>
                                          <p:spTgt spid="1146965"/>
                                        </p:tgtEl>
                                      </p:cBhvr>
                                    </p:animEffect>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par>
                          <p:cTn id="74" fill="hold">
                            <p:stCondLst>
                              <p:cond delay="2500"/>
                            </p:stCondLst>
                            <p:childTnLst>
                              <p:par>
                                <p:cTn id="75" presetID="18" presetClass="entr" presetSubtype="3" fill="hold" nodeType="afterEffect">
                                  <p:stCondLst>
                                    <p:cond delay="0"/>
                                  </p:stCondLst>
                                  <p:childTnLst>
                                    <p:set>
                                      <p:cBhvr>
                                        <p:cTn id="76" dur="1" fill="hold">
                                          <p:stCondLst>
                                            <p:cond delay="0"/>
                                          </p:stCondLst>
                                        </p:cTn>
                                        <p:tgtEl>
                                          <p:spTgt spid="1146962"/>
                                        </p:tgtEl>
                                        <p:attrNameLst>
                                          <p:attrName>style.visibility</p:attrName>
                                        </p:attrNameLst>
                                      </p:cBhvr>
                                      <p:to>
                                        <p:strVal val="visible"/>
                                      </p:to>
                                    </p:set>
                                    <p:animEffect transition="in" filter="strips(upRight)">
                                      <p:cBhvr>
                                        <p:cTn id="77" dur="500"/>
                                        <p:tgtEl>
                                          <p:spTgt spid="1146962"/>
                                        </p:tgtEl>
                                      </p:cBhvr>
                                    </p:animEffect>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childTnLst>
                          </p:cTn>
                        </p:par>
                      </p:childTnLst>
                    </p:cTn>
                  </p:par>
                  <p:par>
                    <p:cTn id="78" fill="hold">
                      <p:stCondLst>
                        <p:cond delay="indefinite"/>
                      </p:stCondLst>
                      <p:childTnLst>
                        <p:par>
                          <p:cTn id="79" fill="hold">
                            <p:stCondLst>
                              <p:cond delay="0"/>
                            </p:stCondLst>
                            <p:childTnLst>
                              <p:par>
                                <p:cTn id="80" presetID="4" presetClass="entr" presetSubtype="16" fill="hold" grpId="0" nodeType="clickEffect">
                                  <p:stCondLst>
                                    <p:cond delay="0"/>
                                  </p:stCondLst>
                                  <p:childTnLst>
                                    <p:set>
                                      <p:cBhvr>
                                        <p:cTn id="81" dur="1" fill="hold">
                                          <p:stCondLst>
                                            <p:cond delay="0"/>
                                          </p:stCondLst>
                                        </p:cTn>
                                        <p:tgtEl>
                                          <p:spTgt spid="1146966"/>
                                        </p:tgtEl>
                                        <p:attrNameLst>
                                          <p:attrName>style.visibility</p:attrName>
                                        </p:attrNameLst>
                                      </p:cBhvr>
                                      <p:to>
                                        <p:strVal val="visible"/>
                                      </p:to>
                                    </p:set>
                                    <p:animEffect transition="in" filter="box(in)">
                                      <p:cBhvr>
                                        <p:cTn id="82" dur="500"/>
                                        <p:tgtEl>
                                          <p:spTgt spid="1146966"/>
                                        </p:tgtEl>
                                      </p:cBhvr>
                                    </p:animEffect>
                                  </p:childTnLst>
                                  <p:subTnLst>
                                    <p:audio>
                                      <p:cMediaNode>
                                        <p:cTn display="0" masterRel="sameClick">
                                          <p:stCondLst>
                                            <p:cond evt="begin" delay="0">
                                              <p:tn val="80"/>
                                            </p:cond>
                                          </p:stCondLst>
                                          <p:endCondLst>
                                            <p:cond evt="onStopAudio" delay="0">
                                              <p:tgtEl>
                                                <p:sldTgt/>
                                              </p:tgtEl>
                                            </p:cond>
                                          </p:endCondLst>
                                        </p:cTn>
                                        <p:tgtEl>
                                          <p:sndTgt r:embed="rId3" name="camera.wav"/>
                                        </p:tgtEl>
                                      </p:cMediaNode>
                                    </p:audio>
                                  </p:subTnLst>
                                </p:cTn>
                              </p:par>
                            </p:childTnLst>
                          </p:cTn>
                        </p:par>
                        <p:par>
                          <p:cTn id="83" fill="hold">
                            <p:stCondLst>
                              <p:cond delay="500"/>
                            </p:stCondLst>
                            <p:childTnLst>
                              <p:par>
                                <p:cTn id="84" presetID="18" presetClass="entr" presetSubtype="3" fill="hold" nodeType="afterEffect">
                                  <p:stCondLst>
                                    <p:cond delay="0"/>
                                  </p:stCondLst>
                                  <p:childTnLst>
                                    <p:set>
                                      <p:cBhvr>
                                        <p:cTn id="85" dur="1" fill="hold">
                                          <p:stCondLst>
                                            <p:cond delay="0"/>
                                          </p:stCondLst>
                                        </p:cTn>
                                        <p:tgtEl>
                                          <p:spTgt spid="1146967"/>
                                        </p:tgtEl>
                                        <p:attrNameLst>
                                          <p:attrName>style.visibility</p:attrName>
                                        </p:attrNameLst>
                                      </p:cBhvr>
                                      <p:to>
                                        <p:strVal val="visible"/>
                                      </p:to>
                                    </p:set>
                                    <p:animEffect transition="in" filter="strips(upRight)">
                                      <p:cBhvr>
                                        <p:cTn id="86" dur="500"/>
                                        <p:tgtEl>
                                          <p:spTgt spid="1146967"/>
                                        </p:tgtEl>
                                      </p:cBhvr>
                                    </p:animEffect>
                                  </p:childTnLst>
                                  <p:subTnLst>
                                    <p:audio>
                                      <p:cMediaNode>
                                        <p:cTn display="0" masterRel="sameClick">
                                          <p:stCondLst>
                                            <p:cond evt="begin" delay="0">
                                              <p:tn val="84"/>
                                            </p:cond>
                                          </p:stCondLst>
                                          <p:endCondLst>
                                            <p:cond evt="onStopAudio" delay="0">
                                              <p:tgtEl>
                                                <p:sldTgt/>
                                              </p:tgtEl>
                                            </p:cond>
                                          </p:endCondLst>
                                        </p:cTn>
                                        <p:tgtEl>
                                          <p:sndTgt r:embed="rId3" name="camera.wav"/>
                                        </p:tgtEl>
                                      </p:cMediaNode>
                                    </p:audio>
                                  </p:subTnLst>
                                </p:cTn>
                              </p:par>
                            </p:childTnLst>
                          </p:cTn>
                        </p:par>
                      </p:childTnLst>
                    </p:cTn>
                  </p:par>
                  <p:par>
                    <p:cTn id="87" fill="hold">
                      <p:stCondLst>
                        <p:cond delay="indefinite"/>
                      </p:stCondLst>
                      <p:childTnLst>
                        <p:par>
                          <p:cTn id="88" fill="hold">
                            <p:stCondLst>
                              <p:cond delay="0"/>
                            </p:stCondLst>
                            <p:childTnLst>
                              <p:par>
                                <p:cTn id="89" presetID="18" presetClass="entr" presetSubtype="12" fill="hold" nodeType="clickEffect">
                                  <p:stCondLst>
                                    <p:cond delay="0"/>
                                  </p:stCondLst>
                                  <p:childTnLst>
                                    <p:set>
                                      <p:cBhvr>
                                        <p:cTn id="90" dur="1" fill="hold">
                                          <p:stCondLst>
                                            <p:cond delay="0"/>
                                          </p:stCondLst>
                                        </p:cTn>
                                        <p:tgtEl>
                                          <p:spTgt spid="1146970"/>
                                        </p:tgtEl>
                                        <p:attrNameLst>
                                          <p:attrName>style.visibility</p:attrName>
                                        </p:attrNameLst>
                                      </p:cBhvr>
                                      <p:to>
                                        <p:strVal val="visible"/>
                                      </p:to>
                                    </p:set>
                                    <p:animEffect transition="in" filter="strips(downLeft)">
                                      <p:cBhvr>
                                        <p:cTn id="91" dur="1000"/>
                                        <p:tgtEl>
                                          <p:spTgt spid="1146970"/>
                                        </p:tgtEl>
                                      </p:cBhvr>
                                    </p:animEffect>
                                  </p:childTnLst>
                                  <p:subTnLst>
                                    <p:set>
                                      <p:cBhvr override="childStyle">
                                        <p:cTn dur="1" fill="hold" display="0" masterRel="sameClick" afterEffect="1">
                                          <p:stCondLst>
                                            <p:cond evt="end" delay="0">
                                              <p:tn val="89"/>
                                            </p:cond>
                                          </p:stCondLst>
                                        </p:cTn>
                                        <p:tgtEl>
                                          <p:spTgt spid="1146970"/>
                                        </p:tgtEl>
                                        <p:attrNameLst>
                                          <p:attrName>style.visibility</p:attrName>
                                        </p:attrNameLst>
                                      </p:cBhvr>
                                      <p:to>
                                        <p:strVal val="hidden"/>
                                      </p:to>
                                    </p:se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childTnLst>
                    </p:cTn>
                  </p:par>
                  <p:par>
                    <p:cTn id="92" fill="hold">
                      <p:stCondLst>
                        <p:cond delay="indefinite"/>
                      </p:stCondLst>
                      <p:childTnLst>
                        <p:par>
                          <p:cTn id="93" fill="hold">
                            <p:stCondLst>
                              <p:cond delay="0"/>
                            </p:stCondLst>
                            <p:childTnLst>
                              <p:par>
                                <p:cTn id="94" presetID="4" presetClass="entr" presetSubtype="16" fill="hold" grpId="0" nodeType="clickEffect">
                                  <p:stCondLst>
                                    <p:cond delay="0"/>
                                  </p:stCondLst>
                                  <p:childTnLst>
                                    <p:set>
                                      <p:cBhvr>
                                        <p:cTn id="95" dur="1" fill="hold">
                                          <p:stCondLst>
                                            <p:cond delay="0"/>
                                          </p:stCondLst>
                                        </p:cTn>
                                        <p:tgtEl>
                                          <p:spTgt spid="1146977"/>
                                        </p:tgtEl>
                                        <p:attrNameLst>
                                          <p:attrName>style.visibility</p:attrName>
                                        </p:attrNameLst>
                                      </p:cBhvr>
                                      <p:to>
                                        <p:strVal val="visible"/>
                                      </p:to>
                                    </p:set>
                                    <p:animEffect transition="in" filter="box(in)">
                                      <p:cBhvr>
                                        <p:cTn id="96" dur="500"/>
                                        <p:tgtEl>
                                          <p:spTgt spid="1146977"/>
                                        </p:tgtEl>
                                      </p:cBhvr>
                                    </p:animEffect>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par>
                          <p:cTn id="97" fill="hold">
                            <p:stCondLst>
                              <p:cond delay="500"/>
                            </p:stCondLst>
                            <p:childTnLst>
                              <p:par>
                                <p:cTn id="98" presetID="18" presetClass="entr" presetSubtype="3" fill="hold" nodeType="afterEffect">
                                  <p:stCondLst>
                                    <p:cond delay="0"/>
                                  </p:stCondLst>
                                  <p:childTnLst>
                                    <p:set>
                                      <p:cBhvr>
                                        <p:cTn id="99" dur="1" fill="hold">
                                          <p:stCondLst>
                                            <p:cond delay="0"/>
                                          </p:stCondLst>
                                        </p:cTn>
                                        <p:tgtEl>
                                          <p:spTgt spid="1146974"/>
                                        </p:tgtEl>
                                        <p:attrNameLst>
                                          <p:attrName>style.visibility</p:attrName>
                                        </p:attrNameLst>
                                      </p:cBhvr>
                                      <p:to>
                                        <p:strVal val="visible"/>
                                      </p:to>
                                    </p:set>
                                    <p:animEffect transition="in" filter="strips(upRight)">
                                      <p:cBhvr>
                                        <p:cTn id="100" dur="500"/>
                                        <p:tgtEl>
                                          <p:spTgt spid="1146974"/>
                                        </p:tgtEl>
                                      </p:cBhvr>
                                    </p:animEffect>
                                  </p:childTnLst>
                                  <p:subTnLst>
                                    <p:audio>
                                      <p:cMediaNode>
                                        <p:cTn display="0" masterRel="sameClick">
                                          <p:stCondLst>
                                            <p:cond evt="begin" delay="0">
                                              <p:tn val="98"/>
                                            </p:cond>
                                          </p:stCondLst>
                                          <p:endCondLst>
                                            <p:cond evt="onStopAudio" delay="0">
                                              <p:tgtEl>
                                                <p:sldTgt/>
                                              </p:tgtEl>
                                            </p:cond>
                                          </p:endCondLst>
                                        </p:cTn>
                                        <p:tgtEl>
                                          <p:sndTgt r:embed="rId3" name="camera.wav"/>
                                        </p:tgtEl>
                                      </p:cMediaNode>
                                    </p:audio>
                                  </p:subTnLst>
                                </p:cTn>
                              </p:par>
                            </p:childTnLst>
                          </p:cTn>
                        </p:par>
                      </p:childTnLst>
                    </p:cTn>
                  </p:par>
                  <p:par>
                    <p:cTn id="101" fill="hold">
                      <p:stCondLst>
                        <p:cond delay="indefinite"/>
                      </p:stCondLst>
                      <p:childTnLst>
                        <p:par>
                          <p:cTn id="102" fill="hold">
                            <p:stCondLst>
                              <p:cond delay="0"/>
                            </p:stCondLst>
                            <p:childTnLst>
                              <p:par>
                                <p:cTn id="103" presetID="18" presetClass="entr" presetSubtype="12" fill="hold" nodeType="clickEffect">
                                  <p:stCondLst>
                                    <p:cond delay="0"/>
                                  </p:stCondLst>
                                  <p:childTnLst>
                                    <p:set>
                                      <p:cBhvr>
                                        <p:cTn id="104" dur="1" fill="hold">
                                          <p:stCondLst>
                                            <p:cond delay="0"/>
                                          </p:stCondLst>
                                        </p:cTn>
                                        <p:tgtEl>
                                          <p:spTgt spid="1146978"/>
                                        </p:tgtEl>
                                        <p:attrNameLst>
                                          <p:attrName>style.visibility</p:attrName>
                                        </p:attrNameLst>
                                      </p:cBhvr>
                                      <p:to>
                                        <p:strVal val="visible"/>
                                      </p:to>
                                    </p:set>
                                    <p:animEffect transition="in" filter="strips(downLeft)">
                                      <p:cBhvr>
                                        <p:cTn id="105" dur="1000"/>
                                        <p:tgtEl>
                                          <p:spTgt spid="1146978"/>
                                        </p:tgtEl>
                                      </p:cBhvr>
                                    </p:animEffect>
                                  </p:childTnLst>
                                  <p:subTnLst>
                                    <p:set>
                                      <p:cBhvr override="childStyle">
                                        <p:cTn dur="1" fill="hold" display="0" masterRel="sameClick" afterEffect="1">
                                          <p:stCondLst>
                                            <p:cond evt="end" delay="0">
                                              <p:tn val="103"/>
                                            </p:cond>
                                          </p:stCondLst>
                                        </p:cTn>
                                        <p:tgtEl>
                                          <p:spTgt spid="1146978"/>
                                        </p:tgtEl>
                                        <p:attrNameLst>
                                          <p:attrName>style.visibility</p:attrName>
                                        </p:attrNameLst>
                                      </p:cBhvr>
                                      <p:to>
                                        <p:strVal val="hidden"/>
                                      </p:to>
                                    </p:set>
                                    <p:audio>
                                      <p:cMediaNode>
                                        <p:cTn display="0" masterRel="sameClick">
                                          <p:stCondLst>
                                            <p:cond evt="begin" delay="0">
                                              <p:tn val="103"/>
                                            </p:cond>
                                          </p:stCondLst>
                                          <p:endCondLst>
                                            <p:cond evt="onStopAudio" delay="0">
                                              <p:tgtEl>
                                                <p:sldTgt/>
                                              </p:tgtEl>
                                            </p:cond>
                                          </p:endCondLst>
                                        </p:cTn>
                                        <p:tgtEl>
                                          <p:sndTgt r:embed="rId3" name="camera.wav"/>
                                        </p:tgtEl>
                                      </p:cMediaNode>
                                    </p:audio>
                                  </p:subTnLst>
                                </p:cTn>
                              </p:par>
                            </p:childTnLst>
                          </p:cTn>
                        </p:par>
                        <p:par>
                          <p:cTn id="106" fill="hold">
                            <p:stCondLst>
                              <p:cond delay="1000"/>
                            </p:stCondLst>
                            <p:childTnLst>
                              <p:par>
                                <p:cTn id="107" presetID="4" presetClass="entr" presetSubtype="16" fill="hold" grpId="0" nodeType="afterEffect">
                                  <p:stCondLst>
                                    <p:cond delay="0"/>
                                  </p:stCondLst>
                                  <p:childTnLst>
                                    <p:set>
                                      <p:cBhvr>
                                        <p:cTn id="108" dur="1" fill="hold">
                                          <p:stCondLst>
                                            <p:cond delay="0"/>
                                          </p:stCondLst>
                                        </p:cTn>
                                        <p:tgtEl>
                                          <p:spTgt spid="1146982"/>
                                        </p:tgtEl>
                                        <p:attrNameLst>
                                          <p:attrName>style.visibility</p:attrName>
                                        </p:attrNameLst>
                                      </p:cBhvr>
                                      <p:to>
                                        <p:strVal val="visible"/>
                                      </p:to>
                                    </p:set>
                                    <p:animEffect transition="in" filter="box(in)">
                                      <p:cBhvr>
                                        <p:cTn id="109" dur="500"/>
                                        <p:tgtEl>
                                          <p:spTgt spid="1146982"/>
                                        </p:tgtEl>
                                      </p:cBhvr>
                                    </p:animEffect>
                                  </p:childTnLst>
                                  <p:subTnLst>
                                    <p:audio>
                                      <p:cMediaNode>
                                        <p:cTn display="0" masterRel="sameClick">
                                          <p:stCondLst>
                                            <p:cond evt="begin" delay="0">
                                              <p:tn val="107"/>
                                            </p:cond>
                                          </p:stCondLst>
                                          <p:endCondLst>
                                            <p:cond evt="onStopAudio" delay="0">
                                              <p:tgtEl>
                                                <p:sldTgt/>
                                              </p:tgtEl>
                                            </p:cond>
                                          </p:endCondLst>
                                        </p:cTn>
                                        <p:tgtEl>
                                          <p:sndTgt r:embed="rId3" name="camera.wav"/>
                                        </p:tgtEl>
                                      </p:cMediaNode>
                                    </p:audio>
                                  </p:subTnLst>
                                </p:cTn>
                              </p:par>
                            </p:childTnLst>
                          </p:cTn>
                        </p:par>
                        <p:par>
                          <p:cTn id="110" fill="hold">
                            <p:stCondLst>
                              <p:cond delay="1500"/>
                            </p:stCondLst>
                            <p:childTnLst>
                              <p:par>
                                <p:cTn id="111" presetID="4" presetClass="entr" presetSubtype="16" fill="hold" grpId="0" nodeType="afterEffect">
                                  <p:stCondLst>
                                    <p:cond delay="0"/>
                                  </p:stCondLst>
                                  <p:childTnLst>
                                    <p:set>
                                      <p:cBhvr>
                                        <p:cTn id="112" dur="1" fill="hold">
                                          <p:stCondLst>
                                            <p:cond delay="0"/>
                                          </p:stCondLst>
                                        </p:cTn>
                                        <p:tgtEl>
                                          <p:spTgt spid="1146983"/>
                                        </p:tgtEl>
                                        <p:attrNameLst>
                                          <p:attrName>style.visibility</p:attrName>
                                        </p:attrNameLst>
                                      </p:cBhvr>
                                      <p:to>
                                        <p:strVal val="visible"/>
                                      </p:to>
                                    </p:set>
                                    <p:animEffect transition="in" filter="box(in)">
                                      <p:cBhvr>
                                        <p:cTn id="113" dur="500"/>
                                        <p:tgtEl>
                                          <p:spTgt spid="1146983"/>
                                        </p:tgtEl>
                                      </p:cBhvr>
                                    </p:animEffect>
                                  </p:childTnLst>
                                  <p:subTnLst>
                                    <p:audio>
                                      <p:cMediaNode>
                                        <p:cTn display="0" masterRel="sameClick">
                                          <p:stCondLst>
                                            <p:cond evt="begin" delay="0">
                                              <p:tn val="111"/>
                                            </p:cond>
                                          </p:stCondLst>
                                          <p:endCondLst>
                                            <p:cond evt="onStopAudio" delay="0">
                                              <p:tgtEl>
                                                <p:sldTgt/>
                                              </p:tgtEl>
                                            </p:cond>
                                          </p:endCondLst>
                                        </p:cTn>
                                        <p:tgtEl>
                                          <p:sndTgt r:embed="rId3" name="camera.wav"/>
                                        </p:tgtEl>
                                      </p:cMediaNode>
                                    </p:audio>
                                  </p:subTnLst>
                                </p:cTn>
                              </p:par>
                            </p:childTnLst>
                          </p:cTn>
                        </p:par>
                      </p:childTnLst>
                    </p:cTn>
                  </p:par>
                  <p:par>
                    <p:cTn id="114" fill="hold">
                      <p:stCondLst>
                        <p:cond delay="indefinite"/>
                      </p:stCondLst>
                      <p:childTnLst>
                        <p:par>
                          <p:cTn id="115" fill="hold">
                            <p:stCondLst>
                              <p:cond delay="0"/>
                            </p:stCondLst>
                            <p:childTnLst>
                              <p:par>
                                <p:cTn id="116" presetID="4" presetClass="entr" presetSubtype="16" fill="hold" grpId="0" nodeType="clickEffect">
                                  <p:stCondLst>
                                    <p:cond delay="0"/>
                                  </p:stCondLst>
                                  <p:childTnLst>
                                    <p:set>
                                      <p:cBhvr>
                                        <p:cTn id="117" dur="1" fill="hold">
                                          <p:stCondLst>
                                            <p:cond delay="0"/>
                                          </p:stCondLst>
                                        </p:cTn>
                                        <p:tgtEl>
                                          <p:spTgt spid="1146990"/>
                                        </p:tgtEl>
                                        <p:attrNameLst>
                                          <p:attrName>style.visibility</p:attrName>
                                        </p:attrNameLst>
                                      </p:cBhvr>
                                      <p:to>
                                        <p:strVal val="visible"/>
                                      </p:to>
                                    </p:set>
                                    <p:animEffect transition="in" filter="box(in)">
                                      <p:cBhvr>
                                        <p:cTn id="118" dur="500"/>
                                        <p:tgtEl>
                                          <p:spTgt spid="1146990"/>
                                        </p:tgtEl>
                                      </p:cBhvr>
                                    </p:animEffect>
                                  </p:childTnLst>
                                  <p:subTnLst>
                                    <p:audio>
                                      <p:cMediaNode>
                                        <p:cTn display="0" masterRel="sameClick">
                                          <p:stCondLst>
                                            <p:cond evt="begin" delay="0">
                                              <p:tn val="116"/>
                                            </p:cond>
                                          </p:stCondLst>
                                          <p:endCondLst>
                                            <p:cond evt="onStopAudio" delay="0">
                                              <p:tgtEl>
                                                <p:sldTgt/>
                                              </p:tgtEl>
                                            </p:cond>
                                          </p:endCondLst>
                                        </p:cTn>
                                        <p:tgtEl>
                                          <p:sndTgt r:embed="rId3" name="camera.wav"/>
                                        </p:tgtEl>
                                      </p:cMediaNode>
                                    </p:audio>
                                  </p:subTnLst>
                                </p:cTn>
                              </p:par>
                            </p:childTnLst>
                          </p:cTn>
                        </p:par>
                        <p:par>
                          <p:cTn id="119" fill="hold">
                            <p:stCondLst>
                              <p:cond delay="500"/>
                            </p:stCondLst>
                            <p:childTnLst>
                              <p:par>
                                <p:cTn id="120" presetID="18" presetClass="entr" presetSubtype="3" fill="hold" nodeType="afterEffect">
                                  <p:stCondLst>
                                    <p:cond delay="0"/>
                                  </p:stCondLst>
                                  <p:childTnLst>
                                    <p:set>
                                      <p:cBhvr>
                                        <p:cTn id="121" dur="1" fill="hold">
                                          <p:stCondLst>
                                            <p:cond delay="0"/>
                                          </p:stCondLst>
                                        </p:cTn>
                                        <p:tgtEl>
                                          <p:spTgt spid="1146984"/>
                                        </p:tgtEl>
                                        <p:attrNameLst>
                                          <p:attrName>style.visibility</p:attrName>
                                        </p:attrNameLst>
                                      </p:cBhvr>
                                      <p:to>
                                        <p:strVal val="visible"/>
                                      </p:to>
                                    </p:set>
                                    <p:animEffect transition="in" filter="strips(upRight)">
                                      <p:cBhvr>
                                        <p:cTn id="122" dur="500"/>
                                        <p:tgtEl>
                                          <p:spTgt spid="1146984"/>
                                        </p:tgtEl>
                                      </p:cBhvr>
                                    </p:animEffect>
                                  </p:childTnLst>
                                  <p:subTnLst>
                                    <p:audio>
                                      <p:cMediaNode>
                                        <p:cTn display="0" masterRel="sameClick">
                                          <p:stCondLst>
                                            <p:cond evt="begin" delay="0">
                                              <p:tn val="120"/>
                                            </p:cond>
                                          </p:stCondLst>
                                          <p:endCondLst>
                                            <p:cond evt="onStopAudio" delay="0">
                                              <p:tgtEl>
                                                <p:sldTgt/>
                                              </p:tgtEl>
                                            </p:cond>
                                          </p:endCondLst>
                                        </p:cTn>
                                        <p:tgtEl>
                                          <p:sndTgt r:embed="rId3" name="camera.wav"/>
                                        </p:tgtEl>
                                      </p:cMediaNode>
                                    </p:audio>
                                  </p:subTnLst>
                                </p:cTn>
                              </p:par>
                            </p:childTnLst>
                          </p:cTn>
                        </p:par>
                      </p:childTnLst>
                    </p:cTn>
                  </p:par>
                  <p:par>
                    <p:cTn id="123" fill="hold">
                      <p:stCondLst>
                        <p:cond delay="indefinite"/>
                      </p:stCondLst>
                      <p:childTnLst>
                        <p:par>
                          <p:cTn id="124" fill="hold">
                            <p:stCondLst>
                              <p:cond delay="0"/>
                            </p:stCondLst>
                            <p:childTnLst>
                              <p:par>
                                <p:cTn id="125" presetID="4" presetClass="entr" presetSubtype="16" fill="hold" grpId="0" nodeType="clickEffect">
                                  <p:stCondLst>
                                    <p:cond delay="0"/>
                                  </p:stCondLst>
                                  <p:childTnLst>
                                    <p:set>
                                      <p:cBhvr>
                                        <p:cTn id="126" dur="1" fill="hold">
                                          <p:stCondLst>
                                            <p:cond delay="0"/>
                                          </p:stCondLst>
                                        </p:cTn>
                                        <p:tgtEl>
                                          <p:spTgt spid="1146994"/>
                                        </p:tgtEl>
                                        <p:attrNameLst>
                                          <p:attrName>style.visibility</p:attrName>
                                        </p:attrNameLst>
                                      </p:cBhvr>
                                      <p:to>
                                        <p:strVal val="visible"/>
                                      </p:to>
                                    </p:set>
                                    <p:animEffect transition="in" filter="box(in)">
                                      <p:cBhvr>
                                        <p:cTn id="127" dur="500"/>
                                        <p:tgtEl>
                                          <p:spTgt spid="1146994"/>
                                        </p:tgtEl>
                                      </p:cBhvr>
                                    </p:animEffect>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childTnLst>
                          </p:cTn>
                        </p:par>
                        <p:par>
                          <p:cTn id="128" fill="hold">
                            <p:stCondLst>
                              <p:cond delay="500"/>
                            </p:stCondLst>
                            <p:childTnLst>
                              <p:par>
                                <p:cTn id="129" presetID="18" presetClass="entr" presetSubtype="3" fill="hold" nodeType="afterEffect">
                                  <p:stCondLst>
                                    <p:cond delay="0"/>
                                  </p:stCondLst>
                                  <p:childTnLst>
                                    <p:set>
                                      <p:cBhvr>
                                        <p:cTn id="130" dur="1" fill="hold">
                                          <p:stCondLst>
                                            <p:cond delay="0"/>
                                          </p:stCondLst>
                                        </p:cTn>
                                        <p:tgtEl>
                                          <p:spTgt spid="1146991"/>
                                        </p:tgtEl>
                                        <p:attrNameLst>
                                          <p:attrName>style.visibility</p:attrName>
                                        </p:attrNameLst>
                                      </p:cBhvr>
                                      <p:to>
                                        <p:strVal val="visible"/>
                                      </p:to>
                                    </p:set>
                                    <p:animEffect transition="in" filter="strips(upRight)">
                                      <p:cBhvr>
                                        <p:cTn id="131" dur="500"/>
                                        <p:tgtEl>
                                          <p:spTgt spid="1146991"/>
                                        </p:tgtEl>
                                      </p:cBhvr>
                                    </p:animEffect>
                                  </p:childTnLst>
                                  <p:subTnLst>
                                    <p:audio>
                                      <p:cMediaNode>
                                        <p:cTn display="0" masterRel="sameClick">
                                          <p:stCondLst>
                                            <p:cond evt="begin" delay="0">
                                              <p:tn val="129"/>
                                            </p:cond>
                                          </p:stCondLst>
                                          <p:endCondLst>
                                            <p:cond evt="onStopAudio" delay="0">
                                              <p:tgtEl>
                                                <p:sldTgt/>
                                              </p:tgtEl>
                                            </p:cond>
                                          </p:endCondLst>
                                        </p:cTn>
                                        <p:tgtEl>
                                          <p:sndTgt r:embed="rId3" name="camera.wav"/>
                                        </p:tgtEl>
                                      </p:cMediaNode>
                                    </p:audio>
                                  </p:subTnLst>
                                </p:cTn>
                              </p:par>
                            </p:childTnLst>
                          </p:cTn>
                        </p:par>
                      </p:childTnLst>
                    </p:cTn>
                  </p:par>
                  <p:par>
                    <p:cTn id="132" fill="hold">
                      <p:stCondLst>
                        <p:cond delay="indefinite"/>
                      </p:stCondLst>
                      <p:childTnLst>
                        <p:par>
                          <p:cTn id="133" fill="hold">
                            <p:stCondLst>
                              <p:cond delay="0"/>
                            </p:stCondLst>
                            <p:childTnLst>
                              <p:par>
                                <p:cTn id="134" presetID="18" presetClass="entr" presetSubtype="12" fill="hold" nodeType="clickEffect">
                                  <p:stCondLst>
                                    <p:cond delay="0"/>
                                  </p:stCondLst>
                                  <p:childTnLst>
                                    <p:set>
                                      <p:cBhvr>
                                        <p:cTn id="135" dur="1" fill="hold">
                                          <p:stCondLst>
                                            <p:cond delay="0"/>
                                          </p:stCondLst>
                                        </p:cTn>
                                        <p:tgtEl>
                                          <p:spTgt spid="1146995"/>
                                        </p:tgtEl>
                                        <p:attrNameLst>
                                          <p:attrName>style.visibility</p:attrName>
                                        </p:attrNameLst>
                                      </p:cBhvr>
                                      <p:to>
                                        <p:strVal val="visible"/>
                                      </p:to>
                                    </p:set>
                                    <p:animEffect transition="in" filter="strips(downLeft)">
                                      <p:cBhvr>
                                        <p:cTn id="136" dur="1000"/>
                                        <p:tgtEl>
                                          <p:spTgt spid="1146995"/>
                                        </p:tgtEl>
                                      </p:cBhvr>
                                    </p:animEffect>
                                  </p:childTnLst>
                                  <p:subTnLst>
                                    <p:set>
                                      <p:cBhvr override="childStyle">
                                        <p:cTn dur="1" fill="hold" display="0" masterRel="sameClick" afterEffect="1">
                                          <p:stCondLst>
                                            <p:cond evt="end" delay="0">
                                              <p:tn val="134"/>
                                            </p:cond>
                                          </p:stCondLst>
                                        </p:cTn>
                                        <p:tgtEl>
                                          <p:spTgt spid="1146995"/>
                                        </p:tgtEl>
                                        <p:attrNameLst>
                                          <p:attrName>style.visibility</p:attrName>
                                        </p:attrNameLst>
                                      </p:cBhvr>
                                      <p:to>
                                        <p:strVal val="hidden"/>
                                      </p:to>
                                    </p:set>
                                    <p:audio>
                                      <p:cMediaNode>
                                        <p:cTn display="0" masterRel="sameClick">
                                          <p:stCondLst>
                                            <p:cond evt="begin" delay="0">
                                              <p:tn val="134"/>
                                            </p:cond>
                                          </p:stCondLst>
                                          <p:endCondLst>
                                            <p:cond evt="onStopAudio" delay="0">
                                              <p:tgtEl>
                                                <p:sldTgt/>
                                              </p:tgtEl>
                                            </p:cond>
                                          </p:endCondLst>
                                        </p:cTn>
                                        <p:tgtEl>
                                          <p:sndTgt r:embed="rId3" name="camera.wav"/>
                                        </p:tgtEl>
                                      </p:cMediaNode>
                                    </p:audio>
                                  </p:subTnLst>
                                </p:cTn>
                              </p:par>
                            </p:childTnLst>
                          </p:cTn>
                        </p:par>
                        <p:par>
                          <p:cTn id="137" fill="hold">
                            <p:stCondLst>
                              <p:cond delay="1000"/>
                            </p:stCondLst>
                            <p:childTnLst>
                              <p:par>
                                <p:cTn id="138" presetID="4" presetClass="entr" presetSubtype="16" fill="hold" grpId="0" nodeType="afterEffect">
                                  <p:stCondLst>
                                    <p:cond delay="0"/>
                                  </p:stCondLst>
                                  <p:childTnLst>
                                    <p:set>
                                      <p:cBhvr>
                                        <p:cTn id="139" dur="1" fill="hold">
                                          <p:stCondLst>
                                            <p:cond delay="0"/>
                                          </p:stCondLst>
                                        </p:cTn>
                                        <p:tgtEl>
                                          <p:spTgt spid="1146999"/>
                                        </p:tgtEl>
                                        <p:attrNameLst>
                                          <p:attrName>style.visibility</p:attrName>
                                        </p:attrNameLst>
                                      </p:cBhvr>
                                      <p:to>
                                        <p:strVal val="visible"/>
                                      </p:to>
                                    </p:set>
                                    <p:animEffect transition="in" filter="box(in)">
                                      <p:cBhvr>
                                        <p:cTn id="140" dur="500"/>
                                        <p:tgtEl>
                                          <p:spTgt spid="1146999"/>
                                        </p:tgtEl>
                                      </p:cBhvr>
                                    </p:animEffect>
                                  </p:childTnLst>
                                  <p:subTnLst>
                                    <p:audio>
                                      <p:cMediaNode>
                                        <p:cTn display="0" masterRel="sameClick">
                                          <p:stCondLst>
                                            <p:cond evt="begin" delay="0">
                                              <p:tn val="138"/>
                                            </p:cond>
                                          </p:stCondLst>
                                          <p:endCondLst>
                                            <p:cond evt="onStopAudio" delay="0">
                                              <p:tgtEl>
                                                <p:sldTgt/>
                                              </p:tgtEl>
                                            </p:cond>
                                          </p:endCondLst>
                                        </p:cTn>
                                        <p:tgtEl>
                                          <p:sndTgt r:embed="rId3" name="camera.wav"/>
                                        </p:tgtEl>
                                      </p:cMediaNode>
                                    </p:audio>
                                  </p:subTnLst>
                                </p:cTn>
                              </p:par>
                            </p:childTnLst>
                          </p:cTn>
                        </p:par>
                        <p:par>
                          <p:cTn id="141" fill="hold">
                            <p:stCondLst>
                              <p:cond delay="1500"/>
                            </p:stCondLst>
                            <p:childTnLst>
                              <p:par>
                                <p:cTn id="142" presetID="4" presetClass="entr" presetSubtype="16" fill="hold" grpId="0" nodeType="afterEffect">
                                  <p:stCondLst>
                                    <p:cond delay="0"/>
                                  </p:stCondLst>
                                  <p:childTnLst>
                                    <p:set>
                                      <p:cBhvr>
                                        <p:cTn id="143" dur="1" fill="hold">
                                          <p:stCondLst>
                                            <p:cond delay="0"/>
                                          </p:stCondLst>
                                        </p:cTn>
                                        <p:tgtEl>
                                          <p:spTgt spid="1147000"/>
                                        </p:tgtEl>
                                        <p:attrNameLst>
                                          <p:attrName>style.visibility</p:attrName>
                                        </p:attrNameLst>
                                      </p:cBhvr>
                                      <p:to>
                                        <p:strVal val="visible"/>
                                      </p:to>
                                    </p:set>
                                    <p:animEffect transition="in" filter="box(in)">
                                      <p:cBhvr>
                                        <p:cTn id="144" dur="500"/>
                                        <p:tgtEl>
                                          <p:spTgt spid="1147000"/>
                                        </p:tgtEl>
                                      </p:cBhvr>
                                    </p:animEffect>
                                  </p:childTnLst>
                                  <p:subTnLst>
                                    <p:audio>
                                      <p:cMediaNode>
                                        <p:cTn display="0" masterRel="sameClick">
                                          <p:stCondLst>
                                            <p:cond evt="begin" delay="0">
                                              <p:tn val="142"/>
                                            </p:cond>
                                          </p:stCondLst>
                                          <p:endCondLst>
                                            <p:cond evt="onStopAudio" delay="0">
                                              <p:tgtEl>
                                                <p:sldTgt/>
                                              </p:tgtEl>
                                            </p:cond>
                                          </p:endCondLst>
                                        </p:cTn>
                                        <p:tgtEl>
                                          <p:sndTgt r:embed="rId3" name="camera.wav"/>
                                        </p:tgtEl>
                                      </p:cMediaNode>
                                    </p:audio>
                                  </p:subTnLst>
                                </p:cTn>
                              </p:par>
                            </p:childTnLst>
                          </p:cTn>
                        </p:par>
                        <p:par>
                          <p:cTn id="145" fill="hold">
                            <p:stCondLst>
                              <p:cond delay="2000"/>
                            </p:stCondLst>
                            <p:childTnLst>
                              <p:par>
                                <p:cTn id="146" presetID="4" presetClass="entr" presetSubtype="16" fill="hold" grpId="0" nodeType="afterEffect">
                                  <p:stCondLst>
                                    <p:cond delay="0"/>
                                  </p:stCondLst>
                                  <p:childTnLst>
                                    <p:set>
                                      <p:cBhvr>
                                        <p:cTn id="147" dur="1" fill="hold">
                                          <p:stCondLst>
                                            <p:cond delay="0"/>
                                          </p:stCondLst>
                                        </p:cTn>
                                        <p:tgtEl>
                                          <p:spTgt spid="1147004"/>
                                        </p:tgtEl>
                                        <p:attrNameLst>
                                          <p:attrName>style.visibility</p:attrName>
                                        </p:attrNameLst>
                                      </p:cBhvr>
                                      <p:to>
                                        <p:strVal val="visible"/>
                                      </p:to>
                                    </p:set>
                                    <p:animEffect transition="in" filter="box(in)">
                                      <p:cBhvr>
                                        <p:cTn id="148" dur="500"/>
                                        <p:tgtEl>
                                          <p:spTgt spid="1147004"/>
                                        </p:tgtEl>
                                      </p:cBhvr>
                                    </p:animEffect>
                                  </p:childTnLst>
                                  <p:subTnLst>
                                    <p:audio>
                                      <p:cMediaNode>
                                        <p:cTn display="0" masterRel="sameClick">
                                          <p:stCondLst>
                                            <p:cond evt="begin" delay="0">
                                              <p:tn val="146"/>
                                            </p:cond>
                                          </p:stCondLst>
                                          <p:endCondLst>
                                            <p:cond evt="onStopAudio" delay="0">
                                              <p:tgtEl>
                                                <p:sldTgt/>
                                              </p:tgtEl>
                                            </p:cond>
                                          </p:endCondLst>
                                        </p:cTn>
                                        <p:tgtEl>
                                          <p:sndTgt r:embed="rId3" name="camera.wav"/>
                                        </p:tgtEl>
                                      </p:cMediaNode>
                                    </p:audio>
                                  </p:subTnLst>
                                </p:cTn>
                              </p:par>
                            </p:childTnLst>
                          </p:cTn>
                        </p:par>
                        <p:par>
                          <p:cTn id="149" fill="hold">
                            <p:stCondLst>
                              <p:cond delay="2500"/>
                            </p:stCondLst>
                            <p:childTnLst>
                              <p:par>
                                <p:cTn id="150" presetID="18" presetClass="entr" presetSubtype="3" fill="hold" nodeType="afterEffect">
                                  <p:stCondLst>
                                    <p:cond delay="0"/>
                                  </p:stCondLst>
                                  <p:childTnLst>
                                    <p:set>
                                      <p:cBhvr>
                                        <p:cTn id="151" dur="1" fill="hold">
                                          <p:stCondLst>
                                            <p:cond delay="0"/>
                                          </p:stCondLst>
                                        </p:cTn>
                                        <p:tgtEl>
                                          <p:spTgt spid="1147001"/>
                                        </p:tgtEl>
                                        <p:attrNameLst>
                                          <p:attrName>style.visibility</p:attrName>
                                        </p:attrNameLst>
                                      </p:cBhvr>
                                      <p:to>
                                        <p:strVal val="visible"/>
                                      </p:to>
                                    </p:set>
                                    <p:animEffect transition="in" filter="strips(upRight)">
                                      <p:cBhvr>
                                        <p:cTn id="152" dur="500"/>
                                        <p:tgtEl>
                                          <p:spTgt spid="1147001"/>
                                        </p:tgtEl>
                                      </p:cBhvr>
                                    </p:animEffect>
                                  </p:childTnLst>
                                  <p:subTnLst>
                                    <p:audio>
                                      <p:cMediaNode>
                                        <p:cTn display="0" masterRel="sameClick">
                                          <p:stCondLst>
                                            <p:cond evt="begin" delay="0">
                                              <p:tn val="150"/>
                                            </p:cond>
                                          </p:stCondLst>
                                          <p:endCondLst>
                                            <p:cond evt="onStopAudio" delay="0">
                                              <p:tgtEl>
                                                <p:sldTgt/>
                                              </p:tgtEl>
                                            </p:cond>
                                          </p:endCondLst>
                                        </p:cTn>
                                        <p:tgtEl>
                                          <p:sndTgt r:embed="rId3" name="camera.wav"/>
                                        </p:tgtEl>
                                      </p:cMediaNode>
                                    </p:audio>
                                  </p:subTnLst>
                                </p:cTn>
                              </p:par>
                            </p:childTnLst>
                          </p:cTn>
                        </p:par>
                      </p:childTnLst>
                    </p:cTn>
                  </p:par>
                  <p:par>
                    <p:cTn id="153" fill="hold">
                      <p:stCondLst>
                        <p:cond delay="indefinite"/>
                      </p:stCondLst>
                      <p:childTnLst>
                        <p:par>
                          <p:cTn id="154" fill="hold">
                            <p:stCondLst>
                              <p:cond delay="0"/>
                            </p:stCondLst>
                            <p:childTnLst>
                              <p:par>
                                <p:cTn id="155" presetID="4" presetClass="entr" presetSubtype="16" fill="hold" grpId="0" nodeType="clickEffect">
                                  <p:stCondLst>
                                    <p:cond delay="0"/>
                                  </p:stCondLst>
                                  <p:childTnLst>
                                    <p:set>
                                      <p:cBhvr>
                                        <p:cTn id="156" dur="1" fill="hold">
                                          <p:stCondLst>
                                            <p:cond delay="0"/>
                                          </p:stCondLst>
                                        </p:cTn>
                                        <p:tgtEl>
                                          <p:spTgt spid="1147008"/>
                                        </p:tgtEl>
                                        <p:attrNameLst>
                                          <p:attrName>style.visibility</p:attrName>
                                        </p:attrNameLst>
                                      </p:cBhvr>
                                      <p:to>
                                        <p:strVal val="visible"/>
                                      </p:to>
                                    </p:set>
                                    <p:animEffect transition="in" filter="box(in)">
                                      <p:cBhvr>
                                        <p:cTn id="157" dur="500"/>
                                        <p:tgtEl>
                                          <p:spTgt spid="1147008"/>
                                        </p:tgtEl>
                                      </p:cBhvr>
                                    </p:animEffect>
                                  </p:childTnLst>
                                  <p:subTnLst>
                                    <p:audio>
                                      <p:cMediaNode>
                                        <p:cTn display="0" masterRel="sameClick">
                                          <p:stCondLst>
                                            <p:cond evt="begin" delay="0">
                                              <p:tn val="155"/>
                                            </p:cond>
                                          </p:stCondLst>
                                          <p:endCondLst>
                                            <p:cond evt="onStopAudio" delay="0">
                                              <p:tgtEl>
                                                <p:sldTgt/>
                                              </p:tgtEl>
                                            </p:cond>
                                          </p:endCondLst>
                                        </p:cTn>
                                        <p:tgtEl>
                                          <p:sndTgt r:embed="rId3" name="camera.wav"/>
                                        </p:tgtEl>
                                      </p:cMediaNode>
                                    </p:audio>
                                  </p:subTnLst>
                                </p:cTn>
                              </p:par>
                            </p:childTnLst>
                          </p:cTn>
                        </p:par>
                        <p:par>
                          <p:cTn id="158" fill="hold">
                            <p:stCondLst>
                              <p:cond delay="500"/>
                            </p:stCondLst>
                            <p:childTnLst>
                              <p:par>
                                <p:cTn id="159" presetID="18" presetClass="entr" presetSubtype="3" fill="hold" nodeType="afterEffect">
                                  <p:stCondLst>
                                    <p:cond delay="0"/>
                                  </p:stCondLst>
                                  <p:childTnLst>
                                    <p:set>
                                      <p:cBhvr>
                                        <p:cTn id="160" dur="1" fill="hold">
                                          <p:stCondLst>
                                            <p:cond delay="0"/>
                                          </p:stCondLst>
                                        </p:cTn>
                                        <p:tgtEl>
                                          <p:spTgt spid="1147005"/>
                                        </p:tgtEl>
                                        <p:attrNameLst>
                                          <p:attrName>style.visibility</p:attrName>
                                        </p:attrNameLst>
                                      </p:cBhvr>
                                      <p:to>
                                        <p:strVal val="visible"/>
                                      </p:to>
                                    </p:set>
                                    <p:animEffect transition="in" filter="strips(upRight)">
                                      <p:cBhvr>
                                        <p:cTn id="161" dur="500"/>
                                        <p:tgtEl>
                                          <p:spTgt spid="1147005"/>
                                        </p:tgtEl>
                                      </p:cBhvr>
                                    </p:animEffect>
                                  </p:childTnLst>
                                  <p:subTnLst>
                                    <p:audio>
                                      <p:cMediaNode>
                                        <p:cTn display="0" masterRel="sameClick">
                                          <p:stCondLst>
                                            <p:cond evt="begin" delay="0">
                                              <p:tn val="159"/>
                                            </p:cond>
                                          </p:stCondLst>
                                          <p:endCondLst>
                                            <p:cond evt="onStopAudio" delay="0">
                                              <p:tgtEl>
                                                <p:sldTgt/>
                                              </p:tgtEl>
                                            </p:cond>
                                          </p:endCondLst>
                                        </p:cTn>
                                        <p:tgtEl>
                                          <p:sndTgt r:embed="rId3" name="camera.wav"/>
                                        </p:tgtEl>
                                      </p:cMediaNode>
                                    </p:audio>
                                  </p:subTnLst>
                                </p:cTn>
                              </p:par>
                            </p:childTnLst>
                          </p:cTn>
                        </p:par>
                      </p:childTnLst>
                    </p:cTn>
                  </p:par>
                  <p:par>
                    <p:cTn id="162" fill="hold">
                      <p:stCondLst>
                        <p:cond delay="indefinite"/>
                      </p:stCondLst>
                      <p:childTnLst>
                        <p:par>
                          <p:cTn id="163" fill="hold">
                            <p:stCondLst>
                              <p:cond delay="0"/>
                            </p:stCondLst>
                            <p:childTnLst>
                              <p:par>
                                <p:cTn id="164" presetID="4" presetClass="entr" presetSubtype="16" fill="hold" grpId="0" nodeType="clickEffect">
                                  <p:stCondLst>
                                    <p:cond delay="0"/>
                                  </p:stCondLst>
                                  <p:childTnLst>
                                    <p:set>
                                      <p:cBhvr>
                                        <p:cTn id="165" dur="1" fill="hold">
                                          <p:stCondLst>
                                            <p:cond delay="0"/>
                                          </p:stCondLst>
                                        </p:cTn>
                                        <p:tgtEl>
                                          <p:spTgt spid="1147009"/>
                                        </p:tgtEl>
                                        <p:attrNameLst>
                                          <p:attrName>style.visibility</p:attrName>
                                        </p:attrNameLst>
                                      </p:cBhvr>
                                      <p:to>
                                        <p:strVal val="visible"/>
                                      </p:to>
                                    </p:set>
                                    <p:animEffect transition="in" filter="box(in)">
                                      <p:cBhvr>
                                        <p:cTn id="166" dur="500"/>
                                        <p:tgtEl>
                                          <p:spTgt spid="1147009"/>
                                        </p:tgtEl>
                                      </p:cBhvr>
                                    </p:animEffect>
                                  </p:childTnLst>
                                  <p:subTnLst>
                                    <p:audio>
                                      <p:cMediaNode>
                                        <p:cTn display="0" masterRel="sameClick">
                                          <p:stCondLst>
                                            <p:cond evt="begin" delay="0">
                                              <p:tn val="164"/>
                                            </p:cond>
                                          </p:stCondLst>
                                          <p:endCondLst>
                                            <p:cond evt="onStopAudio" delay="0">
                                              <p:tgtEl>
                                                <p:sldTgt/>
                                              </p:tgtEl>
                                            </p:cond>
                                          </p:endCondLst>
                                        </p:cTn>
                                        <p:tgtEl>
                                          <p:sndTgt r:embed="rId3" name="camera.wav"/>
                                        </p:tgtEl>
                                      </p:cMediaNode>
                                    </p:audio>
                                  </p:subTnLst>
                                </p:cTn>
                              </p:par>
                            </p:childTnLst>
                          </p:cTn>
                        </p:par>
                        <p:par>
                          <p:cTn id="167" fill="hold">
                            <p:stCondLst>
                              <p:cond delay="500"/>
                            </p:stCondLst>
                            <p:childTnLst>
                              <p:par>
                                <p:cTn id="168" presetID="18" presetClass="entr" presetSubtype="3" fill="hold" nodeType="afterEffect">
                                  <p:stCondLst>
                                    <p:cond delay="0"/>
                                  </p:stCondLst>
                                  <p:childTnLst>
                                    <p:set>
                                      <p:cBhvr>
                                        <p:cTn id="169" dur="1" fill="hold">
                                          <p:stCondLst>
                                            <p:cond delay="0"/>
                                          </p:stCondLst>
                                        </p:cTn>
                                        <p:tgtEl>
                                          <p:spTgt spid="1147010"/>
                                        </p:tgtEl>
                                        <p:attrNameLst>
                                          <p:attrName>style.visibility</p:attrName>
                                        </p:attrNameLst>
                                      </p:cBhvr>
                                      <p:to>
                                        <p:strVal val="visible"/>
                                      </p:to>
                                    </p:set>
                                    <p:animEffect transition="in" filter="strips(upRight)">
                                      <p:cBhvr>
                                        <p:cTn id="170" dur="500"/>
                                        <p:tgtEl>
                                          <p:spTgt spid="1147010"/>
                                        </p:tgtEl>
                                      </p:cBhvr>
                                    </p:animEffect>
                                  </p:childTnLst>
                                  <p:subTnLst>
                                    <p:audio>
                                      <p:cMediaNode>
                                        <p:cTn display="0" masterRel="sameClick">
                                          <p:stCondLst>
                                            <p:cond evt="begin" delay="0">
                                              <p:tn val="168"/>
                                            </p:cond>
                                          </p:stCondLst>
                                          <p:endCondLst>
                                            <p:cond evt="onStopAudio" delay="0">
                                              <p:tgtEl>
                                                <p:sldTgt/>
                                              </p:tgtEl>
                                            </p:cond>
                                          </p:endCondLst>
                                        </p:cTn>
                                        <p:tgtEl>
                                          <p:sndTgt r:embed="rId3" name="camera.wav"/>
                                        </p:tgtEl>
                                      </p:cMediaNode>
                                    </p:audio>
                                  </p:subTnLst>
                                </p:cTn>
                              </p:par>
                            </p:childTnLst>
                          </p:cTn>
                        </p:par>
                      </p:childTnLst>
                    </p:cTn>
                  </p:par>
                  <p:par>
                    <p:cTn id="171" fill="hold">
                      <p:stCondLst>
                        <p:cond delay="indefinite"/>
                      </p:stCondLst>
                      <p:childTnLst>
                        <p:par>
                          <p:cTn id="172" fill="hold">
                            <p:stCondLst>
                              <p:cond delay="0"/>
                            </p:stCondLst>
                            <p:childTnLst>
                              <p:par>
                                <p:cTn id="173" presetID="18" presetClass="entr" presetSubtype="12" fill="hold" nodeType="clickEffect">
                                  <p:stCondLst>
                                    <p:cond delay="0"/>
                                  </p:stCondLst>
                                  <p:childTnLst>
                                    <p:set>
                                      <p:cBhvr>
                                        <p:cTn id="174" dur="1" fill="hold">
                                          <p:stCondLst>
                                            <p:cond delay="0"/>
                                          </p:stCondLst>
                                        </p:cTn>
                                        <p:tgtEl>
                                          <p:spTgt spid="1147013"/>
                                        </p:tgtEl>
                                        <p:attrNameLst>
                                          <p:attrName>style.visibility</p:attrName>
                                        </p:attrNameLst>
                                      </p:cBhvr>
                                      <p:to>
                                        <p:strVal val="visible"/>
                                      </p:to>
                                    </p:set>
                                    <p:animEffect transition="in" filter="strips(downLeft)">
                                      <p:cBhvr>
                                        <p:cTn id="175" dur="1000"/>
                                        <p:tgtEl>
                                          <p:spTgt spid="1147013"/>
                                        </p:tgtEl>
                                      </p:cBhvr>
                                    </p:animEffect>
                                  </p:childTnLst>
                                  <p:subTnLst>
                                    <p:set>
                                      <p:cBhvr override="childStyle">
                                        <p:cTn dur="1" fill="hold" display="0" masterRel="sameClick" afterEffect="1">
                                          <p:stCondLst>
                                            <p:cond evt="end" delay="0">
                                              <p:tn val="173"/>
                                            </p:cond>
                                          </p:stCondLst>
                                        </p:cTn>
                                        <p:tgtEl>
                                          <p:spTgt spid="1147013"/>
                                        </p:tgtEl>
                                        <p:attrNameLst>
                                          <p:attrName>style.visibility</p:attrName>
                                        </p:attrNameLst>
                                      </p:cBhvr>
                                      <p:to>
                                        <p:strVal val="hidden"/>
                                      </p:to>
                                    </p:set>
                                    <p:audio>
                                      <p:cMediaNode>
                                        <p:cTn display="0" masterRel="sameClick">
                                          <p:stCondLst>
                                            <p:cond evt="begin" delay="0">
                                              <p:tn val="173"/>
                                            </p:cond>
                                          </p:stCondLst>
                                          <p:endCondLst>
                                            <p:cond evt="onStopAudio" delay="0">
                                              <p:tgtEl>
                                                <p:sldTgt/>
                                              </p:tgtEl>
                                            </p:cond>
                                          </p:endCondLst>
                                        </p:cTn>
                                        <p:tgtEl>
                                          <p:sndTgt r:embed="rId3" name="camera.wav"/>
                                        </p:tgtEl>
                                      </p:cMediaNode>
                                    </p:audio>
                                  </p:subTnLst>
                                </p:cTn>
                              </p:par>
                            </p:childTnLst>
                          </p:cTn>
                        </p:par>
                        <p:par>
                          <p:cTn id="176" fill="hold">
                            <p:stCondLst>
                              <p:cond delay="1000"/>
                            </p:stCondLst>
                            <p:childTnLst>
                              <p:par>
                                <p:cTn id="177" presetID="4" presetClass="entr" presetSubtype="16" fill="hold" grpId="0" nodeType="afterEffect">
                                  <p:stCondLst>
                                    <p:cond delay="0"/>
                                  </p:stCondLst>
                                  <p:childTnLst>
                                    <p:set>
                                      <p:cBhvr>
                                        <p:cTn id="178" dur="1" fill="hold">
                                          <p:stCondLst>
                                            <p:cond delay="0"/>
                                          </p:stCondLst>
                                        </p:cTn>
                                        <p:tgtEl>
                                          <p:spTgt spid="1147017"/>
                                        </p:tgtEl>
                                        <p:attrNameLst>
                                          <p:attrName>style.visibility</p:attrName>
                                        </p:attrNameLst>
                                      </p:cBhvr>
                                      <p:to>
                                        <p:strVal val="visible"/>
                                      </p:to>
                                    </p:set>
                                    <p:animEffect transition="in" filter="box(in)">
                                      <p:cBhvr>
                                        <p:cTn id="179" dur="500"/>
                                        <p:tgtEl>
                                          <p:spTgt spid="1147017"/>
                                        </p:tgtEl>
                                      </p:cBhvr>
                                    </p:animEffect>
                                  </p:childTnLst>
                                  <p:subTnLst>
                                    <p:audio>
                                      <p:cMediaNode>
                                        <p:cTn display="0" masterRel="sameClick">
                                          <p:stCondLst>
                                            <p:cond evt="begin" delay="0">
                                              <p:tn val="177"/>
                                            </p:cond>
                                          </p:stCondLst>
                                          <p:endCondLst>
                                            <p:cond evt="onStopAudio" delay="0">
                                              <p:tgtEl>
                                                <p:sldTgt/>
                                              </p:tgtEl>
                                            </p:cond>
                                          </p:endCondLst>
                                        </p:cTn>
                                        <p:tgtEl>
                                          <p:sndTgt r:embed="rId3" name="camera.wav"/>
                                        </p:tgtEl>
                                      </p:cMediaNode>
                                    </p:audio>
                                  </p:subTnLst>
                                </p:cTn>
                              </p:par>
                            </p:childTnLst>
                          </p:cTn>
                        </p:par>
                        <p:par>
                          <p:cTn id="180" fill="hold">
                            <p:stCondLst>
                              <p:cond delay="1500"/>
                            </p:stCondLst>
                            <p:childTnLst>
                              <p:par>
                                <p:cTn id="181" presetID="4" presetClass="entr" presetSubtype="16" fill="hold" grpId="0" nodeType="afterEffect">
                                  <p:stCondLst>
                                    <p:cond delay="0"/>
                                  </p:stCondLst>
                                  <p:childTnLst>
                                    <p:set>
                                      <p:cBhvr>
                                        <p:cTn id="182" dur="1" fill="hold">
                                          <p:stCondLst>
                                            <p:cond delay="0"/>
                                          </p:stCondLst>
                                        </p:cTn>
                                        <p:tgtEl>
                                          <p:spTgt spid="1147018"/>
                                        </p:tgtEl>
                                        <p:attrNameLst>
                                          <p:attrName>style.visibility</p:attrName>
                                        </p:attrNameLst>
                                      </p:cBhvr>
                                      <p:to>
                                        <p:strVal val="visible"/>
                                      </p:to>
                                    </p:set>
                                    <p:animEffect transition="in" filter="box(in)">
                                      <p:cBhvr>
                                        <p:cTn id="183" dur="500"/>
                                        <p:tgtEl>
                                          <p:spTgt spid="1147018"/>
                                        </p:tgtEl>
                                      </p:cBhvr>
                                    </p:animEffect>
                                  </p:childTnLst>
                                  <p:subTnLst>
                                    <p:audio>
                                      <p:cMediaNode>
                                        <p:cTn display="0" masterRel="sameClick">
                                          <p:stCondLst>
                                            <p:cond evt="begin" delay="0">
                                              <p:tn val="181"/>
                                            </p:cond>
                                          </p:stCondLst>
                                          <p:endCondLst>
                                            <p:cond evt="onStopAudio" delay="0">
                                              <p:tgtEl>
                                                <p:sldTgt/>
                                              </p:tgtEl>
                                            </p:cond>
                                          </p:endCondLst>
                                        </p:cTn>
                                        <p:tgtEl>
                                          <p:sndTgt r:embed="rId3" name="camera.wav"/>
                                        </p:tgtEl>
                                      </p:cMediaNode>
                                    </p:audio>
                                  </p:subTnLst>
                                </p:cTn>
                              </p:par>
                            </p:childTnLst>
                          </p:cTn>
                        </p:par>
                      </p:childTnLst>
                    </p:cTn>
                  </p:par>
                  <p:par>
                    <p:cTn id="184" fill="hold">
                      <p:stCondLst>
                        <p:cond delay="indefinite"/>
                      </p:stCondLst>
                      <p:childTnLst>
                        <p:par>
                          <p:cTn id="185" fill="hold">
                            <p:stCondLst>
                              <p:cond delay="0"/>
                            </p:stCondLst>
                            <p:childTnLst>
                              <p:par>
                                <p:cTn id="186" presetID="4" presetClass="entr" presetSubtype="16" fill="hold" grpId="0" nodeType="clickEffect">
                                  <p:stCondLst>
                                    <p:cond delay="0"/>
                                  </p:stCondLst>
                                  <p:childTnLst>
                                    <p:set>
                                      <p:cBhvr>
                                        <p:cTn id="187" dur="1" fill="hold">
                                          <p:stCondLst>
                                            <p:cond delay="0"/>
                                          </p:stCondLst>
                                        </p:cTn>
                                        <p:tgtEl>
                                          <p:spTgt spid="1147022"/>
                                        </p:tgtEl>
                                        <p:attrNameLst>
                                          <p:attrName>style.visibility</p:attrName>
                                        </p:attrNameLst>
                                      </p:cBhvr>
                                      <p:to>
                                        <p:strVal val="visible"/>
                                      </p:to>
                                    </p:set>
                                    <p:animEffect transition="in" filter="box(in)">
                                      <p:cBhvr>
                                        <p:cTn id="188" dur="500"/>
                                        <p:tgtEl>
                                          <p:spTgt spid="1147022"/>
                                        </p:tgtEl>
                                      </p:cBhvr>
                                    </p:animEffect>
                                  </p:childTnLst>
                                  <p:subTnLst>
                                    <p:audio>
                                      <p:cMediaNode>
                                        <p:cTn display="0" masterRel="sameClick">
                                          <p:stCondLst>
                                            <p:cond evt="begin" delay="0">
                                              <p:tn val="186"/>
                                            </p:cond>
                                          </p:stCondLst>
                                          <p:endCondLst>
                                            <p:cond evt="onStopAudio" delay="0">
                                              <p:tgtEl>
                                                <p:sldTgt/>
                                              </p:tgtEl>
                                            </p:cond>
                                          </p:endCondLst>
                                        </p:cTn>
                                        <p:tgtEl>
                                          <p:sndTgt r:embed="rId3" name="camera.wav"/>
                                        </p:tgtEl>
                                      </p:cMediaNode>
                                    </p:audio>
                                  </p:subTnLst>
                                </p:cTn>
                              </p:par>
                            </p:childTnLst>
                          </p:cTn>
                        </p:par>
                        <p:par>
                          <p:cTn id="189" fill="hold">
                            <p:stCondLst>
                              <p:cond delay="500"/>
                            </p:stCondLst>
                            <p:childTnLst>
                              <p:par>
                                <p:cTn id="190" presetID="18" presetClass="entr" presetSubtype="3" fill="hold" nodeType="afterEffect">
                                  <p:stCondLst>
                                    <p:cond delay="0"/>
                                  </p:stCondLst>
                                  <p:childTnLst>
                                    <p:set>
                                      <p:cBhvr>
                                        <p:cTn id="191" dur="1" fill="hold">
                                          <p:stCondLst>
                                            <p:cond delay="0"/>
                                          </p:stCondLst>
                                        </p:cTn>
                                        <p:tgtEl>
                                          <p:spTgt spid="1147019"/>
                                        </p:tgtEl>
                                        <p:attrNameLst>
                                          <p:attrName>style.visibility</p:attrName>
                                        </p:attrNameLst>
                                      </p:cBhvr>
                                      <p:to>
                                        <p:strVal val="visible"/>
                                      </p:to>
                                    </p:set>
                                    <p:animEffect transition="in" filter="strips(upRight)">
                                      <p:cBhvr>
                                        <p:cTn id="192" dur="500"/>
                                        <p:tgtEl>
                                          <p:spTgt spid="1147019"/>
                                        </p:tgtEl>
                                      </p:cBhvr>
                                    </p:animEffect>
                                  </p:childTnLst>
                                  <p:subTnLst>
                                    <p:audio>
                                      <p:cMediaNode>
                                        <p:cTn display="0" masterRel="sameClick">
                                          <p:stCondLst>
                                            <p:cond evt="begin" delay="0">
                                              <p:tn val="190"/>
                                            </p:cond>
                                          </p:stCondLst>
                                          <p:endCondLst>
                                            <p:cond evt="onStopAudio" delay="0">
                                              <p:tgtEl>
                                                <p:sldTgt/>
                                              </p:tgtEl>
                                            </p:cond>
                                          </p:endCondLst>
                                        </p:cTn>
                                        <p:tgtEl>
                                          <p:sndTgt r:embed="rId3" name="camera.wav"/>
                                        </p:tgtEl>
                                      </p:cMediaNode>
                                    </p:audio>
                                  </p:subTnLst>
                                </p:cTn>
                              </p:par>
                            </p:childTnLst>
                          </p:cTn>
                        </p:par>
                      </p:childTnLst>
                    </p:cTn>
                  </p:par>
                  <p:par>
                    <p:cTn id="193" fill="hold">
                      <p:stCondLst>
                        <p:cond delay="indefinite"/>
                      </p:stCondLst>
                      <p:childTnLst>
                        <p:par>
                          <p:cTn id="194" fill="hold">
                            <p:stCondLst>
                              <p:cond delay="0"/>
                            </p:stCondLst>
                            <p:childTnLst>
                              <p:par>
                                <p:cTn id="195" presetID="18" presetClass="entr" presetSubtype="12" fill="hold" nodeType="clickEffect">
                                  <p:stCondLst>
                                    <p:cond delay="0"/>
                                  </p:stCondLst>
                                  <p:childTnLst>
                                    <p:set>
                                      <p:cBhvr>
                                        <p:cTn id="196" dur="1" fill="hold">
                                          <p:stCondLst>
                                            <p:cond delay="0"/>
                                          </p:stCondLst>
                                        </p:cTn>
                                        <p:tgtEl>
                                          <p:spTgt spid="1147023"/>
                                        </p:tgtEl>
                                        <p:attrNameLst>
                                          <p:attrName>style.visibility</p:attrName>
                                        </p:attrNameLst>
                                      </p:cBhvr>
                                      <p:to>
                                        <p:strVal val="visible"/>
                                      </p:to>
                                    </p:set>
                                    <p:animEffect transition="in" filter="strips(downLeft)">
                                      <p:cBhvr>
                                        <p:cTn id="197" dur="1000"/>
                                        <p:tgtEl>
                                          <p:spTgt spid="1147023"/>
                                        </p:tgtEl>
                                      </p:cBhvr>
                                    </p:animEffect>
                                  </p:childTnLst>
                                  <p:subTnLst>
                                    <p:set>
                                      <p:cBhvr override="childStyle">
                                        <p:cTn dur="1" fill="hold" display="0" masterRel="sameClick" afterEffect="1">
                                          <p:stCondLst>
                                            <p:cond evt="end" delay="0">
                                              <p:tn val="195"/>
                                            </p:cond>
                                          </p:stCondLst>
                                        </p:cTn>
                                        <p:tgtEl>
                                          <p:spTgt spid="1147023"/>
                                        </p:tgtEl>
                                        <p:attrNameLst>
                                          <p:attrName>style.visibility</p:attrName>
                                        </p:attrNameLst>
                                      </p:cBhvr>
                                      <p:to>
                                        <p:strVal val="hidden"/>
                                      </p:to>
                                    </p:set>
                                    <p:audio>
                                      <p:cMediaNode>
                                        <p:cTn display="0" masterRel="sameClick">
                                          <p:stCondLst>
                                            <p:cond evt="begin" delay="0">
                                              <p:tn val="195"/>
                                            </p:cond>
                                          </p:stCondLst>
                                          <p:endCondLst>
                                            <p:cond evt="onStopAudio" delay="0">
                                              <p:tgtEl>
                                                <p:sldTgt/>
                                              </p:tgtEl>
                                            </p:cond>
                                          </p:endCondLst>
                                        </p:cTn>
                                        <p:tgtEl>
                                          <p:sndTgt r:embed="rId3" name="camera.wav"/>
                                        </p:tgtEl>
                                      </p:cMediaNode>
                                    </p:audio>
                                  </p:subTnLst>
                                </p:cTn>
                              </p:par>
                            </p:childTnLst>
                          </p:cTn>
                        </p:par>
                        <p:par>
                          <p:cTn id="198" fill="hold">
                            <p:stCondLst>
                              <p:cond delay="1000"/>
                            </p:stCondLst>
                            <p:childTnLst>
                              <p:par>
                                <p:cTn id="199" presetID="4" presetClass="entr" presetSubtype="16" fill="hold" grpId="0" nodeType="afterEffect">
                                  <p:stCondLst>
                                    <p:cond delay="0"/>
                                  </p:stCondLst>
                                  <p:childTnLst>
                                    <p:set>
                                      <p:cBhvr>
                                        <p:cTn id="200" dur="1" fill="hold">
                                          <p:stCondLst>
                                            <p:cond delay="0"/>
                                          </p:stCondLst>
                                        </p:cTn>
                                        <p:tgtEl>
                                          <p:spTgt spid="1147027"/>
                                        </p:tgtEl>
                                        <p:attrNameLst>
                                          <p:attrName>style.visibility</p:attrName>
                                        </p:attrNameLst>
                                      </p:cBhvr>
                                      <p:to>
                                        <p:strVal val="visible"/>
                                      </p:to>
                                    </p:set>
                                    <p:animEffect transition="in" filter="box(in)">
                                      <p:cBhvr>
                                        <p:cTn id="201" dur="500"/>
                                        <p:tgtEl>
                                          <p:spTgt spid="1147027"/>
                                        </p:tgtEl>
                                      </p:cBhvr>
                                    </p:animEffect>
                                  </p:childTnLst>
                                  <p:subTnLst>
                                    <p:audio>
                                      <p:cMediaNode>
                                        <p:cTn display="0" masterRel="sameClick">
                                          <p:stCondLst>
                                            <p:cond evt="begin" delay="0">
                                              <p:tn val="199"/>
                                            </p:cond>
                                          </p:stCondLst>
                                          <p:endCondLst>
                                            <p:cond evt="onStopAudio" delay="0">
                                              <p:tgtEl>
                                                <p:sldTgt/>
                                              </p:tgtEl>
                                            </p:cond>
                                          </p:endCondLst>
                                        </p:cTn>
                                        <p:tgtEl>
                                          <p:sndTgt r:embed="rId3" name="camera.wav"/>
                                        </p:tgtEl>
                                      </p:cMediaNode>
                                    </p:audio>
                                  </p:subTnLst>
                                </p:cTn>
                              </p:par>
                            </p:childTnLst>
                          </p:cTn>
                        </p:par>
                        <p:par>
                          <p:cTn id="202" fill="hold">
                            <p:stCondLst>
                              <p:cond delay="1500"/>
                            </p:stCondLst>
                            <p:childTnLst>
                              <p:par>
                                <p:cTn id="203" presetID="4" presetClass="entr" presetSubtype="16" fill="hold" grpId="0" nodeType="afterEffect">
                                  <p:stCondLst>
                                    <p:cond delay="0"/>
                                  </p:stCondLst>
                                  <p:childTnLst>
                                    <p:set>
                                      <p:cBhvr>
                                        <p:cTn id="204" dur="1" fill="hold">
                                          <p:stCondLst>
                                            <p:cond delay="0"/>
                                          </p:stCondLst>
                                        </p:cTn>
                                        <p:tgtEl>
                                          <p:spTgt spid="1147028"/>
                                        </p:tgtEl>
                                        <p:attrNameLst>
                                          <p:attrName>style.visibility</p:attrName>
                                        </p:attrNameLst>
                                      </p:cBhvr>
                                      <p:to>
                                        <p:strVal val="visible"/>
                                      </p:to>
                                    </p:set>
                                    <p:animEffect transition="in" filter="box(in)">
                                      <p:cBhvr>
                                        <p:cTn id="205" dur="500"/>
                                        <p:tgtEl>
                                          <p:spTgt spid="1147028"/>
                                        </p:tgtEl>
                                      </p:cBhvr>
                                    </p:animEffect>
                                  </p:childTnLst>
                                  <p:subTnLst>
                                    <p:audio>
                                      <p:cMediaNode>
                                        <p:cTn display="0" masterRel="sameClick">
                                          <p:stCondLst>
                                            <p:cond evt="begin" delay="0">
                                              <p:tn val="203"/>
                                            </p:cond>
                                          </p:stCondLst>
                                          <p:endCondLst>
                                            <p:cond evt="onStopAudio" delay="0">
                                              <p:tgtEl>
                                                <p:sldTgt/>
                                              </p:tgtEl>
                                            </p:cond>
                                          </p:endCondLst>
                                        </p:cTn>
                                        <p:tgtEl>
                                          <p:sndTgt r:embed="rId3" name="camera.wav"/>
                                        </p:tgtEl>
                                      </p:cMediaNode>
                                    </p:audio>
                                  </p:subTnLst>
                                </p:cTn>
                              </p:par>
                            </p:childTnLst>
                          </p:cTn>
                        </p:par>
                        <p:par>
                          <p:cTn id="206" fill="hold">
                            <p:stCondLst>
                              <p:cond delay="2000"/>
                            </p:stCondLst>
                            <p:childTnLst>
                              <p:par>
                                <p:cTn id="207" presetID="4" presetClass="entr" presetSubtype="16" fill="hold" grpId="0" nodeType="afterEffect">
                                  <p:stCondLst>
                                    <p:cond delay="0"/>
                                  </p:stCondLst>
                                  <p:childTnLst>
                                    <p:set>
                                      <p:cBhvr>
                                        <p:cTn id="208" dur="1" fill="hold">
                                          <p:stCondLst>
                                            <p:cond delay="0"/>
                                          </p:stCondLst>
                                        </p:cTn>
                                        <p:tgtEl>
                                          <p:spTgt spid="1147029"/>
                                        </p:tgtEl>
                                        <p:attrNameLst>
                                          <p:attrName>style.visibility</p:attrName>
                                        </p:attrNameLst>
                                      </p:cBhvr>
                                      <p:to>
                                        <p:strVal val="visible"/>
                                      </p:to>
                                    </p:set>
                                    <p:animEffect transition="in" filter="box(in)">
                                      <p:cBhvr>
                                        <p:cTn id="209" dur="500"/>
                                        <p:tgtEl>
                                          <p:spTgt spid="1147029"/>
                                        </p:tgtEl>
                                      </p:cBhvr>
                                    </p:animEffect>
                                  </p:childTnLst>
                                  <p:subTnLst>
                                    <p:audio>
                                      <p:cMediaNode>
                                        <p:cTn display="0" masterRel="sameClick">
                                          <p:stCondLst>
                                            <p:cond evt="begin" delay="0">
                                              <p:tn val="207"/>
                                            </p:cond>
                                          </p:stCondLst>
                                          <p:endCondLst>
                                            <p:cond evt="onStopAudio" delay="0">
                                              <p:tgtEl>
                                                <p:sldTgt/>
                                              </p:tgtEl>
                                            </p:cond>
                                          </p:endCondLst>
                                        </p:cTn>
                                        <p:tgtEl>
                                          <p:sndTgt r:embed="rId3" name="camera.wav"/>
                                        </p:tgtEl>
                                      </p:cMediaNode>
                                    </p:audio>
                                  </p:subTnLst>
                                </p:cTn>
                              </p:par>
                            </p:childTnLst>
                          </p:cTn>
                        </p:par>
                        <p:par>
                          <p:cTn id="210" fill="hold">
                            <p:stCondLst>
                              <p:cond delay="2500"/>
                            </p:stCondLst>
                            <p:childTnLst>
                              <p:par>
                                <p:cTn id="211" presetID="18" presetClass="entr" presetSubtype="3" fill="hold" nodeType="afterEffect">
                                  <p:stCondLst>
                                    <p:cond delay="0"/>
                                  </p:stCondLst>
                                  <p:childTnLst>
                                    <p:set>
                                      <p:cBhvr>
                                        <p:cTn id="212" dur="1" fill="hold">
                                          <p:stCondLst>
                                            <p:cond delay="0"/>
                                          </p:stCondLst>
                                        </p:cTn>
                                        <p:tgtEl>
                                          <p:spTgt spid="1147030"/>
                                        </p:tgtEl>
                                        <p:attrNameLst>
                                          <p:attrName>style.visibility</p:attrName>
                                        </p:attrNameLst>
                                      </p:cBhvr>
                                      <p:to>
                                        <p:strVal val="visible"/>
                                      </p:to>
                                    </p:set>
                                    <p:animEffect transition="in" filter="strips(upRight)">
                                      <p:cBhvr>
                                        <p:cTn id="213" dur="500"/>
                                        <p:tgtEl>
                                          <p:spTgt spid="1147030"/>
                                        </p:tgtEl>
                                      </p:cBhvr>
                                    </p:animEffect>
                                  </p:childTnLst>
                                  <p:subTnLst>
                                    <p:audio>
                                      <p:cMediaNode>
                                        <p:cTn display="0" masterRel="sameClick">
                                          <p:stCondLst>
                                            <p:cond evt="begin" delay="0">
                                              <p:tn val="211"/>
                                            </p:cond>
                                          </p:stCondLst>
                                          <p:endCondLst>
                                            <p:cond evt="onStopAudio" delay="0">
                                              <p:tgtEl>
                                                <p:sldTgt/>
                                              </p:tgtEl>
                                            </p:cond>
                                          </p:endCondLst>
                                        </p:cTn>
                                        <p:tgtEl>
                                          <p:sndTgt r:embed="rId3" name="camera.wav"/>
                                        </p:tgtEl>
                                      </p:cMediaNode>
                                    </p:audio>
                                  </p:subTnLst>
                                </p:cTn>
                              </p:par>
                            </p:childTnLst>
                          </p:cTn>
                        </p:par>
                      </p:childTnLst>
                    </p:cTn>
                  </p:par>
                  <p:par>
                    <p:cTn id="214" fill="hold">
                      <p:stCondLst>
                        <p:cond delay="indefinite"/>
                      </p:stCondLst>
                      <p:childTnLst>
                        <p:par>
                          <p:cTn id="215" fill="hold">
                            <p:stCondLst>
                              <p:cond delay="0"/>
                            </p:stCondLst>
                            <p:childTnLst>
                              <p:par>
                                <p:cTn id="216" presetID="4" presetClass="entr" presetSubtype="16" fill="hold" grpId="0" nodeType="clickEffect">
                                  <p:stCondLst>
                                    <p:cond delay="0"/>
                                  </p:stCondLst>
                                  <p:childTnLst>
                                    <p:set>
                                      <p:cBhvr>
                                        <p:cTn id="217" dur="1" fill="hold">
                                          <p:stCondLst>
                                            <p:cond delay="0"/>
                                          </p:stCondLst>
                                        </p:cTn>
                                        <p:tgtEl>
                                          <p:spTgt spid="1147033"/>
                                        </p:tgtEl>
                                        <p:attrNameLst>
                                          <p:attrName>style.visibility</p:attrName>
                                        </p:attrNameLst>
                                      </p:cBhvr>
                                      <p:to>
                                        <p:strVal val="visible"/>
                                      </p:to>
                                    </p:set>
                                    <p:animEffect transition="in" filter="box(in)">
                                      <p:cBhvr>
                                        <p:cTn id="218" dur="500"/>
                                        <p:tgtEl>
                                          <p:spTgt spid="1147033"/>
                                        </p:tgtEl>
                                      </p:cBhvr>
                                    </p:animEffect>
                                  </p:childTnLst>
                                  <p:subTnLst>
                                    <p:audio>
                                      <p:cMediaNode>
                                        <p:cTn display="0" masterRel="sameClick">
                                          <p:stCondLst>
                                            <p:cond evt="begin" delay="0">
                                              <p:tn val="216"/>
                                            </p:cond>
                                          </p:stCondLst>
                                          <p:endCondLst>
                                            <p:cond evt="onStopAudio" delay="0">
                                              <p:tgtEl>
                                                <p:sldTgt/>
                                              </p:tgtEl>
                                            </p:cond>
                                          </p:endCondLst>
                                        </p:cTn>
                                        <p:tgtEl>
                                          <p:sndTgt r:embed="rId3" name="camera.wav"/>
                                        </p:tgtEl>
                                      </p:cMediaNode>
                                    </p:audio>
                                  </p:subTnLst>
                                </p:cTn>
                              </p:par>
                            </p:childTnLst>
                          </p:cTn>
                        </p:par>
                        <p:par>
                          <p:cTn id="219" fill="hold">
                            <p:stCondLst>
                              <p:cond delay="500"/>
                            </p:stCondLst>
                            <p:childTnLst>
                              <p:par>
                                <p:cTn id="220" presetID="18" presetClass="entr" presetSubtype="3" fill="hold" nodeType="afterEffect">
                                  <p:stCondLst>
                                    <p:cond delay="0"/>
                                  </p:stCondLst>
                                  <p:childTnLst>
                                    <p:set>
                                      <p:cBhvr>
                                        <p:cTn id="221" dur="1" fill="hold">
                                          <p:stCondLst>
                                            <p:cond delay="0"/>
                                          </p:stCondLst>
                                        </p:cTn>
                                        <p:tgtEl>
                                          <p:spTgt spid="1147034"/>
                                        </p:tgtEl>
                                        <p:attrNameLst>
                                          <p:attrName>style.visibility</p:attrName>
                                        </p:attrNameLst>
                                      </p:cBhvr>
                                      <p:to>
                                        <p:strVal val="visible"/>
                                      </p:to>
                                    </p:set>
                                    <p:animEffect transition="in" filter="strips(upRight)">
                                      <p:cBhvr>
                                        <p:cTn id="222" dur="500"/>
                                        <p:tgtEl>
                                          <p:spTgt spid="1147034"/>
                                        </p:tgtEl>
                                      </p:cBhvr>
                                    </p:animEffect>
                                  </p:childTnLst>
                                  <p:subTnLst>
                                    <p:audio>
                                      <p:cMediaNode>
                                        <p:cTn display="0" masterRel="sameClick">
                                          <p:stCondLst>
                                            <p:cond evt="begin" delay="0">
                                              <p:tn val="220"/>
                                            </p:cond>
                                          </p:stCondLst>
                                          <p:endCondLst>
                                            <p:cond evt="onStopAudio" delay="0">
                                              <p:tgtEl>
                                                <p:sldTgt/>
                                              </p:tgtEl>
                                            </p:cond>
                                          </p:endCondLst>
                                        </p:cTn>
                                        <p:tgtEl>
                                          <p:sndTgt r:embed="rId3" name="camera.wav"/>
                                        </p:tgtEl>
                                      </p:cMediaNode>
                                    </p:audio>
                                  </p:subTnLst>
                                </p:cTn>
                              </p:par>
                            </p:childTnLst>
                          </p:cTn>
                        </p:par>
                      </p:childTnLst>
                    </p:cTn>
                  </p:par>
                  <p:par>
                    <p:cTn id="223" fill="hold">
                      <p:stCondLst>
                        <p:cond delay="indefinite"/>
                      </p:stCondLst>
                      <p:childTnLst>
                        <p:par>
                          <p:cTn id="224" fill="hold">
                            <p:stCondLst>
                              <p:cond delay="0"/>
                            </p:stCondLst>
                            <p:childTnLst>
                              <p:par>
                                <p:cTn id="225" presetID="18" presetClass="entr" presetSubtype="12" fill="hold" nodeType="clickEffect">
                                  <p:stCondLst>
                                    <p:cond delay="0"/>
                                  </p:stCondLst>
                                  <p:childTnLst>
                                    <p:set>
                                      <p:cBhvr>
                                        <p:cTn id="226" dur="1" fill="hold">
                                          <p:stCondLst>
                                            <p:cond delay="0"/>
                                          </p:stCondLst>
                                        </p:cTn>
                                        <p:tgtEl>
                                          <p:spTgt spid="1147037"/>
                                        </p:tgtEl>
                                        <p:attrNameLst>
                                          <p:attrName>style.visibility</p:attrName>
                                        </p:attrNameLst>
                                      </p:cBhvr>
                                      <p:to>
                                        <p:strVal val="visible"/>
                                      </p:to>
                                    </p:set>
                                    <p:animEffect transition="in" filter="strips(downLeft)">
                                      <p:cBhvr>
                                        <p:cTn id="227" dur="1000"/>
                                        <p:tgtEl>
                                          <p:spTgt spid="1147037"/>
                                        </p:tgtEl>
                                      </p:cBhvr>
                                    </p:animEffect>
                                  </p:childTnLst>
                                  <p:subTnLst>
                                    <p:set>
                                      <p:cBhvr override="childStyle">
                                        <p:cTn dur="1" fill="hold" display="0" masterRel="sameClick" afterEffect="1">
                                          <p:stCondLst>
                                            <p:cond evt="end" delay="0">
                                              <p:tn val="225"/>
                                            </p:cond>
                                          </p:stCondLst>
                                        </p:cTn>
                                        <p:tgtEl>
                                          <p:spTgt spid="1147037"/>
                                        </p:tgtEl>
                                        <p:attrNameLst>
                                          <p:attrName>style.visibility</p:attrName>
                                        </p:attrNameLst>
                                      </p:cBhvr>
                                      <p:to>
                                        <p:strVal val="hidden"/>
                                      </p:to>
                                    </p:set>
                                    <p:audio>
                                      <p:cMediaNode>
                                        <p:cTn display="0" masterRel="sameClick">
                                          <p:stCondLst>
                                            <p:cond evt="begin" delay="0">
                                              <p:tn val="225"/>
                                            </p:cond>
                                          </p:stCondLst>
                                          <p:endCondLst>
                                            <p:cond evt="onStopAudio" delay="0">
                                              <p:tgtEl>
                                                <p:sldTgt/>
                                              </p:tgtEl>
                                            </p:cond>
                                          </p:endCondLst>
                                        </p:cTn>
                                        <p:tgtEl>
                                          <p:sndTgt r:embed="rId3" name="camera.wav"/>
                                        </p:tgtEl>
                                      </p:cMediaNode>
                                    </p:audio>
                                  </p:subTnLst>
                                </p:cTn>
                              </p:par>
                            </p:childTnLst>
                          </p:cTn>
                        </p:par>
                        <p:par>
                          <p:cTn id="228" fill="hold">
                            <p:stCondLst>
                              <p:cond delay="1000"/>
                            </p:stCondLst>
                            <p:childTnLst>
                              <p:par>
                                <p:cTn id="229" presetID="4" presetClass="entr" presetSubtype="16" fill="hold" grpId="0" nodeType="afterEffect">
                                  <p:stCondLst>
                                    <p:cond delay="0"/>
                                  </p:stCondLst>
                                  <p:childTnLst>
                                    <p:set>
                                      <p:cBhvr>
                                        <p:cTn id="230" dur="1" fill="hold">
                                          <p:stCondLst>
                                            <p:cond delay="0"/>
                                          </p:stCondLst>
                                        </p:cTn>
                                        <p:tgtEl>
                                          <p:spTgt spid="1147041"/>
                                        </p:tgtEl>
                                        <p:attrNameLst>
                                          <p:attrName>style.visibility</p:attrName>
                                        </p:attrNameLst>
                                      </p:cBhvr>
                                      <p:to>
                                        <p:strVal val="visible"/>
                                      </p:to>
                                    </p:set>
                                    <p:animEffect transition="in" filter="box(in)">
                                      <p:cBhvr>
                                        <p:cTn id="231" dur="500"/>
                                        <p:tgtEl>
                                          <p:spTgt spid="1147041"/>
                                        </p:tgtEl>
                                      </p:cBhvr>
                                    </p:animEffect>
                                  </p:childTnLst>
                                  <p:subTnLst>
                                    <p:audio>
                                      <p:cMediaNode>
                                        <p:cTn display="0" masterRel="sameClick">
                                          <p:stCondLst>
                                            <p:cond evt="begin" delay="0">
                                              <p:tn val="229"/>
                                            </p:cond>
                                          </p:stCondLst>
                                          <p:endCondLst>
                                            <p:cond evt="onStopAudio" delay="0">
                                              <p:tgtEl>
                                                <p:sldTgt/>
                                              </p:tgtEl>
                                            </p:cond>
                                          </p:endCondLst>
                                        </p:cTn>
                                        <p:tgtEl>
                                          <p:sndTgt r:embed="rId3" name="camera.wav"/>
                                        </p:tgtEl>
                                      </p:cMediaNode>
                                    </p:audio>
                                  </p:subTnLst>
                                </p:cTn>
                              </p:par>
                            </p:childTnLst>
                          </p:cTn>
                        </p:par>
                        <p:par>
                          <p:cTn id="232" fill="hold">
                            <p:stCondLst>
                              <p:cond delay="1500"/>
                            </p:stCondLst>
                            <p:childTnLst>
                              <p:par>
                                <p:cTn id="233" presetID="4" presetClass="entr" presetSubtype="16" fill="hold" grpId="0" nodeType="afterEffect">
                                  <p:stCondLst>
                                    <p:cond delay="0"/>
                                  </p:stCondLst>
                                  <p:childTnLst>
                                    <p:set>
                                      <p:cBhvr>
                                        <p:cTn id="234" dur="1" fill="hold">
                                          <p:stCondLst>
                                            <p:cond delay="0"/>
                                          </p:stCondLst>
                                        </p:cTn>
                                        <p:tgtEl>
                                          <p:spTgt spid="1147042"/>
                                        </p:tgtEl>
                                        <p:attrNameLst>
                                          <p:attrName>style.visibility</p:attrName>
                                        </p:attrNameLst>
                                      </p:cBhvr>
                                      <p:to>
                                        <p:strVal val="visible"/>
                                      </p:to>
                                    </p:set>
                                    <p:animEffect transition="in" filter="box(in)">
                                      <p:cBhvr>
                                        <p:cTn id="235" dur="500"/>
                                        <p:tgtEl>
                                          <p:spTgt spid="1147042"/>
                                        </p:tgtEl>
                                      </p:cBhvr>
                                    </p:animEffect>
                                  </p:childTnLst>
                                  <p:subTnLst>
                                    <p:audio>
                                      <p:cMediaNode>
                                        <p:cTn display="0" masterRel="sameClick">
                                          <p:stCondLst>
                                            <p:cond evt="begin" delay="0">
                                              <p:tn val="233"/>
                                            </p:cond>
                                          </p:stCondLst>
                                          <p:endCondLst>
                                            <p:cond evt="onStopAudio" delay="0">
                                              <p:tgtEl>
                                                <p:sldTgt/>
                                              </p:tgtEl>
                                            </p:cond>
                                          </p:endCondLst>
                                        </p:cTn>
                                        <p:tgtEl>
                                          <p:sndTgt r:embed="rId3" name="camera.wav"/>
                                        </p:tgtEl>
                                      </p:cMediaNode>
                                    </p:audio>
                                  </p:subTnLst>
                                </p:cTn>
                              </p:par>
                            </p:childTnLst>
                          </p:cTn>
                        </p:par>
                      </p:childTnLst>
                    </p:cTn>
                  </p:par>
                  <p:par>
                    <p:cTn id="236" fill="hold">
                      <p:stCondLst>
                        <p:cond delay="indefinite"/>
                      </p:stCondLst>
                      <p:childTnLst>
                        <p:par>
                          <p:cTn id="237" fill="hold">
                            <p:stCondLst>
                              <p:cond delay="0"/>
                            </p:stCondLst>
                            <p:childTnLst>
                              <p:par>
                                <p:cTn id="238" presetID="4" presetClass="entr" presetSubtype="16" fill="hold" grpId="0" nodeType="clickEffect">
                                  <p:stCondLst>
                                    <p:cond delay="0"/>
                                  </p:stCondLst>
                                  <p:childTnLst>
                                    <p:set>
                                      <p:cBhvr>
                                        <p:cTn id="239" dur="1" fill="hold">
                                          <p:stCondLst>
                                            <p:cond delay="0"/>
                                          </p:stCondLst>
                                        </p:cTn>
                                        <p:tgtEl>
                                          <p:spTgt spid="1147043"/>
                                        </p:tgtEl>
                                        <p:attrNameLst>
                                          <p:attrName>style.visibility</p:attrName>
                                        </p:attrNameLst>
                                      </p:cBhvr>
                                      <p:to>
                                        <p:strVal val="visible"/>
                                      </p:to>
                                    </p:set>
                                    <p:animEffect transition="in" filter="box(in)">
                                      <p:cBhvr>
                                        <p:cTn id="240" dur="500"/>
                                        <p:tgtEl>
                                          <p:spTgt spid="1147043"/>
                                        </p:tgtEl>
                                      </p:cBhvr>
                                    </p:animEffect>
                                  </p:childTnLst>
                                  <p:subTnLst>
                                    <p:audio>
                                      <p:cMediaNode>
                                        <p:cTn display="0" masterRel="sameClick">
                                          <p:stCondLst>
                                            <p:cond evt="begin" delay="0">
                                              <p:tn val="238"/>
                                            </p:cond>
                                          </p:stCondLst>
                                          <p:endCondLst>
                                            <p:cond evt="onStopAudio" delay="0">
                                              <p:tgtEl>
                                                <p:sldTgt/>
                                              </p:tgtEl>
                                            </p:cond>
                                          </p:endCondLst>
                                        </p:cTn>
                                        <p:tgtEl>
                                          <p:sndTgt r:embed="rId3" name="camera.wav"/>
                                        </p:tgtEl>
                                      </p:cMediaNode>
                                    </p:audio>
                                  </p:subTnLst>
                                </p:cTn>
                              </p:par>
                            </p:childTnLst>
                          </p:cTn>
                        </p:par>
                        <p:par>
                          <p:cTn id="241" fill="hold">
                            <p:stCondLst>
                              <p:cond delay="500"/>
                            </p:stCondLst>
                            <p:childTnLst>
                              <p:par>
                                <p:cTn id="242" presetID="18" presetClass="entr" presetSubtype="3" fill="hold" nodeType="afterEffect">
                                  <p:stCondLst>
                                    <p:cond delay="0"/>
                                  </p:stCondLst>
                                  <p:childTnLst>
                                    <p:set>
                                      <p:cBhvr>
                                        <p:cTn id="243" dur="1" fill="hold">
                                          <p:stCondLst>
                                            <p:cond delay="0"/>
                                          </p:stCondLst>
                                        </p:cTn>
                                        <p:tgtEl>
                                          <p:spTgt spid="1147044"/>
                                        </p:tgtEl>
                                        <p:attrNameLst>
                                          <p:attrName>style.visibility</p:attrName>
                                        </p:attrNameLst>
                                      </p:cBhvr>
                                      <p:to>
                                        <p:strVal val="visible"/>
                                      </p:to>
                                    </p:set>
                                    <p:animEffect transition="in" filter="strips(upRight)">
                                      <p:cBhvr>
                                        <p:cTn id="244" dur="500"/>
                                        <p:tgtEl>
                                          <p:spTgt spid="1147044"/>
                                        </p:tgtEl>
                                      </p:cBhvr>
                                    </p:animEffect>
                                  </p:childTnLst>
                                  <p:subTnLst>
                                    <p:audio>
                                      <p:cMediaNode>
                                        <p:cTn display="0" masterRel="sameClick">
                                          <p:stCondLst>
                                            <p:cond evt="begin" delay="0">
                                              <p:tn val="242"/>
                                            </p:cond>
                                          </p:stCondLst>
                                          <p:endCondLst>
                                            <p:cond evt="onStopAudio" delay="0">
                                              <p:tgtEl>
                                                <p:sldTgt/>
                                              </p:tgtEl>
                                            </p:cond>
                                          </p:endCondLst>
                                        </p:cTn>
                                        <p:tgtEl>
                                          <p:sndTgt r:embed="rId3" name="camera.wav"/>
                                        </p:tgtEl>
                                      </p:cMediaNode>
                                    </p:audio>
                                  </p:subTnLst>
                                </p:cTn>
                              </p:par>
                            </p:childTnLst>
                          </p:cTn>
                        </p:par>
                        <p:par>
                          <p:cTn id="245" fill="hold">
                            <p:stCondLst>
                              <p:cond delay="1000"/>
                            </p:stCondLst>
                            <p:childTnLst>
                              <p:par>
                                <p:cTn id="246" presetID="4" presetClass="entr" presetSubtype="32" fill="hold" grpId="0" nodeType="afterEffect">
                                  <p:stCondLst>
                                    <p:cond delay="0"/>
                                  </p:stCondLst>
                                  <p:childTnLst>
                                    <p:set>
                                      <p:cBhvr>
                                        <p:cTn id="247" dur="1" fill="hold">
                                          <p:stCondLst>
                                            <p:cond delay="0"/>
                                          </p:stCondLst>
                                        </p:cTn>
                                        <p:tgtEl>
                                          <p:spTgt spid="1147047"/>
                                        </p:tgtEl>
                                        <p:attrNameLst>
                                          <p:attrName>style.visibility</p:attrName>
                                        </p:attrNameLst>
                                      </p:cBhvr>
                                      <p:to>
                                        <p:strVal val="visible"/>
                                      </p:to>
                                    </p:set>
                                    <p:animEffect transition="in" filter="box(out)">
                                      <p:cBhvr>
                                        <p:cTn id="248" dur="500"/>
                                        <p:tgtEl>
                                          <p:spTgt spid="1147047"/>
                                        </p:tgtEl>
                                      </p:cBhvr>
                                    </p:animEffect>
                                  </p:childTnLst>
                                  <p:subTnLst>
                                    <p:audio>
                                      <p:cMediaNode>
                                        <p:cTn display="0" masterRel="sameClick">
                                          <p:stCondLst>
                                            <p:cond evt="begin" delay="0">
                                              <p:tn val="24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43" grpId="0" animBg="1"/>
      <p:bldP spid="1146944" grpId="0" animBg="1"/>
      <p:bldP spid="1146952" grpId="0" animBg="1"/>
      <p:bldP spid="1146953" grpId="0" animBg="1"/>
      <p:bldP spid="1146957" grpId="0" animBg="1"/>
      <p:bldP spid="1146961" grpId="0" animBg="1"/>
      <p:bldP spid="1146965" grpId="0" animBg="1"/>
      <p:bldP spid="1146966" grpId="0" animBg="1"/>
      <p:bldP spid="1146977" grpId="0" animBg="1"/>
      <p:bldP spid="1146982" grpId="0" animBg="1"/>
      <p:bldP spid="1146983" grpId="0" animBg="1"/>
      <p:bldP spid="1146990" grpId="0" animBg="1"/>
      <p:bldP spid="1146994" grpId="0" animBg="1"/>
      <p:bldP spid="1146999" grpId="0" animBg="1"/>
      <p:bldP spid="1147000" grpId="0" animBg="1"/>
      <p:bldP spid="1147004" grpId="0" animBg="1"/>
      <p:bldP spid="1147008" grpId="0" animBg="1"/>
      <p:bldP spid="1147009" grpId="0" animBg="1"/>
      <p:bldP spid="1147017" grpId="0" animBg="1"/>
      <p:bldP spid="1147018" grpId="0" animBg="1"/>
      <p:bldP spid="1147022" grpId="0" animBg="1"/>
      <p:bldP spid="1147027" grpId="0" animBg="1"/>
      <p:bldP spid="1147028" grpId="0" animBg="1"/>
      <p:bldP spid="1147029" grpId="0" animBg="1"/>
      <p:bldP spid="1147033" grpId="0" animBg="1"/>
      <p:bldP spid="1147041" grpId="0" animBg="1"/>
      <p:bldP spid="1147042" grpId="0" animBg="1"/>
      <p:bldP spid="1147043" grpId="0" animBg="1"/>
      <p:bldP spid="1147047"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9078" name="Rectangle 150" descr="信纸"/>
          <p:cNvSpPr>
            <a:spLocks noChangeArrowheads="1"/>
          </p:cNvSpPr>
          <p:nvPr/>
        </p:nvSpPr>
        <p:spPr bwMode="auto">
          <a:xfrm>
            <a:off x="695325" y="1794669"/>
            <a:ext cx="4930959" cy="47021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b="1" dirty="0"/>
              <a:t>#include&lt;</a:t>
            </a:r>
            <a:r>
              <a:rPr lang="en-US" altLang="zh-CN" sz="2000" b="1" dirty="0" err="1"/>
              <a:t>stdio.h</a:t>
            </a:r>
            <a:r>
              <a:rPr lang="en-US" altLang="zh-CN" sz="2000" b="1" dirty="0"/>
              <a:t>&gt;</a:t>
            </a:r>
          </a:p>
          <a:p>
            <a:pPr marL="457200" indent="-457200"/>
            <a:r>
              <a:rPr lang="en-US" altLang="zh-CN" sz="2000" b="1" dirty="0" err="1">
                <a:solidFill>
                  <a:srgbClr val="C00000"/>
                </a:solidFill>
              </a:rPr>
              <a:t>enum</a:t>
            </a:r>
            <a:r>
              <a:rPr lang="en-US" altLang="zh-CN" sz="2000" b="1" dirty="0">
                <a:solidFill>
                  <a:srgbClr val="C00000"/>
                </a:solidFill>
              </a:rPr>
              <a:t> color </a:t>
            </a:r>
            <a:r>
              <a:rPr lang="en-US" altLang="zh-CN" sz="2000" b="1" dirty="0"/>
              <a:t>{red, white, blue};</a:t>
            </a:r>
          </a:p>
          <a:p>
            <a:pPr marL="457200" indent="-457200"/>
            <a:endParaRPr lang="en-US" altLang="zh-CN" sz="2000" b="1" dirty="0"/>
          </a:p>
          <a:p>
            <a:pPr marL="457200" indent="-457200"/>
            <a:r>
              <a:rPr lang="en-US" altLang="zh-CN" sz="2000" b="1" dirty="0" err="1">
                <a:solidFill>
                  <a:srgbClr val="CC0066"/>
                </a:solidFill>
              </a:rPr>
              <a:t>int</a:t>
            </a:r>
            <a:r>
              <a:rPr lang="en-US" altLang="zh-CN" sz="2000" b="1" dirty="0">
                <a:solidFill>
                  <a:srgbClr val="CC0066"/>
                </a:solidFill>
              </a:rPr>
              <a:t> main ( )</a:t>
            </a:r>
          </a:p>
          <a:p>
            <a:pPr marL="457200" indent="-457200"/>
            <a:r>
              <a:rPr lang="en-US" altLang="zh-CN" sz="2000" b="1" dirty="0"/>
              <a:t>{</a:t>
            </a:r>
          </a:p>
          <a:p>
            <a:pPr marL="457200" indent="-457200"/>
            <a:r>
              <a:rPr lang="en-US" altLang="zh-CN" sz="2000" b="1" dirty="0"/>
              <a:t>  static </a:t>
            </a:r>
            <a:r>
              <a:rPr lang="en-US" altLang="zh-CN" sz="2000" b="1" dirty="0" err="1"/>
              <a:t>enum</a:t>
            </a:r>
            <a:r>
              <a:rPr lang="en-US" altLang="zh-CN" sz="2000" b="1" dirty="0"/>
              <a:t> color flag[20] = </a:t>
            </a:r>
          </a:p>
          <a:p>
            <a:pPr marL="457200" indent="-457200"/>
            <a:r>
              <a:rPr lang="en-US" altLang="zh-CN" sz="2000" b="1" dirty="0"/>
              <a:t>      { white, red, red, blue, white, red,</a:t>
            </a:r>
          </a:p>
          <a:p>
            <a:pPr marL="457200" indent="-457200"/>
            <a:r>
              <a:rPr lang="en-US" altLang="zh-CN" sz="2000" b="1" dirty="0"/>
              <a:t>         blue,  blue, white, blue, red, red,</a:t>
            </a:r>
          </a:p>
          <a:p>
            <a:pPr marL="457200" indent="-457200"/>
            <a:r>
              <a:rPr lang="en-US" altLang="zh-CN" sz="2000" b="1" dirty="0"/>
              <a:t>         white, red, blue, white, blue, red,</a:t>
            </a:r>
          </a:p>
          <a:p>
            <a:pPr marL="457200" indent="-457200"/>
            <a:r>
              <a:rPr lang="en-US" altLang="zh-CN" sz="2000" b="1" dirty="0"/>
              <a:t>         blue, white };</a:t>
            </a:r>
          </a:p>
          <a:p>
            <a:pPr marL="457200" indent="-457200"/>
            <a:r>
              <a:rPr lang="en-US" altLang="zh-CN" sz="2000" b="1" dirty="0"/>
              <a:t>  </a:t>
            </a:r>
            <a:r>
              <a:rPr lang="en-US" altLang="zh-CN" sz="2000" b="1" dirty="0" err="1"/>
              <a:t>enum</a:t>
            </a:r>
            <a:r>
              <a:rPr lang="en-US" altLang="zh-CN" sz="2000" b="1" dirty="0"/>
              <a:t> color temp;</a:t>
            </a:r>
          </a:p>
          <a:p>
            <a:pPr marL="457200" indent="-457200"/>
            <a:r>
              <a:rPr lang="en-US" altLang="zh-CN" sz="2000" b="1" dirty="0"/>
              <a:t>  </a:t>
            </a:r>
            <a:r>
              <a:rPr lang="en-US" altLang="zh-CN" sz="2000" b="1" dirty="0" err="1"/>
              <a:t>int</a:t>
            </a:r>
            <a:r>
              <a:rPr lang="en-US" altLang="zh-CN" sz="2000" b="1" dirty="0"/>
              <a:t> </a:t>
            </a:r>
            <a:r>
              <a:rPr lang="en-US" altLang="zh-CN" sz="2000" b="1" dirty="0" err="1"/>
              <a:t>rr</a:t>
            </a:r>
            <a:r>
              <a:rPr lang="en-US" altLang="zh-CN" sz="2000" b="1" dirty="0"/>
              <a:t>, lb, </a:t>
            </a:r>
            <a:r>
              <a:rPr lang="en-US" altLang="zh-CN" sz="2000" b="1" dirty="0" err="1"/>
              <a:t>nx</a:t>
            </a:r>
            <a:r>
              <a:rPr lang="en-US" altLang="zh-CN" sz="2000" b="1" dirty="0"/>
              <a:t>, </a:t>
            </a:r>
            <a:r>
              <a:rPr lang="en-US" altLang="zh-CN" sz="2000" b="1" dirty="0" err="1"/>
              <a:t>i</a:t>
            </a:r>
            <a:r>
              <a:rPr lang="en-US" altLang="zh-CN" sz="2000" b="1" dirty="0"/>
              <a:t>;</a:t>
            </a:r>
          </a:p>
          <a:p>
            <a:pPr marL="457200" indent="-457200"/>
            <a:r>
              <a:rPr lang="en-US" altLang="zh-CN" sz="2000" b="1" dirty="0"/>
              <a:t>  </a:t>
            </a:r>
            <a:r>
              <a:rPr lang="en-US" altLang="zh-CN" sz="2000" b="1" dirty="0" err="1"/>
              <a:t>rr</a:t>
            </a:r>
            <a:r>
              <a:rPr lang="en-US" altLang="zh-CN" sz="2000" b="1" dirty="0"/>
              <a:t> = -1;</a:t>
            </a:r>
          </a:p>
          <a:p>
            <a:pPr marL="457200" indent="-457200"/>
            <a:r>
              <a:rPr lang="en-US" altLang="zh-CN" sz="2000" b="1" dirty="0"/>
              <a:t>  lb = 20;</a:t>
            </a:r>
          </a:p>
          <a:p>
            <a:pPr marL="457200" indent="-457200"/>
            <a:r>
              <a:rPr lang="en-US" altLang="zh-CN" sz="2000" b="1" dirty="0"/>
              <a:t>  </a:t>
            </a:r>
            <a:r>
              <a:rPr lang="en-US" altLang="zh-CN" sz="2000" b="1" dirty="0" err="1"/>
              <a:t>nx</a:t>
            </a:r>
            <a:r>
              <a:rPr lang="en-US" altLang="zh-CN" sz="2000" b="1" dirty="0"/>
              <a:t> = 0;  </a:t>
            </a:r>
          </a:p>
        </p:txBody>
      </p:sp>
      <p:sp>
        <p:nvSpPr>
          <p:cNvPr id="1149079" name="Text Box 151"/>
          <p:cNvSpPr txBox="1">
            <a:spLocks noChangeArrowheads="1"/>
          </p:cNvSpPr>
          <p:nvPr/>
        </p:nvSpPr>
        <p:spPr bwMode="auto">
          <a:xfrm>
            <a:off x="729412" y="980728"/>
            <a:ext cx="1755552" cy="457200"/>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a:spAutoFit/>
          </a:bodyPr>
          <a:lstStyle/>
          <a:p>
            <a:pPr algn="ctr">
              <a:spcBef>
                <a:spcPct val="50000"/>
              </a:spcBef>
            </a:pPr>
            <a:r>
              <a:rPr lang="zh-CN" altLang="en-US" b="1" dirty="0">
                <a:solidFill>
                  <a:srgbClr val="C00000"/>
                </a:solidFill>
                <a:latin typeface="楷体" panose="02010609060101010101" pitchFamily="49" charset="-122"/>
                <a:ea typeface="楷体" panose="02010609060101010101" pitchFamily="49" charset="-122"/>
              </a:rPr>
              <a:t>具体程序：</a:t>
            </a:r>
          </a:p>
        </p:txBody>
      </p:sp>
      <p:sp>
        <p:nvSpPr>
          <p:cNvPr id="1149080" name="Rectangle 152" descr="信纸"/>
          <p:cNvSpPr>
            <a:spLocks noChangeArrowheads="1"/>
          </p:cNvSpPr>
          <p:nvPr/>
        </p:nvSpPr>
        <p:spPr bwMode="auto">
          <a:xfrm>
            <a:off x="6456238" y="793204"/>
            <a:ext cx="5112370" cy="5372100"/>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dirty="0"/>
              <a:t> </a:t>
            </a:r>
            <a:r>
              <a:rPr lang="en-US" altLang="zh-CN" sz="2000" b="1" dirty="0"/>
              <a:t>while (</a:t>
            </a:r>
            <a:r>
              <a:rPr lang="en-US" altLang="zh-CN" sz="2000" b="1" dirty="0" err="1"/>
              <a:t>nx</a:t>
            </a:r>
            <a:r>
              <a:rPr lang="en-US" altLang="zh-CN" sz="2000" b="1" dirty="0"/>
              <a:t> != </a:t>
            </a:r>
            <a:r>
              <a:rPr lang="en-US" altLang="zh-CN" sz="2000" b="1" dirty="0" err="1"/>
              <a:t>lb</a:t>
            </a:r>
            <a:r>
              <a:rPr lang="en-US" altLang="zh-CN" sz="2000" b="1" dirty="0"/>
              <a:t>)</a:t>
            </a:r>
          </a:p>
          <a:p>
            <a:pPr marL="457200" indent="-457200"/>
            <a:r>
              <a:rPr lang="en-US" altLang="zh-CN" sz="2000" b="1" dirty="0"/>
              <a:t>    switch (flag[</a:t>
            </a:r>
            <a:r>
              <a:rPr lang="en-US" altLang="zh-CN" sz="2000" b="1" dirty="0" err="1"/>
              <a:t>nx</a:t>
            </a:r>
            <a:r>
              <a:rPr lang="en-US" altLang="zh-CN" sz="2000" b="1" dirty="0"/>
              <a:t>])</a:t>
            </a:r>
          </a:p>
          <a:p>
            <a:pPr marL="457200" indent="-457200"/>
            <a:r>
              <a:rPr lang="en-US" altLang="zh-CN" sz="2000" b="1" dirty="0"/>
              <a:t>    {</a:t>
            </a:r>
          </a:p>
          <a:p>
            <a:pPr marL="457200" indent="-457200"/>
            <a:r>
              <a:rPr lang="en-US" altLang="zh-CN" sz="2000" b="1" dirty="0">
                <a:solidFill>
                  <a:srgbClr val="C00000"/>
                </a:solidFill>
              </a:rPr>
              <a:t>      case  red:      </a:t>
            </a:r>
            <a:r>
              <a:rPr lang="en-US" altLang="zh-CN" sz="2000" b="1" dirty="0" err="1"/>
              <a:t>rr</a:t>
            </a:r>
            <a:r>
              <a:rPr lang="en-US" altLang="zh-CN" sz="2000" b="1" dirty="0"/>
              <a:t>++;</a:t>
            </a:r>
          </a:p>
          <a:p>
            <a:pPr marL="457200" indent="-457200"/>
            <a:r>
              <a:rPr lang="en-US" altLang="zh-CN" sz="2000" b="1" dirty="0"/>
              <a:t>                            temp = flag[</a:t>
            </a:r>
            <a:r>
              <a:rPr lang="en-US" altLang="zh-CN" sz="2000" b="1" dirty="0" err="1"/>
              <a:t>nx</a:t>
            </a:r>
            <a:r>
              <a:rPr lang="en-US" altLang="zh-CN" sz="2000" b="1" dirty="0"/>
              <a:t>];</a:t>
            </a:r>
          </a:p>
          <a:p>
            <a:pPr marL="457200" indent="-457200"/>
            <a:r>
              <a:rPr lang="en-US" altLang="zh-CN" sz="2000" b="1" dirty="0"/>
              <a:t>                            flag[</a:t>
            </a:r>
            <a:r>
              <a:rPr lang="en-US" altLang="zh-CN" sz="2000" b="1" dirty="0" err="1"/>
              <a:t>nx</a:t>
            </a:r>
            <a:r>
              <a:rPr lang="en-US" altLang="zh-CN" sz="2000" b="1" dirty="0"/>
              <a:t>] = flag[</a:t>
            </a:r>
            <a:r>
              <a:rPr lang="en-US" altLang="zh-CN" sz="2000" b="1" dirty="0" err="1"/>
              <a:t>rr</a:t>
            </a:r>
            <a:r>
              <a:rPr lang="en-US" altLang="zh-CN" sz="2000" b="1" dirty="0"/>
              <a:t>];</a:t>
            </a:r>
          </a:p>
          <a:p>
            <a:pPr marL="457200" indent="-457200"/>
            <a:r>
              <a:rPr lang="en-US" altLang="zh-CN" sz="2000" b="1" dirty="0"/>
              <a:t>                            flag[</a:t>
            </a:r>
            <a:r>
              <a:rPr lang="en-US" altLang="zh-CN" sz="2000" b="1" dirty="0" err="1"/>
              <a:t>rr</a:t>
            </a:r>
            <a:r>
              <a:rPr lang="en-US" altLang="zh-CN" sz="2000" b="1" dirty="0"/>
              <a:t>] = temp;</a:t>
            </a:r>
          </a:p>
          <a:p>
            <a:pPr marL="457200" indent="-457200"/>
            <a:r>
              <a:rPr lang="en-US" altLang="zh-CN" sz="2000" b="1" dirty="0"/>
              <a:t>                            </a:t>
            </a:r>
            <a:r>
              <a:rPr lang="en-US" altLang="zh-CN" sz="2000" b="1" dirty="0" err="1"/>
              <a:t>nx</a:t>
            </a:r>
            <a:r>
              <a:rPr lang="en-US" altLang="zh-CN" sz="2000" b="1" dirty="0"/>
              <a:t>++;</a:t>
            </a:r>
          </a:p>
          <a:p>
            <a:pPr marL="457200" indent="-457200"/>
            <a:r>
              <a:rPr lang="en-US" altLang="zh-CN" sz="2000" b="1" dirty="0"/>
              <a:t>                            break;</a:t>
            </a:r>
          </a:p>
          <a:p>
            <a:pPr marL="457200" indent="-457200"/>
            <a:r>
              <a:rPr lang="en-US" altLang="zh-CN" sz="2000" b="1" dirty="0">
                <a:solidFill>
                  <a:srgbClr val="CC9900"/>
                </a:solidFill>
              </a:rPr>
              <a:t>      case  white:</a:t>
            </a:r>
            <a:r>
              <a:rPr lang="en-US" altLang="zh-CN" sz="2000" b="1" dirty="0"/>
              <a:t>  </a:t>
            </a:r>
            <a:r>
              <a:rPr lang="en-US" altLang="zh-CN" sz="2000" b="1" dirty="0" err="1"/>
              <a:t>nx</a:t>
            </a:r>
            <a:r>
              <a:rPr lang="en-US" altLang="zh-CN" sz="2000" b="1" dirty="0"/>
              <a:t>++;</a:t>
            </a:r>
          </a:p>
          <a:p>
            <a:pPr marL="457200" indent="-457200"/>
            <a:r>
              <a:rPr lang="en-US" altLang="zh-CN" sz="2000" b="1" dirty="0"/>
              <a:t>                            break;</a:t>
            </a:r>
          </a:p>
          <a:p>
            <a:pPr marL="457200" indent="-457200"/>
            <a:r>
              <a:rPr lang="en-US" altLang="zh-CN" sz="2000" b="1" dirty="0"/>
              <a:t>      </a:t>
            </a:r>
            <a:r>
              <a:rPr lang="en-US" altLang="zh-CN" sz="2000" b="1" dirty="0">
                <a:solidFill>
                  <a:srgbClr val="002060"/>
                </a:solidFill>
              </a:rPr>
              <a:t>case  blue:     </a:t>
            </a:r>
            <a:r>
              <a:rPr lang="en-US" altLang="zh-CN" sz="2000" b="1" dirty="0" err="1"/>
              <a:t>lb</a:t>
            </a:r>
            <a:r>
              <a:rPr lang="en-US" altLang="zh-CN" sz="2000" b="1" dirty="0"/>
              <a:t>--;</a:t>
            </a:r>
          </a:p>
          <a:p>
            <a:pPr marL="457200" indent="-457200"/>
            <a:r>
              <a:rPr lang="en-US" altLang="zh-CN" sz="2000" b="1" dirty="0"/>
              <a:t>                            temp = flag[</a:t>
            </a:r>
            <a:r>
              <a:rPr lang="en-US" altLang="zh-CN" sz="2000" b="1" dirty="0" err="1"/>
              <a:t>nx</a:t>
            </a:r>
            <a:r>
              <a:rPr lang="en-US" altLang="zh-CN" sz="2000" b="1" dirty="0"/>
              <a:t>];</a:t>
            </a:r>
          </a:p>
          <a:p>
            <a:pPr marL="457200" indent="-457200"/>
            <a:r>
              <a:rPr lang="en-US" altLang="zh-CN" sz="2000" b="1" dirty="0"/>
              <a:t>                            flag[</a:t>
            </a:r>
            <a:r>
              <a:rPr lang="en-US" altLang="zh-CN" sz="2000" b="1" dirty="0" err="1"/>
              <a:t>nx</a:t>
            </a:r>
            <a:r>
              <a:rPr lang="en-US" altLang="zh-CN" sz="2000" b="1" dirty="0"/>
              <a:t>] = flag[</a:t>
            </a:r>
            <a:r>
              <a:rPr lang="en-US" altLang="zh-CN" sz="2000" b="1" dirty="0" err="1"/>
              <a:t>lb</a:t>
            </a:r>
            <a:r>
              <a:rPr lang="en-US" altLang="zh-CN" sz="2000" b="1" dirty="0"/>
              <a:t>];</a:t>
            </a:r>
          </a:p>
          <a:p>
            <a:pPr marL="457200" indent="-457200"/>
            <a:r>
              <a:rPr lang="en-US" altLang="zh-CN" sz="2000" b="1" dirty="0"/>
              <a:t>                            flag[</a:t>
            </a:r>
            <a:r>
              <a:rPr lang="en-US" altLang="zh-CN" sz="2000" b="1" dirty="0" err="1"/>
              <a:t>lb</a:t>
            </a:r>
            <a:r>
              <a:rPr lang="en-US" altLang="zh-CN" sz="2000" b="1" dirty="0"/>
              <a:t>] = temp;</a:t>
            </a:r>
          </a:p>
          <a:p>
            <a:pPr marL="457200" indent="-457200"/>
            <a:r>
              <a:rPr lang="en-US" altLang="zh-CN" sz="2000" b="1" dirty="0"/>
              <a:t>                            break;</a:t>
            </a:r>
          </a:p>
          <a:p>
            <a:pPr marL="457200" indent="-457200"/>
            <a:r>
              <a:rPr lang="en-US" altLang="zh-CN" sz="2000" b="1" dirty="0"/>
              <a:t>    }  </a:t>
            </a:r>
            <a:r>
              <a:rPr lang="en-US" altLang="zh-CN" sz="2000" b="1" dirty="0">
                <a:solidFill>
                  <a:srgbClr val="002060"/>
                </a:solidFill>
              </a:rPr>
              <a:t>//switch</a:t>
            </a:r>
          </a:p>
        </p:txBody>
      </p:sp>
      <p:sp>
        <p:nvSpPr>
          <p:cNvPr id="1149081" name="Rectangle 153" descr="信纸"/>
          <p:cNvSpPr>
            <a:spLocks noChangeArrowheads="1"/>
          </p:cNvSpPr>
          <p:nvPr/>
        </p:nvSpPr>
        <p:spPr bwMode="auto">
          <a:xfrm>
            <a:off x="2182720" y="2671675"/>
            <a:ext cx="4392613" cy="3847207"/>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dirty="0"/>
              <a:t> </a:t>
            </a:r>
            <a:r>
              <a:rPr lang="en-US" altLang="zh-CN" sz="2000" b="1" dirty="0">
                <a:ea typeface="楷体_GB2312" pitchFamily="49" charset="-122"/>
              </a:rPr>
              <a:t>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20; </a:t>
            </a:r>
            <a:r>
              <a:rPr lang="en-US" altLang="zh-CN" sz="2000" b="1" dirty="0" err="1">
                <a:ea typeface="楷体_GB2312" pitchFamily="49" charset="-122"/>
              </a:rPr>
              <a:t>i</a:t>
            </a:r>
            <a:r>
              <a:rPr lang="en-US" altLang="zh-CN" sz="2000" b="1" dirty="0">
                <a:ea typeface="楷体_GB2312"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显示结果</a:t>
            </a:r>
          </a:p>
          <a:p>
            <a:pPr marL="457200" indent="-457200"/>
            <a:r>
              <a:rPr lang="zh-CN" altLang="en-US" sz="2000" b="1" dirty="0">
                <a:ea typeface="楷体_GB2312" pitchFamily="49" charset="-122"/>
              </a:rPr>
              <a:t>    </a:t>
            </a:r>
            <a:r>
              <a:rPr lang="en-US" altLang="zh-CN" sz="2000" b="1" dirty="0">
                <a:ea typeface="楷体_GB2312" pitchFamily="49" charset="-122"/>
              </a:rPr>
              <a:t>switch (flag[</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p>
          <a:p>
            <a:pPr marL="457200" indent="-457200"/>
            <a:r>
              <a:rPr lang="en-US" altLang="zh-CN" sz="2000" b="1" dirty="0">
                <a:solidFill>
                  <a:srgbClr val="FF0000"/>
                </a:solidFill>
                <a:ea typeface="楷体_GB2312" pitchFamily="49" charset="-122"/>
              </a:rPr>
              <a:t>      </a:t>
            </a:r>
            <a:r>
              <a:rPr lang="en-US" altLang="zh-CN" sz="2000" b="1" dirty="0">
                <a:solidFill>
                  <a:srgbClr val="C00000"/>
                </a:solidFill>
                <a:ea typeface="楷体_GB2312" pitchFamily="49" charset="-122"/>
              </a:rPr>
              <a:t>case  red:     </a:t>
            </a:r>
            <a:r>
              <a:rPr lang="en-US" altLang="zh-CN" sz="2000" b="1" dirty="0" err="1">
                <a:ea typeface="楷体_GB2312" pitchFamily="49" charset="-122"/>
              </a:rPr>
              <a:t>putchar</a:t>
            </a:r>
            <a:r>
              <a:rPr lang="en-US" altLang="zh-CN" sz="2000" b="1" dirty="0">
                <a:ea typeface="楷体_GB2312" pitchFamily="49" charset="-122"/>
              </a:rPr>
              <a:t> ('r');</a:t>
            </a:r>
          </a:p>
          <a:p>
            <a:pPr marL="457200" indent="-457200"/>
            <a:r>
              <a:rPr lang="en-US" altLang="zh-CN" sz="2000" b="1" dirty="0">
                <a:ea typeface="楷体_GB2312" pitchFamily="49" charset="-122"/>
              </a:rPr>
              <a:t>                           break;</a:t>
            </a:r>
          </a:p>
          <a:p>
            <a:pPr marL="457200" indent="-457200"/>
            <a:r>
              <a:rPr lang="en-US" altLang="zh-CN" sz="2000" b="1" dirty="0">
                <a:solidFill>
                  <a:srgbClr val="CC9900"/>
                </a:solidFill>
                <a:ea typeface="楷体_GB2312" pitchFamily="49" charset="-122"/>
              </a:rPr>
              <a:t>      case  white:</a:t>
            </a:r>
            <a:r>
              <a:rPr lang="en-US" altLang="zh-CN" sz="2000" b="1" dirty="0">
                <a:ea typeface="楷体_GB2312" pitchFamily="49" charset="-122"/>
              </a:rPr>
              <a:t>  </a:t>
            </a:r>
            <a:r>
              <a:rPr lang="en-US" altLang="zh-CN" sz="2000" b="1" dirty="0" err="1">
                <a:ea typeface="楷体_GB2312" pitchFamily="49" charset="-122"/>
              </a:rPr>
              <a:t>putchar</a:t>
            </a:r>
            <a:r>
              <a:rPr lang="en-US" altLang="zh-CN" sz="2000" b="1" dirty="0">
                <a:ea typeface="楷体_GB2312" pitchFamily="49" charset="-122"/>
              </a:rPr>
              <a:t> ('w');</a:t>
            </a:r>
          </a:p>
          <a:p>
            <a:pPr marL="457200" indent="-457200"/>
            <a:r>
              <a:rPr lang="en-US" altLang="zh-CN" sz="2000" b="1" dirty="0">
                <a:ea typeface="楷体_GB2312" pitchFamily="49" charset="-122"/>
              </a:rPr>
              <a:t>                           break;</a:t>
            </a:r>
          </a:p>
          <a:p>
            <a:pPr marL="457200" indent="-457200"/>
            <a:r>
              <a:rPr lang="en-US" altLang="zh-CN" sz="2000" b="1" dirty="0">
                <a:solidFill>
                  <a:schemeClr val="accent2"/>
                </a:solidFill>
                <a:ea typeface="楷体_GB2312" pitchFamily="49" charset="-122"/>
              </a:rPr>
              <a:t>      </a:t>
            </a:r>
            <a:r>
              <a:rPr lang="en-US" altLang="zh-CN" sz="2000" b="1" dirty="0">
                <a:solidFill>
                  <a:srgbClr val="002060"/>
                </a:solidFill>
                <a:ea typeface="楷体_GB2312" pitchFamily="49" charset="-122"/>
              </a:rPr>
              <a:t>case  blue:   </a:t>
            </a:r>
            <a:r>
              <a:rPr lang="en-US" altLang="zh-CN" sz="2000" b="1" dirty="0" err="1">
                <a:ea typeface="楷体_GB2312" pitchFamily="49" charset="-122"/>
              </a:rPr>
              <a:t>putchar</a:t>
            </a:r>
            <a:r>
              <a:rPr lang="en-US" altLang="zh-CN" sz="2000" b="1" dirty="0">
                <a:ea typeface="楷体_GB2312" pitchFamily="49" charset="-122"/>
              </a:rPr>
              <a:t> ('b');</a:t>
            </a:r>
          </a:p>
          <a:p>
            <a:pPr marL="457200" indent="-457200"/>
            <a:r>
              <a:rPr lang="en-US" altLang="zh-CN" sz="2000" b="1" dirty="0">
                <a:ea typeface="楷体_GB2312" pitchFamily="49" charset="-122"/>
              </a:rPr>
              <a:t>                           break;</a:t>
            </a:r>
          </a:p>
          <a:p>
            <a:pPr marL="457200" indent="-457200"/>
            <a:r>
              <a:rPr lang="en-US" altLang="zh-CN" sz="2000" b="1" dirty="0">
                <a:ea typeface="楷体_GB2312" pitchFamily="49" charset="-122"/>
              </a:rPr>
              <a:t>    }  </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a:t>
            </a:r>
          </a:p>
        </p:txBody>
      </p:sp>
      <p:sp>
        <p:nvSpPr>
          <p:cNvPr id="9" name="Rectangle 4">
            <a:extLst>
              <a:ext uri="{FF2B5EF4-FFF2-40B4-BE49-F238E27FC236}">
                <a16:creationId xmlns:a16="http://schemas.microsoft.com/office/drawing/2014/main" id="{CAC6F6C4-EF25-4146-A688-50BB44F9F03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枚举类型变量的定义和引用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49078"/>
                                        </p:tgtEl>
                                        <p:attrNameLst>
                                          <p:attrName>style.visibility</p:attrName>
                                        </p:attrNameLst>
                                      </p:cBhvr>
                                      <p:to>
                                        <p:strVal val="visible"/>
                                      </p:to>
                                    </p:set>
                                    <p:animEffect transition="in" filter="box(out)">
                                      <p:cBhvr>
                                        <p:cTn id="7" dur="500"/>
                                        <p:tgtEl>
                                          <p:spTgt spid="114907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49080"/>
                                        </p:tgtEl>
                                        <p:attrNameLst>
                                          <p:attrName>style.visibility</p:attrName>
                                        </p:attrNameLst>
                                      </p:cBhvr>
                                      <p:to>
                                        <p:strVal val="visible"/>
                                      </p:to>
                                    </p:set>
                                    <p:animEffect transition="in" filter="box(out)">
                                      <p:cBhvr>
                                        <p:cTn id="12" dur="500"/>
                                        <p:tgtEl>
                                          <p:spTgt spid="114908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49081"/>
                                        </p:tgtEl>
                                        <p:attrNameLst>
                                          <p:attrName>style.visibility</p:attrName>
                                        </p:attrNameLst>
                                      </p:cBhvr>
                                      <p:to>
                                        <p:strVal val="visible"/>
                                      </p:to>
                                    </p:set>
                                    <p:animEffect transition="in" filter="box(out)">
                                      <p:cBhvr>
                                        <p:cTn id="17" dur="500"/>
                                        <p:tgtEl>
                                          <p:spTgt spid="114908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9078" grpId="0" animBg="1"/>
      <p:bldP spid="1149080" grpId="0" animBg="1"/>
      <p:bldP spid="1149081"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0985" name="Rectangle 9"/>
          <p:cNvSpPr>
            <a:spLocks noChangeArrowheads="1"/>
          </p:cNvSpPr>
          <p:nvPr/>
        </p:nvSpPr>
        <p:spPr bwMode="auto">
          <a:xfrm>
            <a:off x="745630" y="821025"/>
            <a:ext cx="10534946" cy="5632311"/>
          </a:xfrm>
          <a:prstGeom prst="rect">
            <a:avLst/>
          </a:prstGeom>
          <a:noFill/>
          <a:ln w="9525">
            <a:noFill/>
            <a:miter lim="800000"/>
            <a:headEnd/>
            <a:tailEnd/>
          </a:ln>
          <a:effectLst/>
        </p:spPr>
        <p:txBody>
          <a:bodyPr wrap="square" anchor="ctr">
            <a:spAutoFit/>
          </a:bodyPr>
          <a:lstStyle/>
          <a:p>
            <a:pPr indent="76200">
              <a:tabLst>
                <a:tab pos="266700" algn="l"/>
              </a:tabLst>
            </a:pPr>
            <a:r>
              <a:rPr lang="en-US" altLang="zh-CN" b="1" dirty="0">
                <a:ea typeface="楷体_GB2312" pitchFamily="49" charset="-122"/>
              </a:rPr>
              <a:t>       </a:t>
            </a:r>
            <a:r>
              <a:rPr lang="zh-CN" altLang="en-US" b="1" dirty="0">
                <a:latin typeface="+mn-lt"/>
                <a:ea typeface="楷体" pitchFamily="49" charset="-122"/>
              </a:rPr>
              <a:t>复杂数据类型的应用是广泛的，特别是结构体类型的应用更是如此。因为现实世界中很多信息都是一些基本信息的综合体，要表示这类信息，必须要用到结构体类型，否则对这类信息的处理将变得非常复杂，甚至无法进行处理。下面的实例是一个非常有代表性的程序，它所包含的知识从某种意义上来说是对我们前面所学的核心内容的集中体现，主要知识包括：</a:t>
            </a:r>
            <a:endParaRPr lang="en-US" altLang="zh-CN" b="1" dirty="0">
              <a:latin typeface="+mn-lt"/>
              <a:ea typeface="楷体" pitchFamily="49" charset="-122"/>
            </a:endParaRPr>
          </a:p>
          <a:p>
            <a:pPr indent="76200">
              <a:tabLst>
                <a:tab pos="266700" algn="l"/>
              </a:tabLst>
            </a:pPr>
            <a:endParaRPr lang="zh-CN" altLang="en-US" b="1" dirty="0">
              <a:latin typeface="+mn-lt"/>
              <a:ea typeface="楷体" pitchFamily="49" charset="-122"/>
            </a:endParaRPr>
          </a:p>
          <a:p>
            <a:pPr marL="703263" indent="-342900">
              <a:buClr>
                <a:srgbClr val="C00000"/>
              </a:buClr>
              <a:buFont typeface="Wingdings" panose="05000000000000000000" pitchFamily="2" charset="2"/>
              <a:buChar char="u"/>
              <a:tabLst>
                <a:tab pos="266700" algn="l"/>
              </a:tabLst>
            </a:pPr>
            <a:r>
              <a:rPr lang="zh-CN" altLang="en-US" b="1" dirty="0">
                <a:solidFill>
                  <a:srgbClr val="C00000"/>
                </a:solidFill>
                <a:latin typeface="楷体" panose="02010609060101010101" pitchFamily="49" charset="-122"/>
                <a:ea typeface="楷体" panose="02010609060101010101" pitchFamily="49" charset="-122"/>
              </a:rPr>
              <a:t> 结构体类型的定义及应用；</a:t>
            </a:r>
          </a:p>
          <a:p>
            <a:pPr marL="703263" indent="-342900">
              <a:buClr>
                <a:srgbClr val="C00000"/>
              </a:buClr>
              <a:buFont typeface="Wingdings" panose="05000000000000000000" pitchFamily="2" charset="2"/>
              <a:buChar char="u"/>
              <a:tabLst>
                <a:tab pos="266700" algn="l"/>
              </a:tabLst>
            </a:pPr>
            <a:r>
              <a:rPr lang="zh-CN" altLang="en-US" b="1" dirty="0">
                <a:solidFill>
                  <a:srgbClr val="C00000"/>
                </a:solidFill>
                <a:latin typeface="楷体" panose="02010609060101010101" pitchFamily="49" charset="-122"/>
                <a:ea typeface="楷体" panose="02010609060101010101" pitchFamily="49" charset="-122"/>
              </a:rPr>
              <a:t> 枚举类型的定义及应用；</a:t>
            </a:r>
          </a:p>
          <a:p>
            <a:pPr marL="703263" indent="-342900">
              <a:buClr>
                <a:srgbClr val="C00000"/>
              </a:buClr>
              <a:buFont typeface="Wingdings" panose="05000000000000000000" pitchFamily="2" charset="2"/>
              <a:buChar char="u"/>
              <a:tabLst>
                <a:tab pos="266700" algn="l"/>
              </a:tabLst>
            </a:pPr>
            <a:r>
              <a:rPr lang="zh-CN" altLang="en-US" b="1" dirty="0">
                <a:solidFill>
                  <a:srgbClr val="C00000"/>
                </a:solidFill>
                <a:latin typeface="楷体" panose="02010609060101010101" pitchFamily="49" charset="-122"/>
                <a:ea typeface="楷体" panose="02010609060101010101" pitchFamily="49" charset="-122"/>
              </a:rPr>
              <a:t> 结构体指针（或结构体数组）的应用；</a:t>
            </a:r>
          </a:p>
          <a:p>
            <a:pPr marL="703263" indent="-342900">
              <a:buClr>
                <a:srgbClr val="C00000"/>
              </a:buClr>
              <a:buFont typeface="Wingdings" panose="05000000000000000000" pitchFamily="2" charset="2"/>
              <a:buChar char="u"/>
              <a:tabLst>
                <a:tab pos="266700" algn="l"/>
              </a:tabLst>
            </a:pPr>
            <a:r>
              <a:rPr lang="zh-CN" altLang="en-US" b="1" dirty="0">
                <a:solidFill>
                  <a:srgbClr val="C00000"/>
                </a:solidFill>
                <a:latin typeface="楷体" panose="02010609060101010101" pitchFamily="49" charset="-122"/>
                <a:ea typeface="楷体" panose="02010609060101010101" pitchFamily="49" charset="-122"/>
              </a:rPr>
              <a:t> 二级指针的应用；</a:t>
            </a:r>
          </a:p>
          <a:p>
            <a:pPr marL="703263" indent="-342900">
              <a:buClr>
                <a:srgbClr val="C00000"/>
              </a:buClr>
              <a:buFont typeface="Wingdings" panose="05000000000000000000" pitchFamily="2" charset="2"/>
              <a:buChar char="u"/>
              <a:tabLst>
                <a:tab pos="266700" algn="l"/>
              </a:tabLst>
            </a:pPr>
            <a:r>
              <a:rPr lang="zh-CN" altLang="en-US" b="1" dirty="0">
                <a:solidFill>
                  <a:srgbClr val="C00000"/>
                </a:solidFill>
                <a:latin typeface="楷体" panose="02010609060101010101" pitchFamily="49" charset="-122"/>
                <a:ea typeface="楷体" panose="02010609060101010101" pitchFamily="49" charset="-122"/>
              </a:rPr>
              <a:t> 结构体指针作为函数参数；</a:t>
            </a:r>
          </a:p>
          <a:p>
            <a:pPr marL="703263" indent="-342900">
              <a:buClr>
                <a:srgbClr val="C00000"/>
              </a:buClr>
              <a:buFont typeface="Wingdings" panose="05000000000000000000" pitchFamily="2" charset="2"/>
              <a:buChar char="u"/>
              <a:tabLst>
                <a:tab pos="266700" algn="l"/>
              </a:tabLst>
            </a:pPr>
            <a:r>
              <a:rPr lang="zh-CN" altLang="en-US" b="1" dirty="0">
                <a:solidFill>
                  <a:srgbClr val="C00000"/>
                </a:solidFill>
                <a:latin typeface="楷体" panose="02010609060101010101" pitchFamily="49" charset="-122"/>
                <a:ea typeface="楷体" panose="02010609060101010101" pitchFamily="49" charset="-122"/>
              </a:rPr>
              <a:t> 返回结构体指针的函数；</a:t>
            </a:r>
          </a:p>
          <a:p>
            <a:pPr marL="703263" indent="-342900">
              <a:buClr>
                <a:srgbClr val="C00000"/>
              </a:buClr>
              <a:buFont typeface="Wingdings" panose="05000000000000000000" pitchFamily="2" charset="2"/>
              <a:buChar char="u"/>
              <a:tabLst>
                <a:tab pos="266700" algn="l"/>
              </a:tabLst>
            </a:pPr>
            <a:r>
              <a:rPr lang="zh-CN" altLang="en-US" b="1" dirty="0">
                <a:solidFill>
                  <a:srgbClr val="C00000"/>
                </a:solidFill>
                <a:latin typeface="楷体" panose="02010609060101010101" pitchFamily="49" charset="-122"/>
                <a:ea typeface="楷体" panose="02010609060101010101" pitchFamily="49" charset="-122"/>
              </a:rPr>
              <a:t> 二级指针与动态内存分配；</a:t>
            </a:r>
          </a:p>
          <a:p>
            <a:pPr marL="703263" indent="-342900">
              <a:buClr>
                <a:srgbClr val="C00000"/>
              </a:buClr>
              <a:buFont typeface="Wingdings" panose="05000000000000000000" pitchFamily="2" charset="2"/>
              <a:buChar char="u"/>
              <a:tabLst>
                <a:tab pos="266700" algn="l"/>
              </a:tabLst>
            </a:pPr>
            <a:r>
              <a:rPr lang="zh-CN" altLang="en-US" b="1" dirty="0">
                <a:solidFill>
                  <a:srgbClr val="C00000"/>
                </a:solidFill>
                <a:latin typeface="楷体" panose="02010609060101010101" pitchFamily="49" charset="-122"/>
                <a:ea typeface="楷体" panose="02010609060101010101" pitchFamily="49" charset="-122"/>
              </a:rPr>
              <a:t> 动态内存的释放；</a:t>
            </a:r>
          </a:p>
          <a:p>
            <a:pPr marL="703263" indent="-342900">
              <a:buClr>
                <a:srgbClr val="C00000"/>
              </a:buClr>
              <a:buFont typeface="Wingdings" panose="05000000000000000000" pitchFamily="2" charset="2"/>
              <a:buChar char="u"/>
              <a:tabLst>
                <a:tab pos="266700" algn="l"/>
              </a:tabLst>
            </a:pPr>
            <a:r>
              <a:rPr lang="zh-CN" altLang="en-US" b="1" dirty="0">
                <a:solidFill>
                  <a:srgbClr val="C00000"/>
                </a:solidFill>
                <a:latin typeface="楷体" panose="02010609060101010101" pitchFamily="49" charset="-122"/>
                <a:ea typeface="楷体" panose="02010609060101010101" pitchFamily="49" charset="-122"/>
              </a:rPr>
              <a:t> 结构体数组的排序方法等。</a:t>
            </a:r>
          </a:p>
        </p:txBody>
      </p:sp>
      <p:sp>
        <p:nvSpPr>
          <p:cNvPr id="7" name="Rectangle 4">
            <a:extLst>
              <a:ext uri="{FF2B5EF4-FFF2-40B4-BE49-F238E27FC236}">
                <a16:creationId xmlns:a16="http://schemas.microsoft.com/office/drawing/2014/main" id="{6A95640F-F3F0-4DA2-9E59-257302A4F15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11.7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复杂数据类型应用综合举例</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50985">
                                            <p:txEl>
                                              <p:pRg st="0" end="0"/>
                                            </p:txEl>
                                          </p:spTgt>
                                        </p:tgtEl>
                                        <p:attrNameLst>
                                          <p:attrName>style.visibility</p:attrName>
                                        </p:attrNameLst>
                                      </p:cBhvr>
                                      <p:to>
                                        <p:strVal val="visible"/>
                                      </p:to>
                                    </p:set>
                                    <p:animEffect transition="in" filter="box(out)">
                                      <p:cBhvr>
                                        <p:cTn id="7" dur="500"/>
                                        <p:tgtEl>
                                          <p:spTgt spid="115098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50985">
                                            <p:txEl>
                                              <p:pRg st="2" end="2"/>
                                            </p:txEl>
                                          </p:spTgt>
                                        </p:tgtEl>
                                        <p:attrNameLst>
                                          <p:attrName>style.visibility</p:attrName>
                                        </p:attrNameLst>
                                      </p:cBhvr>
                                      <p:to>
                                        <p:strVal val="visible"/>
                                      </p:to>
                                    </p:set>
                                    <p:anim calcmode="lin" valueType="num">
                                      <p:cBhvr additive="base">
                                        <p:cTn id="12" dur="500" fill="hold"/>
                                        <p:tgtEl>
                                          <p:spTgt spid="1150985">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50985">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50985">
                                            <p:txEl>
                                              <p:pRg st="3" end="3"/>
                                            </p:txEl>
                                          </p:spTgt>
                                        </p:tgtEl>
                                        <p:attrNameLst>
                                          <p:attrName>style.visibility</p:attrName>
                                        </p:attrNameLst>
                                      </p:cBhvr>
                                      <p:to>
                                        <p:strVal val="visible"/>
                                      </p:to>
                                    </p:set>
                                    <p:anim calcmode="lin" valueType="num">
                                      <p:cBhvr additive="base">
                                        <p:cTn id="18" dur="500" fill="hold"/>
                                        <p:tgtEl>
                                          <p:spTgt spid="1150985">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150985">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whoosh.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150985">
                                            <p:txEl>
                                              <p:pRg st="4" end="4"/>
                                            </p:txEl>
                                          </p:spTgt>
                                        </p:tgtEl>
                                        <p:attrNameLst>
                                          <p:attrName>style.visibility</p:attrName>
                                        </p:attrNameLst>
                                      </p:cBhvr>
                                      <p:to>
                                        <p:strVal val="visible"/>
                                      </p:to>
                                    </p:set>
                                    <p:anim calcmode="lin" valueType="num">
                                      <p:cBhvr additive="base">
                                        <p:cTn id="24" dur="500" fill="hold"/>
                                        <p:tgtEl>
                                          <p:spTgt spid="1150985">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150985">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4" name="whoosh.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150985">
                                            <p:txEl>
                                              <p:pRg st="5" end="5"/>
                                            </p:txEl>
                                          </p:spTgt>
                                        </p:tgtEl>
                                        <p:attrNameLst>
                                          <p:attrName>style.visibility</p:attrName>
                                        </p:attrNameLst>
                                      </p:cBhvr>
                                      <p:to>
                                        <p:strVal val="visible"/>
                                      </p:to>
                                    </p:set>
                                    <p:anim calcmode="lin" valueType="num">
                                      <p:cBhvr additive="base">
                                        <p:cTn id="30" dur="500" fill="hold"/>
                                        <p:tgtEl>
                                          <p:spTgt spid="1150985">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150985">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4" name="whoosh.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150985">
                                            <p:txEl>
                                              <p:pRg st="6" end="6"/>
                                            </p:txEl>
                                          </p:spTgt>
                                        </p:tgtEl>
                                        <p:attrNameLst>
                                          <p:attrName>style.visibility</p:attrName>
                                        </p:attrNameLst>
                                      </p:cBhvr>
                                      <p:to>
                                        <p:strVal val="visible"/>
                                      </p:to>
                                    </p:set>
                                    <p:anim calcmode="lin" valueType="num">
                                      <p:cBhvr additive="base">
                                        <p:cTn id="36" dur="500" fill="hold"/>
                                        <p:tgtEl>
                                          <p:spTgt spid="1150985">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150985">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4" name="whoosh.wav"/>
                                        </p:tgtEl>
                                      </p:cMediaNode>
                                    </p:audio>
                                  </p:sub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150985">
                                            <p:txEl>
                                              <p:pRg st="7" end="7"/>
                                            </p:txEl>
                                          </p:spTgt>
                                        </p:tgtEl>
                                        <p:attrNameLst>
                                          <p:attrName>style.visibility</p:attrName>
                                        </p:attrNameLst>
                                      </p:cBhvr>
                                      <p:to>
                                        <p:strVal val="visible"/>
                                      </p:to>
                                    </p:set>
                                    <p:anim calcmode="lin" valueType="num">
                                      <p:cBhvr additive="base">
                                        <p:cTn id="42" dur="500" fill="hold"/>
                                        <p:tgtEl>
                                          <p:spTgt spid="1150985">
                                            <p:txEl>
                                              <p:pRg st="7" end="7"/>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150985">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4" name="whoosh.wav"/>
                                        </p:tgtEl>
                                      </p:cMediaNode>
                                    </p:audio>
                                  </p:sub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150985">
                                            <p:txEl>
                                              <p:pRg st="8" end="8"/>
                                            </p:txEl>
                                          </p:spTgt>
                                        </p:tgtEl>
                                        <p:attrNameLst>
                                          <p:attrName>style.visibility</p:attrName>
                                        </p:attrNameLst>
                                      </p:cBhvr>
                                      <p:to>
                                        <p:strVal val="visible"/>
                                      </p:to>
                                    </p:set>
                                    <p:anim calcmode="lin" valueType="num">
                                      <p:cBhvr additive="base">
                                        <p:cTn id="48" dur="500" fill="hold"/>
                                        <p:tgtEl>
                                          <p:spTgt spid="1150985">
                                            <p:txEl>
                                              <p:pRg st="8" end="8"/>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150985">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6"/>
                                            </p:cond>
                                          </p:stCondLst>
                                          <p:endCondLst>
                                            <p:cond evt="onStopAudio" delay="0">
                                              <p:tgtEl>
                                                <p:sldTgt/>
                                              </p:tgtEl>
                                            </p:cond>
                                          </p:endCondLst>
                                        </p:cTn>
                                        <p:tgtEl>
                                          <p:sndTgt r:embed="rId4" name="whoosh.wav"/>
                                        </p:tgtEl>
                                      </p:cMediaNode>
                                    </p:audio>
                                  </p:sub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1150985">
                                            <p:txEl>
                                              <p:pRg st="9" end="9"/>
                                            </p:txEl>
                                          </p:spTgt>
                                        </p:tgtEl>
                                        <p:attrNameLst>
                                          <p:attrName>style.visibility</p:attrName>
                                        </p:attrNameLst>
                                      </p:cBhvr>
                                      <p:to>
                                        <p:strVal val="visible"/>
                                      </p:to>
                                    </p:set>
                                    <p:anim calcmode="lin" valueType="num">
                                      <p:cBhvr additive="base">
                                        <p:cTn id="54" dur="500" fill="hold"/>
                                        <p:tgtEl>
                                          <p:spTgt spid="1150985">
                                            <p:txEl>
                                              <p:pRg st="9" end="9"/>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150985">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2"/>
                                            </p:cond>
                                          </p:stCondLst>
                                          <p:endCondLst>
                                            <p:cond evt="onStopAudio" delay="0">
                                              <p:tgtEl>
                                                <p:sldTgt/>
                                              </p:tgtEl>
                                            </p:cond>
                                          </p:endCondLst>
                                        </p:cTn>
                                        <p:tgtEl>
                                          <p:sndTgt r:embed="rId4" name="whoosh.wav"/>
                                        </p:tgtEl>
                                      </p:cMediaNode>
                                    </p:audio>
                                  </p:sub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1150985">
                                            <p:txEl>
                                              <p:pRg st="10" end="10"/>
                                            </p:txEl>
                                          </p:spTgt>
                                        </p:tgtEl>
                                        <p:attrNameLst>
                                          <p:attrName>style.visibility</p:attrName>
                                        </p:attrNameLst>
                                      </p:cBhvr>
                                      <p:to>
                                        <p:strVal val="visible"/>
                                      </p:to>
                                    </p:set>
                                    <p:anim calcmode="lin" valueType="num">
                                      <p:cBhvr additive="base">
                                        <p:cTn id="60" dur="500" fill="hold"/>
                                        <p:tgtEl>
                                          <p:spTgt spid="1150985">
                                            <p:txEl>
                                              <p:pRg st="10" end="10"/>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1150985">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8"/>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3031" name="Rectangle 7"/>
          <p:cNvSpPr>
            <a:spLocks noChangeArrowheads="1"/>
          </p:cNvSpPr>
          <p:nvPr/>
        </p:nvSpPr>
        <p:spPr bwMode="auto">
          <a:xfrm>
            <a:off x="672738" y="944722"/>
            <a:ext cx="10679846" cy="830997"/>
          </a:xfrm>
          <a:prstGeom prst="rect">
            <a:avLst/>
          </a:prstGeom>
          <a:noFill/>
          <a:ln w="9525">
            <a:noFill/>
            <a:miter lim="800000"/>
            <a:headEnd/>
            <a:tailEnd/>
          </a:ln>
          <a:effectLst/>
        </p:spPr>
        <p:txBody>
          <a:bodyPr wrap="square" anchor="ctr">
            <a:spAutoFit/>
          </a:bodyPr>
          <a:lstStyle/>
          <a:p>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输入</a:t>
            </a:r>
            <a:r>
              <a:rPr lang="en-US" altLang="zh-CN" b="1" dirty="0">
                <a:solidFill>
                  <a:srgbClr val="C00000"/>
                </a:solidFill>
                <a:latin typeface="楷体" panose="02010609060101010101" pitchFamily="49" charset="-122"/>
                <a:ea typeface="楷体" panose="02010609060101010101" pitchFamily="49" charset="-122"/>
              </a:rPr>
              <a:t>n</a:t>
            </a:r>
            <a:r>
              <a:rPr lang="zh-CN" altLang="en-US" b="1" dirty="0">
                <a:solidFill>
                  <a:srgbClr val="C00000"/>
                </a:solidFill>
                <a:latin typeface="楷体" panose="02010609060101010101" pitchFamily="49" charset="-122"/>
                <a:ea typeface="楷体" panose="02010609060101010101" pitchFamily="49" charset="-122"/>
              </a:rPr>
              <a:t>个学生的基本信息，然后对学生信息按成绩从高到低进行排序，并将排序后的结果输出。 </a:t>
            </a:r>
          </a:p>
        </p:txBody>
      </p:sp>
      <p:sp>
        <p:nvSpPr>
          <p:cNvPr id="7" name="矩形 6"/>
          <p:cNvSpPr/>
          <p:nvPr/>
        </p:nvSpPr>
        <p:spPr>
          <a:xfrm>
            <a:off x="936121" y="2114046"/>
            <a:ext cx="10319757" cy="3785652"/>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zh-CN" b="1" dirty="0">
                <a:ln w="1905"/>
                <a:solidFill>
                  <a:srgbClr val="C00000"/>
                </a:solidFill>
                <a:latin typeface="楷体" panose="02010609060101010101" pitchFamily="49" charset="-122"/>
                <a:ea typeface="楷体" panose="02010609060101010101" pitchFamily="49" charset="-122"/>
              </a:rPr>
              <a:t>设计思想：</a:t>
            </a:r>
            <a:endParaRPr lang="en-US" altLang="zh-CN" b="1" dirty="0">
              <a:ln w="1905"/>
              <a:solidFill>
                <a:srgbClr val="C00000"/>
              </a:solidFill>
              <a:latin typeface="楷体" panose="02010609060101010101" pitchFamily="49" charset="-122"/>
              <a:ea typeface="楷体" panose="02010609060101010101" pitchFamily="49" charset="-122"/>
            </a:endParaRPr>
          </a:p>
          <a:p>
            <a:endParaRPr lang="en-US" altLang="zh-CN" b="1" dirty="0">
              <a:ln w="1905"/>
              <a:solidFill>
                <a:srgbClr val="C00000"/>
              </a:solidFill>
              <a:latin typeface="楷体" panose="02010609060101010101" pitchFamily="49" charset="-122"/>
              <a:ea typeface="楷体" panose="02010609060101010101" pitchFamily="49" charset="-122"/>
            </a:endParaRPr>
          </a:p>
          <a:p>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a typeface="楷体" pitchFamily="49" charset="-122"/>
              </a:rPr>
              <a:t>        </a:t>
            </a:r>
            <a:r>
              <a:rPr lang="zh-CN" altLang="zh-CN" b="1" dirty="0">
                <a:ln w="1905"/>
                <a:solidFill>
                  <a:srgbClr val="002060"/>
                </a:solidFill>
                <a:ea typeface="楷体" pitchFamily="49" charset="-122"/>
              </a:rPr>
              <a:t>问题的关键是如何定义存储结构来存放</a:t>
            </a:r>
            <a:r>
              <a:rPr lang="en-US" altLang="zh-CN" b="1" dirty="0">
                <a:ln w="1905"/>
                <a:solidFill>
                  <a:srgbClr val="002060"/>
                </a:solidFill>
                <a:ea typeface="楷体" pitchFamily="49" charset="-122"/>
              </a:rPr>
              <a:t>n</a:t>
            </a:r>
            <a:r>
              <a:rPr lang="zh-CN" altLang="zh-CN" b="1" dirty="0">
                <a:ln w="1905"/>
                <a:solidFill>
                  <a:srgbClr val="002060"/>
                </a:solidFill>
                <a:ea typeface="楷体" pitchFamily="49" charset="-122"/>
              </a:rPr>
              <a:t>个学生的基本信息</a:t>
            </a:r>
            <a:r>
              <a:rPr lang="zh-CN" altLang="zh-CN" b="1" dirty="0">
                <a:ln w="1905"/>
                <a:solidFill>
                  <a:schemeClr val="tx1"/>
                </a:solidFill>
                <a:ea typeface="楷体" pitchFamily="49" charset="-122"/>
              </a:rPr>
              <a:t>。可以这样来定义，先根据输入的学生人数</a:t>
            </a:r>
            <a:r>
              <a:rPr lang="en-US" altLang="zh-CN" b="1" dirty="0">
                <a:ln w="1905"/>
                <a:solidFill>
                  <a:schemeClr val="tx1"/>
                </a:solidFill>
                <a:ea typeface="楷体" pitchFamily="49" charset="-122"/>
              </a:rPr>
              <a:t>n</a:t>
            </a:r>
            <a:r>
              <a:rPr lang="zh-CN" altLang="zh-CN" b="1" dirty="0">
                <a:ln w="1905"/>
                <a:solidFill>
                  <a:schemeClr val="tx1"/>
                </a:solidFill>
                <a:ea typeface="楷体" pitchFamily="49" charset="-122"/>
              </a:rPr>
              <a:t>，来动态生成一个结构体指针数组</a:t>
            </a:r>
            <a:r>
              <a:rPr lang="en-US" altLang="zh-CN" b="1" dirty="0" err="1">
                <a:ln w="1905"/>
                <a:solidFill>
                  <a:schemeClr val="tx1"/>
                </a:solidFill>
                <a:ea typeface="楷体" pitchFamily="49" charset="-122"/>
              </a:rPr>
              <a:t>pstu</a:t>
            </a:r>
            <a:r>
              <a:rPr lang="zh-CN" altLang="zh-CN" b="1" dirty="0">
                <a:ln w="1905"/>
                <a:solidFill>
                  <a:schemeClr val="tx1"/>
                </a:solidFill>
                <a:ea typeface="楷体" pitchFamily="49" charset="-122"/>
              </a:rPr>
              <a:t>，然后分别为结构体数组的每一个元素</a:t>
            </a:r>
            <a:r>
              <a:rPr lang="en-US" altLang="zh-CN" b="1" dirty="0" err="1">
                <a:ln w="1905"/>
                <a:solidFill>
                  <a:schemeClr val="tx1"/>
                </a:solidFill>
                <a:ea typeface="楷体" pitchFamily="49" charset="-122"/>
              </a:rPr>
              <a:t>pstu</a:t>
            </a:r>
            <a:r>
              <a:rPr lang="en-US" altLang="zh-CN" b="1" dirty="0">
                <a:ln w="1905"/>
                <a:solidFill>
                  <a:schemeClr val="tx1"/>
                </a:solidFill>
                <a:ea typeface="楷体" pitchFamily="49" charset="-122"/>
              </a:rPr>
              <a:t>[</a:t>
            </a:r>
            <a:r>
              <a:rPr lang="en-US" altLang="zh-CN" b="1" dirty="0" err="1">
                <a:ln w="1905"/>
                <a:solidFill>
                  <a:schemeClr val="tx1"/>
                </a:solidFill>
                <a:ea typeface="楷体" pitchFamily="49" charset="-122"/>
              </a:rPr>
              <a:t>i</a:t>
            </a:r>
            <a:r>
              <a:rPr lang="en-US" altLang="zh-CN" b="1" dirty="0">
                <a:ln w="1905"/>
                <a:solidFill>
                  <a:schemeClr val="tx1"/>
                </a:solidFill>
                <a:ea typeface="楷体" pitchFamily="49" charset="-122"/>
              </a:rPr>
              <a:t>]</a:t>
            </a:r>
            <a:r>
              <a:rPr lang="zh-CN" altLang="zh-CN" b="1" dirty="0">
                <a:ln w="1905"/>
                <a:solidFill>
                  <a:schemeClr val="tx1"/>
                </a:solidFill>
                <a:ea typeface="楷体" pitchFamily="49" charset="-122"/>
              </a:rPr>
              <a:t>（即指向学生结构体的指针）动态建立一个学生的结构体信息。</a:t>
            </a:r>
            <a:endParaRPr lang="en-US" altLang="zh-CN" b="1" dirty="0">
              <a:ln w="1905"/>
              <a:solidFill>
                <a:schemeClr val="tx1"/>
              </a:solidFill>
              <a:ea typeface="楷体" pitchFamily="49" charset="-122"/>
            </a:endParaRPr>
          </a:p>
          <a:p>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a typeface="楷体" pitchFamily="49" charset="-122"/>
              </a:rPr>
              <a:t>        </a:t>
            </a:r>
            <a:r>
              <a:rPr lang="zh-CN" altLang="zh-CN" b="1" dirty="0">
                <a:ln w="1905"/>
                <a:solidFill>
                  <a:srgbClr val="002060"/>
                </a:solidFill>
                <a:ea typeface="楷体" pitchFamily="49" charset="-122"/>
              </a:rPr>
              <a:t>对学生信息按照成绩从高到低进行排序可通过选择排序来完成</a:t>
            </a:r>
            <a:r>
              <a:rPr lang="zh-CN" altLang="zh-CN" b="1" dirty="0">
                <a:ln w="1905"/>
                <a:solidFill>
                  <a:schemeClr val="tx1"/>
                </a:solidFill>
                <a:ea typeface="楷体" pitchFamily="49" charset="-122"/>
              </a:rPr>
              <a:t>，交换时只需交换指针数组中的元素（即地址交换）来完成，排序完毕</a:t>
            </a:r>
            <a:r>
              <a:rPr lang="en-US" altLang="zh-CN" b="1" dirty="0" err="1">
                <a:ln w="1905"/>
                <a:solidFill>
                  <a:schemeClr val="tx1"/>
                </a:solidFill>
                <a:ea typeface="楷体" pitchFamily="49" charset="-122"/>
              </a:rPr>
              <a:t>pstu</a:t>
            </a:r>
            <a:r>
              <a:rPr lang="en-US" altLang="zh-CN" b="1" dirty="0">
                <a:ln w="1905"/>
                <a:solidFill>
                  <a:schemeClr val="tx1"/>
                </a:solidFill>
                <a:ea typeface="楷体" pitchFamily="49" charset="-122"/>
              </a:rPr>
              <a:t>[0]</a:t>
            </a:r>
            <a:r>
              <a:rPr lang="zh-CN" altLang="zh-CN" b="1" dirty="0">
                <a:ln w="1905"/>
                <a:solidFill>
                  <a:schemeClr val="tx1"/>
                </a:solidFill>
                <a:ea typeface="楷体" pitchFamily="49" charset="-122"/>
              </a:rPr>
              <a:t>指向的学生成绩最高，</a:t>
            </a:r>
            <a:r>
              <a:rPr lang="en-US" altLang="zh-CN" b="1" dirty="0" err="1">
                <a:ln w="1905"/>
                <a:solidFill>
                  <a:schemeClr val="tx1"/>
                </a:solidFill>
                <a:ea typeface="楷体" pitchFamily="49" charset="-122"/>
              </a:rPr>
              <a:t>pstu</a:t>
            </a:r>
            <a:r>
              <a:rPr lang="en-US" altLang="zh-CN" b="1" dirty="0">
                <a:ln w="1905"/>
                <a:solidFill>
                  <a:schemeClr val="tx1"/>
                </a:solidFill>
                <a:ea typeface="楷体" pitchFamily="49" charset="-122"/>
              </a:rPr>
              <a:t>[1] </a:t>
            </a:r>
            <a:r>
              <a:rPr lang="zh-CN" altLang="zh-CN" b="1" dirty="0">
                <a:ln w="1905"/>
                <a:solidFill>
                  <a:schemeClr val="tx1"/>
                </a:solidFill>
                <a:ea typeface="楷体" pitchFamily="49" charset="-122"/>
              </a:rPr>
              <a:t>指向的学生成绩次高，</a:t>
            </a:r>
            <a:r>
              <a:rPr lang="zh-CN" altLang="zh-CN" b="1" dirty="0">
                <a:ln w="1905"/>
                <a:solidFill>
                  <a:schemeClr val="tx1"/>
                </a:solidFill>
                <a:latin typeface="+mn-ea"/>
              </a:rPr>
              <a:t>…</a:t>
            </a:r>
            <a:r>
              <a:rPr lang="zh-CN" altLang="zh-CN" b="1" dirty="0">
                <a:ln w="1905"/>
                <a:solidFill>
                  <a:schemeClr val="tx1"/>
                </a:solidFill>
                <a:ea typeface="楷体" pitchFamily="49" charset="-122"/>
              </a:rPr>
              <a:t>，</a:t>
            </a:r>
            <a:r>
              <a:rPr lang="en-US" altLang="zh-CN" b="1" dirty="0" err="1">
                <a:ln w="1905"/>
                <a:solidFill>
                  <a:schemeClr val="tx1"/>
                </a:solidFill>
                <a:ea typeface="楷体" pitchFamily="49" charset="-122"/>
              </a:rPr>
              <a:t>pstu</a:t>
            </a:r>
            <a:r>
              <a:rPr lang="en-US" altLang="zh-CN" b="1" dirty="0">
                <a:ln w="1905"/>
                <a:solidFill>
                  <a:schemeClr val="tx1"/>
                </a:solidFill>
                <a:ea typeface="楷体" pitchFamily="49" charset="-122"/>
              </a:rPr>
              <a:t>[n-1] </a:t>
            </a:r>
            <a:r>
              <a:rPr lang="zh-CN" altLang="zh-CN" b="1" dirty="0">
                <a:ln w="1905"/>
                <a:solidFill>
                  <a:schemeClr val="tx1"/>
                </a:solidFill>
                <a:ea typeface="楷体" pitchFamily="49" charset="-122"/>
              </a:rPr>
              <a:t>指向的学生成绩最低。结构体指针数组与学生基本信息关系图如</a:t>
            </a:r>
            <a:r>
              <a:rPr lang="zh-CN" altLang="en-US" b="1" dirty="0">
                <a:ln w="1905"/>
                <a:solidFill>
                  <a:schemeClr val="tx1"/>
                </a:solidFill>
                <a:ea typeface="楷体" pitchFamily="49" charset="-122"/>
              </a:rPr>
              <a:t>下</a:t>
            </a:r>
            <a:r>
              <a:rPr lang="zh-CN" altLang="zh-CN" b="1" dirty="0">
                <a:ln w="1905"/>
                <a:solidFill>
                  <a:schemeClr val="tx1"/>
                </a:solidFill>
                <a:ea typeface="楷体" pitchFamily="49" charset="-122"/>
              </a:rPr>
              <a:t>图所示。</a:t>
            </a:r>
            <a:endParaRPr lang="zh-CN" altLang="en-US" b="1" dirty="0">
              <a:ln w="1905"/>
              <a:solidFill>
                <a:schemeClr val="tx1"/>
              </a:solidFill>
              <a:ea typeface="楷体" pitchFamily="49" charset="-122"/>
            </a:endParaRPr>
          </a:p>
        </p:txBody>
      </p:sp>
      <p:sp>
        <p:nvSpPr>
          <p:cNvPr id="8" name="Rectangle 4">
            <a:extLst>
              <a:ext uri="{FF2B5EF4-FFF2-40B4-BE49-F238E27FC236}">
                <a16:creationId xmlns:a16="http://schemas.microsoft.com/office/drawing/2014/main" id="{AFA285B8-43FC-458F-959B-E5DC3259B7A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11.7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复杂数据类型应用综合举例</a:t>
            </a:r>
          </a:p>
        </p:txBody>
      </p:sp>
    </p:spTree>
  </p:cSld>
  <p:clrMapOvr>
    <a:masterClrMapping/>
  </p:clrMapOvr>
  <p:transition>
    <p:cover/>
    <p:sndAc>
      <p:stSnd>
        <p:snd r:embed="rId3" name="CAMERA.WAV"/>
      </p:stSnd>
    </p:sndAc>
  </p:transition>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161320" name="Group 104"/>
          <p:cNvGraphicFramePr>
            <a:graphicFrameLocks noGrp="1"/>
          </p:cNvGraphicFramePr>
          <p:nvPr>
            <p:extLst>
              <p:ext uri="{D42A27DB-BD31-4B8C-83A1-F6EECF244321}">
                <p14:modId xmlns:p14="http://schemas.microsoft.com/office/powerpoint/2010/main" val="652662271"/>
              </p:ext>
            </p:extLst>
          </p:nvPr>
        </p:nvGraphicFramePr>
        <p:xfrm>
          <a:off x="2426146" y="2277021"/>
          <a:ext cx="1439863" cy="2290763"/>
        </p:xfrm>
        <a:graphic>
          <a:graphicData uri="http://schemas.openxmlformats.org/drawingml/2006/table">
            <a:tbl>
              <a:tblPr/>
              <a:tblGrid>
                <a:gridCol w="1439863">
                  <a:extLst>
                    <a:ext uri="{9D8B030D-6E8A-4147-A177-3AD203B41FA5}">
                      <a16:colId xmlns:a16="http://schemas.microsoft.com/office/drawing/2014/main" val="20000"/>
                    </a:ext>
                  </a:extLst>
                </a:gridCol>
              </a:tblGrid>
              <a:tr h="3746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err="1">
                          <a:ln>
                            <a:noFill/>
                          </a:ln>
                          <a:solidFill>
                            <a:srgbClr val="C00000"/>
                          </a:solidFill>
                          <a:effectLst/>
                          <a:latin typeface="Times New Roman" pitchFamily="18" charset="0"/>
                          <a:ea typeface="宋体" pitchFamily="2" charset="-122"/>
                        </a:rPr>
                        <a:t>pstu</a:t>
                      </a:r>
                      <a:r>
                        <a:rPr kumimoji="1" lang="en-US" altLang="zh-CN" sz="1800" b="1" i="0" u="none" strike="noStrike" cap="none" normalizeH="0" baseline="0" dirty="0">
                          <a:ln>
                            <a:noFill/>
                          </a:ln>
                          <a:solidFill>
                            <a:srgbClr val="C00000"/>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0E5B7"/>
                    </a:solidFill>
                  </a:tcPr>
                </a:tc>
                <a:extLst>
                  <a:ext uri="{0D108BD9-81ED-4DB2-BD59-A6C34878D82A}">
                    <a16:rowId xmlns:a16="http://schemas.microsoft.com/office/drawing/2014/main" val="10000"/>
                  </a:ext>
                </a:extLst>
              </a:tr>
              <a:tr h="417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00000"/>
                          </a:solidFill>
                          <a:effectLst/>
                          <a:latin typeface="Times New Roman" pitchFamily="18" charset="0"/>
                          <a:ea typeface="宋体" pitchFamily="2" charset="-122"/>
                        </a:rPr>
                        <a:t>pstu[1]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0E5B7"/>
                    </a:solidFill>
                  </a:tcPr>
                </a:tc>
                <a:extLst>
                  <a:ext uri="{0D108BD9-81ED-4DB2-BD59-A6C34878D82A}">
                    <a16:rowId xmlns:a16="http://schemas.microsoft.com/office/drawing/2014/main" val="10001"/>
                  </a:ext>
                </a:extLst>
              </a:tr>
              <a:tr h="11239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00000"/>
                          </a:solidFill>
                          <a:effectLst/>
                          <a:latin typeface="Times New Roman" pitchFamily="18" charset="0"/>
                          <a:ea typeface="宋体" pitchFamily="2" charset="-122"/>
                        </a:rPr>
                        <a: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00000"/>
                          </a:solidFill>
                          <a:effectLst/>
                          <a:latin typeface="Times New Roman" pitchFamily="18" charset="0"/>
                          <a:ea typeface="宋体" pitchFamily="2" charset="-122"/>
                        </a:rPr>
                        <a: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00000"/>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0E5B7"/>
                    </a:solidFill>
                  </a:tcPr>
                </a:tc>
                <a:extLst>
                  <a:ext uri="{0D108BD9-81ED-4DB2-BD59-A6C34878D82A}">
                    <a16:rowId xmlns:a16="http://schemas.microsoft.com/office/drawing/2014/main" val="10002"/>
                  </a:ext>
                </a:extLst>
              </a:tr>
              <a:tr h="3746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err="1">
                          <a:ln>
                            <a:noFill/>
                          </a:ln>
                          <a:solidFill>
                            <a:srgbClr val="C00000"/>
                          </a:solidFill>
                          <a:effectLst/>
                          <a:latin typeface="Times New Roman" pitchFamily="18" charset="0"/>
                          <a:ea typeface="宋体" pitchFamily="2" charset="-122"/>
                        </a:rPr>
                        <a:t>pstu</a:t>
                      </a:r>
                      <a:r>
                        <a:rPr kumimoji="1" lang="en-US" altLang="zh-CN" sz="1800" b="1" i="0" u="none" strike="noStrike" cap="none" normalizeH="0" baseline="0" dirty="0">
                          <a:ln>
                            <a:noFill/>
                          </a:ln>
                          <a:solidFill>
                            <a:srgbClr val="C00000"/>
                          </a:solidFill>
                          <a:effectLst/>
                          <a:latin typeface="Times New Roman" pitchFamily="18" charset="0"/>
                          <a:ea typeface="宋体" pitchFamily="2" charset="-122"/>
                        </a:rPr>
                        <a:t>[num-1]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0E5B7"/>
                    </a:solidFill>
                  </a:tcPr>
                </a:tc>
                <a:extLst>
                  <a:ext uri="{0D108BD9-81ED-4DB2-BD59-A6C34878D82A}">
                    <a16:rowId xmlns:a16="http://schemas.microsoft.com/office/drawing/2014/main" val="10003"/>
                  </a:ext>
                </a:extLst>
              </a:tr>
            </a:tbl>
          </a:graphicData>
        </a:graphic>
      </p:graphicFrame>
      <p:graphicFrame>
        <p:nvGraphicFramePr>
          <p:cNvPr id="1161271" name="Group 55"/>
          <p:cNvGraphicFramePr>
            <a:graphicFrameLocks noGrp="1"/>
          </p:cNvGraphicFramePr>
          <p:nvPr>
            <p:extLst>
              <p:ext uri="{D42A27DB-BD31-4B8C-83A1-F6EECF244321}">
                <p14:modId xmlns:p14="http://schemas.microsoft.com/office/powerpoint/2010/main" val="4063011624"/>
              </p:ext>
            </p:extLst>
          </p:nvPr>
        </p:nvGraphicFramePr>
        <p:xfrm>
          <a:off x="4701033" y="2230982"/>
          <a:ext cx="1225550" cy="2377440"/>
        </p:xfrm>
        <a:graphic>
          <a:graphicData uri="http://schemas.openxmlformats.org/drawingml/2006/table">
            <a:tbl>
              <a:tblPr/>
              <a:tblGrid>
                <a:gridCol w="1225550">
                  <a:extLst>
                    <a:ext uri="{9D8B030D-6E8A-4147-A177-3AD203B41FA5}">
                      <a16:colId xmlns:a16="http://schemas.microsoft.com/office/drawing/2014/main" val="20000"/>
                    </a:ext>
                  </a:extLst>
                </a:gridCol>
              </a:tblGrid>
              <a:tr h="257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no</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0"/>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name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1"/>
                  </a:ext>
                </a:extLst>
              </a:tr>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sex</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2"/>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age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3"/>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Times New Roman" pitchFamily="18" charset="0"/>
                          <a:ea typeface="宋体" pitchFamily="2" charset="-122"/>
                        </a:rPr>
                        <a:t>classno</a:t>
                      </a:r>
                      <a:endParaRPr kumimoji="1" lang="en-US" altLang="zh-CN" sz="20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4"/>
                  </a:ext>
                </a:extLst>
              </a:tr>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grade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5"/>
                  </a:ext>
                </a:extLst>
              </a:tr>
            </a:tbl>
          </a:graphicData>
        </a:graphic>
      </p:graphicFrame>
      <p:graphicFrame>
        <p:nvGraphicFramePr>
          <p:cNvPr id="1161274" name="Group 58"/>
          <p:cNvGraphicFramePr>
            <a:graphicFrameLocks noGrp="1"/>
          </p:cNvGraphicFramePr>
          <p:nvPr>
            <p:extLst>
              <p:ext uri="{D42A27DB-BD31-4B8C-83A1-F6EECF244321}">
                <p14:modId xmlns:p14="http://schemas.microsoft.com/office/powerpoint/2010/main" val="939138753"/>
              </p:ext>
            </p:extLst>
          </p:nvPr>
        </p:nvGraphicFramePr>
        <p:xfrm>
          <a:off x="6733033" y="2230982"/>
          <a:ext cx="1225550" cy="2377440"/>
        </p:xfrm>
        <a:graphic>
          <a:graphicData uri="http://schemas.openxmlformats.org/drawingml/2006/table">
            <a:tbl>
              <a:tblPr/>
              <a:tblGrid>
                <a:gridCol w="1225550">
                  <a:extLst>
                    <a:ext uri="{9D8B030D-6E8A-4147-A177-3AD203B41FA5}">
                      <a16:colId xmlns:a16="http://schemas.microsoft.com/office/drawing/2014/main" val="20000"/>
                    </a:ext>
                  </a:extLst>
                </a:gridCol>
              </a:tblGrid>
              <a:tr h="257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no</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0"/>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name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1"/>
                  </a:ext>
                </a:extLst>
              </a:tr>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sex</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2"/>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age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3"/>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Times New Roman" pitchFamily="18" charset="0"/>
                          <a:ea typeface="宋体" pitchFamily="2" charset="-122"/>
                        </a:rPr>
                        <a:t>classno</a:t>
                      </a:r>
                      <a:endParaRPr kumimoji="1" lang="en-US" altLang="zh-CN" sz="20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4"/>
                  </a:ext>
                </a:extLst>
              </a:tr>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grade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5"/>
                  </a:ext>
                </a:extLst>
              </a:tr>
            </a:tbl>
          </a:graphicData>
        </a:graphic>
      </p:graphicFrame>
      <p:graphicFrame>
        <p:nvGraphicFramePr>
          <p:cNvPr id="1161290" name="Group 74"/>
          <p:cNvGraphicFramePr>
            <a:graphicFrameLocks noGrp="1"/>
          </p:cNvGraphicFramePr>
          <p:nvPr>
            <p:extLst>
              <p:ext uri="{D42A27DB-BD31-4B8C-83A1-F6EECF244321}">
                <p14:modId xmlns:p14="http://schemas.microsoft.com/office/powerpoint/2010/main" val="660112391"/>
              </p:ext>
            </p:extLst>
          </p:nvPr>
        </p:nvGraphicFramePr>
        <p:xfrm>
          <a:off x="8930133" y="2205582"/>
          <a:ext cx="1225550" cy="2377440"/>
        </p:xfrm>
        <a:graphic>
          <a:graphicData uri="http://schemas.openxmlformats.org/drawingml/2006/table">
            <a:tbl>
              <a:tblPr/>
              <a:tblGrid>
                <a:gridCol w="1225550">
                  <a:extLst>
                    <a:ext uri="{9D8B030D-6E8A-4147-A177-3AD203B41FA5}">
                      <a16:colId xmlns:a16="http://schemas.microsoft.com/office/drawing/2014/main" val="20000"/>
                    </a:ext>
                  </a:extLst>
                </a:gridCol>
              </a:tblGrid>
              <a:tr h="257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no</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0"/>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name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1"/>
                  </a:ext>
                </a:extLst>
              </a:tr>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sex</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2"/>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age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3"/>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Times New Roman" pitchFamily="18" charset="0"/>
                          <a:ea typeface="宋体" pitchFamily="2" charset="-122"/>
                        </a:rPr>
                        <a:t>classno</a:t>
                      </a:r>
                      <a:endParaRPr kumimoji="1" lang="en-US" altLang="zh-CN" sz="20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4"/>
                  </a:ext>
                </a:extLst>
              </a:tr>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grade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FAED"/>
                    </a:solidFill>
                  </a:tcPr>
                </a:tc>
                <a:extLst>
                  <a:ext uri="{0D108BD9-81ED-4DB2-BD59-A6C34878D82A}">
                    <a16:rowId xmlns:a16="http://schemas.microsoft.com/office/drawing/2014/main" val="10005"/>
                  </a:ext>
                </a:extLst>
              </a:tr>
            </a:tbl>
          </a:graphicData>
        </a:graphic>
      </p:graphicFrame>
      <p:sp>
        <p:nvSpPr>
          <p:cNvPr id="1161306" name="Line 90"/>
          <p:cNvSpPr>
            <a:spLocks noChangeShapeType="1"/>
          </p:cNvSpPr>
          <p:nvPr/>
        </p:nvSpPr>
        <p:spPr bwMode="auto">
          <a:xfrm>
            <a:off x="3662808" y="2472282"/>
            <a:ext cx="1008062" cy="0"/>
          </a:xfrm>
          <a:prstGeom prst="line">
            <a:avLst/>
          </a:prstGeom>
          <a:noFill/>
          <a:ln w="28575">
            <a:solidFill>
              <a:srgbClr val="002060"/>
            </a:solidFill>
            <a:round/>
            <a:headEnd/>
            <a:tailEnd type="stealth" w="lg" len="lg"/>
          </a:ln>
          <a:effectLst/>
        </p:spPr>
        <p:txBody>
          <a:bodyPr/>
          <a:lstStyle/>
          <a:p>
            <a:endParaRPr lang="zh-CN" altLang="en-US"/>
          </a:p>
        </p:txBody>
      </p:sp>
      <p:grpSp>
        <p:nvGrpSpPr>
          <p:cNvPr id="1161312" name="Group 96"/>
          <p:cNvGrpSpPr>
            <a:grpSpLocks/>
          </p:cNvGrpSpPr>
          <p:nvPr/>
        </p:nvGrpSpPr>
        <p:grpSpPr bwMode="auto">
          <a:xfrm>
            <a:off x="3650108" y="2421483"/>
            <a:ext cx="3097212" cy="2519363"/>
            <a:chOff x="1519" y="1480"/>
            <a:chExt cx="1951" cy="1587"/>
          </a:xfrm>
        </p:grpSpPr>
        <p:sp>
          <p:nvSpPr>
            <p:cNvPr id="1161307" name="Line 91"/>
            <p:cNvSpPr>
              <a:spLocks noChangeShapeType="1"/>
            </p:cNvSpPr>
            <p:nvPr/>
          </p:nvSpPr>
          <p:spPr bwMode="auto">
            <a:xfrm>
              <a:off x="3198" y="1480"/>
              <a:ext cx="272" cy="0"/>
            </a:xfrm>
            <a:prstGeom prst="line">
              <a:avLst/>
            </a:prstGeom>
            <a:noFill/>
            <a:ln w="28575">
              <a:solidFill>
                <a:srgbClr val="002060"/>
              </a:solidFill>
              <a:round/>
              <a:headEnd/>
              <a:tailEnd type="stealth" w="lg" len="lg"/>
            </a:ln>
            <a:effectLst/>
          </p:spPr>
          <p:txBody>
            <a:bodyPr/>
            <a:lstStyle/>
            <a:p>
              <a:endParaRPr lang="zh-CN" altLang="en-US"/>
            </a:p>
          </p:txBody>
        </p:sp>
        <p:sp>
          <p:nvSpPr>
            <p:cNvPr id="1161308" name="Line 92"/>
            <p:cNvSpPr>
              <a:spLocks noChangeShapeType="1"/>
            </p:cNvSpPr>
            <p:nvPr/>
          </p:nvSpPr>
          <p:spPr bwMode="auto">
            <a:xfrm>
              <a:off x="3198" y="1480"/>
              <a:ext cx="0" cy="1587"/>
            </a:xfrm>
            <a:prstGeom prst="line">
              <a:avLst/>
            </a:prstGeom>
            <a:noFill/>
            <a:ln w="28575">
              <a:solidFill>
                <a:srgbClr val="002060"/>
              </a:solidFill>
              <a:round/>
              <a:headEnd/>
              <a:tailEnd/>
            </a:ln>
            <a:effectLst/>
          </p:spPr>
          <p:txBody>
            <a:bodyPr/>
            <a:lstStyle/>
            <a:p>
              <a:endParaRPr lang="zh-CN" altLang="en-US"/>
            </a:p>
          </p:txBody>
        </p:sp>
        <p:sp>
          <p:nvSpPr>
            <p:cNvPr id="1161309" name="Line 93"/>
            <p:cNvSpPr>
              <a:spLocks noChangeShapeType="1"/>
            </p:cNvSpPr>
            <p:nvPr/>
          </p:nvSpPr>
          <p:spPr bwMode="auto">
            <a:xfrm>
              <a:off x="1519" y="1752"/>
              <a:ext cx="363" cy="0"/>
            </a:xfrm>
            <a:prstGeom prst="line">
              <a:avLst/>
            </a:prstGeom>
            <a:noFill/>
            <a:ln w="28575">
              <a:solidFill>
                <a:srgbClr val="002060"/>
              </a:solidFill>
              <a:round/>
              <a:headEnd/>
              <a:tailEnd/>
            </a:ln>
            <a:effectLst/>
          </p:spPr>
          <p:txBody>
            <a:bodyPr/>
            <a:lstStyle/>
            <a:p>
              <a:endParaRPr lang="zh-CN" altLang="en-US"/>
            </a:p>
          </p:txBody>
        </p:sp>
        <p:sp>
          <p:nvSpPr>
            <p:cNvPr id="1161310" name="Line 94"/>
            <p:cNvSpPr>
              <a:spLocks noChangeShapeType="1"/>
            </p:cNvSpPr>
            <p:nvPr/>
          </p:nvSpPr>
          <p:spPr bwMode="auto">
            <a:xfrm>
              <a:off x="1882" y="1752"/>
              <a:ext cx="0" cy="1315"/>
            </a:xfrm>
            <a:prstGeom prst="line">
              <a:avLst/>
            </a:prstGeom>
            <a:noFill/>
            <a:ln w="28575">
              <a:solidFill>
                <a:srgbClr val="002060"/>
              </a:solidFill>
              <a:round/>
              <a:headEnd/>
              <a:tailEnd/>
            </a:ln>
            <a:effectLst/>
          </p:spPr>
          <p:txBody>
            <a:bodyPr/>
            <a:lstStyle/>
            <a:p>
              <a:endParaRPr lang="zh-CN" altLang="en-US"/>
            </a:p>
          </p:txBody>
        </p:sp>
        <p:sp>
          <p:nvSpPr>
            <p:cNvPr id="1161311" name="Line 95"/>
            <p:cNvSpPr>
              <a:spLocks noChangeShapeType="1"/>
            </p:cNvSpPr>
            <p:nvPr/>
          </p:nvSpPr>
          <p:spPr bwMode="auto">
            <a:xfrm>
              <a:off x="1882" y="3067"/>
              <a:ext cx="1316" cy="0"/>
            </a:xfrm>
            <a:prstGeom prst="line">
              <a:avLst/>
            </a:prstGeom>
            <a:noFill/>
            <a:ln w="28575">
              <a:solidFill>
                <a:srgbClr val="002060"/>
              </a:solidFill>
              <a:round/>
              <a:headEnd/>
              <a:tailEnd/>
            </a:ln>
            <a:effectLst/>
          </p:spPr>
          <p:txBody>
            <a:bodyPr/>
            <a:lstStyle/>
            <a:p>
              <a:endParaRPr lang="zh-CN" altLang="en-US"/>
            </a:p>
          </p:txBody>
        </p:sp>
      </p:grpSp>
      <p:grpSp>
        <p:nvGrpSpPr>
          <p:cNvPr id="1161318" name="Group 102"/>
          <p:cNvGrpSpPr>
            <a:grpSpLocks/>
          </p:cNvGrpSpPr>
          <p:nvPr/>
        </p:nvGrpSpPr>
        <p:grpSpPr bwMode="auto">
          <a:xfrm>
            <a:off x="3769170" y="2421483"/>
            <a:ext cx="5137150" cy="2879725"/>
            <a:chOff x="1594" y="1480"/>
            <a:chExt cx="3236" cy="1814"/>
          </a:xfrm>
        </p:grpSpPr>
        <p:sp>
          <p:nvSpPr>
            <p:cNvPr id="1161313" name="Line 97"/>
            <p:cNvSpPr>
              <a:spLocks noChangeShapeType="1"/>
            </p:cNvSpPr>
            <p:nvPr/>
          </p:nvSpPr>
          <p:spPr bwMode="auto">
            <a:xfrm>
              <a:off x="1594" y="2704"/>
              <a:ext cx="181" cy="0"/>
            </a:xfrm>
            <a:prstGeom prst="line">
              <a:avLst/>
            </a:prstGeom>
            <a:noFill/>
            <a:ln w="28575">
              <a:solidFill>
                <a:srgbClr val="002060"/>
              </a:solidFill>
              <a:round/>
              <a:headEnd/>
              <a:tailEnd/>
            </a:ln>
            <a:effectLst/>
          </p:spPr>
          <p:txBody>
            <a:bodyPr/>
            <a:lstStyle/>
            <a:p>
              <a:endParaRPr lang="zh-CN" altLang="en-US"/>
            </a:p>
          </p:txBody>
        </p:sp>
        <p:sp>
          <p:nvSpPr>
            <p:cNvPr id="1161314" name="Line 98"/>
            <p:cNvSpPr>
              <a:spLocks noChangeShapeType="1"/>
            </p:cNvSpPr>
            <p:nvPr/>
          </p:nvSpPr>
          <p:spPr bwMode="auto">
            <a:xfrm>
              <a:off x="1783" y="2704"/>
              <a:ext cx="0" cy="589"/>
            </a:xfrm>
            <a:prstGeom prst="line">
              <a:avLst/>
            </a:prstGeom>
            <a:noFill/>
            <a:ln w="28575">
              <a:solidFill>
                <a:srgbClr val="002060"/>
              </a:solidFill>
              <a:round/>
              <a:headEnd/>
              <a:tailEnd/>
            </a:ln>
            <a:effectLst/>
          </p:spPr>
          <p:txBody>
            <a:bodyPr/>
            <a:lstStyle/>
            <a:p>
              <a:endParaRPr lang="zh-CN" altLang="en-US"/>
            </a:p>
          </p:txBody>
        </p:sp>
        <p:sp>
          <p:nvSpPr>
            <p:cNvPr id="1161315" name="Line 99"/>
            <p:cNvSpPr>
              <a:spLocks noChangeShapeType="1"/>
            </p:cNvSpPr>
            <p:nvPr/>
          </p:nvSpPr>
          <p:spPr bwMode="auto">
            <a:xfrm>
              <a:off x="4604" y="1480"/>
              <a:ext cx="226" cy="0"/>
            </a:xfrm>
            <a:prstGeom prst="line">
              <a:avLst/>
            </a:prstGeom>
            <a:noFill/>
            <a:ln w="28575">
              <a:solidFill>
                <a:srgbClr val="002060"/>
              </a:solidFill>
              <a:round/>
              <a:headEnd/>
              <a:tailEnd type="stealth" w="lg" len="lg"/>
            </a:ln>
            <a:effectLst/>
          </p:spPr>
          <p:txBody>
            <a:bodyPr/>
            <a:lstStyle/>
            <a:p>
              <a:endParaRPr lang="zh-CN" altLang="en-US"/>
            </a:p>
          </p:txBody>
        </p:sp>
        <p:sp>
          <p:nvSpPr>
            <p:cNvPr id="1161316" name="Line 100"/>
            <p:cNvSpPr>
              <a:spLocks noChangeShapeType="1"/>
            </p:cNvSpPr>
            <p:nvPr/>
          </p:nvSpPr>
          <p:spPr bwMode="auto">
            <a:xfrm>
              <a:off x="4604" y="1480"/>
              <a:ext cx="0" cy="1814"/>
            </a:xfrm>
            <a:prstGeom prst="line">
              <a:avLst/>
            </a:prstGeom>
            <a:noFill/>
            <a:ln w="28575">
              <a:solidFill>
                <a:srgbClr val="002060"/>
              </a:solidFill>
              <a:round/>
              <a:headEnd/>
              <a:tailEnd/>
            </a:ln>
            <a:effectLst/>
          </p:spPr>
          <p:txBody>
            <a:bodyPr/>
            <a:lstStyle/>
            <a:p>
              <a:endParaRPr lang="zh-CN" altLang="en-US"/>
            </a:p>
          </p:txBody>
        </p:sp>
        <p:sp>
          <p:nvSpPr>
            <p:cNvPr id="1161317" name="Line 101"/>
            <p:cNvSpPr>
              <a:spLocks noChangeShapeType="1"/>
            </p:cNvSpPr>
            <p:nvPr/>
          </p:nvSpPr>
          <p:spPr bwMode="auto">
            <a:xfrm>
              <a:off x="1791" y="3294"/>
              <a:ext cx="2813" cy="0"/>
            </a:xfrm>
            <a:prstGeom prst="line">
              <a:avLst/>
            </a:prstGeom>
            <a:noFill/>
            <a:ln w="28575">
              <a:solidFill>
                <a:srgbClr val="002060"/>
              </a:solidFill>
              <a:round/>
              <a:headEnd/>
              <a:tailEnd/>
            </a:ln>
            <a:effectLst/>
          </p:spPr>
          <p:txBody>
            <a:bodyPr/>
            <a:lstStyle/>
            <a:p>
              <a:endParaRPr lang="zh-CN" altLang="en-US"/>
            </a:p>
          </p:txBody>
        </p:sp>
      </p:grpSp>
      <p:sp>
        <p:nvSpPr>
          <p:cNvPr id="1161319" name="Text Box 103"/>
          <p:cNvSpPr txBox="1">
            <a:spLocks noChangeArrowheads="1"/>
          </p:cNvSpPr>
          <p:nvPr/>
        </p:nvSpPr>
        <p:spPr bwMode="auto">
          <a:xfrm>
            <a:off x="8042720" y="3140620"/>
            <a:ext cx="431800" cy="457200"/>
          </a:xfrm>
          <a:prstGeom prst="rect">
            <a:avLst/>
          </a:prstGeom>
          <a:noFill/>
          <a:ln w="9525">
            <a:noFill/>
            <a:miter lim="800000"/>
            <a:headEnd/>
            <a:tailEnd/>
          </a:ln>
          <a:effectLst/>
        </p:spPr>
        <p:txBody>
          <a:bodyPr>
            <a:spAutoFit/>
          </a:bodyPr>
          <a:lstStyle/>
          <a:p>
            <a:pPr>
              <a:spcBef>
                <a:spcPct val="50000"/>
              </a:spcBef>
            </a:pPr>
            <a:r>
              <a:rPr lang="en-US" altLang="zh-CN" b="1"/>
              <a:t>…</a:t>
            </a:r>
          </a:p>
        </p:txBody>
      </p:sp>
      <p:grpSp>
        <p:nvGrpSpPr>
          <p:cNvPr id="1161324" name="Group 108"/>
          <p:cNvGrpSpPr>
            <a:grpSpLocks/>
          </p:cNvGrpSpPr>
          <p:nvPr/>
        </p:nvGrpSpPr>
        <p:grpSpPr bwMode="auto">
          <a:xfrm>
            <a:off x="1707009" y="1784896"/>
            <a:ext cx="8853487" cy="687387"/>
            <a:chOff x="295" y="1079"/>
            <a:chExt cx="5577" cy="433"/>
          </a:xfrm>
        </p:grpSpPr>
        <p:grpSp>
          <p:nvGrpSpPr>
            <p:cNvPr id="1161249" name="Group 33"/>
            <p:cNvGrpSpPr>
              <a:grpSpLocks/>
            </p:cNvGrpSpPr>
            <p:nvPr/>
          </p:nvGrpSpPr>
          <p:grpSpPr bwMode="auto">
            <a:xfrm>
              <a:off x="295" y="1117"/>
              <a:ext cx="1534" cy="395"/>
              <a:chOff x="303" y="1119"/>
              <a:chExt cx="1534" cy="395"/>
            </a:xfrm>
          </p:grpSpPr>
          <p:grpSp>
            <p:nvGrpSpPr>
              <p:cNvPr id="1161247" name="Group 31"/>
              <p:cNvGrpSpPr>
                <a:grpSpLocks/>
              </p:cNvGrpSpPr>
              <p:nvPr/>
            </p:nvGrpSpPr>
            <p:grpSpPr bwMode="auto">
              <a:xfrm>
                <a:off x="303" y="1247"/>
                <a:ext cx="544" cy="267"/>
                <a:chOff x="303" y="1247"/>
                <a:chExt cx="544" cy="267"/>
              </a:xfrm>
            </p:grpSpPr>
            <p:sp>
              <p:nvSpPr>
                <p:cNvPr id="1161245" name="Line 29"/>
                <p:cNvSpPr>
                  <a:spLocks noChangeShapeType="1"/>
                </p:cNvSpPr>
                <p:nvPr/>
              </p:nvSpPr>
              <p:spPr bwMode="auto">
                <a:xfrm>
                  <a:off x="452" y="1514"/>
                  <a:ext cx="272" cy="0"/>
                </a:xfrm>
                <a:prstGeom prst="line">
                  <a:avLst/>
                </a:prstGeom>
                <a:noFill/>
                <a:ln w="28575">
                  <a:solidFill>
                    <a:srgbClr val="C00000"/>
                  </a:solidFill>
                  <a:round/>
                  <a:headEnd/>
                  <a:tailEnd type="stealth" w="lg" len="lg"/>
                </a:ln>
                <a:effectLst/>
              </p:spPr>
              <p:txBody>
                <a:bodyPr/>
                <a:lstStyle/>
                <a:p>
                  <a:endParaRPr lang="zh-CN" altLang="en-US"/>
                </a:p>
              </p:txBody>
            </p:sp>
            <p:sp>
              <p:nvSpPr>
                <p:cNvPr id="1161246" name="Text Box 30"/>
                <p:cNvSpPr txBox="1">
                  <a:spLocks noChangeArrowheads="1"/>
                </p:cNvSpPr>
                <p:nvPr/>
              </p:nvSpPr>
              <p:spPr bwMode="auto">
                <a:xfrm>
                  <a:off x="303" y="1247"/>
                  <a:ext cx="544"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00000"/>
                      </a:solidFill>
                    </a:rPr>
                    <a:t>pstu</a:t>
                  </a:r>
                </a:p>
              </p:txBody>
            </p:sp>
          </p:grpSp>
          <p:sp>
            <p:nvSpPr>
              <p:cNvPr id="1161248" name="Text Box 32"/>
              <p:cNvSpPr txBox="1">
                <a:spLocks noChangeArrowheads="1"/>
              </p:cNvSpPr>
              <p:nvPr/>
            </p:nvSpPr>
            <p:spPr bwMode="auto">
              <a:xfrm>
                <a:off x="649" y="1119"/>
                <a:ext cx="1188" cy="231"/>
              </a:xfrm>
              <a:prstGeom prst="rect">
                <a:avLst/>
              </a:prstGeom>
              <a:noFill/>
              <a:ln w="9525">
                <a:noFill/>
                <a:miter lim="800000"/>
                <a:headEnd/>
                <a:tailEnd/>
              </a:ln>
              <a:effectLst/>
            </p:spPr>
            <p:txBody>
              <a:bodyPr>
                <a:spAutoFit/>
              </a:bodyPr>
              <a:lstStyle/>
              <a:p>
                <a:pPr>
                  <a:spcBef>
                    <a:spcPct val="50000"/>
                  </a:spcBef>
                </a:pPr>
                <a:r>
                  <a:rPr lang="zh-CN" altLang="en-US" sz="1800" b="1" dirty="0">
                    <a:solidFill>
                      <a:srgbClr val="002060"/>
                    </a:solidFill>
                    <a:latin typeface="+mn-lt"/>
                    <a:ea typeface="楷体" pitchFamily="49" charset="-122"/>
                  </a:rPr>
                  <a:t>结构体指针数组</a:t>
                </a:r>
              </a:p>
            </p:txBody>
          </p:sp>
        </p:grpSp>
        <p:sp>
          <p:nvSpPr>
            <p:cNvPr id="1161321" name="Text Box 105"/>
            <p:cNvSpPr txBox="1">
              <a:spLocks noChangeArrowheads="1"/>
            </p:cNvSpPr>
            <p:nvPr/>
          </p:nvSpPr>
          <p:spPr bwMode="auto">
            <a:xfrm>
              <a:off x="2138" y="1095"/>
              <a:ext cx="862" cy="250"/>
            </a:xfrm>
            <a:prstGeom prst="rect">
              <a:avLst/>
            </a:prstGeom>
            <a:noFill/>
            <a:ln w="9525">
              <a:noFill/>
              <a:miter lim="800000"/>
              <a:headEnd/>
              <a:tailEnd/>
            </a:ln>
            <a:effectLst/>
          </p:spPr>
          <p:txBody>
            <a:bodyPr>
              <a:spAutoFit/>
            </a:bodyPr>
            <a:lstStyle/>
            <a:p>
              <a:pPr>
                <a:spcBef>
                  <a:spcPct val="50000"/>
                </a:spcBef>
              </a:pPr>
              <a:r>
                <a:rPr lang="zh-CN" altLang="en-US" sz="2000" b="1">
                  <a:solidFill>
                    <a:srgbClr val="002060"/>
                  </a:solidFill>
                  <a:latin typeface="+mn-lt"/>
                  <a:ea typeface="楷体" pitchFamily="49" charset="-122"/>
                </a:rPr>
                <a:t>学生</a:t>
              </a:r>
              <a:r>
                <a:rPr lang="en-US" altLang="zh-CN" sz="2000" b="1">
                  <a:solidFill>
                    <a:srgbClr val="002060"/>
                  </a:solidFill>
                  <a:latin typeface="+mn-lt"/>
                  <a:ea typeface="楷体" pitchFamily="49" charset="-122"/>
                </a:rPr>
                <a:t>1</a:t>
              </a:r>
              <a:r>
                <a:rPr lang="zh-CN" altLang="en-US" sz="2000" b="1">
                  <a:solidFill>
                    <a:srgbClr val="002060"/>
                  </a:solidFill>
                  <a:latin typeface="+mn-lt"/>
                  <a:ea typeface="楷体" pitchFamily="49" charset="-122"/>
                </a:rPr>
                <a:t>信息</a:t>
              </a:r>
            </a:p>
          </p:txBody>
        </p:sp>
        <p:sp>
          <p:nvSpPr>
            <p:cNvPr id="1161322" name="Text Box 106"/>
            <p:cNvSpPr txBox="1">
              <a:spLocks noChangeArrowheads="1"/>
            </p:cNvSpPr>
            <p:nvPr/>
          </p:nvSpPr>
          <p:spPr bwMode="auto">
            <a:xfrm>
              <a:off x="3395" y="1085"/>
              <a:ext cx="862" cy="250"/>
            </a:xfrm>
            <a:prstGeom prst="rect">
              <a:avLst/>
            </a:prstGeom>
            <a:noFill/>
            <a:ln w="9525">
              <a:noFill/>
              <a:miter lim="800000"/>
              <a:headEnd/>
              <a:tailEnd/>
            </a:ln>
            <a:effectLst/>
          </p:spPr>
          <p:txBody>
            <a:bodyPr>
              <a:spAutoFit/>
            </a:bodyPr>
            <a:lstStyle/>
            <a:p>
              <a:pPr>
                <a:spcBef>
                  <a:spcPct val="50000"/>
                </a:spcBef>
              </a:pPr>
              <a:r>
                <a:rPr lang="zh-CN" altLang="en-US" sz="2000" b="1">
                  <a:solidFill>
                    <a:srgbClr val="002060"/>
                  </a:solidFill>
                  <a:latin typeface="+mn-lt"/>
                  <a:ea typeface="楷体" pitchFamily="49" charset="-122"/>
                </a:rPr>
                <a:t>学生</a:t>
              </a:r>
              <a:r>
                <a:rPr lang="en-US" altLang="zh-CN" sz="2000" b="1">
                  <a:solidFill>
                    <a:srgbClr val="002060"/>
                  </a:solidFill>
                  <a:latin typeface="+mn-lt"/>
                  <a:ea typeface="楷体" pitchFamily="49" charset="-122"/>
                </a:rPr>
                <a:t>2</a:t>
              </a:r>
              <a:r>
                <a:rPr lang="zh-CN" altLang="en-US" sz="2000" b="1">
                  <a:solidFill>
                    <a:srgbClr val="002060"/>
                  </a:solidFill>
                  <a:latin typeface="+mn-lt"/>
                  <a:ea typeface="楷体" pitchFamily="49" charset="-122"/>
                </a:rPr>
                <a:t>信息</a:t>
              </a:r>
            </a:p>
          </p:txBody>
        </p:sp>
        <p:sp>
          <p:nvSpPr>
            <p:cNvPr id="1161323" name="Text Box 107"/>
            <p:cNvSpPr txBox="1">
              <a:spLocks noChangeArrowheads="1"/>
            </p:cNvSpPr>
            <p:nvPr/>
          </p:nvSpPr>
          <p:spPr bwMode="auto">
            <a:xfrm>
              <a:off x="4670" y="1079"/>
              <a:ext cx="1202" cy="250"/>
            </a:xfrm>
            <a:prstGeom prst="rect">
              <a:avLst/>
            </a:prstGeom>
            <a:noFill/>
            <a:ln w="9525">
              <a:noFill/>
              <a:miter lim="800000"/>
              <a:headEnd/>
              <a:tailEnd/>
            </a:ln>
            <a:effectLst/>
          </p:spPr>
          <p:txBody>
            <a:bodyPr>
              <a:spAutoFit/>
            </a:bodyPr>
            <a:lstStyle/>
            <a:p>
              <a:pPr>
                <a:spcBef>
                  <a:spcPct val="50000"/>
                </a:spcBef>
              </a:pPr>
              <a:r>
                <a:rPr lang="zh-CN" altLang="en-US" sz="2000" b="1">
                  <a:solidFill>
                    <a:srgbClr val="002060"/>
                  </a:solidFill>
                  <a:latin typeface="+mn-lt"/>
                  <a:ea typeface="楷体" pitchFamily="49" charset="-122"/>
                </a:rPr>
                <a:t>学生</a:t>
              </a:r>
              <a:r>
                <a:rPr lang="en-US" altLang="zh-CN" sz="2000" b="1">
                  <a:solidFill>
                    <a:srgbClr val="002060"/>
                  </a:solidFill>
                  <a:latin typeface="+mn-lt"/>
                  <a:ea typeface="楷体" pitchFamily="49" charset="-122"/>
                </a:rPr>
                <a:t>num</a:t>
              </a:r>
              <a:r>
                <a:rPr lang="zh-CN" altLang="en-US" sz="2000" b="1">
                  <a:solidFill>
                    <a:srgbClr val="002060"/>
                  </a:solidFill>
                  <a:latin typeface="+mn-lt"/>
                  <a:ea typeface="楷体" pitchFamily="49" charset="-122"/>
                </a:rPr>
                <a:t>信息</a:t>
              </a:r>
            </a:p>
          </p:txBody>
        </p:sp>
      </p:grpSp>
      <p:sp>
        <p:nvSpPr>
          <p:cNvPr id="1161325" name="Text Box 109"/>
          <p:cNvSpPr txBox="1">
            <a:spLocks noChangeArrowheads="1"/>
          </p:cNvSpPr>
          <p:nvPr/>
        </p:nvSpPr>
        <p:spPr bwMode="auto">
          <a:xfrm>
            <a:off x="623392" y="902683"/>
            <a:ext cx="6408737" cy="457200"/>
          </a:xfrm>
          <a:prstGeom prst="rect">
            <a:avLst/>
          </a:prstGeom>
          <a:noFill/>
          <a:ln w="9525">
            <a:noFill/>
            <a:miter lim="800000"/>
            <a:headEnd/>
            <a:tailEnd/>
          </a:ln>
          <a:effectLst/>
        </p:spPr>
        <p:txBody>
          <a:bodyPr>
            <a:spAutoFit/>
          </a:bodyPr>
          <a:lstStyle/>
          <a:p>
            <a:pPr>
              <a:spcBef>
                <a:spcPct val="50000"/>
              </a:spcBef>
            </a:pPr>
            <a:r>
              <a:rPr lang="zh-CN" altLang="en-US" b="1" u="sng">
                <a:solidFill>
                  <a:srgbClr val="C00000"/>
                </a:solidFill>
                <a:latin typeface="楷体" panose="02010609060101010101" pitchFamily="49" charset="-122"/>
                <a:ea typeface="楷体" panose="02010609060101010101" pitchFamily="49" charset="-122"/>
              </a:rPr>
              <a:t>结构体指针数组与学生基本信息关系：</a:t>
            </a:r>
          </a:p>
        </p:txBody>
      </p:sp>
      <p:sp>
        <p:nvSpPr>
          <p:cNvPr id="33" name="Rectangle 4">
            <a:extLst>
              <a:ext uri="{FF2B5EF4-FFF2-40B4-BE49-F238E27FC236}">
                <a16:creationId xmlns:a16="http://schemas.microsoft.com/office/drawing/2014/main" id="{86A0989B-B826-425E-8478-2D5ED2CBAE0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11.7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复杂数据类型应用综合举例</a:t>
            </a:r>
          </a:p>
        </p:txBody>
      </p:sp>
    </p:spTree>
  </p:cSld>
  <p:clrMapOvr>
    <a:masterClrMapping/>
  </p:clrMapOvr>
  <p:transition>
    <p:cover/>
    <p:sndAc>
      <p:stSnd>
        <p:snd r:embed="rId3" name="CAMERA.WAV"/>
      </p:stSnd>
    </p:sndAc>
  </p:transition>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3031" name="Rectangle 7"/>
          <p:cNvSpPr>
            <a:spLocks noChangeArrowheads="1"/>
          </p:cNvSpPr>
          <p:nvPr/>
        </p:nvSpPr>
        <p:spPr bwMode="auto">
          <a:xfrm>
            <a:off x="1055688" y="942884"/>
            <a:ext cx="1583978" cy="461665"/>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anchor="ctr">
            <a:spAutoFit/>
          </a:bodyPr>
          <a:lstStyle/>
          <a:p>
            <a:pPr algn="ctr"/>
            <a:r>
              <a:rPr lang="zh-CN" altLang="en-US" b="1" dirty="0">
                <a:solidFill>
                  <a:srgbClr val="C00000"/>
                </a:solidFill>
                <a:latin typeface="楷体" panose="02010609060101010101" pitchFamily="49" charset="-122"/>
                <a:ea typeface="楷体" panose="02010609060101010101" pitchFamily="49" charset="-122"/>
              </a:rPr>
              <a:t>具体程序：</a:t>
            </a:r>
          </a:p>
        </p:txBody>
      </p:sp>
      <p:sp>
        <p:nvSpPr>
          <p:cNvPr id="1153032" name="Rectangle 8" descr="信纸"/>
          <p:cNvSpPr>
            <a:spLocks noChangeArrowheads="1"/>
          </p:cNvSpPr>
          <p:nvPr/>
        </p:nvSpPr>
        <p:spPr bwMode="auto">
          <a:xfrm>
            <a:off x="3251994" y="908720"/>
            <a:ext cx="5688012" cy="56165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#include &lt;</a:t>
            </a:r>
            <a:r>
              <a:rPr lang="en-US" altLang="zh-CN" sz="2000" b="1" dirty="0" err="1">
                <a:ea typeface="楷体_GB2312" pitchFamily="49" charset="-122"/>
              </a:rPr>
              <a:t>stdlib.h</a:t>
            </a:r>
            <a:r>
              <a:rPr lang="en-US" altLang="zh-CN" sz="2000" b="1" dirty="0">
                <a:ea typeface="楷体_GB2312" pitchFamily="49" charset="-122"/>
              </a:rPr>
              <a:t>&gt;</a:t>
            </a:r>
          </a:p>
          <a:p>
            <a:pPr marL="457200" indent="-457200"/>
            <a:endParaRPr lang="en-US" altLang="zh-CN" sz="2000" b="1" dirty="0">
              <a:ea typeface="楷体_GB2312" pitchFamily="49" charset="-122"/>
            </a:endParaRPr>
          </a:p>
          <a:p>
            <a:pPr marL="457200" indent="-457200"/>
            <a:r>
              <a:rPr lang="en-US" altLang="zh-CN" sz="2000" b="1" dirty="0" err="1">
                <a:ea typeface="楷体_GB2312" pitchFamily="49" charset="-122"/>
              </a:rPr>
              <a:t>enum</a:t>
            </a:r>
            <a:r>
              <a:rPr lang="en-US" altLang="zh-CN" sz="2000" b="1" dirty="0">
                <a:ea typeface="楷体_GB2312" pitchFamily="49" charset="-122"/>
              </a:rPr>
              <a:t> SEX {</a:t>
            </a:r>
            <a:r>
              <a:rPr lang="en-US" altLang="zh-CN" sz="2000" b="1" dirty="0" err="1">
                <a:ea typeface="楷体_GB2312" pitchFamily="49" charset="-122"/>
              </a:rPr>
              <a:t>man,female</a:t>
            </a:r>
            <a:r>
              <a:rPr lang="en-US" altLang="zh-CN" sz="2000" b="1" dirty="0">
                <a:ea typeface="楷体_GB2312" pitchFamily="49" charset="-122"/>
              </a:rPr>
              <a:t>};</a:t>
            </a:r>
          </a:p>
          <a:p>
            <a:pPr marL="457200" indent="-457200"/>
            <a:r>
              <a:rPr lang="en-US" altLang="zh-CN" sz="2000" b="1" dirty="0" err="1">
                <a:solidFill>
                  <a:srgbClr val="C00000"/>
                </a:solidFill>
                <a:ea typeface="楷体_GB2312" pitchFamily="49" charset="-122"/>
              </a:rPr>
              <a:t>struct</a:t>
            </a:r>
            <a:r>
              <a:rPr lang="en-US" altLang="zh-CN" sz="2000" b="1" dirty="0">
                <a:solidFill>
                  <a:srgbClr val="C00000"/>
                </a:solidFill>
                <a:ea typeface="楷体_GB2312" pitchFamily="49" charset="-122"/>
              </a:rPr>
              <a:t> </a:t>
            </a:r>
            <a:r>
              <a:rPr lang="en-US" altLang="zh-CN" sz="2000" b="1" dirty="0" err="1">
                <a:solidFill>
                  <a:srgbClr val="C00000"/>
                </a:solidFill>
                <a:ea typeface="楷体_GB2312" pitchFamily="49" charset="-122"/>
              </a:rPr>
              <a:t>Student_Info</a:t>
            </a:r>
            <a:endParaRPr lang="en-US" altLang="zh-CN" sz="2000" b="1" dirty="0">
              <a:solidFill>
                <a:srgbClr val="C00000"/>
              </a:solidFill>
              <a:ea typeface="楷体_GB2312" pitchFamily="49" charset="-122"/>
            </a:endParaRPr>
          </a:p>
          <a:p>
            <a:pPr marL="457200" indent="-457200"/>
            <a:r>
              <a:rPr lang="en-US" altLang="zh-CN" sz="2000" b="1" dirty="0">
                <a:ea typeface="楷体_GB2312" pitchFamily="49" charset="-122"/>
              </a:rPr>
              <a:t>{</a:t>
            </a:r>
          </a:p>
          <a:p>
            <a:pPr marL="457200" indent="-457200"/>
            <a:r>
              <a:rPr lang="en-US" altLang="zh-CN" sz="2000" b="1" dirty="0">
                <a:ea typeface="楷体_GB2312" pitchFamily="49" charset="-122"/>
              </a:rPr>
              <a:t>   char                no[9];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学号</a:t>
            </a:r>
          </a:p>
          <a:p>
            <a:pPr marL="457200" indent="-457200"/>
            <a:r>
              <a:rPr lang="zh-CN" altLang="en-US" sz="2000" b="1" dirty="0">
                <a:ea typeface="楷体_GB2312" pitchFamily="49" charset="-122"/>
              </a:rPr>
              <a:t>   </a:t>
            </a:r>
            <a:r>
              <a:rPr lang="en-US" altLang="zh-CN" sz="2000" b="1" dirty="0">
                <a:ea typeface="楷体_GB2312" pitchFamily="49" charset="-122"/>
              </a:rPr>
              <a:t>char                name[20];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姓名</a:t>
            </a:r>
          </a:p>
          <a:p>
            <a:pPr marL="457200" indent="-457200"/>
            <a:r>
              <a:rPr lang="zh-CN" altLang="en-US" sz="2000" b="1" dirty="0">
                <a:ea typeface="楷体_GB2312" pitchFamily="49" charset="-122"/>
              </a:rPr>
              <a:t>   </a:t>
            </a:r>
            <a:r>
              <a:rPr lang="en-US" altLang="zh-CN" sz="2000" b="1" dirty="0" err="1">
                <a:ea typeface="楷体_GB2312" pitchFamily="49" charset="-122"/>
              </a:rPr>
              <a:t>enum</a:t>
            </a:r>
            <a:r>
              <a:rPr lang="en-US" altLang="zh-CN" sz="2000" b="1" dirty="0">
                <a:ea typeface="楷体_GB2312" pitchFamily="49" charset="-122"/>
              </a:rPr>
              <a:t> SEX      </a:t>
            </a:r>
            <a:r>
              <a:rPr lang="en-US" altLang="zh-CN" sz="2000" b="1" dirty="0" err="1">
                <a:ea typeface="楷体_GB2312" pitchFamily="49" charset="-122"/>
              </a:rPr>
              <a:t>sex</a:t>
            </a:r>
            <a:r>
              <a:rPr lang="en-US" altLang="zh-CN" sz="2000" b="1" dirty="0">
                <a:ea typeface="楷体_GB2312"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性别</a:t>
            </a:r>
          </a:p>
          <a:p>
            <a:pPr marL="457200" indent="-457200"/>
            <a:r>
              <a:rPr lang="zh-CN" altLang="en-US" sz="2000" b="1" dirty="0">
                <a:ea typeface="楷体_GB2312" pitchFamily="49" charset="-122"/>
              </a:rPr>
              <a:t>   </a:t>
            </a:r>
            <a:r>
              <a:rPr lang="en-US" altLang="zh-CN" sz="2000" b="1" dirty="0">
                <a:ea typeface="楷体_GB2312" pitchFamily="49" charset="-122"/>
              </a:rPr>
              <a:t>unsigned </a:t>
            </a:r>
            <a:r>
              <a:rPr lang="en-US" altLang="zh-CN" sz="2000" b="1" dirty="0" err="1">
                <a:ea typeface="楷体_GB2312" pitchFamily="49" charset="-122"/>
              </a:rPr>
              <a:t>int</a:t>
            </a:r>
            <a:r>
              <a:rPr lang="en-US" altLang="zh-CN" sz="2000" b="1" dirty="0">
                <a:ea typeface="楷体_GB2312" pitchFamily="49" charset="-122"/>
              </a:rPr>
              <a:t>   age;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年龄</a:t>
            </a:r>
          </a:p>
          <a:p>
            <a:pPr marL="457200" indent="-457200"/>
            <a:r>
              <a:rPr lang="zh-CN" altLang="en-US" sz="2000" b="1" dirty="0">
                <a:ea typeface="楷体_GB2312" pitchFamily="49" charset="-122"/>
              </a:rPr>
              <a:t>   </a:t>
            </a:r>
            <a:r>
              <a:rPr lang="en-US" altLang="zh-CN" sz="2000" b="1" dirty="0">
                <a:ea typeface="楷体_GB2312" pitchFamily="49" charset="-122"/>
              </a:rPr>
              <a:t>unsigned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classno</a:t>
            </a:r>
            <a:r>
              <a:rPr lang="en-US" altLang="zh-CN" sz="2000" b="1" dirty="0">
                <a:ea typeface="楷体_GB2312"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班级</a:t>
            </a:r>
          </a:p>
          <a:p>
            <a:pPr marL="457200" indent="-457200"/>
            <a:r>
              <a:rPr lang="zh-CN" altLang="en-US" sz="2000" b="1" dirty="0">
                <a:ea typeface="楷体_GB2312" pitchFamily="49" charset="-122"/>
              </a:rPr>
              <a:t>   </a:t>
            </a:r>
            <a:r>
              <a:rPr lang="en-US" altLang="zh-CN" sz="2000" b="1" dirty="0">
                <a:ea typeface="楷体_GB2312" pitchFamily="49" charset="-122"/>
              </a:rPr>
              <a:t>float                grade;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成绩</a:t>
            </a:r>
          </a:p>
          <a:p>
            <a:pPr marL="457200" indent="-457200"/>
            <a:r>
              <a:rPr lang="en-US" altLang="zh-CN" sz="2000" b="1" dirty="0">
                <a:ea typeface="楷体_GB2312" pitchFamily="49" charset="-122"/>
              </a:rPr>
              <a:t>};</a:t>
            </a:r>
          </a:p>
          <a:p>
            <a:pPr marL="457200" indent="-457200"/>
            <a:r>
              <a:rPr lang="en-US" altLang="zh-CN" sz="2000" b="1" dirty="0" err="1">
                <a:ea typeface="楷体_GB2312" pitchFamily="49" charset="-122"/>
              </a:rPr>
              <a:t>typedef</a:t>
            </a:r>
            <a:r>
              <a:rPr lang="en-US" altLang="zh-CN" sz="2000" b="1" dirty="0">
                <a:ea typeface="楷体_GB2312" pitchFamily="49" charset="-122"/>
              </a:rPr>
              <a:t> </a:t>
            </a:r>
            <a:r>
              <a:rPr lang="en-US" altLang="zh-CN" sz="2000" b="1" dirty="0" err="1">
                <a:ea typeface="楷体_GB2312" pitchFamily="49" charset="-122"/>
              </a:rPr>
              <a:t>struct</a:t>
            </a:r>
            <a:r>
              <a:rPr lang="en-US" altLang="zh-CN" sz="2000" b="1" dirty="0">
                <a:ea typeface="楷体_GB2312" pitchFamily="49" charset="-122"/>
              </a:rPr>
              <a:t> </a:t>
            </a:r>
            <a:r>
              <a:rPr lang="en-US" altLang="zh-CN" sz="2000" b="1" dirty="0" err="1">
                <a:ea typeface="楷体_GB2312" pitchFamily="49" charset="-122"/>
              </a:rPr>
              <a:t>Student_Info</a:t>
            </a:r>
            <a:r>
              <a:rPr lang="en-US" altLang="zh-CN" sz="2000" b="1" dirty="0">
                <a:ea typeface="楷体_GB2312" pitchFamily="49" charset="-122"/>
              </a:rPr>
              <a:t> STUDENT;</a:t>
            </a:r>
          </a:p>
          <a:p>
            <a:pPr marL="457200" indent="-457200"/>
            <a:endParaRPr lang="en-US" altLang="zh-CN" sz="2000" b="1" dirty="0">
              <a:ea typeface="楷体_GB2312" pitchFamily="49" charset="-122"/>
            </a:endParaRPr>
          </a:p>
          <a:p>
            <a:pPr marL="457200" indent="-457200"/>
            <a:r>
              <a:rPr lang="en-US" altLang="zh-CN" sz="2000" b="1" dirty="0">
                <a:ea typeface="楷体_GB2312" pitchFamily="49" charset="-122"/>
              </a:rPr>
              <a:t>STUDENT *</a:t>
            </a:r>
            <a:r>
              <a:rPr lang="en-US" altLang="zh-CN" sz="2000" b="1" dirty="0" err="1">
                <a:ea typeface="楷体_GB2312" pitchFamily="49" charset="-122"/>
              </a:rPr>
              <a:t>GetStuInfo</a:t>
            </a:r>
            <a:r>
              <a:rPr lang="en-US" altLang="zh-CN" sz="2000" b="1" dirty="0">
                <a:ea typeface="楷体_GB2312" pitchFamily="49" charset="-122"/>
              </a:rPr>
              <a:t>(</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void </a:t>
            </a:r>
            <a:r>
              <a:rPr lang="en-US" altLang="zh-CN" sz="2000" b="1" dirty="0" err="1">
                <a:ea typeface="楷体_GB2312" pitchFamily="49" charset="-122"/>
              </a:rPr>
              <a:t>SortStuInfo</a:t>
            </a:r>
            <a:r>
              <a:rPr lang="en-US" altLang="zh-CN" sz="2000" b="1" dirty="0">
                <a:ea typeface="楷体_GB2312" pitchFamily="49" charset="-122"/>
              </a:rPr>
              <a:t> (STUDENT **</a:t>
            </a:r>
            <a:r>
              <a:rPr lang="en-US" altLang="zh-CN" sz="2000" b="1" dirty="0" err="1">
                <a:ea typeface="楷体_GB2312" pitchFamily="49" charset="-122"/>
              </a:rPr>
              <a:t>pstu</a:t>
            </a:r>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num);</a:t>
            </a:r>
          </a:p>
          <a:p>
            <a:pPr marL="457200" indent="-457200"/>
            <a:r>
              <a:rPr lang="en-US" altLang="zh-CN" sz="2000" b="1" dirty="0">
                <a:ea typeface="楷体_GB2312" pitchFamily="49" charset="-122"/>
              </a:rPr>
              <a:t>void </a:t>
            </a:r>
            <a:r>
              <a:rPr lang="en-US" altLang="zh-CN" sz="2000" b="1" dirty="0" err="1">
                <a:ea typeface="楷体_GB2312" pitchFamily="49" charset="-122"/>
              </a:rPr>
              <a:t>FreeMemory</a:t>
            </a:r>
            <a:r>
              <a:rPr lang="en-US" altLang="zh-CN" sz="2000" b="1" dirty="0">
                <a:ea typeface="楷体_GB2312" pitchFamily="49" charset="-122"/>
              </a:rPr>
              <a:t> (STUDENT **</a:t>
            </a:r>
            <a:r>
              <a:rPr lang="en-US" altLang="zh-CN" sz="2000" b="1" dirty="0" err="1">
                <a:ea typeface="楷体_GB2312" pitchFamily="49" charset="-122"/>
              </a:rPr>
              <a:t>pstu</a:t>
            </a:r>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num);</a:t>
            </a:r>
          </a:p>
        </p:txBody>
      </p:sp>
      <p:sp>
        <p:nvSpPr>
          <p:cNvPr id="7" name="Rectangle 4">
            <a:extLst>
              <a:ext uri="{FF2B5EF4-FFF2-40B4-BE49-F238E27FC236}">
                <a16:creationId xmlns:a16="http://schemas.microsoft.com/office/drawing/2014/main" id="{68BB5B04-7524-42C0-BFEC-4FB07B6EF47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11.7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复杂数据类型应用综合举例</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53032"/>
                                        </p:tgtEl>
                                        <p:attrNameLst>
                                          <p:attrName>style.visibility</p:attrName>
                                        </p:attrNameLst>
                                      </p:cBhvr>
                                      <p:to>
                                        <p:strVal val="visible"/>
                                      </p:to>
                                    </p:set>
                                    <p:animEffect transition="in" filter="box(out)">
                                      <p:cBhvr>
                                        <p:cTn id="7" dur="500"/>
                                        <p:tgtEl>
                                          <p:spTgt spid="115303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3032" grpId="0" animBg="1"/>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36BEA39B-26B5-4D48-A3E4-451E4687988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11.7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复杂数据类型应用综合举例</a:t>
            </a:r>
          </a:p>
        </p:txBody>
      </p:sp>
      <p:sp>
        <p:nvSpPr>
          <p:cNvPr id="1155078" name="Rectangle 6" descr="信纸"/>
          <p:cNvSpPr>
            <a:spLocks noChangeArrowheads="1"/>
          </p:cNvSpPr>
          <p:nvPr/>
        </p:nvSpPr>
        <p:spPr bwMode="auto">
          <a:xfrm>
            <a:off x="434904" y="1484784"/>
            <a:ext cx="7416800" cy="4762500"/>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err="1">
                <a:solidFill>
                  <a:srgbClr val="CC0066"/>
                </a:solidFill>
                <a:ea typeface="楷体_GB2312" pitchFamily="49" charset="-122"/>
              </a:rPr>
              <a:t>int</a:t>
            </a:r>
            <a:r>
              <a:rPr lang="en-US" altLang="zh-CN" sz="2000" b="1" dirty="0">
                <a:solidFill>
                  <a:srgbClr val="CC0066"/>
                </a:solidFill>
                <a:ea typeface="楷体_GB2312" pitchFamily="49" charset="-122"/>
              </a:rPr>
              <a:t> main ( )</a:t>
            </a:r>
          </a:p>
          <a:p>
            <a:pPr marL="457200" indent="-457200"/>
            <a:r>
              <a:rPr lang="en-US" altLang="zh-CN" sz="2000" b="1" dirty="0">
                <a:ea typeface="楷体_GB2312" pitchFamily="49" charset="-122"/>
              </a:rPr>
              <a:t>{</a:t>
            </a:r>
          </a:p>
          <a:p>
            <a:pPr marL="457200" indent="-457200"/>
            <a:r>
              <a:rPr lang="en-US" altLang="zh-CN" sz="2000" b="1" dirty="0">
                <a:ea typeface="楷体_GB2312" pitchFamily="49" charset="-122"/>
              </a:rPr>
              <a:t>     STUDENT  **</a:t>
            </a:r>
            <a:r>
              <a:rPr lang="en-US" altLang="zh-CN" sz="2000" b="1" dirty="0" err="1">
                <a:ea typeface="楷体_GB2312" pitchFamily="49" charset="-122"/>
              </a:rPr>
              <a:t>pstu</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num;</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number of the students: ");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输入学生人数</a:t>
            </a:r>
          </a:p>
          <a:p>
            <a:pPr marL="457200" indent="-457200"/>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("%d", &amp;num);</a:t>
            </a:r>
          </a:p>
          <a:p>
            <a:pPr marL="457200" indent="-457200"/>
            <a:r>
              <a:rPr lang="en-US" altLang="zh-CN" sz="2000" b="1" dirty="0">
                <a:ea typeface="楷体_GB2312" pitchFamily="49" charset="-122"/>
              </a:rPr>
              <a:t>     if (num &lt;=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人数小于或等于零，返回</a:t>
            </a:r>
          </a:p>
          <a:p>
            <a:pPr marL="457200" indent="-457200"/>
            <a:r>
              <a:rPr lang="zh-CN" altLang="en-US" sz="2000" b="1" dirty="0">
                <a:ea typeface="楷体_GB2312" pitchFamily="49" charset="-122"/>
              </a:rPr>
              <a:t>       </a:t>
            </a:r>
            <a:r>
              <a:rPr lang="en-US" altLang="zh-CN" sz="2000" b="1" dirty="0">
                <a:ea typeface="楷体_GB2312" pitchFamily="49" charset="-122"/>
              </a:rPr>
              <a:t>return -1;</a:t>
            </a:r>
          </a:p>
          <a:p>
            <a:pPr marL="457200" indent="-457200"/>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动态建立结构体指针数组</a:t>
            </a:r>
          </a:p>
          <a:p>
            <a:pPr marL="457200" indent="-457200"/>
            <a:r>
              <a:rPr lang="zh-CN" altLang="en-US" sz="2000" b="1" dirty="0">
                <a:ea typeface="楷体_GB2312" pitchFamily="49" charset="-122"/>
              </a:rPr>
              <a:t>     </a:t>
            </a:r>
            <a:r>
              <a:rPr lang="en-US" altLang="zh-CN" sz="2000" b="1" dirty="0" err="1">
                <a:solidFill>
                  <a:srgbClr val="C00000"/>
                </a:solidFill>
                <a:ea typeface="楷体_GB2312" pitchFamily="49" charset="-122"/>
              </a:rPr>
              <a:t>pstu</a:t>
            </a:r>
            <a:r>
              <a:rPr lang="en-US" altLang="zh-CN" sz="2000" b="1" dirty="0">
                <a:solidFill>
                  <a:srgbClr val="C00000"/>
                </a:solidFill>
                <a:ea typeface="楷体_GB2312" pitchFamily="49" charset="-122"/>
              </a:rPr>
              <a:t> = (STUDENT **)</a:t>
            </a:r>
            <a:r>
              <a:rPr lang="en-US" altLang="zh-CN" sz="2000" b="1" dirty="0" err="1">
                <a:solidFill>
                  <a:srgbClr val="C00000"/>
                </a:solidFill>
                <a:ea typeface="楷体_GB2312" pitchFamily="49" charset="-122"/>
              </a:rPr>
              <a:t>malloc</a:t>
            </a:r>
            <a:r>
              <a:rPr lang="en-US" altLang="zh-CN" sz="2000" b="1" dirty="0">
                <a:solidFill>
                  <a:srgbClr val="C00000"/>
                </a:solidFill>
                <a:ea typeface="楷体_GB2312" pitchFamily="49" charset="-122"/>
              </a:rPr>
              <a:t> (num * </a:t>
            </a:r>
            <a:r>
              <a:rPr lang="en-US" altLang="zh-CN" sz="2000" b="1" dirty="0" err="1">
                <a:solidFill>
                  <a:srgbClr val="C00000"/>
                </a:solidFill>
                <a:ea typeface="楷体_GB2312" pitchFamily="49" charset="-122"/>
              </a:rPr>
              <a:t>sizeof</a:t>
            </a:r>
            <a:r>
              <a:rPr lang="en-US" altLang="zh-CN" sz="2000" b="1" dirty="0">
                <a:solidFill>
                  <a:srgbClr val="C00000"/>
                </a:solidFill>
                <a:ea typeface="楷体_GB2312" pitchFamily="49" charset="-122"/>
              </a:rPr>
              <a:t>(STUDENT *)); </a:t>
            </a:r>
          </a:p>
          <a:p>
            <a:pPr marL="457200" indent="-457200"/>
            <a:r>
              <a:rPr lang="en-US" altLang="zh-CN" sz="2000" b="1" dirty="0">
                <a:ea typeface="楷体_GB2312" pitchFamily="49" charset="-122"/>
              </a:rPr>
              <a:t>     if (</a:t>
            </a:r>
            <a:r>
              <a:rPr lang="en-US" altLang="zh-CN" sz="2000" b="1" dirty="0" err="1">
                <a:ea typeface="楷体_GB2312" pitchFamily="49" charset="-122"/>
              </a:rPr>
              <a:t>pstu</a:t>
            </a:r>
            <a:r>
              <a:rPr lang="en-US" altLang="zh-CN" sz="2000" b="1" dirty="0">
                <a:ea typeface="楷体_GB2312" pitchFamily="49" charset="-122"/>
              </a:rPr>
              <a:t> == NULL)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分配失败，返回</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("not enough memory!\n");</a:t>
            </a:r>
          </a:p>
          <a:p>
            <a:pPr marL="457200" indent="-457200"/>
            <a:r>
              <a:rPr lang="en-US" altLang="zh-CN" sz="2000" b="1" dirty="0">
                <a:ea typeface="楷体_GB2312" pitchFamily="49" charset="-122"/>
              </a:rPr>
              <a:t>       return -1;</a:t>
            </a:r>
          </a:p>
          <a:p>
            <a:pPr marL="457200" indent="-457200"/>
            <a:r>
              <a:rPr lang="en-US" altLang="zh-CN" sz="2000" b="1" dirty="0">
                <a:ea typeface="楷体_GB2312" pitchFamily="49" charset="-122"/>
              </a:rPr>
              <a:t>     }</a:t>
            </a:r>
          </a:p>
        </p:txBody>
      </p:sp>
      <p:sp>
        <p:nvSpPr>
          <p:cNvPr id="1155079" name="Rectangle 7" descr="信纸"/>
          <p:cNvSpPr>
            <a:spLocks noChangeArrowheads="1"/>
          </p:cNvSpPr>
          <p:nvPr/>
        </p:nvSpPr>
        <p:spPr bwMode="auto">
          <a:xfrm>
            <a:off x="4833969" y="120402"/>
            <a:ext cx="6767513" cy="6617196"/>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dirty="0">
                <a:solidFill>
                  <a:srgbClr val="CC0066"/>
                </a:solidFill>
              </a:rPr>
              <a:t> </a:t>
            </a:r>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建立每个学生信息的记录</a:t>
            </a:r>
          </a:p>
          <a:p>
            <a:pPr marL="457200" indent="-457200"/>
            <a:r>
              <a:rPr lang="zh-CN" altLang="en-US" sz="2000" b="1" dirty="0">
                <a:solidFill>
                  <a:srgbClr val="002060"/>
                </a:solidFill>
                <a:ea typeface="楷体_GB2312" pitchFamily="49" charset="-122"/>
              </a:rPr>
              <a:t>     </a:t>
            </a:r>
            <a:r>
              <a:rPr lang="en-US" altLang="zh-CN" sz="2000" b="1" dirty="0">
                <a:solidFill>
                  <a:srgbClr val="002060"/>
                </a:solidFill>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pstu</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 = </a:t>
            </a:r>
            <a:r>
              <a:rPr lang="en-US" altLang="zh-CN" sz="2000" b="1" dirty="0" err="1">
                <a:solidFill>
                  <a:srgbClr val="CC0066"/>
                </a:solidFill>
                <a:ea typeface="楷体_GB2312" pitchFamily="49" charset="-122"/>
              </a:rPr>
              <a:t>GetStuInfo</a:t>
            </a:r>
            <a:r>
              <a:rPr lang="en-US" altLang="zh-CN" sz="2000" b="1" dirty="0">
                <a:solidFill>
                  <a:srgbClr val="CC0066"/>
                </a:solidFill>
                <a:ea typeface="楷体_GB2312" pitchFamily="49" charset="-122"/>
              </a:rPr>
              <a:t> (</a:t>
            </a:r>
            <a:r>
              <a:rPr lang="en-US" altLang="zh-CN" sz="2000" b="1" dirty="0" err="1">
                <a:solidFill>
                  <a:srgbClr val="CC0066"/>
                </a:solidFill>
                <a:ea typeface="楷体_GB2312" pitchFamily="49" charset="-122"/>
              </a:rPr>
              <a:t>i</a:t>
            </a:r>
            <a:r>
              <a:rPr lang="en-US" altLang="zh-CN" sz="2000" b="1" dirty="0">
                <a:solidFill>
                  <a:srgbClr val="CC0066"/>
                </a:solidFill>
                <a:ea typeface="楷体_GB2312" pitchFamily="49" charset="-122"/>
              </a:rPr>
              <a:t>);</a:t>
            </a:r>
          </a:p>
          <a:p>
            <a:pPr marL="457200" indent="-457200"/>
            <a:r>
              <a:rPr lang="en-US" altLang="zh-CN" sz="2000" b="1" dirty="0">
                <a:ea typeface="楷体_GB2312" pitchFamily="49" charset="-122"/>
              </a:rPr>
              <a:t>       if (</a:t>
            </a:r>
            <a:r>
              <a:rPr lang="en-US" altLang="zh-CN" sz="2000" b="1" dirty="0" err="1">
                <a:ea typeface="楷体_GB2312" pitchFamily="49" charset="-122"/>
              </a:rPr>
              <a:t>pstu</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 == NULL)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分配内存失败</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("not enough memory!\n");</a:t>
            </a:r>
          </a:p>
          <a:p>
            <a:pPr marL="457200" indent="-457200"/>
            <a:r>
              <a:rPr lang="en-US" altLang="zh-CN" sz="2000" b="1" dirty="0">
                <a:solidFill>
                  <a:srgbClr val="CC0066"/>
                </a:solidFill>
                <a:ea typeface="楷体_GB2312" pitchFamily="49" charset="-122"/>
              </a:rPr>
              <a:t>         </a:t>
            </a:r>
            <a:r>
              <a:rPr lang="en-US" altLang="zh-CN" sz="2000" b="1" dirty="0" err="1">
                <a:solidFill>
                  <a:srgbClr val="CC0066"/>
                </a:solidFill>
                <a:ea typeface="楷体_GB2312" pitchFamily="49" charset="-122"/>
              </a:rPr>
              <a:t>FreeMemory</a:t>
            </a:r>
            <a:r>
              <a:rPr lang="en-US" altLang="zh-CN" sz="2000" b="1" dirty="0">
                <a:solidFill>
                  <a:srgbClr val="CC0066"/>
                </a:solidFill>
                <a:ea typeface="楷体_GB2312" pitchFamily="49" charset="-122"/>
              </a:rPr>
              <a:t> (</a:t>
            </a:r>
            <a:r>
              <a:rPr lang="en-US" altLang="zh-CN" sz="2000" b="1" dirty="0" err="1">
                <a:solidFill>
                  <a:srgbClr val="CC0066"/>
                </a:solidFill>
                <a:ea typeface="楷体_GB2312" pitchFamily="49" charset="-122"/>
              </a:rPr>
              <a:t>pstu</a:t>
            </a:r>
            <a:r>
              <a:rPr lang="en-US" altLang="zh-CN" sz="2000" b="1" dirty="0">
                <a:solidFill>
                  <a:srgbClr val="CC0066"/>
                </a:solidFill>
                <a:ea typeface="楷体_GB2312" pitchFamily="49" charset="-122"/>
              </a:rPr>
              <a:t>, </a:t>
            </a:r>
            <a:r>
              <a:rPr lang="en-US" altLang="zh-CN" sz="2000" b="1" dirty="0" err="1">
                <a:solidFill>
                  <a:srgbClr val="CC0066"/>
                </a:solidFill>
                <a:ea typeface="楷体_GB2312" pitchFamily="49" charset="-122"/>
              </a:rPr>
              <a:t>i</a:t>
            </a:r>
            <a:r>
              <a:rPr lang="en-US" altLang="zh-CN" sz="2000" b="1" dirty="0">
                <a:solidFill>
                  <a:srgbClr val="CC0066"/>
                </a:solidFill>
                <a:ea typeface="楷体_GB2312" pitchFamily="49" charset="-122"/>
              </a:rPr>
              <a:t>); </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释放前面分配的内存</a:t>
            </a:r>
          </a:p>
          <a:p>
            <a:pPr marL="457200" indent="-457200"/>
            <a:r>
              <a:rPr lang="zh-CN" altLang="en-US" sz="2000" b="1" dirty="0">
                <a:ea typeface="楷体_GB2312" pitchFamily="49" charset="-122"/>
              </a:rPr>
              <a:t>         </a:t>
            </a:r>
            <a:r>
              <a:rPr lang="en-US" altLang="zh-CN" sz="2000" b="1" dirty="0">
                <a:ea typeface="楷体_GB2312" pitchFamily="49" charset="-122"/>
              </a:rPr>
              <a:t>return -1;</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solidFill>
                  <a:srgbClr val="CC0066"/>
                </a:solidFill>
                <a:ea typeface="楷体_GB2312" pitchFamily="49" charset="-122"/>
              </a:rPr>
              <a:t>SortStuInfo</a:t>
            </a:r>
            <a:r>
              <a:rPr lang="en-US" altLang="zh-CN" sz="2000" b="1" dirty="0">
                <a:solidFill>
                  <a:srgbClr val="CC0066"/>
                </a:solidFill>
                <a:ea typeface="楷体_GB2312" pitchFamily="49" charset="-122"/>
              </a:rPr>
              <a:t> (</a:t>
            </a:r>
            <a:r>
              <a:rPr lang="en-US" altLang="zh-CN" sz="2000" b="1" dirty="0" err="1">
                <a:solidFill>
                  <a:srgbClr val="CC0066"/>
                </a:solidFill>
                <a:ea typeface="楷体_GB2312" pitchFamily="49" charset="-122"/>
              </a:rPr>
              <a:t>pstu</a:t>
            </a:r>
            <a:r>
              <a:rPr lang="en-US" altLang="zh-CN" sz="2000" b="1" dirty="0">
                <a:solidFill>
                  <a:srgbClr val="CC0066"/>
                </a:solidFill>
                <a:ea typeface="楷体_GB2312" pitchFamily="49" charset="-122"/>
              </a:rPr>
              <a:t>, num);</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对学生信息按分数从高到低排序</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("\n===============sort </a:t>
            </a:r>
          </a:p>
          <a:p>
            <a:pPr marL="457200" indent="-457200"/>
            <a:r>
              <a:rPr lang="en-US" altLang="zh-CN" sz="2000" b="1" dirty="0">
                <a:ea typeface="楷体_GB2312" pitchFamily="49" charset="-122"/>
              </a:rPr>
              <a:t>                               result==================\n");</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显示排序后的结果</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("%12s%20s%9s%5d%5d%8.1f\n", </a:t>
            </a:r>
          </a:p>
          <a:p>
            <a:pPr marL="457200" indent="-457200"/>
            <a:r>
              <a:rPr lang="en-US" altLang="zh-CN" sz="2000" b="1" dirty="0">
                <a:ea typeface="楷体_GB2312" pitchFamily="49" charset="-122"/>
              </a:rPr>
              <a:t>                    </a:t>
            </a:r>
            <a:r>
              <a:rPr lang="en-US" altLang="zh-CN" sz="2000" b="1" dirty="0" err="1">
                <a:ea typeface="楷体_GB2312" pitchFamily="49" charset="-122"/>
              </a:rPr>
              <a:t>pstu</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]-&gt;no, </a:t>
            </a:r>
            <a:r>
              <a:rPr lang="en-US" altLang="zh-CN" sz="2000" b="1" dirty="0" err="1">
                <a:ea typeface="楷体_GB2312" pitchFamily="49" charset="-122"/>
              </a:rPr>
              <a:t>pstu</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]-&gt;name,</a:t>
            </a:r>
          </a:p>
          <a:p>
            <a:pPr marL="457200" indent="-457200"/>
            <a:r>
              <a:rPr lang="en-US" altLang="zh-CN" sz="2000" b="1" dirty="0">
                <a:ea typeface="楷体_GB2312" pitchFamily="49" charset="-122"/>
              </a:rPr>
              <a:t>                    (</a:t>
            </a:r>
            <a:r>
              <a:rPr lang="en-US" altLang="zh-CN" sz="2000" b="1" dirty="0" err="1">
                <a:ea typeface="楷体_GB2312" pitchFamily="49" charset="-122"/>
              </a:rPr>
              <a:t>pstu</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]-&gt;sex == man) ? "man" : "female",</a:t>
            </a:r>
          </a:p>
          <a:p>
            <a:pPr marL="457200" indent="-457200"/>
            <a:r>
              <a:rPr lang="en-US" altLang="zh-CN" sz="2000" b="1" dirty="0">
                <a:ea typeface="楷体_GB2312" pitchFamily="49" charset="-122"/>
              </a:rPr>
              <a:t>                    </a:t>
            </a:r>
            <a:r>
              <a:rPr lang="en-US" altLang="zh-CN" sz="2000" b="1" dirty="0" err="1">
                <a:ea typeface="楷体_GB2312" pitchFamily="49" charset="-122"/>
              </a:rPr>
              <a:t>pstu</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]-&gt;age,  </a:t>
            </a:r>
            <a:r>
              <a:rPr lang="en-US" altLang="zh-CN" sz="2000" b="1" dirty="0" err="1">
                <a:ea typeface="楷体_GB2312" pitchFamily="49" charset="-122"/>
              </a:rPr>
              <a:t>pstu</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]-&gt;</a:t>
            </a:r>
            <a:r>
              <a:rPr lang="en-US" altLang="zh-CN" sz="2000" b="1" dirty="0" err="1">
                <a:ea typeface="楷体_GB2312" pitchFamily="49" charset="-122"/>
              </a:rPr>
              <a:t>classno</a:t>
            </a:r>
            <a:r>
              <a:rPr lang="en-US" altLang="zh-CN" sz="2000" b="1" dirty="0">
                <a:ea typeface="楷体_GB2312" pitchFamily="49" charset="-122"/>
              </a:rPr>
              <a:t>, </a:t>
            </a:r>
            <a:r>
              <a:rPr lang="en-US" altLang="zh-CN" sz="2000" b="1" dirty="0" err="1">
                <a:ea typeface="楷体_GB2312" pitchFamily="49" charset="-122"/>
              </a:rPr>
              <a:t>pstu</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]-&gt;grade);</a:t>
            </a:r>
          </a:p>
          <a:p>
            <a:pPr marL="457200" indent="-457200"/>
            <a:r>
              <a:rPr lang="en-US" altLang="zh-CN" sz="2000" b="1" dirty="0">
                <a:ea typeface="楷体_GB2312" pitchFamily="49" charset="-122"/>
              </a:rPr>
              <a:t>     </a:t>
            </a:r>
            <a:r>
              <a:rPr lang="en-US" altLang="zh-CN" sz="2000" b="1" dirty="0" err="1">
                <a:solidFill>
                  <a:srgbClr val="CC0066"/>
                </a:solidFill>
                <a:ea typeface="楷体_GB2312" pitchFamily="49" charset="-122"/>
              </a:rPr>
              <a:t>FreeMemory</a:t>
            </a:r>
            <a:r>
              <a:rPr lang="en-US" altLang="zh-CN" sz="2000" b="1" dirty="0">
                <a:solidFill>
                  <a:srgbClr val="CC0066"/>
                </a:solidFill>
                <a:ea typeface="楷体_GB2312" pitchFamily="49" charset="-122"/>
              </a:rPr>
              <a:t> (</a:t>
            </a:r>
            <a:r>
              <a:rPr lang="en-US" altLang="zh-CN" sz="2000" b="1" dirty="0" err="1">
                <a:solidFill>
                  <a:srgbClr val="CC0066"/>
                </a:solidFill>
                <a:ea typeface="楷体_GB2312" pitchFamily="49" charset="-122"/>
              </a:rPr>
              <a:t>pstu</a:t>
            </a:r>
            <a:r>
              <a:rPr lang="en-US" altLang="zh-CN" sz="2000" b="1" dirty="0">
                <a:solidFill>
                  <a:srgbClr val="CC0066"/>
                </a:solidFill>
                <a:ea typeface="楷体_GB2312" pitchFamily="49" charset="-122"/>
              </a:rPr>
              <a:t>, num);</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释放动态分配的内存</a:t>
            </a:r>
          </a:p>
          <a:p>
            <a:pPr marL="457200" indent="-457200"/>
            <a:r>
              <a:rPr lang="zh-CN" altLang="en-US" sz="2000" b="1" dirty="0">
                <a:ea typeface="楷体_GB2312" pitchFamily="49" charset="-122"/>
              </a:rPr>
              <a:t>     </a:t>
            </a:r>
            <a:r>
              <a:rPr lang="en-US" altLang="zh-CN" sz="2000" b="1" dirty="0">
                <a:ea typeface="楷体_GB2312" pitchFamily="49" charset="-122"/>
              </a:rPr>
              <a:t>return 0;</a:t>
            </a:r>
            <a:r>
              <a:rPr lang="zh-CN" altLang="en-US" sz="2000" b="1" dirty="0">
                <a:ea typeface="楷体_GB2312" pitchFamily="49" charset="-122"/>
              </a:rPr>
              <a:t> </a:t>
            </a:r>
            <a:endParaRPr lang="en-US" altLang="zh-CN" sz="2000" b="1" dirty="0">
              <a:ea typeface="楷体_GB2312" pitchFamily="49" charset="-122"/>
            </a:endParaRPr>
          </a:p>
          <a:p>
            <a:pPr marL="457200" indent="-457200"/>
            <a:r>
              <a:rPr lang="en-US" altLang="zh-CN" sz="2000" b="1" dirty="0">
                <a:ea typeface="楷体_GB2312" pitchFamily="49" charset="-122"/>
              </a:rPr>
              <a:t>}</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55078"/>
                                        </p:tgtEl>
                                        <p:attrNameLst>
                                          <p:attrName>style.visibility</p:attrName>
                                        </p:attrNameLst>
                                      </p:cBhvr>
                                      <p:to>
                                        <p:strVal val="visible"/>
                                      </p:to>
                                    </p:set>
                                    <p:animEffect transition="in" filter="box(out)">
                                      <p:cBhvr>
                                        <p:cTn id="7" dur="500"/>
                                        <p:tgtEl>
                                          <p:spTgt spid="115507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55079"/>
                                        </p:tgtEl>
                                        <p:attrNameLst>
                                          <p:attrName>style.visibility</p:attrName>
                                        </p:attrNameLst>
                                      </p:cBhvr>
                                      <p:to>
                                        <p:strVal val="visible"/>
                                      </p:to>
                                    </p:set>
                                    <p:animEffect transition="in" filter="box(out)">
                                      <p:cBhvr>
                                        <p:cTn id="12" dur="500"/>
                                        <p:tgtEl>
                                          <p:spTgt spid="115507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5078" grpId="0" animBg="1"/>
      <p:bldP spid="1155079" grpId="0" animBg="1"/>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25" name="Rectangle 5" descr="信纸"/>
          <p:cNvSpPr>
            <a:spLocks noChangeArrowheads="1"/>
          </p:cNvSpPr>
          <p:nvPr/>
        </p:nvSpPr>
        <p:spPr bwMode="auto">
          <a:xfrm>
            <a:off x="479376" y="1230312"/>
            <a:ext cx="7777163" cy="43973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输入学生信息</a:t>
            </a:r>
          </a:p>
          <a:p>
            <a:pPr marL="457200" indent="-457200"/>
            <a:r>
              <a:rPr lang="en-US" altLang="zh-CN" sz="2000" b="1" dirty="0">
                <a:solidFill>
                  <a:srgbClr val="CC0066"/>
                </a:solidFill>
                <a:ea typeface="楷体_GB2312" pitchFamily="49" charset="-122"/>
              </a:rPr>
              <a:t>STUDENT *</a:t>
            </a:r>
            <a:r>
              <a:rPr lang="en-US" altLang="zh-CN" sz="2000" b="1" dirty="0" err="1">
                <a:solidFill>
                  <a:srgbClr val="CC0066"/>
                </a:solidFill>
                <a:ea typeface="楷体_GB2312" pitchFamily="49" charset="-122"/>
              </a:rPr>
              <a:t>GetStuInfo</a:t>
            </a:r>
            <a:r>
              <a:rPr lang="en-US" altLang="zh-CN" sz="2000" b="1" dirty="0">
                <a:solidFill>
                  <a:srgbClr val="CC0066"/>
                </a:solidFill>
                <a:ea typeface="楷体_GB2312" pitchFamily="49" charset="-122"/>
              </a:rPr>
              <a:t> (</a:t>
            </a:r>
            <a:r>
              <a:rPr lang="en-US" altLang="zh-CN" sz="2000" b="1" dirty="0" err="1">
                <a:solidFill>
                  <a:srgbClr val="CC0066"/>
                </a:solidFill>
                <a:ea typeface="楷体_GB2312" pitchFamily="49" charset="-122"/>
              </a:rPr>
              <a:t>int</a:t>
            </a:r>
            <a:r>
              <a:rPr lang="en-US" altLang="zh-CN" sz="2000" b="1" dirty="0">
                <a:solidFill>
                  <a:srgbClr val="CC0066"/>
                </a:solidFill>
                <a:ea typeface="楷体_GB2312" pitchFamily="49" charset="-122"/>
              </a:rPr>
              <a:t> </a:t>
            </a:r>
            <a:r>
              <a:rPr lang="en-US" altLang="zh-CN" sz="2000" b="1" dirty="0" err="1">
                <a:solidFill>
                  <a:srgbClr val="CC0066"/>
                </a:solidFill>
                <a:ea typeface="楷体_GB2312" pitchFamily="49" charset="-122"/>
              </a:rPr>
              <a:t>i</a:t>
            </a:r>
            <a:r>
              <a:rPr lang="en-US" altLang="zh-CN" sz="2000" b="1" dirty="0">
                <a:solidFill>
                  <a:srgbClr val="CC0066"/>
                </a:solidFill>
                <a:ea typeface="楷体_GB2312" pitchFamily="49" charset="-122"/>
              </a:rPr>
              <a:t>)</a:t>
            </a:r>
          </a:p>
          <a:p>
            <a:pPr marL="457200" indent="-457200"/>
            <a:r>
              <a:rPr lang="en-US" altLang="zh-CN" sz="2000" b="1" dirty="0">
                <a:ea typeface="楷体_GB2312" pitchFamily="49" charset="-122"/>
              </a:rPr>
              <a:t>{</a:t>
            </a:r>
          </a:p>
          <a:p>
            <a:pPr marL="457200" indent="-457200"/>
            <a:r>
              <a:rPr lang="en-US" altLang="zh-CN" sz="2000" b="1" dirty="0">
                <a:ea typeface="楷体_GB2312" pitchFamily="49" charset="-122"/>
              </a:rPr>
              <a:t>    STUDENT *p;</a:t>
            </a:r>
          </a:p>
          <a:p>
            <a:pPr marL="457200" indent="-457200"/>
            <a:r>
              <a:rPr lang="en-US" altLang="zh-CN" sz="2000" b="1" dirty="0">
                <a:ea typeface="楷体_GB2312" pitchFamily="49" charset="-122"/>
              </a:rPr>
              <a:t>    char sex;</a:t>
            </a:r>
          </a:p>
          <a:p>
            <a:pPr marL="457200" indent="-457200"/>
            <a:r>
              <a:rPr lang="en-US" altLang="zh-CN" sz="2000" b="1" dirty="0">
                <a:ea typeface="楷体_GB2312" pitchFamily="49" charset="-122"/>
              </a:rPr>
              <a:t>    p = (STUDENT *)</a:t>
            </a:r>
            <a:r>
              <a:rPr lang="en-US" altLang="zh-CN" sz="2000" b="1" dirty="0" err="1">
                <a:ea typeface="楷体_GB2312" pitchFamily="49" charset="-122"/>
              </a:rPr>
              <a:t>malloc</a:t>
            </a:r>
            <a:r>
              <a:rPr lang="en-US" altLang="zh-CN" sz="2000" b="1" dirty="0">
                <a:ea typeface="楷体_GB2312" pitchFamily="49" charset="-122"/>
              </a:rPr>
              <a:t> (</a:t>
            </a:r>
            <a:r>
              <a:rPr lang="en-US" altLang="zh-CN" sz="2000" b="1" dirty="0" err="1">
                <a:ea typeface="楷体_GB2312" pitchFamily="49" charset="-122"/>
              </a:rPr>
              <a:t>sizeof</a:t>
            </a:r>
            <a:r>
              <a:rPr lang="en-US" altLang="zh-CN" sz="2000" b="1" dirty="0">
                <a:ea typeface="楷体_GB2312" pitchFamily="49" charset="-122"/>
              </a:rPr>
              <a:t>(STUDENT));</a:t>
            </a:r>
          </a:p>
          <a:p>
            <a:pPr marL="457200" indent="-457200"/>
            <a:r>
              <a:rPr lang="en-US" altLang="zh-CN" sz="2000" b="1" dirty="0">
                <a:ea typeface="楷体_GB2312" pitchFamily="49" charset="-122"/>
              </a:rPr>
              <a:t>    if (p == NULL)</a:t>
            </a:r>
          </a:p>
          <a:p>
            <a:pPr marL="457200" indent="-457200"/>
            <a:r>
              <a:rPr lang="en-US" altLang="zh-CN" sz="2000" b="1" dirty="0">
                <a:ea typeface="楷体_GB2312" pitchFamily="49" charset="-122"/>
              </a:rPr>
              <a:t>        return NULL;</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("\n====input %</a:t>
            </a:r>
            <a:r>
              <a:rPr lang="en-US" altLang="zh-CN" sz="2000" b="1" dirty="0" err="1">
                <a:ea typeface="楷体_GB2312" pitchFamily="49" charset="-122"/>
              </a:rPr>
              <a:t>dth</a:t>
            </a:r>
            <a:r>
              <a:rPr lang="en-US" altLang="zh-CN" sz="2000" b="1" dirty="0">
                <a:ea typeface="楷体_GB2312" pitchFamily="49" charset="-122"/>
              </a:rPr>
              <a:t> student's information==== \n", i+1);</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("no: ");</a:t>
            </a:r>
          </a:p>
          <a:p>
            <a:pPr marL="457200" indent="-457200"/>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("%s", p-&gt;no);</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("name: ");</a:t>
            </a:r>
          </a:p>
          <a:p>
            <a:pPr marL="457200" indent="-457200"/>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("%s", p-&gt;name);</a:t>
            </a:r>
          </a:p>
          <a:p>
            <a:pPr marL="457200" indent="-457200"/>
            <a:r>
              <a:rPr lang="en-US" altLang="zh-CN" sz="2000" b="1" dirty="0">
                <a:ea typeface="楷体_GB2312" pitchFamily="49" charset="-122"/>
              </a:rPr>
              <a:t>    </a:t>
            </a:r>
            <a:r>
              <a:rPr lang="en-US" altLang="zh-CN" sz="2000" b="1" dirty="0" err="1">
                <a:ea typeface="楷体_GB2312" pitchFamily="49" charset="-122"/>
              </a:rPr>
              <a:t>fflush</a:t>
            </a:r>
            <a:r>
              <a:rPr lang="en-US" altLang="zh-CN" sz="2000" b="1" dirty="0">
                <a:ea typeface="楷体_GB2312" pitchFamily="49" charset="-122"/>
              </a:rPr>
              <a:t> (</a:t>
            </a:r>
            <a:r>
              <a:rPr lang="en-US" altLang="zh-CN" sz="2000" b="1" dirty="0" err="1">
                <a:ea typeface="楷体_GB2312" pitchFamily="49" charset="-122"/>
              </a:rPr>
              <a:t>stdin</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清除键盘缓冲区</a:t>
            </a:r>
          </a:p>
        </p:txBody>
      </p:sp>
      <p:sp>
        <p:nvSpPr>
          <p:cNvPr id="1157127" name="Rectangle 7" descr="信纸"/>
          <p:cNvSpPr>
            <a:spLocks noChangeArrowheads="1"/>
          </p:cNvSpPr>
          <p:nvPr/>
        </p:nvSpPr>
        <p:spPr bwMode="auto">
          <a:xfrm>
            <a:off x="6744072" y="908720"/>
            <a:ext cx="4824413" cy="5372100"/>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a:solidFill>
                  <a:schemeClr val="accent2"/>
                </a:solidFill>
              </a:rPr>
              <a:t>    </a:t>
            </a:r>
            <a:r>
              <a:rPr lang="en-US" altLang="zh-CN" sz="2000" b="1"/>
              <a:t>while ( 1 )</a:t>
            </a:r>
          </a:p>
          <a:p>
            <a:pPr marL="457200" indent="-457200"/>
            <a:r>
              <a:rPr lang="en-US" altLang="zh-CN" sz="2000" b="1"/>
              <a:t>     {</a:t>
            </a:r>
          </a:p>
          <a:p>
            <a:pPr marL="457200" indent="-457200"/>
            <a:r>
              <a:rPr lang="en-US" altLang="zh-CN" sz="2000" b="1"/>
              <a:t>       printf ("sex(M,F): ");</a:t>
            </a:r>
          </a:p>
          <a:p>
            <a:pPr marL="457200" indent="-457200"/>
            <a:r>
              <a:rPr lang="en-US" altLang="zh-CN" sz="2000" b="1"/>
              <a:t>       scanf ("%c", &amp;sex);</a:t>
            </a:r>
          </a:p>
          <a:p>
            <a:pPr marL="457200" indent="-457200"/>
            <a:r>
              <a:rPr lang="en-US" altLang="zh-CN" sz="2000" b="1"/>
              <a:t>       if (sex == 'M' || sex == 'F')</a:t>
            </a:r>
          </a:p>
          <a:p>
            <a:pPr marL="457200" indent="-457200"/>
            <a:r>
              <a:rPr lang="en-US" altLang="zh-CN" sz="2000" b="1"/>
              <a:t>         break;</a:t>
            </a:r>
          </a:p>
          <a:p>
            <a:pPr marL="457200" indent="-457200"/>
            <a:r>
              <a:rPr lang="en-US" altLang="zh-CN" sz="2000" b="1"/>
              <a:t>       fflush (stdin);</a:t>
            </a:r>
          </a:p>
          <a:p>
            <a:pPr marL="457200" indent="-457200"/>
            <a:r>
              <a:rPr lang="en-US" altLang="zh-CN" sz="2000" b="1"/>
              <a:t>     }</a:t>
            </a:r>
          </a:p>
          <a:p>
            <a:pPr marL="457200" indent="-457200"/>
            <a:r>
              <a:rPr lang="en-US" altLang="zh-CN" sz="2000" b="1"/>
              <a:t>     p-&gt;sex = (sex == 'M') ? man : female;</a:t>
            </a:r>
          </a:p>
          <a:p>
            <a:pPr marL="457200" indent="-457200"/>
            <a:r>
              <a:rPr lang="en-US" altLang="zh-CN" sz="2000" b="1"/>
              <a:t>     printf ("age: ");</a:t>
            </a:r>
          </a:p>
          <a:p>
            <a:pPr marL="457200" indent="-457200"/>
            <a:r>
              <a:rPr lang="en-US" altLang="zh-CN" sz="2000" b="1"/>
              <a:t>     scanf ("%d", &amp;p-&gt;age);</a:t>
            </a:r>
          </a:p>
          <a:p>
            <a:pPr marL="457200" indent="-457200"/>
            <a:r>
              <a:rPr lang="en-US" altLang="zh-CN" sz="2000" b="1"/>
              <a:t>     printf ("classno: ");</a:t>
            </a:r>
          </a:p>
          <a:p>
            <a:pPr marL="457200" indent="-457200"/>
            <a:r>
              <a:rPr lang="en-US" altLang="zh-CN" sz="2000" b="1"/>
              <a:t>     scanf ("%d", &amp;p-&gt;classno);</a:t>
            </a:r>
          </a:p>
          <a:p>
            <a:pPr marL="457200" indent="-457200"/>
            <a:r>
              <a:rPr lang="en-US" altLang="zh-CN" sz="2000" b="1"/>
              <a:t>     printf ("grade: ");</a:t>
            </a:r>
          </a:p>
          <a:p>
            <a:pPr marL="457200" indent="-457200"/>
            <a:r>
              <a:rPr lang="en-US" altLang="zh-CN" sz="2000" b="1"/>
              <a:t>     scanf ("%f", &amp;p-&gt;grade);</a:t>
            </a:r>
          </a:p>
          <a:p>
            <a:pPr marL="457200" indent="-457200"/>
            <a:r>
              <a:rPr lang="en-US" altLang="zh-CN" sz="2000" b="1"/>
              <a:t>     return (p);</a:t>
            </a:r>
          </a:p>
          <a:p>
            <a:pPr marL="457200" indent="-457200"/>
            <a:r>
              <a:rPr lang="en-US" altLang="zh-CN" sz="2000" b="1"/>
              <a:t> }</a:t>
            </a:r>
          </a:p>
        </p:txBody>
      </p:sp>
      <p:sp>
        <p:nvSpPr>
          <p:cNvPr id="7" name="Rectangle 4">
            <a:extLst>
              <a:ext uri="{FF2B5EF4-FFF2-40B4-BE49-F238E27FC236}">
                <a16:creationId xmlns:a16="http://schemas.microsoft.com/office/drawing/2014/main" id="{2A45F008-4BD9-4CA2-9506-52B9E4FFB3D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11.7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复杂数据类型应用综合举例</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57125"/>
                                        </p:tgtEl>
                                        <p:attrNameLst>
                                          <p:attrName>style.visibility</p:attrName>
                                        </p:attrNameLst>
                                      </p:cBhvr>
                                      <p:to>
                                        <p:strVal val="visible"/>
                                      </p:to>
                                    </p:set>
                                    <p:animEffect transition="in" filter="box(out)">
                                      <p:cBhvr>
                                        <p:cTn id="7" dur="500"/>
                                        <p:tgtEl>
                                          <p:spTgt spid="115712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57127"/>
                                        </p:tgtEl>
                                        <p:attrNameLst>
                                          <p:attrName>style.visibility</p:attrName>
                                        </p:attrNameLst>
                                      </p:cBhvr>
                                      <p:to>
                                        <p:strVal val="visible"/>
                                      </p:to>
                                    </p:set>
                                    <p:animEffect transition="in" filter="box(out)">
                                      <p:cBhvr>
                                        <p:cTn id="12" dur="500"/>
                                        <p:tgtEl>
                                          <p:spTgt spid="115712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25" grpId="0" animBg="1"/>
      <p:bldP spid="1157127" grpId="0"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ADE3FFCE-DB95-4D83-8221-70164A8E183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11.7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复杂数据类型应用综合举例</a:t>
            </a:r>
          </a:p>
        </p:txBody>
      </p:sp>
      <p:sp>
        <p:nvSpPr>
          <p:cNvPr id="1159173" name="Rectangle 5" descr="信纸"/>
          <p:cNvSpPr>
            <a:spLocks noChangeArrowheads="1"/>
          </p:cNvSpPr>
          <p:nvPr/>
        </p:nvSpPr>
        <p:spPr bwMode="auto">
          <a:xfrm>
            <a:off x="781443" y="352514"/>
            <a:ext cx="5327650" cy="62261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对学生信息按分数从高到低排序</a:t>
            </a:r>
          </a:p>
          <a:p>
            <a:pPr marL="457200" indent="-457200"/>
            <a:r>
              <a:rPr lang="en-US" altLang="zh-CN" sz="2000" b="1" dirty="0">
                <a:solidFill>
                  <a:srgbClr val="CC0066"/>
                </a:solidFill>
                <a:ea typeface="楷体_GB2312" pitchFamily="49" charset="-122"/>
              </a:rPr>
              <a:t>void </a:t>
            </a:r>
            <a:r>
              <a:rPr lang="en-US" altLang="zh-CN" sz="2000" b="1" dirty="0" err="1">
                <a:solidFill>
                  <a:srgbClr val="CC0066"/>
                </a:solidFill>
                <a:ea typeface="楷体_GB2312" pitchFamily="49" charset="-122"/>
              </a:rPr>
              <a:t>SortStuInfo</a:t>
            </a:r>
            <a:r>
              <a:rPr lang="en-US" altLang="zh-CN" sz="2000" b="1" dirty="0">
                <a:solidFill>
                  <a:srgbClr val="CC0066"/>
                </a:solidFill>
                <a:ea typeface="楷体_GB2312" pitchFamily="49" charset="-122"/>
              </a:rPr>
              <a:t> (STUDENT **</a:t>
            </a:r>
            <a:r>
              <a:rPr lang="en-US" altLang="zh-CN" sz="2000" b="1" dirty="0" err="1">
                <a:solidFill>
                  <a:srgbClr val="CC0066"/>
                </a:solidFill>
                <a:ea typeface="楷体_GB2312" pitchFamily="49" charset="-122"/>
              </a:rPr>
              <a:t>pstu</a:t>
            </a:r>
            <a:r>
              <a:rPr lang="en-US" altLang="zh-CN" sz="2000" b="1" dirty="0">
                <a:solidFill>
                  <a:srgbClr val="CC0066"/>
                </a:solidFill>
                <a:ea typeface="楷体_GB2312" pitchFamily="49" charset="-122"/>
              </a:rPr>
              <a:t>, </a:t>
            </a:r>
            <a:r>
              <a:rPr lang="en-US" altLang="zh-CN" sz="2000" b="1" dirty="0" err="1">
                <a:solidFill>
                  <a:srgbClr val="CC0066"/>
                </a:solidFill>
                <a:ea typeface="楷体_GB2312" pitchFamily="49" charset="-122"/>
              </a:rPr>
              <a:t>int</a:t>
            </a:r>
            <a:r>
              <a:rPr lang="en-US" altLang="zh-CN" sz="2000" b="1" dirty="0">
                <a:solidFill>
                  <a:srgbClr val="CC0066"/>
                </a:solidFill>
                <a:ea typeface="楷体_GB2312" pitchFamily="49" charset="-122"/>
              </a:rPr>
              <a:t> num)</a:t>
            </a:r>
          </a:p>
          <a:p>
            <a:pPr marL="457200" indent="-457200"/>
            <a:r>
              <a:rPr lang="en-US" altLang="zh-CN" sz="2000" b="1" dirty="0">
                <a:ea typeface="楷体_GB2312" pitchFamily="49" charset="-122"/>
              </a:rPr>
              <a:t>{</a:t>
            </a:r>
          </a:p>
          <a:p>
            <a:pPr marL="457200" indent="-457200"/>
            <a:r>
              <a:rPr lang="en-US" altLang="zh-CN" sz="2000" b="1" dirty="0">
                <a:ea typeface="楷体_GB2312" pitchFamily="49" charset="-122"/>
              </a:rPr>
              <a:t>    STUDENT *p;</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j, k;</a:t>
            </a:r>
          </a:p>
          <a:p>
            <a:pPr marL="457200" indent="-457200"/>
            <a:endParaRPr lang="en-US" altLang="zh-CN" sz="2000" b="1" dirty="0">
              <a:ea typeface="楷体_GB2312" pitchFamily="49" charset="-122"/>
            </a:endParaRP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num-1;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k =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for (j = i+1; j &lt; num; j++)</a:t>
            </a:r>
          </a:p>
          <a:p>
            <a:pPr marL="457200" indent="-457200"/>
            <a:r>
              <a:rPr lang="en-US" altLang="zh-CN" sz="2000" b="1" dirty="0">
                <a:ea typeface="楷体_GB2312" pitchFamily="49" charset="-122"/>
              </a:rPr>
              <a:t>        if (</a:t>
            </a:r>
            <a:r>
              <a:rPr lang="en-US" altLang="zh-CN" sz="2000" b="1" dirty="0" err="1">
                <a:ea typeface="楷体_GB2312" pitchFamily="49" charset="-122"/>
              </a:rPr>
              <a:t>pstu</a:t>
            </a:r>
            <a:r>
              <a:rPr lang="en-US" altLang="zh-CN" sz="2000" b="1" dirty="0">
                <a:ea typeface="楷体_GB2312" pitchFamily="49" charset="-122"/>
              </a:rPr>
              <a:t>[j]-&gt;grade &gt; </a:t>
            </a:r>
            <a:r>
              <a:rPr lang="en-US" altLang="zh-CN" sz="2000" b="1" dirty="0" err="1">
                <a:ea typeface="楷体_GB2312" pitchFamily="49" charset="-122"/>
              </a:rPr>
              <a:t>pstu</a:t>
            </a:r>
            <a:r>
              <a:rPr lang="en-US" altLang="zh-CN" sz="2000" b="1" dirty="0">
                <a:ea typeface="楷体_GB2312" pitchFamily="49" charset="-122"/>
              </a:rPr>
              <a:t>[k]-&gt;grade)</a:t>
            </a:r>
          </a:p>
          <a:p>
            <a:pPr marL="457200" indent="-457200"/>
            <a:r>
              <a:rPr lang="en-US" altLang="zh-CN" sz="2000" b="1" dirty="0">
                <a:ea typeface="楷体_GB2312" pitchFamily="49" charset="-122"/>
              </a:rPr>
              <a:t>            k = j;</a:t>
            </a:r>
          </a:p>
          <a:p>
            <a:pPr marL="457200" indent="-457200"/>
            <a:r>
              <a:rPr lang="en-US" altLang="zh-CN" sz="2000" b="1" dirty="0">
                <a:ea typeface="楷体_GB2312" pitchFamily="49" charset="-122"/>
              </a:rPr>
              <a:t>      if ( k !=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p = </a:t>
            </a:r>
            <a:r>
              <a:rPr lang="en-US" altLang="zh-CN" sz="2000" b="1" dirty="0" err="1">
                <a:ea typeface="楷体_GB2312" pitchFamily="49" charset="-122"/>
              </a:rPr>
              <a:t>pstu</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pstu</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 = </a:t>
            </a:r>
            <a:r>
              <a:rPr lang="en-US" altLang="zh-CN" sz="2000" b="1" dirty="0" err="1">
                <a:ea typeface="楷体_GB2312" pitchFamily="49" charset="-122"/>
              </a:rPr>
              <a:t>pstu</a:t>
            </a:r>
            <a:r>
              <a:rPr lang="en-US" altLang="zh-CN" sz="2000" b="1" dirty="0">
                <a:ea typeface="楷体_GB2312" pitchFamily="49" charset="-122"/>
              </a:rPr>
              <a:t>[k];</a:t>
            </a:r>
          </a:p>
          <a:p>
            <a:pPr marL="457200" indent="-457200"/>
            <a:r>
              <a:rPr lang="en-US" altLang="zh-CN" sz="2000" b="1" dirty="0">
                <a:ea typeface="楷体_GB2312" pitchFamily="49" charset="-122"/>
              </a:rPr>
              <a:t>        </a:t>
            </a:r>
            <a:r>
              <a:rPr lang="en-US" altLang="zh-CN" sz="2000" b="1" dirty="0" err="1">
                <a:ea typeface="楷体_GB2312" pitchFamily="49" charset="-122"/>
              </a:rPr>
              <a:t>pstu</a:t>
            </a:r>
            <a:r>
              <a:rPr lang="en-US" altLang="zh-CN" sz="2000" b="1" dirty="0">
                <a:ea typeface="楷体_GB2312" pitchFamily="49" charset="-122"/>
              </a:rPr>
              <a:t>[k] = p;</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p>
        </p:txBody>
      </p:sp>
      <p:sp>
        <p:nvSpPr>
          <p:cNvPr id="1159175" name="Rectangle 7" descr="信纸"/>
          <p:cNvSpPr>
            <a:spLocks noChangeArrowheads="1"/>
          </p:cNvSpPr>
          <p:nvPr/>
        </p:nvSpPr>
        <p:spPr bwMode="auto">
          <a:xfrm>
            <a:off x="6498128" y="3541714"/>
            <a:ext cx="5327650" cy="28733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释放动态分配的内存</a:t>
            </a:r>
          </a:p>
          <a:p>
            <a:pPr marL="457200" indent="-457200"/>
            <a:r>
              <a:rPr lang="en-US" altLang="zh-CN" sz="2000" b="1" dirty="0">
                <a:solidFill>
                  <a:srgbClr val="CC0066"/>
                </a:solidFill>
                <a:ea typeface="楷体_GB2312" pitchFamily="49" charset="-122"/>
              </a:rPr>
              <a:t>void </a:t>
            </a:r>
            <a:r>
              <a:rPr lang="en-US" altLang="zh-CN" sz="2000" b="1" dirty="0" err="1">
                <a:solidFill>
                  <a:srgbClr val="CC0066"/>
                </a:solidFill>
                <a:ea typeface="楷体_GB2312" pitchFamily="49" charset="-122"/>
              </a:rPr>
              <a:t>FreeMemory</a:t>
            </a:r>
            <a:r>
              <a:rPr lang="en-US" altLang="zh-CN" sz="2000" b="1" dirty="0">
                <a:solidFill>
                  <a:srgbClr val="CC0066"/>
                </a:solidFill>
                <a:ea typeface="楷体_GB2312" pitchFamily="49" charset="-122"/>
              </a:rPr>
              <a:t> (STUDENT **</a:t>
            </a:r>
            <a:r>
              <a:rPr lang="en-US" altLang="zh-CN" sz="2000" b="1" dirty="0" err="1">
                <a:solidFill>
                  <a:srgbClr val="CC0066"/>
                </a:solidFill>
                <a:ea typeface="楷体_GB2312" pitchFamily="49" charset="-122"/>
              </a:rPr>
              <a:t>pstu</a:t>
            </a:r>
            <a:r>
              <a:rPr lang="en-US" altLang="zh-CN" sz="2000" b="1" dirty="0">
                <a:solidFill>
                  <a:srgbClr val="CC0066"/>
                </a:solidFill>
                <a:ea typeface="楷体_GB2312" pitchFamily="49" charset="-122"/>
              </a:rPr>
              <a:t>, </a:t>
            </a:r>
            <a:r>
              <a:rPr lang="en-US" altLang="zh-CN" sz="2000" b="1" dirty="0" err="1">
                <a:solidFill>
                  <a:srgbClr val="CC0066"/>
                </a:solidFill>
                <a:ea typeface="楷体_GB2312" pitchFamily="49" charset="-122"/>
              </a:rPr>
              <a:t>int</a:t>
            </a:r>
            <a:r>
              <a:rPr lang="en-US" altLang="zh-CN" sz="2000" b="1" dirty="0">
                <a:solidFill>
                  <a:srgbClr val="CC0066"/>
                </a:solidFill>
                <a:ea typeface="楷体_GB2312" pitchFamily="49" charset="-122"/>
              </a:rPr>
              <a:t> num)</a:t>
            </a:r>
          </a:p>
          <a:p>
            <a:pPr marL="457200" indent="-457200"/>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solidFill>
                  <a:schemeClr val="accent2"/>
                </a:solidFill>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先释放每个数组元素所指向的内存块</a:t>
            </a:r>
          </a:p>
          <a:p>
            <a:pPr marL="457200" indent="-457200"/>
            <a:r>
              <a:rPr lang="zh-CN" altLang="en-US" sz="2000" b="1" dirty="0">
                <a:ea typeface="楷体_GB2312" pitchFamily="49" charset="-122"/>
              </a:rPr>
              <a:t>    </a:t>
            </a:r>
            <a:r>
              <a:rPr lang="en-US" altLang="zh-CN" sz="2000" b="1" dirty="0">
                <a:ea typeface="楷体_GB2312" pitchFamily="49" charset="-122"/>
              </a:rPr>
              <a:t>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free (</a:t>
            </a:r>
            <a:r>
              <a:rPr lang="en-US" altLang="zh-CN" sz="2000" b="1" dirty="0" err="1">
                <a:ea typeface="楷体_GB2312" pitchFamily="49" charset="-122"/>
              </a:rPr>
              <a:t>pstu</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free (</a:t>
            </a:r>
            <a:r>
              <a:rPr lang="en-US" altLang="zh-CN" sz="2000" b="1" dirty="0" err="1">
                <a:ea typeface="楷体_GB2312" pitchFamily="49" charset="-122"/>
              </a:rPr>
              <a:t>pstu</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最后释放结构体指针数组</a:t>
            </a:r>
          </a:p>
          <a:p>
            <a:pPr marL="457200" indent="-457200"/>
            <a:r>
              <a:rPr lang="zh-CN" altLang="en-US" sz="2000" b="1" dirty="0">
                <a:ea typeface="楷体_GB2312" pitchFamily="49" charset="-122"/>
              </a:rPr>
              <a:t>  </a:t>
            </a:r>
            <a:r>
              <a:rPr lang="en-US" altLang="zh-CN" sz="2000" b="1" dirty="0">
                <a:ea typeface="楷体_GB2312" pitchFamily="49" charset="-122"/>
              </a:rPr>
              <a:t>}</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59173"/>
                                        </p:tgtEl>
                                        <p:attrNameLst>
                                          <p:attrName>style.visibility</p:attrName>
                                        </p:attrNameLst>
                                      </p:cBhvr>
                                      <p:to>
                                        <p:strVal val="visible"/>
                                      </p:to>
                                    </p:set>
                                    <p:animEffect transition="in" filter="box(out)">
                                      <p:cBhvr>
                                        <p:cTn id="7" dur="500"/>
                                        <p:tgtEl>
                                          <p:spTgt spid="115917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59175"/>
                                        </p:tgtEl>
                                        <p:attrNameLst>
                                          <p:attrName>style.visibility</p:attrName>
                                        </p:attrNameLst>
                                      </p:cBhvr>
                                      <p:to>
                                        <p:strVal val="visible"/>
                                      </p:to>
                                    </p:set>
                                    <p:animEffect transition="in" filter="box(out)">
                                      <p:cBhvr>
                                        <p:cTn id="12" dur="500"/>
                                        <p:tgtEl>
                                          <p:spTgt spid="115917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9173" grpId="0" animBg="1"/>
      <p:bldP spid="1159175" grpId="0" animBg="1"/>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3354" name="Rectangle 90"/>
          <p:cNvSpPr>
            <a:spLocks noChangeArrowheads="1"/>
          </p:cNvSpPr>
          <p:nvPr/>
        </p:nvSpPr>
        <p:spPr bwMode="auto">
          <a:xfrm>
            <a:off x="910321" y="892568"/>
            <a:ext cx="10442264" cy="507286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27038" indent="-342900">
              <a:lnSpc>
                <a:spcPts val="2800"/>
              </a:lnSpc>
              <a:buClr>
                <a:srgbClr val="C00000"/>
              </a:buClr>
              <a:buFont typeface="Wingdings" panose="05000000000000000000" pitchFamily="2" charset="2"/>
              <a:buChar char="l"/>
              <a:tabLst>
                <a:tab pos="228600" algn="l"/>
              </a:tabLst>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结构体、联合体及枚举类型都是用户自定义的数据类型，它们均属于构造数据类型，是用户定义新数据类型的重要手段。结构和联合有很多的相似之处，它们都由成员组成。成员可以具有不同的数据类型。成员的表示方法相同。都可用间接和直接两种方式作变量说明。</a:t>
            </a:r>
            <a:endPar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427038" indent="-342900">
              <a:lnSpc>
                <a:spcPts val="2800"/>
              </a:lnSpc>
              <a:buClr>
                <a:srgbClr val="C00000"/>
              </a:buClr>
              <a:buFont typeface="Wingdings" panose="05000000000000000000" pitchFamily="2" charset="2"/>
              <a:buChar char="l"/>
              <a:tabLst>
                <a:tab pos="228600" algn="l"/>
              </a:tabLst>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在结构体中，各成员都占有自己的内存空间，它们是同时存在的。一个结构体变量的总长度等于所有成员长度之和。在联合体中，所有成员不能同时占用它的内存空间，它们不能同时存在。联合体变量的长度等于最长的成员的长度。</a:t>
            </a:r>
            <a:endPar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427038" indent="-342900">
              <a:lnSpc>
                <a:spcPts val="2800"/>
              </a:lnSpc>
              <a:buClr>
                <a:srgbClr val="C00000"/>
              </a:buClr>
              <a:buFont typeface="Wingdings" panose="05000000000000000000" pitchFamily="2" charset="2"/>
              <a:buChar char="l"/>
              <a:tabLst>
                <a:tab pos="228600" algn="l"/>
              </a:tabLst>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是成员运算符，可用它表示成员项，成员还可用“</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-&gt;”</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运算符来表示。</a:t>
            </a:r>
            <a:endPar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427038" indent="-342900">
              <a:lnSpc>
                <a:spcPts val="2800"/>
              </a:lnSpc>
              <a:buClr>
                <a:srgbClr val="C00000"/>
              </a:buClr>
              <a:buFont typeface="Wingdings" panose="05000000000000000000" pitchFamily="2" charset="2"/>
              <a:buChar char="l"/>
              <a:tabLst>
                <a:tab pos="228600" algn="l"/>
              </a:tabLst>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结构体变量可以作为函数参数，函数也可返回指向结构体的指针变量。而联合体变量不能作为函数参数，函数也不能返回指向联合体的指针变量。但可以使用指向联合体变量的指针，也可使用联合体数组。</a:t>
            </a:r>
            <a:endPar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427038" indent="-342900">
              <a:lnSpc>
                <a:spcPts val="2800"/>
              </a:lnSpc>
              <a:buClr>
                <a:srgbClr val="C00000"/>
              </a:buClr>
              <a:buFont typeface="Wingdings" panose="05000000000000000000" pitchFamily="2" charset="2"/>
              <a:buChar char="l"/>
              <a:tabLst>
                <a:tab pos="228600" algn="l"/>
              </a:tabLst>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结构定义允许嵌套，结构体中也可用联合体作为成员，形成结构体和联合体的嵌套。</a:t>
            </a:r>
            <a:endPar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427038" indent="-342900">
              <a:lnSpc>
                <a:spcPts val="2800"/>
              </a:lnSpc>
              <a:buClr>
                <a:srgbClr val="C00000"/>
              </a:buClr>
              <a:buFont typeface="Wingdings" panose="05000000000000000000" pitchFamily="2" charset="2"/>
              <a:buChar char="l"/>
              <a:tabLst>
                <a:tab pos="228600" algn="l"/>
              </a:tabLst>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链表是一种重要的数据结构，它便于实现动态的存储分配。本章介绍是单向链表，还可组成双向链表，循环链表等。</a:t>
            </a:r>
          </a:p>
        </p:txBody>
      </p:sp>
      <p:sp>
        <p:nvSpPr>
          <p:cNvPr id="1163355" name="Rectangle 91"/>
          <p:cNvSpPr>
            <a:spLocks noChangeArrowheads="1"/>
          </p:cNvSpPr>
          <p:nvPr/>
        </p:nvSpPr>
        <p:spPr bwMode="auto">
          <a:xfrm>
            <a:off x="910679" y="6093296"/>
            <a:ext cx="7921625" cy="523219"/>
          </a:xfrm>
          <a:prstGeom prst="rect">
            <a:avLst/>
          </a:prstGeom>
          <a:solidFill>
            <a:srgbClr val="C00000"/>
          </a:solidFill>
          <a:ln w="38100">
            <a:noFill/>
            <a:miter lim="800000"/>
            <a:headEnd/>
            <a:tailEnd/>
          </a:ln>
          <a:effectLst/>
        </p:spPr>
        <p:txBody>
          <a:bodyPr anchor="ctr"/>
          <a:lstStyle/>
          <a:p>
            <a:r>
              <a:rPr lang="zh-CN" altLang="en-US" b="1" dirty="0">
                <a:solidFill>
                  <a:schemeClr val="bg1"/>
                </a:solidFill>
                <a:latin typeface="思源黑体 CN Heavy" panose="020B0A00000000000000" pitchFamily="34" charset="-122"/>
                <a:ea typeface="思源黑体 CN Heavy" panose="020B0A00000000000000" pitchFamily="34" charset="-122"/>
              </a:rPr>
              <a:t>习题</a:t>
            </a:r>
            <a:r>
              <a:rPr lang="en-US" altLang="zh-CN" b="1" dirty="0">
                <a:solidFill>
                  <a:schemeClr val="bg1"/>
                </a:solidFill>
                <a:latin typeface="思源黑体 CN Heavy" panose="020B0A00000000000000" pitchFamily="34" charset="-122"/>
                <a:ea typeface="思源黑体 CN Heavy" panose="020B0A00000000000000" pitchFamily="34" charset="-122"/>
              </a:rPr>
              <a:t>11</a:t>
            </a:r>
            <a:r>
              <a:rPr lang="zh-CN" altLang="en-US" b="1" dirty="0">
                <a:solidFill>
                  <a:schemeClr val="bg1"/>
                </a:solidFill>
                <a:latin typeface="思源黑体 CN Heavy" panose="020B0A00000000000000" pitchFamily="34" charset="-122"/>
                <a:ea typeface="思源黑体 CN Heavy" panose="020B0A00000000000000" pitchFamily="34" charset="-122"/>
              </a:rPr>
              <a:t>：</a:t>
            </a:r>
            <a:r>
              <a:rPr lang="en-US" altLang="zh-CN" b="1" dirty="0">
                <a:solidFill>
                  <a:schemeClr val="bg1"/>
                </a:solidFill>
                <a:latin typeface="思源黑体 CN Heavy" panose="020B0A00000000000000" pitchFamily="34" charset="-122"/>
                <a:ea typeface="思源黑体 CN Heavy" panose="020B0A00000000000000" pitchFamily="34" charset="-122"/>
              </a:rPr>
              <a:t>1</a:t>
            </a:r>
            <a:r>
              <a:rPr lang="zh-CN" altLang="en-US" b="1" dirty="0">
                <a:solidFill>
                  <a:schemeClr val="bg1"/>
                </a:solidFill>
                <a:latin typeface="思源黑体 CN Heavy" panose="020B0A00000000000000" pitchFamily="34" charset="-122"/>
                <a:ea typeface="思源黑体 CN Heavy" panose="020B0A00000000000000" pitchFamily="34" charset="-122"/>
              </a:rPr>
              <a:t>、</a:t>
            </a:r>
            <a:r>
              <a:rPr lang="en-US" altLang="zh-CN" b="1" dirty="0">
                <a:solidFill>
                  <a:schemeClr val="bg1"/>
                </a:solidFill>
                <a:latin typeface="思源黑体 CN Heavy" panose="020B0A00000000000000" pitchFamily="34" charset="-122"/>
                <a:ea typeface="思源黑体 CN Heavy" panose="020B0A00000000000000" pitchFamily="34" charset="-122"/>
              </a:rPr>
              <a:t>2</a:t>
            </a:r>
            <a:r>
              <a:rPr lang="zh-CN" altLang="en-US" b="1" dirty="0">
                <a:solidFill>
                  <a:schemeClr val="bg1"/>
                </a:solidFill>
                <a:latin typeface="思源黑体 CN Heavy" panose="020B0A00000000000000" pitchFamily="34" charset="-122"/>
                <a:ea typeface="思源黑体 CN Heavy" panose="020B0A00000000000000" pitchFamily="34" charset="-122"/>
              </a:rPr>
              <a:t>、</a:t>
            </a:r>
            <a:r>
              <a:rPr lang="en-US" altLang="zh-CN" b="1" dirty="0">
                <a:solidFill>
                  <a:schemeClr val="bg1"/>
                </a:solidFill>
                <a:latin typeface="思源黑体 CN Heavy" panose="020B0A00000000000000" pitchFamily="34" charset="-122"/>
                <a:ea typeface="思源黑体 CN Heavy" panose="020B0A00000000000000" pitchFamily="34" charset="-122"/>
              </a:rPr>
              <a:t>3</a:t>
            </a:r>
            <a:r>
              <a:rPr lang="zh-CN" altLang="en-US" b="1" dirty="0">
                <a:solidFill>
                  <a:schemeClr val="bg1"/>
                </a:solidFill>
                <a:latin typeface="思源黑体 CN Heavy" panose="020B0A00000000000000" pitchFamily="34" charset="-122"/>
                <a:ea typeface="思源黑体 CN Heavy" panose="020B0A00000000000000" pitchFamily="34" charset="-122"/>
              </a:rPr>
              <a:t>（</a:t>
            </a:r>
            <a:r>
              <a:rPr lang="en-US" altLang="zh-CN" b="1" dirty="0">
                <a:solidFill>
                  <a:schemeClr val="bg1"/>
                </a:solidFill>
                <a:latin typeface="思源黑体 CN Heavy" panose="020B0A00000000000000" pitchFamily="34" charset="-122"/>
                <a:ea typeface="思源黑体 CN Heavy" panose="020B0A00000000000000" pitchFamily="34" charset="-122"/>
              </a:rPr>
              <a:t>1</a:t>
            </a:r>
            <a:r>
              <a:rPr lang="zh-CN" altLang="en-US" b="1" dirty="0">
                <a:solidFill>
                  <a:schemeClr val="bg1"/>
                </a:solidFill>
                <a:latin typeface="思源黑体 CN Heavy" panose="020B0A00000000000000" pitchFamily="34" charset="-122"/>
                <a:ea typeface="思源黑体 CN Heavy" panose="020B0A00000000000000" pitchFamily="34" charset="-122"/>
              </a:rPr>
              <a:t>、</a:t>
            </a:r>
            <a:r>
              <a:rPr lang="en-US" altLang="zh-CN" b="1" dirty="0">
                <a:solidFill>
                  <a:schemeClr val="bg1"/>
                </a:solidFill>
                <a:latin typeface="思源黑体 CN Heavy" panose="020B0A00000000000000" pitchFamily="34" charset="-122"/>
                <a:ea typeface="思源黑体 CN Heavy" panose="020B0A00000000000000" pitchFamily="34" charset="-122"/>
              </a:rPr>
              <a:t>2</a:t>
            </a:r>
            <a:r>
              <a:rPr lang="zh-CN" altLang="en-US" b="1" dirty="0">
                <a:solidFill>
                  <a:schemeClr val="bg1"/>
                </a:solidFill>
                <a:latin typeface="思源黑体 CN Heavy" panose="020B0A00000000000000" pitchFamily="34" charset="-122"/>
                <a:ea typeface="思源黑体 CN Heavy" panose="020B0A00000000000000" pitchFamily="34" charset="-122"/>
              </a:rPr>
              <a:t>、</a:t>
            </a:r>
            <a:r>
              <a:rPr lang="en-US" altLang="zh-CN" b="1" dirty="0">
                <a:solidFill>
                  <a:schemeClr val="bg1"/>
                </a:solidFill>
                <a:latin typeface="思源黑体 CN Heavy" panose="020B0A00000000000000" pitchFamily="34" charset="-122"/>
                <a:ea typeface="思源黑体 CN Heavy" panose="020B0A00000000000000" pitchFamily="34" charset="-122"/>
              </a:rPr>
              <a:t>4</a:t>
            </a:r>
            <a:r>
              <a:rPr lang="zh-CN" altLang="en-US" b="1" dirty="0">
                <a:solidFill>
                  <a:schemeClr val="bg1"/>
                </a:solidFill>
                <a:latin typeface="思源黑体 CN Heavy" panose="020B0A00000000000000" pitchFamily="34" charset="-122"/>
                <a:ea typeface="思源黑体 CN Heavy" panose="020B0A00000000000000" pitchFamily="34" charset="-122"/>
              </a:rPr>
              <a:t>、</a:t>
            </a:r>
            <a:r>
              <a:rPr lang="en-US" altLang="zh-CN" b="1" dirty="0">
                <a:solidFill>
                  <a:schemeClr val="bg1"/>
                </a:solidFill>
                <a:latin typeface="思源黑体 CN Heavy" panose="020B0A00000000000000" pitchFamily="34" charset="-122"/>
                <a:ea typeface="思源黑体 CN Heavy" panose="020B0A00000000000000" pitchFamily="34" charset="-122"/>
              </a:rPr>
              <a:t>6</a:t>
            </a:r>
            <a:r>
              <a:rPr lang="zh-CN" altLang="en-US" b="1" dirty="0">
                <a:solidFill>
                  <a:schemeClr val="bg1"/>
                </a:solidFill>
                <a:latin typeface="思源黑体 CN Heavy" panose="020B0A00000000000000" pitchFamily="34" charset="-122"/>
                <a:ea typeface="思源黑体 CN Heavy" panose="020B0A00000000000000" pitchFamily="34" charset="-122"/>
              </a:rPr>
              <a:t>、</a:t>
            </a:r>
            <a:r>
              <a:rPr lang="en-US" altLang="zh-CN" b="1" dirty="0">
                <a:solidFill>
                  <a:schemeClr val="bg1"/>
                </a:solidFill>
                <a:latin typeface="思源黑体 CN Heavy" panose="020B0A00000000000000" pitchFamily="34" charset="-122"/>
                <a:ea typeface="思源黑体 CN Heavy" panose="020B0A00000000000000" pitchFamily="34" charset="-122"/>
              </a:rPr>
              <a:t>8</a:t>
            </a:r>
            <a:r>
              <a:rPr lang="zh-CN" altLang="en-US" b="1" dirty="0">
                <a:solidFill>
                  <a:schemeClr val="bg1"/>
                </a:solidFill>
                <a:latin typeface="思源黑体 CN Heavy" panose="020B0A00000000000000" pitchFamily="34" charset="-122"/>
                <a:ea typeface="思源黑体 CN Heavy" panose="020B0A00000000000000" pitchFamily="34" charset="-122"/>
              </a:rPr>
              <a:t>）</a:t>
            </a:r>
          </a:p>
        </p:txBody>
      </p:sp>
      <p:sp>
        <p:nvSpPr>
          <p:cNvPr id="8" name="Rectangle 4">
            <a:extLst>
              <a:ext uri="{FF2B5EF4-FFF2-40B4-BE49-F238E27FC236}">
                <a16:creationId xmlns:a16="http://schemas.microsoft.com/office/drawing/2014/main" id="{A2E9AC1C-6F8E-4E7D-9C75-89844084E3D5}"/>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63354"/>
                                        </p:tgtEl>
                                        <p:attrNameLst>
                                          <p:attrName>style.visibility</p:attrName>
                                        </p:attrNameLst>
                                      </p:cBhvr>
                                      <p:to>
                                        <p:strVal val="visible"/>
                                      </p:to>
                                    </p:set>
                                    <p:animEffect transition="in" filter="box(out)">
                                      <p:cBhvr>
                                        <p:cTn id="7" dur="500"/>
                                        <p:tgtEl>
                                          <p:spTgt spid="116335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63355"/>
                                        </p:tgtEl>
                                        <p:attrNameLst>
                                          <p:attrName>style.visibility</p:attrName>
                                        </p:attrNameLst>
                                      </p:cBhvr>
                                      <p:to>
                                        <p:strVal val="visible"/>
                                      </p:to>
                                    </p:set>
                                    <p:animEffect transition="in" filter="diamond(in)">
                                      <p:cBhvr>
                                        <p:cTn id="12" dur="2000"/>
                                        <p:tgtEl>
                                          <p:spTgt spid="1163355"/>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3354" grpId="0" animBg="1"/>
      <p:bldP spid="116335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图示&#10;&#10;描述已自动生成">
            <a:extLst>
              <a:ext uri="{FF2B5EF4-FFF2-40B4-BE49-F238E27FC236}">
                <a16:creationId xmlns:a16="http://schemas.microsoft.com/office/drawing/2014/main" id="{6786D2E8-A965-4475-ABFD-4583DDBBFE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79576" y="1241757"/>
            <a:ext cx="7776864" cy="4374486"/>
          </a:xfrm>
          <a:prstGeom prst="rect">
            <a:avLst/>
          </a:prstGeom>
        </p:spPr>
      </p:pic>
      <p:sp>
        <p:nvSpPr>
          <p:cNvPr id="6" name="文本框 5">
            <a:extLst>
              <a:ext uri="{FF2B5EF4-FFF2-40B4-BE49-F238E27FC236}">
                <a16:creationId xmlns:a16="http://schemas.microsoft.com/office/drawing/2014/main" id="{D6D1ECF0-97FF-4328-931A-88315164A5A3}"/>
              </a:ext>
            </a:extLst>
          </p:cNvPr>
          <p:cNvSpPr txBox="1"/>
          <p:nvPr/>
        </p:nvSpPr>
        <p:spPr>
          <a:xfrm>
            <a:off x="1883532" y="5877272"/>
            <a:ext cx="8424936" cy="369332"/>
          </a:xfrm>
          <a:prstGeom prst="rect">
            <a:avLst/>
          </a:prstGeom>
          <a:noFill/>
        </p:spPr>
        <p:txBody>
          <a:bodyPr wrap="square" rtlCol="0">
            <a:spAutoFit/>
          </a:bodyPr>
          <a:lstStyle/>
          <a:p>
            <a:r>
              <a:rPr lang="zh-CN" altLang="en-US" sz="1800" dirty="0">
                <a:latin typeface="思源黑体 CN Heavy" panose="020B0A00000000000000" pitchFamily="34" charset="-122"/>
                <a:ea typeface="思源黑体 CN Heavy" panose="020B0A00000000000000" pitchFamily="34" charset="-122"/>
              </a:rPr>
              <a:t>本课件版权归清华大学出版社所有，仅提供教师教学使用，其他用途一律视为侵权</a:t>
            </a:r>
          </a:p>
        </p:txBody>
      </p:sp>
    </p:spTree>
    <p:extLst>
      <p:ext uri="{BB962C8B-B14F-4D97-AF65-F5344CB8AC3E}">
        <p14:creationId xmlns:p14="http://schemas.microsoft.com/office/powerpoint/2010/main" val="251817966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3" name="bomb.wav"/>
                                        </p:tgtEl>
                                      </p:cMediaNode>
                                    </p:audio>
                                  </p:sub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subTnLst>
                                    <p:audio>
                                      <p:cMediaNode>
                                        <p:cTn display="0" masterRel="sameClick">
                                          <p:stCondLst>
                                            <p:cond evt="begin" delay="0">
                                              <p:tn val="11"/>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ags/tag1.xml><?xml version="1.0" encoding="utf-8"?>
<p:tagLst xmlns:a="http://schemas.openxmlformats.org/drawingml/2006/main" xmlns:r="http://schemas.openxmlformats.org/officeDocument/2006/relationships" xmlns:p="http://schemas.openxmlformats.org/presentationml/2006/main">
  <p:tag name="ISLIDE.ICON" val="#391213;"/>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23040</TotalTime>
  <Words>37875</Words>
  <Application>Microsoft Office PowerPoint</Application>
  <PresentationFormat>宽屏</PresentationFormat>
  <Paragraphs>5172</Paragraphs>
  <Slides>74</Slides>
  <Notes>72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74</vt:i4>
      </vt:variant>
    </vt:vector>
  </HeadingPairs>
  <TitlesOfParts>
    <vt:vector size="83" baseType="lpstr">
      <vt:lpstr>楷体</vt:lpstr>
      <vt:lpstr>楷体_GB2312</vt:lpstr>
      <vt:lpstr>隶书</vt:lpstr>
      <vt:lpstr>思源黑体 CN Heavy</vt:lpstr>
      <vt:lpstr>宋体</vt:lpstr>
      <vt:lpstr>Arial</vt:lpstr>
      <vt:lpstr>Times New Roman</vt:lpstr>
      <vt:lpstr>Wingdings</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A83381</cp:lastModifiedBy>
  <cp:revision>1613</cp:revision>
  <dcterms:created xsi:type="dcterms:W3CDTF">1999-05-31T10:27:02Z</dcterms:created>
  <dcterms:modified xsi:type="dcterms:W3CDTF">2022-06-13T02:14:29Z</dcterms:modified>
</cp:coreProperties>
</file>